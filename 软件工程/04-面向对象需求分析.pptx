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handoutMasterIdLst>
    <p:handoutMasterId r:id="rId61"/>
  </p:handoutMasterIdLst>
  <p:sldIdLst>
    <p:sldId id="457" r:id="rId3"/>
    <p:sldId id="260" r:id="rId5"/>
    <p:sldId id="326" r:id="rId6"/>
    <p:sldId id="327" r:id="rId7"/>
    <p:sldId id="462" r:id="rId8"/>
    <p:sldId id="328" r:id="rId9"/>
    <p:sldId id="329" r:id="rId10"/>
    <p:sldId id="330" r:id="rId11"/>
    <p:sldId id="331" r:id="rId12"/>
    <p:sldId id="332" r:id="rId13"/>
    <p:sldId id="333" r:id="rId14"/>
    <p:sldId id="334" r:id="rId15"/>
    <p:sldId id="463" r:id="rId16"/>
    <p:sldId id="335" r:id="rId17"/>
    <p:sldId id="449" r:id="rId18"/>
    <p:sldId id="423" r:id="rId19"/>
    <p:sldId id="464" r:id="rId20"/>
    <p:sldId id="424" r:id="rId21"/>
    <p:sldId id="450" r:id="rId22"/>
    <p:sldId id="451" r:id="rId23"/>
    <p:sldId id="452" r:id="rId24"/>
    <p:sldId id="453" r:id="rId25"/>
    <p:sldId id="454" r:id="rId26"/>
    <p:sldId id="455" r:id="rId27"/>
    <p:sldId id="456" r:id="rId28"/>
    <p:sldId id="425" r:id="rId29"/>
    <p:sldId id="426" r:id="rId30"/>
    <p:sldId id="427" r:id="rId31"/>
    <p:sldId id="428" r:id="rId32"/>
    <p:sldId id="430" r:id="rId33"/>
    <p:sldId id="431" r:id="rId34"/>
    <p:sldId id="432" r:id="rId35"/>
    <p:sldId id="433" r:id="rId36"/>
    <p:sldId id="434" r:id="rId37"/>
    <p:sldId id="435" r:id="rId38"/>
    <p:sldId id="436" r:id="rId39"/>
    <p:sldId id="437" r:id="rId40"/>
    <p:sldId id="438" r:id="rId41"/>
    <p:sldId id="458" r:id="rId42"/>
    <p:sldId id="459" r:id="rId43"/>
    <p:sldId id="337" r:id="rId44"/>
    <p:sldId id="338" r:id="rId45"/>
    <p:sldId id="339" r:id="rId46"/>
    <p:sldId id="340" r:id="rId47"/>
    <p:sldId id="341" r:id="rId48"/>
    <p:sldId id="342" r:id="rId49"/>
    <p:sldId id="343" r:id="rId50"/>
    <p:sldId id="344" r:id="rId51"/>
    <p:sldId id="345" r:id="rId52"/>
    <p:sldId id="346" r:id="rId53"/>
    <p:sldId id="460" r:id="rId54"/>
    <p:sldId id="265" r:id="rId55"/>
    <p:sldId id="320" r:id="rId56"/>
    <p:sldId id="420" r:id="rId57"/>
    <p:sldId id="421" r:id="rId58"/>
    <p:sldId id="422" r:id="rId59"/>
    <p:sldId id="461" r:id="rId60"/>
  </p:sldIdLst>
  <p:sldSz cx="12192000" cy="6858000"/>
  <p:notesSz cx="6858000" cy="9144000"/>
  <p:defaultTextStyle>
    <a:defPPr>
      <a:defRPr lang="zh-CN"/>
    </a:defPPr>
    <a:lvl1pPr algn="r" rtl="0" eaLnBrk="0" fontAlgn="base" hangingPunct="0">
      <a:lnSpc>
        <a:spcPct val="75000"/>
      </a:lnSpc>
      <a:spcBef>
        <a:spcPct val="0"/>
      </a:spcBef>
      <a:spcAft>
        <a:spcPct val="0"/>
      </a:spcAft>
      <a:defRPr sz="2000" kern="1200">
        <a:solidFill>
          <a:schemeClr val="tx1"/>
        </a:solidFill>
        <a:latin typeface="Arial" panose="020B0604020202020204" pitchFamily="34" charset="0"/>
        <a:ea typeface="华文细黑" panose="02010600040101010101" pitchFamily="2" charset="-122"/>
        <a:cs typeface="+mn-cs"/>
      </a:defRPr>
    </a:lvl1pPr>
    <a:lvl2pPr marL="457200" algn="r" rtl="0" eaLnBrk="0" fontAlgn="base" hangingPunct="0">
      <a:lnSpc>
        <a:spcPct val="75000"/>
      </a:lnSpc>
      <a:spcBef>
        <a:spcPct val="0"/>
      </a:spcBef>
      <a:spcAft>
        <a:spcPct val="0"/>
      </a:spcAft>
      <a:defRPr sz="2000" kern="1200">
        <a:solidFill>
          <a:schemeClr val="tx1"/>
        </a:solidFill>
        <a:latin typeface="Arial" panose="020B0604020202020204" pitchFamily="34" charset="0"/>
        <a:ea typeface="华文细黑" panose="02010600040101010101" pitchFamily="2" charset="-122"/>
        <a:cs typeface="+mn-cs"/>
      </a:defRPr>
    </a:lvl2pPr>
    <a:lvl3pPr marL="914400" algn="r" rtl="0" eaLnBrk="0" fontAlgn="base" hangingPunct="0">
      <a:lnSpc>
        <a:spcPct val="75000"/>
      </a:lnSpc>
      <a:spcBef>
        <a:spcPct val="0"/>
      </a:spcBef>
      <a:spcAft>
        <a:spcPct val="0"/>
      </a:spcAft>
      <a:defRPr sz="2000" kern="1200">
        <a:solidFill>
          <a:schemeClr val="tx1"/>
        </a:solidFill>
        <a:latin typeface="Arial" panose="020B0604020202020204" pitchFamily="34" charset="0"/>
        <a:ea typeface="华文细黑" panose="02010600040101010101" pitchFamily="2" charset="-122"/>
        <a:cs typeface="+mn-cs"/>
      </a:defRPr>
    </a:lvl3pPr>
    <a:lvl4pPr marL="1371600" algn="r" rtl="0" eaLnBrk="0" fontAlgn="base" hangingPunct="0">
      <a:lnSpc>
        <a:spcPct val="75000"/>
      </a:lnSpc>
      <a:spcBef>
        <a:spcPct val="0"/>
      </a:spcBef>
      <a:spcAft>
        <a:spcPct val="0"/>
      </a:spcAft>
      <a:defRPr sz="2000" kern="1200">
        <a:solidFill>
          <a:schemeClr val="tx1"/>
        </a:solidFill>
        <a:latin typeface="Arial" panose="020B0604020202020204" pitchFamily="34" charset="0"/>
        <a:ea typeface="华文细黑" panose="02010600040101010101" pitchFamily="2" charset="-122"/>
        <a:cs typeface="+mn-cs"/>
      </a:defRPr>
    </a:lvl4pPr>
    <a:lvl5pPr marL="1828800" algn="r" rtl="0" eaLnBrk="0" fontAlgn="base" hangingPunct="0">
      <a:lnSpc>
        <a:spcPct val="75000"/>
      </a:lnSpc>
      <a:spcBef>
        <a:spcPct val="0"/>
      </a:spcBef>
      <a:spcAft>
        <a:spcPct val="0"/>
      </a:spcAft>
      <a:defRPr sz="2000" kern="1200">
        <a:solidFill>
          <a:schemeClr val="tx1"/>
        </a:solidFill>
        <a:latin typeface="Arial" panose="020B0604020202020204" pitchFamily="34" charset="0"/>
        <a:ea typeface="华文细黑" panose="02010600040101010101" pitchFamily="2" charset="-122"/>
        <a:cs typeface="+mn-cs"/>
      </a:defRPr>
    </a:lvl5pPr>
    <a:lvl6pPr marL="2286000" algn="l" defTabSz="914400" rtl="0" eaLnBrk="1" latinLnBrk="0" hangingPunct="1">
      <a:defRPr sz="2000" kern="1200">
        <a:solidFill>
          <a:schemeClr val="tx1"/>
        </a:solidFill>
        <a:latin typeface="Arial" panose="020B0604020202020204" pitchFamily="34" charset="0"/>
        <a:ea typeface="华文细黑" panose="02010600040101010101" pitchFamily="2" charset="-122"/>
        <a:cs typeface="+mn-cs"/>
      </a:defRPr>
    </a:lvl6pPr>
    <a:lvl7pPr marL="2743200" algn="l" defTabSz="914400" rtl="0" eaLnBrk="1" latinLnBrk="0" hangingPunct="1">
      <a:defRPr sz="2000" kern="1200">
        <a:solidFill>
          <a:schemeClr val="tx1"/>
        </a:solidFill>
        <a:latin typeface="Arial" panose="020B0604020202020204" pitchFamily="34" charset="0"/>
        <a:ea typeface="华文细黑" panose="02010600040101010101" pitchFamily="2" charset="-122"/>
        <a:cs typeface="+mn-cs"/>
      </a:defRPr>
    </a:lvl7pPr>
    <a:lvl8pPr marL="3200400" algn="l" defTabSz="914400" rtl="0" eaLnBrk="1" latinLnBrk="0" hangingPunct="1">
      <a:defRPr sz="2000" kern="1200">
        <a:solidFill>
          <a:schemeClr val="tx1"/>
        </a:solidFill>
        <a:latin typeface="Arial" panose="020B0604020202020204" pitchFamily="34" charset="0"/>
        <a:ea typeface="华文细黑" panose="02010600040101010101" pitchFamily="2" charset="-122"/>
        <a:cs typeface="+mn-cs"/>
      </a:defRPr>
    </a:lvl8pPr>
    <a:lvl9pPr marL="3657600" algn="l" defTabSz="914400" rtl="0" eaLnBrk="1" latinLnBrk="0" hangingPunct="1">
      <a:defRPr sz="2000" kern="1200">
        <a:solidFill>
          <a:schemeClr val="tx1"/>
        </a:solidFill>
        <a:latin typeface="Arial" panose="020B0604020202020204" pitchFamily="34" charset="0"/>
        <a:ea typeface="华文细黑" panose="02010600040101010101" pitchFamily="2" charset="-122"/>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00"/>
    <a:srgbClr val="FF3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9020" autoAdjust="0"/>
    <p:restoredTop sz="97212" autoAdjust="0"/>
  </p:normalViewPr>
  <p:slideViewPr>
    <p:cSldViewPr showGuides="1">
      <p:cViewPr varScale="1">
        <p:scale>
          <a:sx n="126" d="100"/>
          <a:sy n="126" d="100"/>
        </p:scale>
        <p:origin x="366" y="132"/>
      </p:cViewPr>
      <p:guideLst>
        <p:guide orient="horz" pos="2160"/>
        <p:guide pos="3840"/>
      </p:guideLst>
    </p:cSldViewPr>
  </p:slideViewPr>
  <p:notesTextViewPr>
    <p:cViewPr>
      <p:scale>
        <a:sx n="100" d="100"/>
        <a:sy n="100" d="100"/>
      </p:scale>
      <p:origin x="0" y="0"/>
    </p:cViewPr>
  </p:notesTextViewPr>
  <p:notesViewPr>
    <p:cSldViewPr>
      <p:cViewPr varScale="1">
        <p:scale>
          <a:sx n="55" d="100"/>
          <a:sy n="55" d="100"/>
        </p:scale>
        <p:origin x="-1404" y="-90"/>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4" Type="http://schemas.openxmlformats.org/officeDocument/2006/relationships/tableStyles" Target="tableStyles.xml"/><Relationship Id="rId63" Type="http://schemas.openxmlformats.org/officeDocument/2006/relationships/viewProps" Target="viewProps.xml"/><Relationship Id="rId62" Type="http://schemas.openxmlformats.org/officeDocument/2006/relationships/presProps" Target="presProps.xml"/><Relationship Id="rId61" Type="http://schemas.openxmlformats.org/officeDocument/2006/relationships/handoutMaster" Target="handoutMasters/handoutMaster1.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6.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8.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42"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l" eaLnBrk="1" hangingPunct="1">
              <a:lnSpc>
                <a:spcPct val="100000"/>
              </a:lnSpc>
              <a:defRPr sz="1200">
                <a:latin typeface="Arial" panose="020B0604020202020204" pitchFamily="34" charset="0"/>
                <a:ea typeface="宋体" panose="02010600030101010101" pitchFamily="2" charset="-122"/>
              </a:defRPr>
            </a:lvl1pPr>
          </a:lstStyle>
          <a:p>
            <a:pPr>
              <a:defRPr/>
            </a:pPr>
            <a:endParaRPr lang="en-US" altLang="zh-CN"/>
          </a:p>
        </p:txBody>
      </p:sp>
      <p:sp>
        <p:nvSpPr>
          <p:cNvPr id="10243" name="Rectangle 3"/>
          <p:cNvSpPr>
            <a:spLocks noGrp="1" noChangeArrowheads="1"/>
          </p:cNvSpPr>
          <p:nvPr>
            <p:ph type="dt" sz="quarter" idx="1"/>
          </p:nvPr>
        </p:nvSpPr>
        <p:spPr bwMode="auto">
          <a:xfrm>
            <a:off x="3884613"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eaLnBrk="1" hangingPunct="1">
              <a:lnSpc>
                <a:spcPct val="100000"/>
              </a:lnSpc>
              <a:defRPr sz="1200">
                <a:latin typeface="Arial" panose="020B0604020202020204" pitchFamily="34" charset="0"/>
                <a:ea typeface="宋体" panose="02010600030101010101" pitchFamily="2" charset="-122"/>
              </a:defRPr>
            </a:lvl1pPr>
          </a:lstStyle>
          <a:p>
            <a:pPr>
              <a:defRPr/>
            </a:pPr>
            <a:endParaRPr lang="en-US" altLang="zh-CN"/>
          </a:p>
        </p:txBody>
      </p:sp>
      <p:sp>
        <p:nvSpPr>
          <p:cNvPr id="10244" name="Rectangle 4"/>
          <p:cNvSpPr>
            <a:spLocks noGrp="1" noChangeArrowheads="1"/>
          </p:cNvSpPr>
          <p:nvPr>
            <p:ph type="ftr" sz="quarter" idx="2"/>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l" eaLnBrk="1" hangingPunct="1">
              <a:lnSpc>
                <a:spcPct val="100000"/>
              </a:lnSpc>
              <a:defRPr sz="1200">
                <a:latin typeface="Arial" panose="020B0604020202020204" pitchFamily="34" charset="0"/>
                <a:ea typeface="宋体" panose="02010600030101010101" pitchFamily="2" charset="-122"/>
              </a:defRPr>
            </a:lvl1pPr>
          </a:lstStyle>
          <a:p>
            <a:pPr>
              <a:defRPr/>
            </a:pPr>
            <a:endParaRPr lang="en-US" altLang="zh-CN"/>
          </a:p>
        </p:txBody>
      </p:sp>
      <p:sp>
        <p:nvSpPr>
          <p:cNvPr id="10245" name="Rectangle 5"/>
          <p:cNvSpPr>
            <a:spLocks noGrp="1" noChangeArrowheads="1"/>
          </p:cNvSpPr>
          <p:nvPr>
            <p:ph type="sldNum" sz="quarter" idx="3"/>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eaLnBrk="1" hangingPunct="1">
              <a:lnSpc>
                <a:spcPct val="100000"/>
              </a:lnSpc>
              <a:defRPr sz="1200">
                <a:ea typeface="宋体" panose="02010600030101010101" pitchFamily="2" charset="-122"/>
              </a:defRPr>
            </a:lvl1pPr>
          </a:lstStyle>
          <a:p>
            <a:fld id="{335A8F7C-DD5B-48E3-AAA2-3F36467D71A9}" type="slidenum">
              <a:rPr lang="en-US" altLang="zh-CN"/>
            </a:fld>
            <a:endParaRPr lang="en-US" altLang="zh-CN"/>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5842"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l" eaLnBrk="1" hangingPunct="1">
              <a:lnSpc>
                <a:spcPct val="100000"/>
              </a:lnSpc>
              <a:defRPr sz="1200">
                <a:latin typeface="Arial" panose="020B0604020202020204" pitchFamily="34" charset="0"/>
                <a:ea typeface="宋体" panose="02010600030101010101" pitchFamily="2" charset="-122"/>
              </a:defRPr>
            </a:lvl1pPr>
          </a:lstStyle>
          <a:p>
            <a:pPr>
              <a:defRPr/>
            </a:pPr>
            <a:endParaRPr lang="en-US" altLang="zh-CN"/>
          </a:p>
        </p:txBody>
      </p:sp>
      <p:sp>
        <p:nvSpPr>
          <p:cNvPr id="35843" name="Rectangle 3"/>
          <p:cNvSpPr>
            <a:spLocks noGrp="1" noChangeArrowheads="1"/>
          </p:cNvSpPr>
          <p:nvPr>
            <p:ph type="dt" idx="1"/>
          </p:nvPr>
        </p:nvSpPr>
        <p:spPr bwMode="auto">
          <a:xfrm>
            <a:off x="3884613"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eaLnBrk="1" hangingPunct="1">
              <a:lnSpc>
                <a:spcPct val="100000"/>
              </a:lnSpc>
              <a:defRPr sz="1200">
                <a:latin typeface="Arial" panose="020B0604020202020204" pitchFamily="34" charset="0"/>
                <a:ea typeface="宋体" panose="02010600030101010101" pitchFamily="2" charset="-122"/>
              </a:defRPr>
            </a:lvl1pPr>
          </a:lstStyle>
          <a:p>
            <a:pPr>
              <a:defRPr/>
            </a:pPr>
            <a:endParaRPr lang="en-US" altLang="zh-CN"/>
          </a:p>
        </p:txBody>
      </p:sp>
      <p:sp>
        <p:nvSpPr>
          <p:cNvPr id="102404" name="Rectangle 4"/>
          <p:cNvSpPr>
            <a:spLocks noGrp="1" noRot="1" noChangeAspect="1" noChangeArrowheads="1" noTextEdit="1"/>
          </p:cNvSpPr>
          <p:nvPr>
            <p:ph type="sldImg" idx="2"/>
          </p:nvPr>
        </p:nvSpPr>
        <p:spPr bwMode="auto">
          <a:xfrm>
            <a:off x="381000" y="685800"/>
            <a:ext cx="6096000" cy="3429000"/>
          </a:xfrm>
          <a:prstGeom prst="rect">
            <a:avLst/>
          </a:prstGeom>
          <a:noFill/>
          <a:ln w="9525">
            <a:solidFill>
              <a:srgbClr val="000000"/>
            </a:solidFill>
            <a:miter lim="800000"/>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35845" name="Rectangle 5"/>
          <p:cNvSpPr>
            <a:spLocks noGrp="1" noChangeArrowheads="1"/>
          </p:cNvSpPr>
          <p:nvPr>
            <p:ph type="body" sz="quarter" idx="3"/>
          </p:nvPr>
        </p:nvSpPr>
        <p:spPr bwMode="auto">
          <a:xfrm>
            <a:off x="685800" y="4343400"/>
            <a:ext cx="5486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pPr lvl="0"/>
            <a:r>
              <a:rPr lang="zh-CN" altLang="en-US" noProof="0" smtClean="0"/>
              <a:t>单击此处编辑母版文本样式</a:t>
            </a:r>
            <a:endParaRPr lang="zh-CN" altLang="en-US" noProof="0" smtClean="0"/>
          </a:p>
          <a:p>
            <a:pPr lvl="1"/>
            <a:r>
              <a:rPr lang="zh-CN" altLang="en-US" noProof="0" smtClean="0"/>
              <a:t>第二级</a:t>
            </a:r>
            <a:endParaRPr lang="zh-CN" altLang="en-US" noProof="0" smtClean="0"/>
          </a:p>
          <a:p>
            <a:pPr lvl="2"/>
            <a:r>
              <a:rPr lang="zh-CN" altLang="en-US" noProof="0" smtClean="0"/>
              <a:t>第三级</a:t>
            </a:r>
            <a:endParaRPr lang="zh-CN" altLang="en-US" noProof="0" smtClean="0"/>
          </a:p>
          <a:p>
            <a:pPr lvl="3"/>
            <a:r>
              <a:rPr lang="zh-CN" altLang="en-US" noProof="0" smtClean="0"/>
              <a:t>第四级</a:t>
            </a:r>
            <a:endParaRPr lang="zh-CN" altLang="en-US" noProof="0" smtClean="0"/>
          </a:p>
          <a:p>
            <a:pPr lvl="4"/>
            <a:r>
              <a:rPr lang="zh-CN" altLang="en-US" noProof="0" smtClean="0"/>
              <a:t>第五级</a:t>
            </a:r>
            <a:endParaRPr lang="zh-CN" altLang="en-US" noProof="0" smtClean="0"/>
          </a:p>
        </p:txBody>
      </p:sp>
      <p:sp>
        <p:nvSpPr>
          <p:cNvPr id="35846" name="Rectangle 6"/>
          <p:cNvSpPr>
            <a:spLocks noGrp="1" noChangeArrowheads="1"/>
          </p:cNvSpPr>
          <p:nvPr>
            <p:ph type="ftr" sz="quarter" idx="4"/>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l" eaLnBrk="1" hangingPunct="1">
              <a:lnSpc>
                <a:spcPct val="100000"/>
              </a:lnSpc>
              <a:defRPr sz="1200">
                <a:latin typeface="Arial" panose="020B0604020202020204" pitchFamily="34" charset="0"/>
                <a:ea typeface="宋体" panose="02010600030101010101" pitchFamily="2" charset="-122"/>
              </a:defRPr>
            </a:lvl1pPr>
          </a:lstStyle>
          <a:p>
            <a:pPr>
              <a:defRPr/>
            </a:pPr>
            <a:endParaRPr lang="en-US" altLang="zh-CN"/>
          </a:p>
        </p:txBody>
      </p:sp>
      <p:sp>
        <p:nvSpPr>
          <p:cNvPr id="35847" name="Rectangle 7"/>
          <p:cNvSpPr>
            <a:spLocks noGrp="1" noChangeArrowheads="1"/>
          </p:cNvSpPr>
          <p:nvPr>
            <p:ph type="sldNum" sz="quarter" idx="5"/>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eaLnBrk="1" hangingPunct="1">
              <a:lnSpc>
                <a:spcPct val="100000"/>
              </a:lnSpc>
              <a:defRPr sz="1200">
                <a:ea typeface="宋体" panose="02010600030101010101" pitchFamily="2" charset="-122"/>
              </a:defRPr>
            </a:lvl1pPr>
          </a:lstStyle>
          <a:p>
            <a:fld id="{26AC9295-AD7A-4408-BD5B-C1A9FF526276}" type="slidenum">
              <a:rPr lang="en-US" altLang="zh-CN"/>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61F5C26-33B9-4C93-BD21-A507E0647A82}" type="slidenum">
              <a:rPr lang="zh-CN" altLang="en-US" smtClean="0">
                <a:solidFill>
                  <a:prstClr val="black"/>
                </a:solidFill>
              </a:rPr>
            </a:fld>
            <a:endParaRPr lang="zh-CN" altLang="en-US">
              <a:solidFill>
                <a:prstClr val="black"/>
              </a:solidFil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7"/>
          <p:cNvSpPr>
            <a:spLocks noGrp="1" noChangeArrowheads="1"/>
          </p:cNvSpPr>
          <p:nvPr>
            <p:ph type="sldNum" sz="quarter" idx="5"/>
          </p:nvPr>
        </p:nvSpPr>
        <p:spPr>
          <a:noFill/>
        </p:spPr>
        <p:txBody>
          <a:bodyPr/>
          <a:lstStyle>
            <a:lvl1pPr>
              <a:defRPr sz="2000">
                <a:solidFill>
                  <a:schemeClr val="tx1"/>
                </a:solidFill>
                <a:latin typeface="Arial" panose="020B0604020202020204" pitchFamily="34" charset="0"/>
                <a:ea typeface="华文细黑" panose="02010600040101010101" pitchFamily="2" charset="-122"/>
              </a:defRPr>
            </a:lvl1pPr>
            <a:lvl2pPr marL="742950" indent="-285750">
              <a:defRPr sz="2000">
                <a:solidFill>
                  <a:schemeClr val="tx1"/>
                </a:solidFill>
                <a:latin typeface="Arial" panose="020B0604020202020204" pitchFamily="34" charset="0"/>
                <a:ea typeface="华文细黑" panose="02010600040101010101" pitchFamily="2" charset="-122"/>
              </a:defRPr>
            </a:lvl2pPr>
            <a:lvl3pPr marL="1143000" indent="-228600">
              <a:defRPr sz="2000">
                <a:solidFill>
                  <a:schemeClr val="tx1"/>
                </a:solidFill>
                <a:latin typeface="Arial" panose="020B0604020202020204" pitchFamily="34" charset="0"/>
                <a:ea typeface="华文细黑" panose="02010600040101010101" pitchFamily="2" charset="-122"/>
              </a:defRPr>
            </a:lvl3pPr>
            <a:lvl4pPr marL="1600200" indent="-228600">
              <a:defRPr sz="2000">
                <a:solidFill>
                  <a:schemeClr val="tx1"/>
                </a:solidFill>
                <a:latin typeface="Arial" panose="020B0604020202020204" pitchFamily="34" charset="0"/>
                <a:ea typeface="华文细黑" panose="02010600040101010101" pitchFamily="2" charset="-122"/>
              </a:defRPr>
            </a:lvl4pPr>
            <a:lvl5pPr marL="2057400" indent="-228600">
              <a:defRPr sz="2000">
                <a:solidFill>
                  <a:schemeClr val="tx1"/>
                </a:solidFill>
                <a:latin typeface="Arial" panose="020B0604020202020204" pitchFamily="34" charset="0"/>
                <a:ea typeface="华文细黑" panose="02010600040101010101" pitchFamily="2" charset="-122"/>
              </a:defRPr>
            </a:lvl5pPr>
            <a:lvl6pPr marL="2514600" indent="-228600" algn="r" eaLnBrk="0" fontAlgn="base" hangingPunct="0">
              <a:lnSpc>
                <a:spcPct val="75000"/>
              </a:lnSpc>
              <a:spcBef>
                <a:spcPct val="0"/>
              </a:spcBef>
              <a:spcAft>
                <a:spcPct val="0"/>
              </a:spcAft>
              <a:defRPr sz="2000">
                <a:solidFill>
                  <a:schemeClr val="tx1"/>
                </a:solidFill>
                <a:latin typeface="Arial" panose="020B0604020202020204" pitchFamily="34" charset="0"/>
                <a:ea typeface="华文细黑" panose="02010600040101010101" pitchFamily="2" charset="-122"/>
              </a:defRPr>
            </a:lvl6pPr>
            <a:lvl7pPr marL="2971800" indent="-228600" algn="r" eaLnBrk="0" fontAlgn="base" hangingPunct="0">
              <a:lnSpc>
                <a:spcPct val="75000"/>
              </a:lnSpc>
              <a:spcBef>
                <a:spcPct val="0"/>
              </a:spcBef>
              <a:spcAft>
                <a:spcPct val="0"/>
              </a:spcAft>
              <a:defRPr sz="2000">
                <a:solidFill>
                  <a:schemeClr val="tx1"/>
                </a:solidFill>
                <a:latin typeface="Arial" panose="020B0604020202020204" pitchFamily="34" charset="0"/>
                <a:ea typeface="华文细黑" panose="02010600040101010101" pitchFamily="2" charset="-122"/>
              </a:defRPr>
            </a:lvl7pPr>
            <a:lvl8pPr marL="3429000" indent="-228600" algn="r" eaLnBrk="0" fontAlgn="base" hangingPunct="0">
              <a:lnSpc>
                <a:spcPct val="75000"/>
              </a:lnSpc>
              <a:spcBef>
                <a:spcPct val="0"/>
              </a:spcBef>
              <a:spcAft>
                <a:spcPct val="0"/>
              </a:spcAft>
              <a:defRPr sz="2000">
                <a:solidFill>
                  <a:schemeClr val="tx1"/>
                </a:solidFill>
                <a:latin typeface="Arial" panose="020B0604020202020204" pitchFamily="34" charset="0"/>
                <a:ea typeface="华文细黑" panose="02010600040101010101" pitchFamily="2" charset="-122"/>
              </a:defRPr>
            </a:lvl8pPr>
            <a:lvl9pPr marL="3886200" indent="-228600" algn="r" eaLnBrk="0" fontAlgn="base" hangingPunct="0">
              <a:lnSpc>
                <a:spcPct val="75000"/>
              </a:lnSpc>
              <a:spcBef>
                <a:spcPct val="0"/>
              </a:spcBef>
              <a:spcAft>
                <a:spcPct val="0"/>
              </a:spcAft>
              <a:defRPr sz="2000">
                <a:solidFill>
                  <a:schemeClr val="tx1"/>
                </a:solidFill>
                <a:latin typeface="Arial" panose="020B0604020202020204" pitchFamily="34" charset="0"/>
                <a:ea typeface="华文细黑" panose="02010600040101010101" pitchFamily="2" charset="-122"/>
              </a:defRPr>
            </a:lvl9pPr>
          </a:lstStyle>
          <a:p>
            <a:fld id="{4703AA3E-0EB1-4953-884D-18A811910B74}" type="slidenum">
              <a:rPr lang="en-US" altLang="zh-CN" sz="1200">
                <a:ea typeface="宋体" panose="02010600030101010101" pitchFamily="2" charset="-122"/>
              </a:rPr>
            </a:fld>
            <a:endParaRPr lang="en-US" altLang="zh-CN" sz="1200">
              <a:ea typeface="宋体" panose="02010600030101010101" pitchFamily="2" charset="-122"/>
            </a:endParaRPr>
          </a:p>
        </p:txBody>
      </p:sp>
      <p:sp>
        <p:nvSpPr>
          <p:cNvPr id="108547" name="Rectangle 2"/>
          <p:cNvSpPr>
            <a:spLocks noGrp="1" noRot="1" noChangeAspect="1" noChangeArrowheads="1" noTextEdit="1"/>
          </p:cNvSpPr>
          <p:nvPr>
            <p:ph type="sldImg"/>
          </p:nvPr>
        </p:nvSpPr>
        <p:spPr>
          <a:xfrm>
            <a:off x="381000" y="685800"/>
            <a:ext cx="6096000" cy="3429000"/>
          </a:xfrm>
        </p:spPr>
      </p:sp>
      <p:sp>
        <p:nvSpPr>
          <p:cNvPr id="108548" name="Rectangle 3"/>
          <p:cNvSpPr>
            <a:spLocks noGrp="1" noChangeArrowheads="1"/>
          </p:cNvSpPr>
          <p:nvPr>
            <p:ph type="body" idx="1"/>
          </p:nvPr>
        </p:nvSpPr>
        <p:spPr>
          <a:noFill/>
        </p:spPr>
        <p:txBody>
          <a:bodyPr/>
          <a:lstStyle/>
          <a:p>
            <a:pPr eaLnBrk="1" hangingPunct="1"/>
            <a:r>
              <a:rPr lang="zh-CN" altLang="en-US" smtClean="0">
                <a:latin typeface="Arial" panose="020B0604020202020204" pitchFamily="34" charset="0"/>
              </a:rPr>
              <a:t>这种方法的缺点是自然语言的不精确性，不同的名词短语可能代表同一个概念类或属性，其中可能会有歧义。所以，推荐上述两种方法一起使用。</a:t>
            </a:r>
            <a:endParaRPr lang="zh-CN" altLang="en-US" smtClean="0">
              <a:latin typeface="Arial" panose="020B0604020202020204" pitchFamily="34" charset="0"/>
            </a:endParaRPr>
          </a:p>
          <a:p>
            <a:pPr eaLnBrk="1" hangingPunct="1"/>
            <a:endParaRPr lang="en-US" altLang="zh-CN" smtClean="0">
              <a:latin typeface="Arial" panose="020B0604020202020204" pitchFamily="34"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7"/>
          <p:cNvSpPr>
            <a:spLocks noGrp="1" noChangeArrowheads="1"/>
          </p:cNvSpPr>
          <p:nvPr>
            <p:ph type="sldNum" sz="quarter" idx="5"/>
          </p:nvPr>
        </p:nvSpPr>
        <p:spPr>
          <a:noFill/>
        </p:spPr>
        <p:txBody>
          <a:bodyPr/>
          <a:lstStyle>
            <a:lvl1pPr>
              <a:defRPr sz="2000">
                <a:solidFill>
                  <a:schemeClr val="tx1"/>
                </a:solidFill>
                <a:latin typeface="Arial" panose="020B0604020202020204" pitchFamily="34" charset="0"/>
                <a:ea typeface="华文细黑" panose="02010600040101010101" pitchFamily="2" charset="-122"/>
              </a:defRPr>
            </a:lvl1pPr>
            <a:lvl2pPr marL="742950" indent="-285750">
              <a:defRPr sz="2000">
                <a:solidFill>
                  <a:schemeClr val="tx1"/>
                </a:solidFill>
                <a:latin typeface="Arial" panose="020B0604020202020204" pitchFamily="34" charset="0"/>
                <a:ea typeface="华文细黑" panose="02010600040101010101" pitchFamily="2" charset="-122"/>
              </a:defRPr>
            </a:lvl2pPr>
            <a:lvl3pPr marL="1143000" indent="-228600">
              <a:defRPr sz="2000">
                <a:solidFill>
                  <a:schemeClr val="tx1"/>
                </a:solidFill>
                <a:latin typeface="Arial" panose="020B0604020202020204" pitchFamily="34" charset="0"/>
                <a:ea typeface="华文细黑" panose="02010600040101010101" pitchFamily="2" charset="-122"/>
              </a:defRPr>
            </a:lvl3pPr>
            <a:lvl4pPr marL="1600200" indent="-228600">
              <a:defRPr sz="2000">
                <a:solidFill>
                  <a:schemeClr val="tx1"/>
                </a:solidFill>
                <a:latin typeface="Arial" panose="020B0604020202020204" pitchFamily="34" charset="0"/>
                <a:ea typeface="华文细黑" panose="02010600040101010101" pitchFamily="2" charset="-122"/>
              </a:defRPr>
            </a:lvl4pPr>
            <a:lvl5pPr marL="2057400" indent="-228600">
              <a:defRPr sz="2000">
                <a:solidFill>
                  <a:schemeClr val="tx1"/>
                </a:solidFill>
                <a:latin typeface="Arial" panose="020B0604020202020204" pitchFamily="34" charset="0"/>
                <a:ea typeface="华文细黑" panose="02010600040101010101" pitchFamily="2" charset="-122"/>
              </a:defRPr>
            </a:lvl5pPr>
            <a:lvl6pPr marL="2514600" indent="-228600" algn="r" eaLnBrk="0" fontAlgn="base" hangingPunct="0">
              <a:lnSpc>
                <a:spcPct val="75000"/>
              </a:lnSpc>
              <a:spcBef>
                <a:spcPct val="0"/>
              </a:spcBef>
              <a:spcAft>
                <a:spcPct val="0"/>
              </a:spcAft>
              <a:defRPr sz="2000">
                <a:solidFill>
                  <a:schemeClr val="tx1"/>
                </a:solidFill>
                <a:latin typeface="Arial" panose="020B0604020202020204" pitchFamily="34" charset="0"/>
                <a:ea typeface="华文细黑" panose="02010600040101010101" pitchFamily="2" charset="-122"/>
              </a:defRPr>
            </a:lvl6pPr>
            <a:lvl7pPr marL="2971800" indent="-228600" algn="r" eaLnBrk="0" fontAlgn="base" hangingPunct="0">
              <a:lnSpc>
                <a:spcPct val="75000"/>
              </a:lnSpc>
              <a:spcBef>
                <a:spcPct val="0"/>
              </a:spcBef>
              <a:spcAft>
                <a:spcPct val="0"/>
              </a:spcAft>
              <a:defRPr sz="2000">
                <a:solidFill>
                  <a:schemeClr val="tx1"/>
                </a:solidFill>
                <a:latin typeface="Arial" panose="020B0604020202020204" pitchFamily="34" charset="0"/>
                <a:ea typeface="华文细黑" panose="02010600040101010101" pitchFamily="2" charset="-122"/>
              </a:defRPr>
            </a:lvl7pPr>
            <a:lvl8pPr marL="3429000" indent="-228600" algn="r" eaLnBrk="0" fontAlgn="base" hangingPunct="0">
              <a:lnSpc>
                <a:spcPct val="75000"/>
              </a:lnSpc>
              <a:spcBef>
                <a:spcPct val="0"/>
              </a:spcBef>
              <a:spcAft>
                <a:spcPct val="0"/>
              </a:spcAft>
              <a:defRPr sz="2000">
                <a:solidFill>
                  <a:schemeClr val="tx1"/>
                </a:solidFill>
                <a:latin typeface="Arial" panose="020B0604020202020204" pitchFamily="34" charset="0"/>
                <a:ea typeface="华文细黑" panose="02010600040101010101" pitchFamily="2" charset="-122"/>
              </a:defRPr>
            </a:lvl8pPr>
            <a:lvl9pPr marL="3886200" indent="-228600" algn="r" eaLnBrk="0" fontAlgn="base" hangingPunct="0">
              <a:lnSpc>
                <a:spcPct val="75000"/>
              </a:lnSpc>
              <a:spcBef>
                <a:spcPct val="0"/>
              </a:spcBef>
              <a:spcAft>
                <a:spcPct val="0"/>
              </a:spcAft>
              <a:defRPr sz="2000">
                <a:solidFill>
                  <a:schemeClr val="tx1"/>
                </a:solidFill>
                <a:latin typeface="Arial" panose="020B0604020202020204" pitchFamily="34" charset="0"/>
                <a:ea typeface="华文细黑" panose="02010600040101010101" pitchFamily="2" charset="-122"/>
              </a:defRPr>
            </a:lvl9pPr>
          </a:lstStyle>
          <a:p>
            <a:fld id="{EA46E71C-6AC3-4342-83D0-D517A1EF59B6}" type="slidenum">
              <a:rPr lang="en-US" altLang="zh-CN" sz="1200">
                <a:ea typeface="宋体" panose="02010600030101010101" pitchFamily="2" charset="-122"/>
              </a:rPr>
            </a:fld>
            <a:endParaRPr lang="en-US" altLang="zh-CN" sz="1200">
              <a:ea typeface="宋体" panose="02010600030101010101" pitchFamily="2" charset="-122"/>
            </a:endParaRPr>
          </a:p>
        </p:txBody>
      </p:sp>
      <p:sp>
        <p:nvSpPr>
          <p:cNvPr id="109571" name="Rectangle 2"/>
          <p:cNvSpPr>
            <a:spLocks noGrp="1" noRot="1" noChangeAspect="1" noChangeArrowheads="1" noTextEdit="1"/>
          </p:cNvSpPr>
          <p:nvPr>
            <p:ph type="sldImg"/>
          </p:nvPr>
        </p:nvSpPr>
        <p:spPr>
          <a:xfrm>
            <a:off x="381000" y="685800"/>
            <a:ext cx="6096000" cy="3429000"/>
          </a:xfrm>
        </p:spPr>
      </p:sp>
      <p:sp>
        <p:nvSpPr>
          <p:cNvPr id="109572" name="Rectangle 3"/>
          <p:cNvSpPr>
            <a:spLocks noGrp="1" noChangeArrowheads="1"/>
          </p:cNvSpPr>
          <p:nvPr>
            <p:ph type="body" idx="1"/>
          </p:nvPr>
        </p:nvSpPr>
        <p:spPr>
          <a:noFill/>
        </p:spPr>
        <p:txBody>
          <a:bodyPr/>
          <a:lstStyle/>
          <a:p>
            <a:pPr eaLnBrk="1" hangingPunct="1"/>
            <a:r>
              <a:rPr lang="zh-CN" altLang="en-US" smtClean="0">
                <a:latin typeface="Arial" panose="020B0604020202020204" pitchFamily="34" charset="0"/>
              </a:rPr>
              <a:t>这种方法的缺点是自然语言的不精确性，不同的名词短语可能代表同一个概念类或属性，其中可能会有歧义。所以，推荐上述两种方法一起使用。</a:t>
            </a:r>
            <a:endParaRPr lang="zh-CN" altLang="en-US" smtClean="0">
              <a:latin typeface="Arial" panose="020B0604020202020204" pitchFamily="34" charset="0"/>
            </a:endParaRPr>
          </a:p>
          <a:p>
            <a:pPr eaLnBrk="1" hangingPunct="1"/>
            <a:endParaRPr lang="en-US" altLang="zh-CN" smtClean="0">
              <a:latin typeface="Arial" panose="020B0604020202020204" pitchFamily="34"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Rectangle 7"/>
          <p:cNvSpPr>
            <a:spLocks noGrp="1" noChangeArrowheads="1"/>
          </p:cNvSpPr>
          <p:nvPr>
            <p:ph type="sldNum" sz="quarter" idx="5"/>
          </p:nvPr>
        </p:nvSpPr>
        <p:spPr>
          <a:noFill/>
        </p:spPr>
        <p:txBody>
          <a:bodyPr/>
          <a:lstStyle>
            <a:lvl1pPr>
              <a:defRPr sz="2000">
                <a:solidFill>
                  <a:schemeClr val="tx1"/>
                </a:solidFill>
                <a:latin typeface="Arial" panose="020B0604020202020204" pitchFamily="34" charset="0"/>
                <a:ea typeface="华文细黑" panose="02010600040101010101" pitchFamily="2" charset="-122"/>
              </a:defRPr>
            </a:lvl1pPr>
            <a:lvl2pPr marL="742950" indent="-285750">
              <a:defRPr sz="2000">
                <a:solidFill>
                  <a:schemeClr val="tx1"/>
                </a:solidFill>
                <a:latin typeface="Arial" panose="020B0604020202020204" pitchFamily="34" charset="0"/>
                <a:ea typeface="华文细黑" panose="02010600040101010101" pitchFamily="2" charset="-122"/>
              </a:defRPr>
            </a:lvl2pPr>
            <a:lvl3pPr marL="1143000" indent="-228600">
              <a:defRPr sz="2000">
                <a:solidFill>
                  <a:schemeClr val="tx1"/>
                </a:solidFill>
                <a:latin typeface="Arial" panose="020B0604020202020204" pitchFamily="34" charset="0"/>
                <a:ea typeface="华文细黑" panose="02010600040101010101" pitchFamily="2" charset="-122"/>
              </a:defRPr>
            </a:lvl3pPr>
            <a:lvl4pPr marL="1600200" indent="-228600">
              <a:defRPr sz="2000">
                <a:solidFill>
                  <a:schemeClr val="tx1"/>
                </a:solidFill>
                <a:latin typeface="Arial" panose="020B0604020202020204" pitchFamily="34" charset="0"/>
                <a:ea typeface="华文细黑" panose="02010600040101010101" pitchFamily="2" charset="-122"/>
              </a:defRPr>
            </a:lvl4pPr>
            <a:lvl5pPr marL="2057400" indent="-228600">
              <a:defRPr sz="2000">
                <a:solidFill>
                  <a:schemeClr val="tx1"/>
                </a:solidFill>
                <a:latin typeface="Arial" panose="020B0604020202020204" pitchFamily="34" charset="0"/>
                <a:ea typeface="华文细黑" panose="02010600040101010101" pitchFamily="2" charset="-122"/>
              </a:defRPr>
            </a:lvl5pPr>
            <a:lvl6pPr marL="2514600" indent="-228600" algn="r" eaLnBrk="0" fontAlgn="base" hangingPunct="0">
              <a:lnSpc>
                <a:spcPct val="75000"/>
              </a:lnSpc>
              <a:spcBef>
                <a:spcPct val="0"/>
              </a:spcBef>
              <a:spcAft>
                <a:spcPct val="0"/>
              </a:spcAft>
              <a:defRPr sz="2000">
                <a:solidFill>
                  <a:schemeClr val="tx1"/>
                </a:solidFill>
                <a:latin typeface="Arial" panose="020B0604020202020204" pitchFamily="34" charset="0"/>
                <a:ea typeface="华文细黑" panose="02010600040101010101" pitchFamily="2" charset="-122"/>
              </a:defRPr>
            </a:lvl6pPr>
            <a:lvl7pPr marL="2971800" indent="-228600" algn="r" eaLnBrk="0" fontAlgn="base" hangingPunct="0">
              <a:lnSpc>
                <a:spcPct val="75000"/>
              </a:lnSpc>
              <a:spcBef>
                <a:spcPct val="0"/>
              </a:spcBef>
              <a:spcAft>
                <a:spcPct val="0"/>
              </a:spcAft>
              <a:defRPr sz="2000">
                <a:solidFill>
                  <a:schemeClr val="tx1"/>
                </a:solidFill>
                <a:latin typeface="Arial" panose="020B0604020202020204" pitchFamily="34" charset="0"/>
                <a:ea typeface="华文细黑" panose="02010600040101010101" pitchFamily="2" charset="-122"/>
              </a:defRPr>
            </a:lvl7pPr>
            <a:lvl8pPr marL="3429000" indent="-228600" algn="r" eaLnBrk="0" fontAlgn="base" hangingPunct="0">
              <a:lnSpc>
                <a:spcPct val="75000"/>
              </a:lnSpc>
              <a:spcBef>
                <a:spcPct val="0"/>
              </a:spcBef>
              <a:spcAft>
                <a:spcPct val="0"/>
              </a:spcAft>
              <a:defRPr sz="2000">
                <a:solidFill>
                  <a:schemeClr val="tx1"/>
                </a:solidFill>
                <a:latin typeface="Arial" panose="020B0604020202020204" pitchFamily="34" charset="0"/>
                <a:ea typeface="华文细黑" panose="02010600040101010101" pitchFamily="2" charset="-122"/>
              </a:defRPr>
            </a:lvl8pPr>
            <a:lvl9pPr marL="3886200" indent="-228600" algn="r" eaLnBrk="0" fontAlgn="base" hangingPunct="0">
              <a:lnSpc>
                <a:spcPct val="75000"/>
              </a:lnSpc>
              <a:spcBef>
                <a:spcPct val="0"/>
              </a:spcBef>
              <a:spcAft>
                <a:spcPct val="0"/>
              </a:spcAft>
              <a:defRPr sz="2000">
                <a:solidFill>
                  <a:schemeClr val="tx1"/>
                </a:solidFill>
                <a:latin typeface="Arial" panose="020B0604020202020204" pitchFamily="34" charset="0"/>
                <a:ea typeface="华文细黑" panose="02010600040101010101" pitchFamily="2" charset="-122"/>
              </a:defRPr>
            </a:lvl9pPr>
          </a:lstStyle>
          <a:p>
            <a:fld id="{C4E4F5D3-70FE-4A1F-8D26-90F097CCB5FC}" type="slidenum">
              <a:rPr lang="en-US" altLang="zh-CN" sz="1200">
                <a:ea typeface="宋体" panose="02010600030101010101" pitchFamily="2" charset="-122"/>
              </a:rPr>
            </a:fld>
            <a:endParaRPr lang="en-US" altLang="zh-CN" sz="1200">
              <a:ea typeface="宋体" panose="02010600030101010101" pitchFamily="2" charset="-122"/>
            </a:endParaRPr>
          </a:p>
        </p:txBody>
      </p:sp>
      <p:sp>
        <p:nvSpPr>
          <p:cNvPr id="110595" name="Rectangle 2"/>
          <p:cNvSpPr>
            <a:spLocks noGrp="1" noRot="1" noChangeAspect="1" noChangeArrowheads="1" noTextEdit="1"/>
          </p:cNvSpPr>
          <p:nvPr>
            <p:ph type="sldImg"/>
          </p:nvPr>
        </p:nvSpPr>
        <p:spPr>
          <a:xfrm>
            <a:off x="381000" y="685800"/>
            <a:ext cx="6096000" cy="3429000"/>
          </a:xfrm>
        </p:spPr>
      </p:sp>
      <p:sp>
        <p:nvSpPr>
          <p:cNvPr id="110596" name="Rectangle 3"/>
          <p:cNvSpPr>
            <a:spLocks noGrp="1" noChangeArrowheads="1"/>
          </p:cNvSpPr>
          <p:nvPr>
            <p:ph type="body" idx="1"/>
          </p:nvPr>
        </p:nvSpPr>
        <p:spPr>
          <a:noFill/>
        </p:spPr>
        <p:txBody>
          <a:bodyPr/>
          <a:lstStyle/>
          <a:p>
            <a:pPr eaLnBrk="1" hangingPunct="1"/>
            <a:r>
              <a:rPr lang="zh-CN" altLang="en-US" smtClean="0">
                <a:latin typeface="Arial" panose="020B0604020202020204" pitchFamily="34" charset="0"/>
              </a:rPr>
              <a:t>根据“需要知道型”原则获取最小集合的关联，然后利用“只需理解型”关联增强对领域中关键概念的理解。</a:t>
            </a:r>
            <a:endParaRPr lang="zh-CN" altLang="en-US" smtClean="0">
              <a:latin typeface="Arial" panose="020B0604020202020204" pitchFamily="34"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Arial" panose="020B0604020202020204" pitchFamily="34" charset="0"/>
                <a:ea typeface="华文细黑" panose="02010600040101010101" pitchFamily="2" charset="-122"/>
              </a:defRPr>
            </a:lvl1pPr>
            <a:lvl2pPr marL="742950" indent="-285750">
              <a:defRPr sz="2000">
                <a:solidFill>
                  <a:schemeClr val="tx1"/>
                </a:solidFill>
                <a:latin typeface="Arial" panose="020B0604020202020204" pitchFamily="34" charset="0"/>
                <a:ea typeface="华文细黑" panose="02010600040101010101" pitchFamily="2" charset="-122"/>
              </a:defRPr>
            </a:lvl2pPr>
            <a:lvl3pPr marL="1143000" indent="-228600">
              <a:defRPr sz="2000">
                <a:solidFill>
                  <a:schemeClr val="tx1"/>
                </a:solidFill>
                <a:latin typeface="Arial" panose="020B0604020202020204" pitchFamily="34" charset="0"/>
                <a:ea typeface="华文细黑" panose="02010600040101010101" pitchFamily="2" charset="-122"/>
              </a:defRPr>
            </a:lvl3pPr>
            <a:lvl4pPr marL="1600200" indent="-228600">
              <a:defRPr sz="2000">
                <a:solidFill>
                  <a:schemeClr val="tx1"/>
                </a:solidFill>
                <a:latin typeface="Arial" panose="020B0604020202020204" pitchFamily="34" charset="0"/>
                <a:ea typeface="华文细黑" panose="02010600040101010101" pitchFamily="2" charset="-122"/>
              </a:defRPr>
            </a:lvl4pPr>
            <a:lvl5pPr marL="2057400" indent="-228600">
              <a:defRPr sz="2000">
                <a:solidFill>
                  <a:schemeClr val="tx1"/>
                </a:solidFill>
                <a:latin typeface="Arial" panose="020B0604020202020204" pitchFamily="34" charset="0"/>
                <a:ea typeface="华文细黑" panose="02010600040101010101" pitchFamily="2" charset="-122"/>
              </a:defRPr>
            </a:lvl5pPr>
            <a:lvl6pPr marL="2514600" indent="-228600" algn="r" eaLnBrk="0" fontAlgn="base" hangingPunct="0">
              <a:lnSpc>
                <a:spcPct val="75000"/>
              </a:lnSpc>
              <a:spcBef>
                <a:spcPct val="0"/>
              </a:spcBef>
              <a:spcAft>
                <a:spcPct val="0"/>
              </a:spcAft>
              <a:defRPr sz="2000">
                <a:solidFill>
                  <a:schemeClr val="tx1"/>
                </a:solidFill>
                <a:latin typeface="Arial" panose="020B0604020202020204" pitchFamily="34" charset="0"/>
                <a:ea typeface="华文细黑" panose="02010600040101010101" pitchFamily="2" charset="-122"/>
              </a:defRPr>
            </a:lvl6pPr>
            <a:lvl7pPr marL="2971800" indent="-228600" algn="r" eaLnBrk="0" fontAlgn="base" hangingPunct="0">
              <a:lnSpc>
                <a:spcPct val="75000"/>
              </a:lnSpc>
              <a:spcBef>
                <a:spcPct val="0"/>
              </a:spcBef>
              <a:spcAft>
                <a:spcPct val="0"/>
              </a:spcAft>
              <a:defRPr sz="2000">
                <a:solidFill>
                  <a:schemeClr val="tx1"/>
                </a:solidFill>
                <a:latin typeface="Arial" panose="020B0604020202020204" pitchFamily="34" charset="0"/>
                <a:ea typeface="华文细黑" panose="02010600040101010101" pitchFamily="2" charset="-122"/>
              </a:defRPr>
            </a:lvl7pPr>
            <a:lvl8pPr marL="3429000" indent="-228600" algn="r" eaLnBrk="0" fontAlgn="base" hangingPunct="0">
              <a:lnSpc>
                <a:spcPct val="75000"/>
              </a:lnSpc>
              <a:spcBef>
                <a:spcPct val="0"/>
              </a:spcBef>
              <a:spcAft>
                <a:spcPct val="0"/>
              </a:spcAft>
              <a:defRPr sz="2000">
                <a:solidFill>
                  <a:schemeClr val="tx1"/>
                </a:solidFill>
                <a:latin typeface="Arial" panose="020B0604020202020204" pitchFamily="34" charset="0"/>
                <a:ea typeface="华文细黑" panose="02010600040101010101" pitchFamily="2" charset="-122"/>
              </a:defRPr>
            </a:lvl8pPr>
            <a:lvl9pPr marL="3886200" indent="-228600" algn="r" eaLnBrk="0" fontAlgn="base" hangingPunct="0">
              <a:lnSpc>
                <a:spcPct val="75000"/>
              </a:lnSpc>
              <a:spcBef>
                <a:spcPct val="0"/>
              </a:spcBef>
              <a:spcAft>
                <a:spcPct val="0"/>
              </a:spcAft>
              <a:defRPr sz="2000">
                <a:solidFill>
                  <a:schemeClr val="tx1"/>
                </a:solidFill>
                <a:latin typeface="Arial" panose="020B0604020202020204" pitchFamily="34" charset="0"/>
                <a:ea typeface="华文细黑" panose="02010600040101010101" pitchFamily="2" charset="-122"/>
              </a:defRPr>
            </a:lvl9pPr>
          </a:lstStyle>
          <a:p>
            <a:fld id="{871BC9BF-E676-4B2C-9E45-2861618E56B9}" type="slidenum">
              <a:rPr lang="en-US" altLang="zh-CN" sz="1200">
                <a:ea typeface="宋体" panose="02010600030101010101" pitchFamily="2" charset="-122"/>
              </a:rPr>
            </a:fld>
            <a:endParaRPr lang="en-US" altLang="zh-CN" sz="1200">
              <a:ea typeface="宋体" panose="02010600030101010101" pitchFamily="2" charset="-122"/>
            </a:endParaRPr>
          </a:p>
        </p:txBody>
      </p:sp>
      <p:sp>
        <p:nvSpPr>
          <p:cNvPr id="107523" name="Rectangle 2"/>
          <p:cNvSpPr>
            <a:spLocks noGrp="1" noRot="1" noChangeAspect="1" noChangeArrowheads="1" noTextEdit="1"/>
          </p:cNvSpPr>
          <p:nvPr>
            <p:ph type="sldImg"/>
          </p:nvPr>
        </p:nvSpPr>
        <p:spPr>
          <a:xfrm>
            <a:off x="381000" y="685800"/>
            <a:ext cx="6096000" cy="3429000"/>
          </a:xfrm>
        </p:spPr>
      </p:sp>
      <p:sp>
        <p:nvSpPr>
          <p:cNvPr id="107524"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smtClean="0">
                <a:latin typeface="Arial" panose="020B0604020202020204" pitchFamily="34" charset="0"/>
              </a:rPr>
              <a:t>属性名和类型名必须要有，其它部分可根据需要可有可无。 </a:t>
            </a:r>
            <a:endParaRPr lang="zh-CN" altLang="en-US" smtClean="0">
              <a:latin typeface="Arial" panose="020B0604020202020204" pitchFamily="34"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26AC9295-AD7A-4408-BD5B-C1A9FF526276}" type="slidenum">
              <a:rPr lang="en-US" altLang="zh-CN" smtClean="0"/>
            </a:fld>
            <a:endParaRPr lang="en-US" altLang="zh-C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标题幻灯片">
    <p:spTree>
      <p:nvGrpSpPr>
        <p:cNvPr id="1" name=""/>
        <p:cNvGrpSpPr/>
        <p:nvPr/>
      </p:nvGrpSpPr>
      <p:grpSpPr>
        <a:xfrm>
          <a:off x="0" y="0"/>
          <a:ext cx="0" cy="0"/>
          <a:chOff x="0" y="0"/>
          <a:chExt cx="0" cy="0"/>
        </a:xfrm>
      </p:grpSpPr>
      <p:sp>
        <p:nvSpPr>
          <p:cNvPr id="3" name="副标题 2"/>
          <p:cNvSpPr>
            <a:spLocks noGrp="1"/>
          </p:cNvSpPr>
          <p:nvPr>
            <p:ph type="subTitle" idx="1"/>
          </p:nvPr>
        </p:nvSpPr>
        <p:spPr>
          <a:xfrm>
            <a:off x="1524000" y="3602038"/>
            <a:ext cx="9144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smtClean="0"/>
              <a:t>单击此处编辑母版副标题样式</a:t>
            </a:r>
            <a:endParaRPr lang="zh-CN" altLang="en-US"/>
          </a:p>
        </p:txBody>
      </p:sp>
      <p:sp>
        <p:nvSpPr>
          <p:cNvPr id="7" name="日期占位符 6"/>
          <p:cNvSpPr>
            <a:spLocks noGrp="1"/>
          </p:cNvSpPr>
          <p:nvPr>
            <p:ph type="dt" sz="half" idx="10"/>
          </p:nvPr>
        </p:nvSpPr>
        <p:spPr/>
        <p:txBody>
          <a:bodyPr/>
          <a:lstStyle>
            <a:lvl1pPr>
              <a:defRPr>
                <a:solidFill>
                  <a:schemeClr val="bg1"/>
                </a:solidFill>
              </a:defRPr>
            </a:lvl1pPr>
          </a:lstStyle>
          <a:p>
            <a:fld id="{7D0DD016-A2FD-4897-84DB-14D1F2195E11}" type="datetime1">
              <a:rPr lang="zh-CN" altLang="en-US" smtClean="0"/>
            </a:fld>
            <a:endParaRPr lang="zh-CN" altLang="en-US" dirty="0"/>
          </a:p>
        </p:txBody>
      </p:sp>
      <p:sp>
        <p:nvSpPr>
          <p:cNvPr id="8" name="页脚占位符 7"/>
          <p:cNvSpPr>
            <a:spLocks noGrp="1"/>
          </p:cNvSpPr>
          <p:nvPr>
            <p:ph type="ftr" sz="quarter" idx="11"/>
          </p:nvPr>
        </p:nvSpPr>
        <p:spPr>
          <a:gradFill>
            <a:gsLst>
              <a:gs pos="0">
                <a:schemeClr val="dk1">
                  <a:satMod val="103000"/>
                  <a:lumMod val="102000"/>
                  <a:tint val="94000"/>
                </a:schemeClr>
              </a:gs>
              <a:gs pos="50000">
                <a:schemeClr val="dk1">
                  <a:satMod val="110000"/>
                  <a:lumMod val="100000"/>
                  <a:shade val="100000"/>
                </a:schemeClr>
              </a:gs>
              <a:gs pos="100000">
                <a:schemeClr val="dk1">
                  <a:lumMod val="99000"/>
                  <a:satMod val="120000"/>
                  <a:shade val="78000"/>
                </a:schemeClr>
              </a:gs>
            </a:gsLst>
            <a:lin ang="5400000" scaled="0"/>
          </a:gradFill>
        </p:spPr>
        <p:txBody>
          <a:bodyPr/>
          <a:lstStyle>
            <a:lvl1pPr>
              <a:defRPr sz="1200">
                <a:solidFill>
                  <a:schemeClr val="bg1"/>
                </a:solidFill>
              </a:defRPr>
            </a:lvl1pPr>
          </a:lstStyle>
          <a:p>
            <a:pPr>
              <a:defRPr/>
            </a:pPr>
            <a:r>
              <a:rPr lang="en-GB" altLang="en-US" smtClean="0"/>
              <a:t>© 2014-2018  BUPT TSEG</a:t>
            </a:r>
            <a:endParaRPr lang="en-US" altLang="zh-CN"/>
          </a:p>
        </p:txBody>
      </p:sp>
      <p:sp>
        <p:nvSpPr>
          <p:cNvPr id="9" name="灯片编号占位符 8"/>
          <p:cNvSpPr>
            <a:spLocks noGrp="1"/>
          </p:cNvSpPr>
          <p:nvPr>
            <p:ph type="sldNum" sz="quarter" idx="12"/>
          </p:nvPr>
        </p:nvSpPr>
        <p:spPr>
          <a:gradFill>
            <a:gsLst>
              <a:gs pos="0">
                <a:schemeClr val="dk1">
                  <a:satMod val="103000"/>
                  <a:lumMod val="102000"/>
                  <a:tint val="94000"/>
                </a:schemeClr>
              </a:gs>
              <a:gs pos="50000">
                <a:schemeClr val="dk1">
                  <a:satMod val="110000"/>
                  <a:lumMod val="100000"/>
                  <a:shade val="100000"/>
                </a:schemeClr>
              </a:gs>
              <a:gs pos="100000">
                <a:schemeClr val="dk1">
                  <a:lumMod val="99000"/>
                  <a:satMod val="120000"/>
                  <a:shade val="78000"/>
                </a:schemeClr>
              </a:gs>
            </a:gsLst>
            <a:lin ang="5400000" scaled="0"/>
          </a:gradFill>
        </p:spPr>
        <p:txBody>
          <a:bodyPr/>
          <a:lstStyle>
            <a:lvl1pPr>
              <a:defRPr>
                <a:solidFill>
                  <a:schemeClr val="bg1"/>
                </a:solidFill>
              </a:defRPr>
            </a:lvl1pPr>
          </a:lstStyle>
          <a:p>
            <a:fld id="{65C61107-C9B8-45B5-BD23-C8A00455B7E2}" type="slidenum">
              <a:rPr lang="zh-CN" altLang="en-US" smtClean="0"/>
            </a:fld>
            <a:endParaRPr lang="zh-CN" altLang="en-US" dirty="0"/>
          </a:p>
        </p:txBody>
      </p:sp>
      <p:sp>
        <p:nvSpPr>
          <p:cNvPr id="11" name="标题 10"/>
          <p:cNvSpPr>
            <a:spLocks noGrp="1"/>
          </p:cNvSpPr>
          <p:nvPr>
            <p:ph type="title"/>
          </p:nvPr>
        </p:nvSpPr>
        <p:spPr/>
        <p:txBody>
          <a:bodyPr/>
          <a:lstStyle/>
          <a:p>
            <a:r>
              <a:rPr lang="zh-CN" altLang="en-US" smtClean="0"/>
              <a:t>单击此处编辑母版标题样式</a:t>
            </a:r>
            <a:endParaRPr lang="zh-CN" altLang="en-US"/>
          </a:p>
        </p:txBody>
      </p:sp>
    </p:spTree>
  </p:cSld>
  <p:clrMapOvr>
    <a:masterClrMapping/>
  </p:clrMapOvr>
  <p:transition>
    <p:push/>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1583501" y="142153"/>
            <a:ext cx="10334625" cy="645258"/>
          </a:xfrm>
        </p:spPr>
        <p:txBody>
          <a:bodyPr>
            <a:normAutofit/>
          </a:bodyPr>
          <a:lstStyle>
            <a:lvl1pPr algn="r">
              <a:defRPr sz="3200" b="1" baseline="0">
                <a:solidFill>
                  <a:schemeClr val="bg1"/>
                </a:solidFill>
                <a:latin typeface="微软雅黑" panose="020B0503020204020204" pitchFamily="34" charset="-122"/>
                <a:ea typeface="微软雅黑" panose="020B0503020204020204" pitchFamily="34" charset="-122"/>
              </a:defRPr>
            </a:lvl1pPr>
          </a:lstStyle>
          <a:p>
            <a:r>
              <a:rPr lang="zh-CN" altLang="en-US" dirty="0" smtClean="0"/>
              <a:t>单击此处编辑母版标题样式</a:t>
            </a:r>
            <a:endParaRPr lang="zh-CN" altLang="en-US" dirty="0"/>
          </a:p>
        </p:txBody>
      </p:sp>
      <p:sp>
        <p:nvSpPr>
          <p:cNvPr id="3" name="内容占位符 2"/>
          <p:cNvSpPr>
            <a:spLocks noGrp="1"/>
          </p:cNvSpPr>
          <p:nvPr>
            <p:ph idx="1"/>
          </p:nvPr>
        </p:nvSpPr>
        <p:spPr>
          <a:xfrm>
            <a:off x="468000" y="1188000"/>
            <a:ext cx="11160000" cy="4980840"/>
          </a:xfrm>
        </p:spPr>
        <p:txBody>
          <a:bodyPr/>
          <a:lstStyle>
            <a:lvl1pPr marL="230505" indent="-230505">
              <a:lnSpc>
                <a:spcPct val="100000"/>
              </a:lnSpc>
              <a:spcBef>
                <a:spcPts val="1000"/>
              </a:spcBef>
              <a:spcAft>
                <a:spcPts val="600"/>
              </a:spcAft>
              <a:defRPr baseline="0">
                <a:solidFill>
                  <a:schemeClr val="bg1"/>
                </a:solidFill>
                <a:latin typeface="微软雅黑" panose="020B0503020204020204" pitchFamily="34" charset="-122"/>
                <a:ea typeface="微软雅黑" panose="020B0503020204020204" pitchFamily="34" charset="-122"/>
              </a:defRPr>
            </a:lvl1pPr>
            <a:lvl2pPr marL="687705" indent="-230505">
              <a:lnSpc>
                <a:spcPct val="100000"/>
              </a:lnSpc>
              <a:spcBef>
                <a:spcPts val="500"/>
              </a:spcBef>
              <a:spcAft>
                <a:spcPts val="600"/>
              </a:spcAft>
              <a:defRPr baseline="0">
                <a:solidFill>
                  <a:schemeClr val="bg1"/>
                </a:solidFill>
                <a:latin typeface="微软雅黑" panose="020B0503020204020204" pitchFamily="34" charset="-122"/>
                <a:ea typeface="微软雅黑" panose="020B0503020204020204" pitchFamily="34" charset="-122"/>
              </a:defRPr>
            </a:lvl2pPr>
            <a:lvl3pPr marL="1144905" indent="-230505">
              <a:lnSpc>
                <a:spcPct val="100000"/>
              </a:lnSpc>
              <a:spcBef>
                <a:spcPts val="500"/>
              </a:spcBef>
              <a:spcAft>
                <a:spcPts val="600"/>
              </a:spcAft>
              <a:defRPr baseline="0">
                <a:solidFill>
                  <a:schemeClr val="bg1"/>
                </a:solidFill>
                <a:latin typeface="微软雅黑" panose="020B0503020204020204" pitchFamily="34" charset="-122"/>
                <a:ea typeface="微软雅黑" panose="020B0503020204020204" pitchFamily="34" charset="-122"/>
              </a:defRPr>
            </a:lvl3pPr>
          </a:lstStyle>
          <a:p>
            <a:pPr lvl="0"/>
            <a:r>
              <a:rPr lang="zh-CN" altLang="en-US" dirty="0" smtClean="0"/>
              <a:t>单击此处编辑母版文本样式</a:t>
            </a:r>
            <a:endParaRPr lang="zh-CN" altLang="en-US" dirty="0" smtClean="0"/>
          </a:p>
          <a:p>
            <a:pPr lvl="1"/>
            <a:r>
              <a:rPr lang="zh-CN" altLang="en-US" dirty="0" smtClean="0"/>
              <a:t>第二级</a:t>
            </a:r>
            <a:endParaRPr lang="zh-CN" altLang="en-US" dirty="0" smtClean="0"/>
          </a:p>
          <a:p>
            <a:pPr lvl="2"/>
            <a:r>
              <a:rPr lang="zh-CN" altLang="en-US" dirty="0" smtClean="0"/>
              <a:t>第三级</a:t>
            </a:r>
            <a:endParaRPr lang="zh-CN" altLang="en-US" dirty="0" smtClean="0"/>
          </a:p>
        </p:txBody>
      </p:sp>
      <p:sp>
        <p:nvSpPr>
          <p:cNvPr id="4" name="日期占位符 3"/>
          <p:cNvSpPr>
            <a:spLocks noGrp="1"/>
          </p:cNvSpPr>
          <p:nvPr>
            <p:ph type="dt" sz="half" idx="10"/>
          </p:nvPr>
        </p:nvSpPr>
        <p:spPr>
          <a:xfrm>
            <a:off x="1019175" y="6356353"/>
            <a:ext cx="2743200" cy="365125"/>
          </a:xfrm>
        </p:spPr>
        <p:style>
          <a:lnRef idx="1">
            <a:schemeClr val="dk1"/>
          </a:lnRef>
          <a:fillRef idx="3">
            <a:schemeClr val="dk1"/>
          </a:fillRef>
          <a:effectRef idx="2">
            <a:schemeClr val="dk1"/>
          </a:effectRef>
          <a:fontRef idx="none"/>
        </p:style>
        <p:txBody>
          <a:bodyPr/>
          <a:lstStyle>
            <a:lvl1pPr>
              <a:defRPr>
                <a:ln>
                  <a:solidFill>
                    <a:schemeClr val="bg1"/>
                  </a:solidFill>
                </a:ln>
              </a:defRPr>
            </a:lvl1pPr>
          </a:lstStyle>
          <a:p>
            <a:fld id="{EC1AA1E8-9D7C-424B-B8AC-A6CDA4BD12E4}" type="datetime1">
              <a:rPr lang="zh-CN" altLang="en-US" smtClean="0"/>
            </a:fld>
            <a:endParaRPr lang="zh-CN" altLang="en-US" dirty="0"/>
          </a:p>
        </p:txBody>
      </p:sp>
      <p:sp>
        <p:nvSpPr>
          <p:cNvPr id="5" name="页脚占位符 4"/>
          <p:cNvSpPr>
            <a:spLocks noGrp="1"/>
          </p:cNvSpPr>
          <p:nvPr>
            <p:ph type="ftr" sz="quarter" idx="11"/>
          </p:nvPr>
        </p:nvSpPr>
        <p:spPr>
          <a:xfrm>
            <a:off x="4129087" y="6356353"/>
            <a:ext cx="4114800" cy="365125"/>
          </a:xfrm>
        </p:spPr>
        <p:style>
          <a:lnRef idx="1">
            <a:schemeClr val="dk1"/>
          </a:lnRef>
          <a:fillRef idx="3">
            <a:schemeClr val="dk1"/>
          </a:fillRef>
          <a:effectRef idx="2">
            <a:schemeClr val="dk1"/>
          </a:effectRef>
          <a:fontRef idx="none"/>
        </p:style>
        <p:txBody>
          <a:bodyPr/>
          <a:lstStyle>
            <a:lvl1pPr>
              <a:defRPr sz="1200">
                <a:solidFill>
                  <a:schemeClr val="bg1"/>
                </a:solidFill>
              </a:defRPr>
            </a:lvl1pPr>
          </a:lstStyle>
          <a:p>
            <a:pPr>
              <a:defRPr/>
            </a:pPr>
            <a:r>
              <a:rPr lang="en-GB" altLang="en-US" smtClean="0"/>
              <a:t>© 2014-2018  BUPT TSEG</a:t>
            </a:r>
            <a:endParaRPr lang="zh-CN" altLang="en-US"/>
          </a:p>
        </p:txBody>
      </p:sp>
      <p:sp>
        <p:nvSpPr>
          <p:cNvPr id="6" name="灯片编号占位符 5"/>
          <p:cNvSpPr>
            <a:spLocks noGrp="1"/>
          </p:cNvSpPr>
          <p:nvPr>
            <p:ph type="sldNum" sz="quarter" idx="12"/>
          </p:nvPr>
        </p:nvSpPr>
        <p:spPr/>
        <p:style>
          <a:lnRef idx="1">
            <a:schemeClr val="dk1"/>
          </a:lnRef>
          <a:fillRef idx="3">
            <a:schemeClr val="dk1"/>
          </a:fillRef>
          <a:effectRef idx="2">
            <a:schemeClr val="dk1"/>
          </a:effectRef>
          <a:fontRef idx="none"/>
        </p:style>
        <p:txBody>
          <a:bodyPr/>
          <a:lstStyle>
            <a:lvl1pPr>
              <a:defRPr>
                <a:solidFill>
                  <a:schemeClr val="bg1"/>
                </a:solidFill>
              </a:defRPr>
            </a:lvl1pPr>
          </a:lstStyle>
          <a:p>
            <a:fld id="{65C61107-C9B8-45B5-BD23-C8A00455B7E2}" type="slidenum">
              <a:rPr lang="zh-CN" altLang="en-US" smtClean="0"/>
            </a:fld>
            <a:endParaRPr lang="zh-CN" altLang="en-US" dirty="0"/>
          </a:p>
        </p:txBody>
      </p:sp>
      <p:sp>
        <p:nvSpPr>
          <p:cNvPr id="7" name="文本框 6"/>
          <p:cNvSpPr txBox="1"/>
          <p:nvPr/>
        </p:nvSpPr>
        <p:spPr>
          <a:xfrm>
            <a:off x="1" y="44624"/>
            <a:ext cx="1391476" cy="525144"/>
          </a:xfrm>
          <a:prstGeom prst="rect">
            <a:avLst/>
          </a:prstGeom>
          <a:noFill/>
        </p:spPr>
        <p:txBody>
          <a:bodyPr wrap="square" rtlCol="0">
            <a:spAutoFit/>
          </a:bodyPr>
          <a:lstStyle/>
          <a:p>
            <a:pPr algn="l"/>
            <a:r>
              <a:rPr lang="en-US" altLang="zh-CN" sz="1800" dirty="0" smtClean="0">
                <a:solidFill>
                  <a:schemeClr val="bg1"/>
                </a:solidFill>
                <a:latin typeface="MV Boli" panose="02000500030200090000" pitchFamily="2" charset="0"/>
                <a:ea typeface="Segoe UI" panose="020B0502040204020203" pitchFamily="34" charset="0"/>
                <a:cs typeface="MV Boli" panose="02000500030200090000" pitchFamily="2" charset="0"/>
              </a:rPr>
              <a:t>BUPT</a:t>
            </a:r>
            <a:r>
              <a:rPr lang="en-US" altLang="zh-CN" sz="1800" dirty="0" smtClean="0">
                <a:solidFill>
                  <a:schemeClr val="bg1"/>
                </a:solidFill>
                <a:latin typeface="Impact" panose="020B0806030902050204" pitchFamily="34" charset="0"/>
                <a:ea typeface="Segoe UI" panose="020B0502040204020203" pitchFamily="34" charset="0"/>
                <a:cs typeface="Segoe UI" panose="020B0502040204020203" pitchFamily="34" charset="0"/>
              </a:rPr>
              <a:t> </a:t>
            </a:r>
            <a:r>
              <a:rPr lang="en-US" altLang="zh-CN" sz="1800" dirty="0">
                <a:solidFill>
                  <a:schemeClr val="bg1"/>
                </a:solidFill>
                <a:latin typeface="MV Boli" panose="02000500030200090000" pitchFamily="2" charset="0"/>
                <a:ea typeface="Segoe UI" panose="020B0502040204020203" pitchFamily="34" charset="0"/>
                <a:cs typeface="MV Boli" panose="02000500030200090000" pitchFamily="2" charset="0"/>
              </a:rPr>
              <a:t>TSEG</a:t>
            </a:r>
            <a:endParaRPr lang="zh-CN" altLang="en-US" sz="1800" dirty="0">
              <a:solidFill>
                <a:schemeClr val="bg1"/>
              </a:solidFill>
              <a:latin typeface="MV Boli" panose="02000500030200090000" pitchFamily="2" charset="0"/>
              <a:ea typeface="Segoe UI" panose="020B0502040204020203" pitchFamily="34" charset="0"/>
              <a:cs typeface="MV Boli" panose="02000500030200090000" pitchFamily="2" charset="0"/>
            </a:endParaRPr>
          </a:p>
        </p:txBody>
      </p:sp>
    </p:spTree>
  </p:cSld>
  <p:clrMapOvr>
    <a:masterClrMapping/>
  </p:clrMapOvr>
  <p:transition>
    <p:push/>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0236B65A-D005-4ED4-BBC3-8BD7D34EC9AF}" type="datetime1">
              <a:rPr lang="zh-CN" altLang="en-US" smtClean="0"/>
            </a:fld>
            <a:endParaRPr lang="zh-CN" altLang="en-US"/>
          </a:p>
        </p:txBody>
      </p:sp>
      <p:sp>
        <p:nvSpPr>
          <p:cNvPr id="6" name="页脚占位符 5"/>
          <p:cNvSpPr>
            <a:spLocks noGrp="1"/>
          </p:cNvSpPr>
          <p:nvPr>
            <p:ph type="ftr" sz="quarter" idx="11"/>
          </p:nvPr>
        </p:nvSpPr>
        <p:spPr/>
        <p:txBody>
          <a:bodyPr/>
          <a:lstStyle/>
          <a:p>
            <a:pPr>
              <a:defRPr/>
            </a:pPr>
            <a:r>
              <a:rPr lang="en-GB" altLang="en-US" smtClean="0"/>
              <a:t>© 2014-2018  BUPT TSEG</a:t>
            </a:r>
            <a:endParaRPr lang="zh-CN" altLang="en-US"/>
          </a:p>
        </p:txBody>
      </p:sp>
      <p:sp>
        <p:nvSpPr>
          <p:cNvPr id="7" name="灯片编号占位符 6"/>
          <p:cNvSpPr>
            <a:spLocks noGrp="1"/>
          </p:cNvSpPr>
          <p:nvPr>
            <p:ph type="sldNum" sz="quarter" idx="12"/>
          </p:nvPr>
        </p:nvSpPr>
        <p:spPr/>
        <p:txBody>
          <a:bodyPr/>
          <a:lstStyle/>
          <a:p>
            <a:fld id="{65C61107-C9B8-45B5-BD23-C8A00455B7E2}" type="slidenum">
              <a:rPr lang="zh-CN" altLang="en-US" smtClean="0"/>
            </a:fld>
            <a:endParaRPr lang="zh-CN" altLang="en-US"/>
          </a:p>
        </p:txBody>
      </p:sp>
    </p:spTree>
  </p:cSld>
  <p:clrMapOvr>
    <a:masterClrMapping/>
  </p:clrMapOvr>
  <p:transition>
    <p:push/>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9"/>
            <a:ext cx="105156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9789" y="1681163"/>
            <a:ext cx="5157787"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839789" y="2505075"/>
            <a:ext cx="5157787"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6172202" y="1681163"/>
            <a:ext cx="5183188"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6172202" y="2505075"/>
            <a:ext cx="5183188"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F798FA98-60F2-4D52-85D0-0B459AC1CD80}" type="datetime1">
              <a:rPr lang="zh-CN" altLang="en-US" smtClean="0"/>
            </a:fld>
            <a:endParaRPr lang="zh-CN" altLang="en-US"/>
          </a:p>
        </p:txBody>
      </p:sp>
      <p:sp>
        <p:nvSpPr>
          <p:cNvPr id="8" name="页脚占位符 7"/>
          <p:cNvSpPr>
            <a:spLocks noGrp="1"/>
          </p:cNvSpPr>
          <p:nvPr>
            <p:ph type="ftr" sz="quarter" idx="11"/>
          </p:nvPr>
        </p:nvSpPr>
        <p:spPr/>
        <p:txBody>
          <a:bodyPr/>
          <a:lstStyle/>
          <a:p>
            <a:pPr>
              <a:defRPr/>
            </a:pPr>
            <a:r>
              <a:rPr lang="en-GB" altLang="en-US" smtClean="0"/>
              <a:t>© 2014-2018  BUPT TSEG</a:t>
            </a:r>
            <a:endParaRPr lang="zh-CN" altLang="en-US"/>
          </a:p>
        </p:txBody>
      </p:sp>
      <p:sp>
        <p:nvSpPr>
          <p:cNvPr id="9" name="灯片编号占位符 8"/>
          <p:cNvSpPr>
            <a:spLocks noGrp="1"/>
          </p:cNvSpPr>
          <p:nvPr>
            <p:ph type="sldNum" sz="quarter" idx="12"/>
          </p:nvPr>
        </p:nvSpPr>
        <p:spPr/>
        <p:txBody>
          <a:bodyPr/>
          <a:lstStyle/>
          <a:p>
            <a:fld id="{65C61107-C9B8-45B5-BD23-C8A00455B7E2}" type="slidenum">
              <a:rPr lang="zh-CN" altLang="en-US" smtClean="0"/>
            </a:fld>
            <a:endParaRPr lang="zh-CN" altLang="en-US"/>
          </a:p>
        </p:txBody>
      </p:sp>
    </p:spTree>
  </p:cSld>
  <p:clrMapOvr>
    <a:masterClrMapping/>
  </p:clrMapOvr>
  <p:transition>
    <p:push/>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bl">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3426886" y="0"/>
            <a:ext cx="8697383" cy="909638"/>
          </a:xfrm>
        </p:spPr>
        <p:txBody>
          <a:bodyPr/>
          <a:lstStyle/>
          <a:p>
            <a:r>
              <a:rPr lang="zh-CN" altLang="en-US" smtClean="0"/>
              <a:t>单击此处编辑母版标题样式</a:t>
            </a:r>
            <a:endParaRPr lang="zh-CN" altLang="en-US"/>
          </a:p>
        </p:txBody>
      </p:sp>
      <p:sp>
        <p:nvSpPr>
          <p:cNvPr id="3" name="表格占位符 2"/>
          <p:cNvSpPr>
            <a:spLocks noGrp="1"/>
          </p:cNvSpPr>
          <p:nvPr>
            <p:ph type="tbl" idx="1"/>
          </p:nvPr>
        </p:nvSpPr>
        <p:spPr>
          <a:xfrm>
            <a:off x="863600" y="1409700"/>
            <a:ext cx="11125200" cy="4856163"/>
          </a:xfrm>
        </p:spPr>
        <p:txBody>
          <a:bodyPr/>
          <a:lstStyle/>
          <a:p>
            <a:pPr lvl="0"/>
            <a:endParaRPr lang="zh-CN" altLang="en-US" noProof="0" smtClean="0"/>
          </a:p>
        </p:txBody>
      </p:sp>
      <p:sp>
        <p:nvSpPr>
          <p:cNvPr id="4" name="Rectangle 6"/>
          <p:cNvSpPr>
            <a:spLocks noGrp="1" noChangeArrowheads="1"/>
          </p:cNvSpPr>
          <p:nvPr>
            <p:ph type="ftr" sz="quarter" idx="10"/>
          </p:nvPr>
        </p:nvSpPr>
        <p:spPr/>
        <p:txBody>
          <a:bodyPr/>
          <a:lstStyle>
            <a:lvl1pPr>
              <a:defRPr/>
            </a:lvl1pPr>
          </a:lstStyle>
          <a:p>
            <a:pPr>
              <a:defRPr/>
            </a:pPr>
            <a:r>
              <a:rPr lang="en-GB" altLang="en-US" smtClean="0"/>
              <a:t>© 2014-2018  BUPT TSEG</a:t>
            </a:r>
            <a:endParaRPr lang="zh-CN" altLang="en-US"/>
          </a:p>
        </p:txBody>
      </p:sp>
    </p:spTree>
  </p:cSld>
  <p:clrMapOvr>
    <a:masterClrMapping/>
  </p:clrMapOvr>
  <p:transition>
    <p:push/>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Rectangle 6"/>
          <p:cNvSpPr>
            <a:spLocks noGrp="1" noChangeArrowheads="1"/>
          </p:cNvSpPr>
          <p:nvPr>
            <p:ph type="ftr" sz="quarter" idx="10"/>
          </p:nvPr>
        </p:nvSpPr>
        <p:spPr/>
        <p:txBody>
          <a:bodyPr/>
          <a:lstStyle>
            <a:lvl1pPr>
              <a:defRPr/>
            </a:lvl1pPr>
          </a:lstStyle>
          <a:p>
            <a:pPr>
              <a:defRPr/>
            </a:pPr>
            <a:r>
              <a:rPr lang="en-GB" altLang="en-US" smtClean="0"/>
              <a:t>© 2014-2018  BUPT TSEG</a:t>
            </a:r>
            <a:endParaRPr lang="zh-CN" altLang="en-US"/>
          </a:p>
        </p:txBody>
      </p:sp>
    </p:spTree>
  </p:cSld>
  <p:clrMapOvr>
    <a:masterClrMapping/>
  </p:clrMapOvr>
  <p:transition>
    <p:push/>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txAndObj">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3426886" y="0"/>
            <a:ext cx="8697383" cy="909638"/>
          </a:xfrm>
        </p:spPr>
        <p:txBody>
          <a:bodyPr/>
          <a:lstStyle/>
          <a:p>
            <a:r>
              <a:rPr lang="zh-CN" altLang="en-US" smtClean="0"/>
              <a:t>单击此处编辑母版标题样式</a:t>
            </a:r>
            <a:endParaRPr lang="zh-CN" altLang="en-US"/>
          </a:p>
        </p:txBody>
      </p:sp>
      <p:sp>
        <p:nvSpPr>
          <p:cNvPr id="3" name="文本占位符 2"/>
          <p:cNvSpPr>
            <a:spLocks noGrp="1"/>
          </p:cNvSpPr>
          <p:nvPr>
            <p:ph type="body" sz="half" idx="1"/>
          </p:nvPr>
        </p:nvSpPr>
        <p:spPr>
          <a:xfrm>
            <a:off x="863600" y="1409700"/>
            <a:ext cx="5461000" cy="4856163"/>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6527800" y="1409700"/>
            <a:ext cx="5461000" cy="4856163"/>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Rectangle 6"/>
          <p:cNvSpPr>
            <a:spLocks noGrp="1" noChangeArrowheads="1"/>
          </p:cNvSpPr>
          <p:nvPr>
            <p:ph type="ftr" sz="quarter" idx="10"/>
          </p:nvPr>
        </p:nvSpPr>
        <p:spPr/>
        <p:txBody>
          <a:bodyPr/>
          <a:lstStyle>
            <a:lvl1pPr>
              <a:defRPr/>
            </a:lvl1pPr>
          </a:lstStyle>
          <a:p>
            <a:pPr>
              <a:defRPr/>
            </a:pPr>
            <a:r>
              <a:rPr lang="en-GB" altLang="en-US" smtClean="0"/>
              <a:t>© 2014-2018  BUPT TSEG</a:t>
            </a:r>
            <a:endParaRPr lang="zh-CN" altLang="en-US"/>
          </a:p>
        </p:txBody>
      </p:sp>
    </p:spTree>
  </p:cSld>
  <p:clrMapOvr>
    <a:masterClrMapping/>
  </p:clrMapOvr>
  <p:transition>
    <p:push/>
  </p:transition>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accent5">
                <a:lumMod val="60000"/>
                <a:lumOff val="40000"/>
              </a:schemeClr>
            </a:gs>
            <a:gs pos="100000">
              <a:schemeClr val="accent5">
                <a:lumMod val="75000"/>
              </a:schemeClr>
            </a:gs>
          </a:gsLst>
          <a:lin ang="5400000" scaled="1"/>
          <a:tileRect/>
        </a:gra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9"/>
            <a:ext cx="10515600" cy="1325563"/>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2"/>
          </p:nvPr>
        </p:nvSpPr>
        <p:spPr>
          <a:xfrm>
            <a:off x="838200" y="6356354"/>
            <a:ext cx="2743200" cy="365125"/>
          </a:xfrm>
          <a:prstGeom prst="rect">
            <a:avLst/>
          </a:prstGeom>
        </p:spPr>
        <p:style>
          <a:lnRef idx="0">
            <a:schemeClr val="dk1"/>
          </a:lnRef>
          <a:fillRef idx="3">
            <a:schemeClr val="dk1"/>
          </a:fillRef>
          <a:effectRef idx="3">
            <a:schemeClr val="dk1"/>
          </a:effectRef>
          <a:fontRef idx="none"/>
        </p:style>
        <p:txBody>
          <a:bodyPr vert="horz" lIns="91440" tIns="45720" rIns="91440" bIns="45720" rtlCol="0" anchor="ctr"/>
          <a:lstStyle>
            <a:lvl1pPr algn="l">
              <a:defRPr sz="900">
                <a:solidFill>
                  <a:schemeClr val="tx1">
                    <a:tint val="75000"/>
                  </a:schemeClr>
                </a:solidFill>
              </a:defRPr>
            </a:lvl1pPr>
          </a:lstStyle>
          <a:p>
            <a:fld id="{F001E572-FABF-468E-90CB-9DE2B2402BFC}" type="datetime1">
              <a:rPr lang="zh-CN" altLang="en-US" smtClean="0"/>
            </a:fld>
            <a:endParaRPr lang="zh-CN" altLang="en-US" dirty="0"/>
          </a:p>
        </p:txBody>
      </p:sp>
      <p:sp>
        <p:nvSpPr>
          <p:cNvPr id="5" name="页脚占位符 4"/>
          <p:cNvSpPr>
            <a:spLocks noGrp="1"/>
          </p:cNvSpPr>
          <p:nvPr>
            <p:ph type="ftr" sz="quarter" idx="3"/>
          </p:nvPr>
        </p:nvSpPr>
        <p:spPr>
          <a:xfrm>
            <a:off x="4038600" y="6356354"/>
            <a:ext cx="41148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pPr>
              <a:defRPr/>
            </a:pPr>
            <a:r>
              <a:rPr lang="en-GB" altLang="en-US" smtClean="0"/>
              <a:t>© 2014-2018  BUPT TSEG</a:t>
            </a:r>
            <a:endParaRPr lang="zh-CN" altLang="en-US"/>
          </a:p>
        </p:txBody>
      </p:sp>
      <p:sp>
        <p:nvSpPr>
          <p:cNvPr id="6" name="灯片编号占位符 5"/>
          <p:cNvSpPr>
            <a:spLocks noGrp="1"/>
          </p:cNvSpPr>
          <p:nvPr>
            <p:ph type="sldNum" sz="quarter" idx="4"/>
          </p:nvPr>
        </p:nvSpPr>
        <p:spPr>
          <a:xfrm>
            <a:off x="8610600" y="6356354"/>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65C61107-C9B8-45B5-BD23-C8A00455B7E2}"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Lst>
  <p:transition>
    <p:push/>
  </p:transition>
  <p:hf hdr="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1.pn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4" Type="http://schemas.openxmlformats.org/officeDocument/2006/relationships/vmlDrawing" Target="../drawings/vmlDrawing1.vml"/><Relationship Id="rId3" Type="http://schemas.openxmlformats.org/officeDocument/2006/relationships/slideLayout" Target="../slideLayouts/slideLayout2.xml"/><Relationship Id="rId2" Type="http://schemas.openxmlformats.org/officeDocument/2006/relationships/image" Target="../media/image6.emf"/><Relationship Id="rId1" Type="http://schemas.openxmlformats.org/officeDocument/2006/relationships/oleObject" Target="../embeddings/oleObject1.bin"/></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5" Type="http://schemas.openxmlformats.org/officeDocument/2006/relationships/notesSlide" Target="../notesSlides/notesSlide3.xml"/><Relationship Id="rId4" Type="http://schemas.openxmlformats.org/officeDocument/2006/relationships/vmlDrawing" Target="../drawings/vmlDrawing2.vml"/><Relationship Id="rId3" Type="http://schemas.openxmlformats.org/officeDocument/2006/relationships/slideLayout" Target="../slideLayouts/slideLayout2.xml"/><Relationship Id="rId2" Type="http://schemas.openxmlformats.org/officeDocument/2006/relationships/image" Target="../media/image8.emf"/><Relationship Id="rId1" Type="http://schemas.openxmlformats.org/officeDocument/2006/relationships/oleObject" Target="../embeddings/oleObject2.bin"/></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png"/></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image" Target="../media/image10.emf"/></Relationships>
</file>

<file path=ppt/slides/_rels/slide27.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image" Target="../media/image14.png"/><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image" Target="../media/image11.png"/></Relationships>
</file>

<file path=ppt/slides/_rels/slide2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7.emf"/><Relationship Id="rId1" Type="http://schemas.openxmlformats.org/officeDocument/2006/relationships/image" Target="../media/image16.emf"/></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21.png"/><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image" Target="../media/image18.png"/></Relationships>
</file>

<file path=ppt/slides/_rels/slide3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9.png"/><Relationship Id="rId1" Type="http://schemas.openxmlformats.org/officeDocument/2006/relationships/image" Target="../media/image18.png"/></Relationships>
</file>

<file path=ppt/slides/_rels/slide3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4.png"/><Relationship Id="rId1" Type="http://schemas.openxmlformats.org/officeDocument/2006/relationships/image" Target="../media/image22.png"/></Relationships>
</file>

<file path=ppt/slides/_rels/slide3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3.png"/></Relationships>
</file>

<file path=ppt/slides/_rels/slide3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4.png"/></Relationships>
</file>

<file path=ppt/slides/_rels/slide3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5.png"/><Relationship Id="rId1" Type="http://schemas.openxmlformats.org/officeDocument/2006/relationships/image" Target="../media/image15.png"/></Relationships>
</file>

<file path=ppt/slides/_rels/slide3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6.png"/></Relationships>
</file>

<file path=ppt/slides/_rels/slide3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7.png"/></Relationships>
</file>

<file path=ppt/slides/_rels/slide3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8.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9.png"/></Relationships>
</file>

<file path=ppt/slides/_rels/slide4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0.emf"/></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32.emf"/><Relationship Id="rId1" Type="http://schemas.openxmlformats.org/officeDocument/2006/relationships/image" Target="../media/image31.emf"/></Relationships>
</file>

<file path=ppt/slides/_rels/slide4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3.png"/></Relationships>
</file>

<file path=ppt/slides/_rels/slide4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4.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5.png"/></Relationships>
</file>

<file path=ppt/slides/_rels/slide5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37.png"/><Relationship Id="rId1" Type="http://schemas.openxmlformats.org/officeDocument/2006/relationships/image" Target="../media/image36.png"/></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33706" y="130496"/>
            <a:ext cx="1408988" cy="1077218"/>
          </a:xfrm>
          <a:prstGeom prst="rect">
            <a:avLst/>
          </a:prstGeom>
          <a:noFill/>
        </p:spPr>
        <p:txBody>
          <a:bodyPr wrap="square" rtlCol="0">
            <a:spAutoFit/>
          </a:bodyPr>
          <a:lstStyle/>
          <a:p>
            <a:pPr algn="l" eaLnBrk="1" fontAlgn="auto" hangingPunct="1">
              <a:lnSpc>
                <a:spcPct val="100000"/>
              </a:lnSpc>
              <a:spcBef>
                <a:spcPts val="0"/>
              </a:spcBef>
              <a:spcAft>
                <a:spcPts val="0"/>
              </a:spcAft>
            </a:pPr>
            <a:r>
              <a:rPr lang="en-US" altLang="zh-CN" sz="3200" dirty="0" smtClean="0">
                <a:solidFill>
                  <a:prstClr val="white"/>
                </a:solidFill>
                <a:latin typeface="MV Boli" panose="02000500030200090000" pitchFamily="2" charset="0"/>
                <a:ea typeface="Segoe UI" panose="020B0502040204020203" pitchFamily="34" charset="0"/>
                <a:cs typeface="MV Boli" panose="02000500030200090000" pitchFamily="2" charset="0"/>
              </a:rPr>
              <a:t>BUPT</a:t>
            </a:r>
            <a:r>
              <a:rPr lang="en-US" altLang="zh-CN" sz="3200" dirty="0" smtClean="0">
                <a:solidFill>
                  <a:prstClr val="white"/>
                </a:solidFill>
                <a:latin typeface="Impact" panose="020B0806030902050204" pitchFamily="34" charset="0"/>
                <a:ea typeface="Segoe UI" panose="020B0502040204020203" pitchFamily="34" charset="0"/>
                <a:cs typeface="Segoe UI" panose="020B0502040204020203" pitchFamily="34" charset="0"/>
              </a:rPr>
              <a:t> </a:t>
            </a:r>
            <a:r>
              <a:rPr lang="en-US" altLang="zh-CN" sz="3200" dirty="0">
                <a:solidFill>
                  <a:prstClr val="white"/>
                </a:solidFill>
                <a:latin typeface="MV Boli" panose="02000500030200090000" pitchFamily="2" charset="0"/>
                <a:ea typeface="Segoe UI" panose="020B0502040204020203" pitchFamily="34" charset="0"/>
                <a:cs typeface="MV Boli" panose="02000500030200090000" pitchFamily="2" charset="0"/>
              </a:rPr>
              <a:t>TSEG</a:t>
            </a:r>
            <a:endParaRPr lang="zh-CN" altLang="en-US" sz="3200" dirty="0">
              <a:solidFill>
                <a:prstClr val="white"/>
              </a:solidFill>
              <a:latin typeface="MV Boli" panose="02000500030200090000" pitchFamily="2" charset="0"/>
              <a:ea typeface="Segoe UI" panose="020B0502040204020203" pitchFamily="34" charset="0"/>
              <a:cs typeface="MV Boli" panose="02000500030200090000" pitchFamily="2" charset="0"/>
            </a:endParaRPr>
          </a:p>
        </p:txBody>
      </p:sp>
      <p:sp>
        <p:nvSpPr>
          <p:cNvPr id="3" name="文本框 2"/>
          <p:cNvSpPr txBox="1"/>
          <p:nvPr/>
        </p:nvSpPr>
        <p:spPr>
          <a:xfrm>
            <a:off x="1812569" y="1207714"/>
            <a:ext cx="6340831" cy="1200329"/>
          </a:xfrm>
          <a:prstGeom prst="rect">
            <a:avLst/>
          </a:prstGeom>
          <a:noFill/>
        </p:spPr>
        <p:txBody>
          <a:bodyPr wrap="square" rtlCol="0">
            <a:spAutoFit/>
          </a:bodyPr>
          <a:lstStyle/>
          <a:p>
            <a:pPr algn="l" eaLnBrk="1" fontAlgn="auto" hangingPunct="1">
              <a:lnSpc>
                <a:spcPct val="100000"/>
              </a:lnSpc>
              <a:spcBef>
                <a:spcPts val="0"/>
              </a:spcBef>
              <a:spcAft>
                <a:spcPts val="0"/>
              </a:spcAft>
            </a:pPr>
            <a:r>
              <a:rPr lang="zh-CN" altLang="en-US" sz="4000" b="1" dirty="0" smtClean="0">
                <a:solidFill>
                  <a:prstClr val="white"/>
                </a:solidFill>
                <a:latin typeface="微软雅黑" panose="020B0503020204020204" pitchFamily="34" charset="-122"/>
                <a:ea typeface="微软雅黑" panose="020B0503020204020204" pitchFamily="34" charset="-122"/>
              </a:rPr>
              <a:t>软件工程 模型与方法</a:t>
            </a:r>
            <a:endParaRPr lang="en-US" altLang="zh-CN" sz="4000" b="1" dirty="0" smtClean="0">
              <a:solidFill>
                <a:prstClr val="white"/>
              </a:solidFill>
              <a:latin typeface="微软雅黑" panose="020B0503020204020204" pitchFamily="34" charset="-122"/>
              <a:ea typeface="微软雅黑" panose="020B0503020204020204" pitchFamily="34" charset="-122"/>
            </a:endParaRPr>
          </a:p>
          <a:p>
            <a:pPr algn="l" eaLnBrk="1" fontAlgn="auto" hangingPunct="1">
              <a:lnSpc>
                <a:spcPct val="100000"/>
              </a:lnSpc>
              <a:spcBef>
                <a:spcPts val="0"/>
              </a:spcBef>
              <a:spcAft>
                <a:spcPts val="0"/>
              </a:spcAft>
            </a:pPr>
            <a:r>
              <a:rPr lang="en-US" altLang="zh-CN" sz="3200" b="1" dirty="0" smtClean="0">
                <a:solidFill>
                  <a:prstClr val="white"/>
                </a:solidFill>
                <a:latin typeface="微软雅黑" panose="020B0503020204020204" pitchFamily="34" charset="-122"/>
                <a:ea typeface="微软雅黑" panose="020B0503020204020204" pitchFamily="34" charset="-122"/>
              </a:rPr>
              <a:t>Models &amp; Methods of SE</a:t>
            </a:r>
            <a:endParaRPr lang="zh-CN" altLang="en-US" sz="3200" b="1" dirty="0">
              <a:solidFill>
                <a:prstClr val="white"/>
              </a:solidFill>
              <a:latin typeface="微软雅黑" panose="020B0503020204020204" pitchFamily="34" charset="-122"/>
              <a:ea typeface="微软雅黑" panose="020B0503020204020204" pitchFamily="34" charset="-122"/>
            </a:endParaRPr>
          </a:p>
        </p:txBody>
      </p:sp>
      <p:sp>
        <p:nvSpPr>
          <p:cNvPr id="4" name="文本框 3"/>
          <p:cNvSpPr txBox="1"/>
          <p:nvPr/>
        </p:nvSpPr>
        <p:spPr>
          <a:xfrm>
            <a:off x="1812569" y="3222755"/>
            <a:ext cx="5151120" cy="400110"/>
          </a:xfrm>
          <a:prstGeom prst="rect">
            <a:avLst/>
          </a:prstGeom>
          <a:noFill/>
        </p:spPr>
        <p:txBody>
          <a:bodyPr wrap="square" rtlCol="0">
            <a:spAutoFit/>
          </a:bodyPr>
          <a:lstStyle/>
          <a:p>
            <a:pPr algn="l" eaLnBrk="1" fontAlgn="auto" hangingPunct="1">
              <a:lnSpc>
                <a:spcPct val="100000"/>
              </a:lnSpc>
              <a:spcBef>
                <a:spcPts val="0"/>
              </a:spcBef>
              <a:spcAft>
                <a:spcPts val="0"/>
              </a:spcAft>
            </a:pPr>
            <a:r>
              <a:rPr lang="zh-CN" altLang="en-US" b="1" dirty="0" smtClean="0">
                <a:solidFill>
                  <a:prstClr val="white"/>
                </a:solidFill>
                <a:latin typeface="微软雅黑" panose="020B0503020204020204" pitchFamily="34" charset="-122"/>
                <a:ea typeface="微软雅黑" panose="020B0503020204020204" pitchFamily="34" charset="-122"/>
              </a:rPr>
              <a:t>面向对象需求分析方法</a:t>
            </a:r>
            <a:endParaRPr lang="zh-CN" altLang="en-US" b="1" dirty="0">
              <a:solidFill>
                <a:prstClr val="white"/>
              </a:solidFill>
              <a:latin typeface="微软雅黑" panose="020B0503020204020204" pitchFamily="34" charset="-122"/>
              <a:ea typeface="微软雅黑" panose="020B0503020204020204" pitchFamily="34" charset="-122"/>
            </a:endParaRPr>
          </a:p>
        </p:txBody>
      </p:sp>
    </p:spTree>
  </p:cSld>
  <p:clrMapOvr>
    <a:masterClrMapping/>
  </p:clrMapOvr>
  <p:transition spd="slow">
    <p:push dir="u"/>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Rectangle 2"/>
          <p:cNvSpPr>
            <a:spLocks noGrp="1" noChangeArrowheads="1"/>
          </p:cNvSpPr>
          <p:nvPr>
            <p:ph type="title"/>
          </p:nvPr>
        </p:nvSpPr>
        <p:spPr/>
        <p:txBody>
          <a:bodyPr/>
          <a:lstStyle/>
          <a:p>
            <a:r>
              <a:rPr lang="zh-CN" altLang="en-US" dirty="0" smtClean="0"/>
              <a:t>本章内容</a:t>
            </a:r>
            <a:endParaRPr lang="zh-CN" altLang="en-US" dirty="0" smtClean="0"/>
          </a:p>
        </p:txBody>
      </p:sp>
      <p:sp>
        <p:nvSpPr>
          <p:cNvPr id="5124" name="Rectangle 3"/>
          <p:cNvSpPr>
            <a:spLocks noGrp="1" noChangeArrowheads="1"/>
          </p:cNvSpPr>
          <p:nvPr>
            <p:ph idx="1"/>
          </p:nvPr>
        </p:nvSpPr>
        <p:spPr/>
        <p:txBody>
          <a:bodyPr>
            <a:normAutofit fontScale="92500" lnSpcReduction="10000"/>
          </a:bodyPr>
          <a:lstStyle/>
          <a:p>
            <a:r>
              <a:rPr lang="en-US" altLang="zh-CN" sz="2800" dirty="0" smtClean="0"/>
              <a:t>UML</a:t>
            </a:r>
            <a:r>
              <a:rPr lang="zh-CN" altLang="en-US" sz="2800" dirty="0" smtClean="0"/>
              <a:t>：统一建模语言简介</a:t>
            </a:r>
            <a:endParaRPr lang="zh-CN" altLang="en-US" sz="2800" dirty="0"/>
          </a:p>
          <a:p>
            <a:r>
              <a:rPr lang="zh-CN" altLang="en-US" sz="2800" dirty="0" smtClean="0"/>
              <a:t>面向对象的需求分析建模</a:t>
            </a:r>
            <a:endParaRPr lang="en-US" altLang="zh-CN" sz="2800" dirty="0" smtClean="0"/>
          </a:p>
          <a:p>
            <a:pPr lvl="1"/>
            <a:r>
              <a:rPr lang="zh-CN" altLang="en-US" sz="2500" dirty="0"/>
              <a:t>领域建模</a:t>
            </a:r>
            <a:endParaRPr lang="en-US" altLang="zh-CN" sz="2500" dirty="0"/>
          </a:p>
          <a:p>
            <a:pPr lvl="2"/>
            <a:r>
              <a:rPr lang="zh-CN" altLang="en-US" sz="2100" dirty="0" smtClean="0"/>
              <a:t>领域模型的定义和表示</a:t>
            </a:r>
            <a:endParaRPr lang="en-US" altLang="zh-CN" sz="2100" dirty="0" smtClean="0"/>
          </a:p>
          <a:p>
            <a:pPr lvl="2"/>
            <a:r>
              <a:rPr lang="zh-CN" altLang="en-US" sz="2100" dirty="0" smtClean="0"/>
              <a:t>业务</a:t>
            </a:r>
            <a:r>
              <a:rPr lang="zh-CN" altLang="en-US" sz="2100" dirty="0"/>
              <a:t>背景：概念类及关系，类图</a:t>
            </a:r>
            <a:endParaRPr lang="en-US" altLang="zh-CN" sz="2100" dirty="0"/>
          </a:p>
          <a:p>
            <a:pPr lvl="2"/>
            <a:r>
              <a:rPr lang="zh-CN" altLang="en-US" sz="2100" dirty="0"/>
              <a:t>业务流程：活动图</a:t>
            </a:r>
            <a:endParaRPr lang="zh-CN" altLang="en-US" sz="2100" dirty="0"/>
          </a:p>
          <a:p>
            <a:pPr lvl="1"/>
            <a:r>
              <a:rPr lang="zh-CN" altLang="en-US" sz="2500" dirty="0" smtClean="0"/>
              <a:t>用例建模</a:t>
            </a:r>
            <a:endParaRPr lang="en-US" altLang="zh-CN" sz="2500" dirty="0"/>
          </a:p>
          <a:p>
            <a:pPr lvl="2"/>
            <a:r>
              <a:rPr lang="zh-CN" altLang="en-US" sz="2100" dirty="0"/>
              <a:t>用例图</a:t>
            </a:r>
            <a:endParaRPr lang="en-US" altLang="zh-CN" sz="2100" dirty="0"/>
          </a:p>
          <a:p>
            <a:pPr lvl="2"/>
            <a:r>
              <a:rPr lang="zh-CN" altLang="en-US" sz="2100" dirty="0"/>
              <a:t>用例说明</a:t>
            </a:r>
            <a:endParaRPr lang="en-US" altLang="zh-CN" sz="2100" dirty="0"/>
          </a:p>
          <a:p>
            <a:pPr lvl="2"/>
            <a:r>
              <a:rPr lang="zh-CN" altLang="en-US" sz="2100" dirty="0"/>
              <a:t>系统顺序图</a:t>
            </a:r>
            <a:endParaRPr lang="en-US" altLang="zh-CN" sz="2100" dirty="0"/>
          </a:p>
          <a:p>
            <a:pPr lvl="2"/>
            <a:r>
              <a:rPr lang="zh-CN" altLang="en-US" sz="2100" dirty="0"/>
              <a:t>操作</a:t>
            </a:r>
            <a:r>
              <a:rPr lang="zh-CN" altLang="en-US" sz="2100" dirty="0" smtClean="0"/>
              <a:t>契约</a:t>
            </a:r>
            <a:endParaRPr lang="zh-CN" altLang="en-US" sz="2100" dirty="0"/>
          </a:p>
        </p:txBody>
      </p:sp>
    </p:spTree>
  </p:cSld>
  <p:clrMapOvr>
    <a:masterClrMapping/>
  </p:clrMapOvr>
  <p:transition>
    <p:push/>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标题 1"/>
          <p:cNvSpPr>
            <a:spLocks noGrp="1"/>
          </p:cNvSpPr>
          <p:nvPr>
            <p:ph type="title"/>
          </p:nvPr>
        </p:nvSpPr>
        <p:spPr/>
        <p:txBody>
          <a:bodyPr/>
          <a:lstStyle/>
          <a:p>
            <a:r>
              <a:rPr lang="en-US" altLang="zh-CN" dirty="0" smtClean="0"/>
              <a:t>UML </a:t>
            </a:r>
            <a:r>
              <a:rPr lang="zh-CN" altLang="en-US" dirty="0"/>
              <a:t>简介</a:t>
            </a:r>
            <a:endParaRPr lang="zh-CN" altLang="en-US" dirty="0" smtClean="0"/>
          </a:p>
        </p:txBody>
      </p:sp>
      <p:sp>
        <p:nvSpPr>
          <p:cNvPr id="6147" name="内容占位符 2"/>
          <p:cNvSpPr>
            <a:spLocks noGrp="1"/>
          </p:cNvSpPr>
          <p:nvPr>
            <p:ph idx="1"/>
          </p:nvPr>
        </p:nvSpPr>
        <p:spPr/>
        <p:txBody>
          <a:bodyPr/>
          <a:lstStyle/>
          <a:p>
            <a:r>
              <a:rPr lang="en-US" altLang="zh-CN" sz="2800" dirty="0" smtClean="0"/>
              <a:t>UML</a:t>
            </a:r>
            <a:r>
              <a:rPr lang="zh-CN" altLang="en-US" sz="2800" dirty="0" smtClean="0"/>
              <a:t>的发展历程</a:t>
            </a:r>
            <a:endParaRPr lang="zh-CN" altLang="en-US" sz="2800" dirty="0" smtClean="0"/>
          </a:p>
          <a:p>
            <a:r>
              <a:rPr lang="en-US" altLang="zh-CN" sz="2800" dirty="0" smtClean="0"/>
              <a:t>UML</a:t>
            </a:r>
            <a:r>
              <a:rPr lang="zh-CN" altLang="en-US" sz="2800" dirty="0" smtClean="0"/>
              <a:t>概述</a:t>
            </a:r>
            <a:endParaRPr lang="zh-CN" altLang="en-US" sz="2800" dirty="0" smtClean="0"/>
          </a:p>
          <a:p>
            <a:r>
              <a:rPr lang="en-US" altLang="zh-CN" sz="2800" dirty="0" smtClean="0"/>
              <a:t>UML</a:t>
            </a:r>
            <a:r>
              <a:rPr lang="zh-CN" altLang="en-US" sz="2800" dirty="0" smtClean="0"/>
              <a:t>中的</a:t>
            </a:r>
            <a:r>
              <a:rPr lang="zh-CN" altLang="en-US" sz="2800" dirty="0"/>
              <a:t>组成</a:t>
            </a:r>
            <a:endParaRPr lang="zh-CN" altLang="en-US" sz="2800" dirty="0" smtClean="0"/>
          </a:p>
          <a:p>
            <a:r>
              <a:rPr lang="en-US" altLang="zh-CN" sz="2800" dirty="0" smtClean="0"/>
              <a:t>UML</a:t>
            </a:r>
            <a:r>
              <a:rPr lang="zh-CN" altLang="en-US" sz="2800" dirty="0" smtClean="0"/>
              <a:t>中的图</a:t>
            </a:r>
            <a:endParaRPr lang="zh-CN" altLang="en-US" sz="2800" dirty="0" smtClean="0"/>
          </a:p>
          <a:p>
            <a:pPr marL="0" indent="0">
              <a:buNone/>
            </a:pPr>
            <a:endParaRPr lang="zh-CN" altLang="en-US" dirty="0" smtClean="0"/>
          </a:p>
        </p:txBody>
      </p:sp>
    </p:spTree>
  </p:cSld>
  <p:clrMapOvr>
    <a:masterClrMapping/>
  </p:clrMapOvr>
  <p:transition>
    <p:push/>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标题 1"/>
          <p:cNvSpPr>
            <a:spLocks noGrp="1"/>
          </p:cNvSpPr>
          <p:nvPr>
            <p:ph type="title"/>
          </p:nvPr>
        </p:nvSpPr>
        <p:spPr/>
        <p:txBody>
          <a:bodyPr/>
          <a:lstStyle/>
          <a:p>
            <a:r>
              <a:rPr lang="en-US" altLang="zh-CN" smtClean="0"/>
              <a:t>UML</a:t>
            </a:r>
            <a:r>
              <a:rPr lang="zh-CN" altLang="en-US" smtClean="0"/>
              <a:t>的发展历程</a:t>
            </a:r>
            <a:endParaRPr lang="zh-CN" altLang="en-US" smtClean="0"/>
          </a:p>
        </p:txBody>
      </p:sp>
      <p:sp>
        <p:nvSpPr>
          <p:cNvPr id="7171" name="内容占位符 2"/>
          <p:cNvSpPr>
            <a:spLocks noGrp="1"/>
          </p:cNvSpPr>
          <p:nvPr>
            <p:ph idx="1"/>
          </p:nvPr>
        </p:nvSpPr>
        <p:spPr/>
        <p:txBody>
          <a:bodyPr>
            <a:normAutofit/>
          </a:bodyPr>
          <a:lstStyle/>
          <a:p>
            <a:r>
              <a:rPr lang="zh-CN" altLang="en-US" sz="2400" dirty="0"/>
              <a:t>统一建模语言</a:t>
            </a:r>
            <a:r>
              <a:rPr lang="en-US" altLang="zh-CN" sz="2400" dirty="0"/>
              <a:t>UML</a:t>
            </a:r>
            <a:r>
              <a:rPr lang="zh-CN" altLang="en-US" sz="2400" dirty="0"/>
              <a:t>是由</a:t>
            </a:r>
            <a:r>
              <a:rPr lang="en-US" altLang="zh-CN" sz="2400" dirty="0"/>
              <a:t>Grady </a:t>
            </a:r>
            <a:r>
              <a:rPr lang="en-US" altLang="zh-CN" sz="2400" dirty="0" err="1"/>
              <a:t>Booch</a:t>
            </a:r>
            <a:r>
              <a:rPr lang="zh-CN" altLang="en-US" sz="2400" dirty="0"/>
              <a:t>、</a:t>
            </a:r>
            <a:r>
              <a:rPr lang="en-US" altLang="zh-CN" sz="2400" dirty="0"/>
              <a:t>Ivar Jacobson</a:t>
            </a:r>
            <a:r>
              <a:rPr lang="zh-CN" altLang="en-US" sz="2400" dirty="0"/>
              <a:t>和</a:t>
            </a:r>
            <a:r>
              <a:rPr lang="en-US" altLang="zh-CN" sz="2400" dirty="0"/>
              <a:t>James </a:t>
            </a:r>
            <a:r>
              <a:rPr lang="en-US" altLang="zh-CN" sz="2400" dirty="0" err="1"/>
              <a:t>Rumbaugh</a:t>
            </a:r>
            <a:r>
              <a:rPr lang="zh-CN" altLang="en-US" sz="2400" dirty="0"/>
              <a:t>发起，在</a:t>
            </a:r>
            <a:r>
              <a:rPr lang="en-US" altLang="zh-CN" sz="2400" dirty="0" err="1"/>
              <a:t>Booch</a:t>
            </a:r>
            <a:r>
              <a:rPr lang="zh-CN" altLang="en-US" sz="2400" dirty="0"/>
              <a:t>方法、</a:t>
            </a:r>
            <a:r>
              <a:rPr lang="en-US" altLang="zh-CN" sz="2400" dirty="0"/>
              <a:t>OOSE</a:t>
            </a:r>
            <a:r>
              <a:rPr lang="zh-CN" altLang="en-US" sz="2400" dirty="0"/>
              <a:t>方法和</a:t>
            </a:r>
            <a:r>
              <a:rPr lang="en-US" altLang="zh-CN" sz="2400" dirty="0"/>
              <a:t>OMT</a:t>
            </a:r>
            <a:r>
              <a:rPr lang="zh-CN" altLang="en-US" sz="2400" dirty="0"/>
              <a:t>方法基础上，广泛征求意见，集众家之长，几经修改而成的一个面向对象的建模语言。</a:t>
            </a:r>
            <a:endParaRPr lang="zh-CN" altLang="en-US" sz="2400" dirty="0"/>
          </a:p>
          <a:p>
            <a:r>
              <a:rPr lang="zh-CN" altLang="en-US" sz="2400" dirty="0"/>
              <a:t>该建模语言得到了“</a:t>
            </a:r>
            <a:r>
              <a:rPr lang="en-US" altLang="zh-CN" sz="2400" dirty="0"/>
              <a:t>UML </a:t>
            </a:r>
            <a:r>
              <a:rPr lang="zh-CN" altLang="en-US" sz="2400" dirty="0"/>
              <a:t>伙伴联盟”的应用，并得到工业界的广泛支持，由</a:t>
            </a:r>
            <a:r>
              <a:rPr lang="en-US" altLang="zh-CN" sz="2400" dirty="0"/>
              <a:t>OMG </a:t>
            </a:r>
            <a:r>
              <a:rPr lang="zh-CN" altLang="en-US" sz="2400" dirty="0"/>
              <a:t>组织采纳作为业界标准，是软件界第一个统一的建模语言。 </a:t>
            </a:r>
            <a:endParaRPr lang="zh-CN" altLang="en-US" sz="2400" dirty="0"/>
          </a:p>
        </p:txBody>
      </p:sp>
      <p:pic>
        <p:nvPicPr>
          <p:cNvPr id="7173"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165897" y="4005064"/>
            <a:ext cx="1400175" cy="1857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174"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82022" y="4005064"/>
            <a:ext cx="1368425" cy="1857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175"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99734" y="4020939"/>
            <a:ext cx="1439863" cy="1884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p:push/>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UML</a:t>
            </a:r>
            <a:r>
              <a:rPr lang="zh-CN" altLang="en-US" dirty="0" smtClean="0"/>
              <a:t>的发展历程</a:t>
            </a:r>
            <a:endParaRPr lang="zh-CN" altLang="en-US" dirty="0"/>
          </a:p>
        </p:txBody>
      </p:sp>
      <p:sp>
        <p:nvSpPr>
          <p:cNvPr id="3" name="内容占位符 2"/>
          <p:cNvSpPr>
            <a:spLocks noGrp="1"/>
          </p:cNvSpPr>
          <p:nvPr>
            <p:ph idx="1"/>
          </p:nvPr>
        </p:nvSpPr>
        <p:spPr/>
        <p:txBody>
          <a:bodyPr/>
          <a:lstStyle/>
          <a:p>
            <a:endParaRPr lang="zh-CN" altLang="en-US" dirty="0"/>
          </a:p>
        </p:txBody>
      </p:sp>
      <p:pic>
        <p:nvPicPr>
          <p:cNvPr id="7" name="图片 6"/>
          <p:cNvPicPr>
            <a:picLocks noChangeAspect="1"/>
          </p:cNvPicPr>
          <p:nvPr/>
        </p:nvPicPr>
        <p:blipFill>
          <a:blip r:embed="rId1"/>
          <a:stretch>
            <a:fillRect/>
          </a:stretch>
        </p:blipFill>
        <p:spPr>
          <a:xfrm>
            <a:off x="547452" y="514286"/>
            <a:ext cx="8063148" cy="5628290"/>
          </a:xfrm>
          <a:prstGeom prst="rect">
            <a:avLst/>
          </a:prstGeom>
        </p:spPr>
      </p:pic>
    </p:spTree>
  </p:cSld>
  <p:clrMapOvr>
    <a:masterClrMapping/>
  </p:clrMapOvr>
  <p:transition>
    <p:push/>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1"/>
          <p:cNvSpPr>
            <a:spLocks noGrp="1"/>
          </p:cNvSpPr>
          <p:nvPr>
            <p:ph type="title"/>
          </p:nvPr>
        </p:nvSpPr>
        <p:spPr/>
        <p:txBody>
          <a:bodyPr/>
          <a:lstStyle/>
          <a:p>
            <a:r>
              <a:rPr lang="en-US" altLang="zh-CN" smtClean="0"/>
              <a:t>UML</a:t>
            </a:r>
            <a:r>
              <a:rPr lang="zh-CN" altLang="en-US" smtClean="0"/>
              <a:t>发展的四个阶段</a:t>
            </a:r>
            <a:endParaRPr lang="zh-CN" altLang="en-US" smtClean="0"/>
          </a:p>
        </p:txBody>
      </p:sp>
      <p:sp>
        <p:nvSpPr>
          <p:cNvPr id="8195" name="内容占位符 2"/>
          <p:cNvSpPr>
            <a:spLocks noGrp="1"/>
          </p:cNvSpPr>
          <p:nvPr>
            <p:ph idx="1"/>
          </p:nvPr>
        </p:nvSpPr>
        <p:spPr/>
        <p:txBody>
          <a:bodyPr>
            <a:normAutofit/>
          </a:bodyPr>
          <a:lstStyle/>
          <a:p>
            <a:pPr>
              <a:spcBef>
                <a:spcPct val="30000"/>
              </a:spcBef>
            </a:pPr>
            <a:r>
              <a:rPr lang="zh-CN" altLang="en-US" sz="2400"/>
              <a:t>各自为政：上世纪</a:t>
            </a:r>
            <a:r>
              <a:rPr lang="en-US" altLang="zh-CN" sz="2400"/>
              <a:t>80</a:t>
            </a:r>
            <a:r>
              <a:rPr lang="zh-CN" altLang="en-US" sz="2400"/>
              <a:t>年代到</a:t>
            </a:r>
            <a:r>
              <a:rPr lang="en-US" altLang="zh-CN" sz="2400"/>
              <a:t>1993</a:t>
            </a:r>
            <a:r>
              <a:rPr lang="zh-CN" altLang="en-US" sz="2400"/>
              <a:t>年期间，面向对象方法出现了百家争鸣的局面， 但是不同方法的模型相互转换几乎不可能；</a:t>
            </a:r>
            <a:endParaRPr lang="zh-CN" altLang="en-US" sz="2400"/>
          </a:p>
          <a:p>
            <a:pPr>
              <a:spcBef>
                <a:spcPct val="30000"/>
              </a:spcBef>
            </a:pPr>
            <a:r>
              <a:rPr lang="zh-CN" altLang="en-US" sz="2400"/>
              <a:t>统一阶段：</a:t>
            </a:r>
            <a:r>
              <a:rPr lang="en-US" altLang="zh-CN" sz="2400"/>
              <a:t>1994</a:t>
            </a:r>
            <a:r>
              <a:rPr lang="zh-CN" altLang="en-US" sz="2400"/>
              <a:t>年</a:t>
            </a:r>
            <a:r>
              <a:rPr lang="en-US" altLang="zh-CN" sz="2400"/>
              <a:t>10</a:t>
            </a:r>
            <a:r>
              <a:rPr lang="zh-CN" altLang="en-US" sz="2400"/>
              <a:t>月开始，</a:t>
            </a:r>
            <a:r>
              <a:rPr lang="en-US" altLang="zh-CN" sz="2400"/>
              <a:t>Rational </a:t>
            </a:r>
            <a:r>
              <a:rPr lang="zh-CN" altLang="en-US" sz="2400"/>
              <a:t>公司的</a:t>
            </a:r>
            <a:r>
              <a:rPr lang="en-US" altLang="zh-CN" sz="2400"/>
              <a:t>Booch</a:t>
            </a:r>
            <a:r>
              <a:rPr lang="zh-CN" altLang="en-US" sz="2400"/>
              <a:t>、</a:t>
            </a:r>
            <a:r>
              <a:rPr lang="en-US" altLang="zh-CN" sz="2400"/>
              <a:t>Rumbaugh</a:t>
            </a:r>
            <a:r>
              <a:rPr lang="zh-CN" altLang="en-US" sz="2400"/>
              <a:t>和</a:t>
            </a:r>
            <a:r>
              <a:rPr lang="en-US" altLang="zh-CN" sz="2400"/>
              <a:t>Jacobson  </a:t>
            </a:r>
            <a:r>
              <a:rPr lang="zh-CN" altLang="en-US" sz="2400"/>
              <a:t>在</a:t>
            </a:r>
            <a:r>
              <a:rPr lang="en-US" altLang="zh-CN" sz="2400"/>
              <a:t>Booch</a:t>
            </a:r>
            <a:r>
              <a:rPr lang="zh-CN" altLang="en-US" sz="2400"/>
              <a:t>、</a:t>
            </a:r>
            <a:r>
              <a:rPr lang="en-US" altLang="zh-CN" sz="2400"/>
              <a:t>OMT</a:t>
            </a:r>
            <a:r>
              <a:rPr lang="zh-CN" altLang="en-US" sz="2400"/>
              <a:t>和</a:t>
            </a:r>
            <a:r>
              <a:rPr lang="en-US" altLang="zh-CN" sz="2400"/>
              <a:t>OOSE</a:t>
            </a:r>
            <a:r>
              <a:rPr lang="zh-CN" altLang="en-US" sz="2400"/>
              <a:t>方法的基础上进行研究，于</a:t>
            </a:r>
            <a:r>
              <a:rPr lang="en-US" altLang="zh-CN" sz="2400"/>
              <a:t>1996</a:t>
            </a:r>
            <a:r>
              <a:rPr lang="zh-CN" altLang="en-US" sz="2400"/>
              <a:t>年发布了统一建模语言</a:t>
            </a:r>
            <a:r>
              <a:rPr lang="en-US" altLang="zh-CN" sz="2400"/>
              <a:t>UML</a:t>
            </a:r>
            <a:r>
              <a:rPr lang="zh-CN" altLang="en-US" sz="2400"/>
              <a:t>（</a:t>
            </a:r>
            <a:r>
              <a:rPr lang="en-US" altLang="zh-CN" sz="2400"/>
              <a:t>Unified Modeling Language</a:t>
            </a:r>
            <a:r>
              <a:rPr lang="zh-CN" altLang="en-US" sz="2400"/>
              <a:t>） ；</a:t>
            </a:r>
            <a:endParaRPr lang="zh-CN" altLang="en-US" sz="2400"/>
          </a:p>
          <a:p>
            <a:pPr>
              <a:spcBef>
                <a:spcPct val="30000"/>
              </a:spcBef>
            </a:pPr>
            <a:r>
              <a:rPr lang="zh-CN" altLang="en-US" sz="2400"/>
              <a:t>标准化阶段：</a:t>
            </a:r>
            <a:r>
              <a:rPr lang="en-US" altLang="zh-CN" sz="2400"/>
              <a:t>OMG</a:t>
            </a:r>
            <a:r>
              <a:rPr lang="zh-CN" altLang="en-US" sz="2400"/>
              <a:t>为了使</a:t>
            </a:r>
            <a:r>
              <a:rPr lang="en-US" altLang="zh-CN" sz="2400"/>
              <a:t>UML</a:t>
            </a:r>
            <a:r>
              <a:rPr lang="zh-CN" altLang="en-US" sz="2400"/>
              <a:t>标准更加完善，发布了征求建议书（</a:t>
            </a:r>
            <a:r>
              <a:rPr lang="en-US" altLang="zh-CN" sz="2400"/>
              <a:t>RFP</a:t>
            </a:r>
            <a:r>
              <a:rPr lang="zh-CN" altLang="en-US" sz="2400"/>
              <a:t>），随后，</a:t>
            </a:r>
            <a:r>
              <a:rPr lang="en-US" altLang="zh-CN" sz="2400"/>
              <a:t>Rational</a:t>
            </a:r>
            <a:r>
              <a:rPr lang="zh-CN" altLang="en-US" sz="2400"/>
              <a:t>软件有限公司建立了</a:t>
            </a:r>
            <a:r>
              <a:rPr lang="en-US" altLang="zh-CN" sz="2400"/>
              <a:t>UML Partners</a:t>
            </a:r>
            <a:r>
              <a:rPr lang="zh-CN" altLang="en-US" sz="2400"/>
              <a:t>联盟，各软件开发商和系统集成商共同努力，</a:t>
            </a:r>
            <a:r>
              <a:rPr lang="en-US" altLang="zh-CN" sz="2400"/>
              <a:t>1997</a:t>
            </a:r>
            <a:r>
              <a:rPr lang="zh-CN" altLang="en-US" sz="2400"/>
              <a:t>年制定出</a:t>
            </a:r>
            <a:r>
              <a:rPr lang="en-US" altLang="zh-CN" sz="2400"/>
              <a:t>UML1.1</a:t>
            </a:r>
            <a:r>
              <a:rPr lang="zh-CN" altLang="en-US" sz="2400"/>
              <a:t>标准，被</a:t>
            </a:r>
            <a:r>
              <a:rPr lang="en-US" altLang="zh-CN" sz="2400"/>
              <a:t>OMG</a:t>
            </a:r>
            <a:r>
              <a:rPr lang="zh-CN" altLang="en-US" sz="2400"/>
              <a:t>采纳 ；</a:t>
            </a:r>
            <a:endParaRPr lang="zh-CN" altLang="en-US" sz="2400"/>
          </a:p>
          <a:p>
            <a:pPr>
              <a:spcBef>
                <a:spcPct val="30000"/>
              </a:spcBef>
            </a:pPr>
            <a:r>
              <a:rPr lang="zh-CN" altLang="en-US" sz="2400"/>
              <a:t>工业界应用：</a:t>
            </a:r>
            <a:r>
              <a:rPr lang="en-US" altLang="zh-CN" sz="2400"/>
              <a:t>1998</a:t>
            </a:r>
            <a:r>
              <a:rPr lang="zh-CN" altLang="en-US" sz="2400"/>
              <a:t>年</a:t>
            </a:r>
            <a:r>
              <a:rPr lang="en-US" altLang="zh-CN" sz="2400"/>
              <a:t>OMG</a:t>
            </a:r>
            <a:r>
              <a:rPr lang="zh-CN" altLang="en-US" sz="2400"/>
              <a:t>接管了</a:t>
            </a:r>
            <a:r>
              <a:rPr lang="en-US" altLang="zh-CN" sz="2400"/>
              <a:t>UML</a:t>
            </a:r>
            <a:r>
              <a:rPr lang="zh-CN" altLang="en-US" sz="2400"/>
              <a:t>标准的维护工作，</a:t>
            </a:r>
            <a:r>
              <a:rPr lang="en-US" altLang="zh-CN" sz="2400"/>
              <a:t>UML</a:t>
            </a:r>
            <a:r>
              <a:rPr lang="zh-CN" altLang="en-US" sz="2400"/>
              <a:t>已成为软件工业界事实上的标准。</a:t>
            </a:r>
            <a:r>
              <a:rPr lang="zh-CN" altLang="en-US" sz="2800"/>
              <a:t> </a:t>
            </a:r>
            <a:endParaRPr lang="zh-CN" altLang="en-US" sz="2800"/>
          </a:p>
        </p:txBody>
      </p:sp>
    </p:spTree>
  </p:cSld>
  <p:clrMapOvr>
    <a:masterClrMapping/>
  </p:clrMapOvr>
  <p:transition>
    <p:push/>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标题 1"/>
          <p:cNvSpPr>
            <a:spLocks noGrp="1"/>
          </p:cNvSpPr>
          <p:nvPr>
            <p:ph type="title"/>
          </p:nvPr>
        </p:nvSpPr>
        <p:spPr/>
        <p:txBody>
          <a:bodyPr/>
          <a:lstStyle/>
          <a:p>
            <a:r>
              <a:rPr lang="en-US" altLang="zh-CN" smtClean="0"/>
              <a:t>UML</a:t>
            </a:r>
            <a:r>
              <a:rPr lang="zh-CN" altLang="en-US" smtClean="0"/>
              <a:t>的主要特点</a:t>
            </a:r>
            <a:endParaRPr lang="zh-CN" altLang="en-US" smtClean="0"/>
          </a:p>
        </p:txBody>
      </p:sp>
      <p:sp>
        <p:nvSpPr>
          <p:cNvPr id="9219" name="内容占位符 2"/>
          <p:cNvSpPr>
            <a:spLocks noGrp="1"/>
          </p:cNvSpPr>
          <p:nvPr>
            <p:ph idx="1"/>
          </p:nvPr>
        </p:nvSpPr>
        <p:spPr/>
        <p:txBody>
          <a:bodyPr/>
          <a:lstStyle/>
          <a:p>
            <a:r>
              <a:rPr lang="en-US" altLang="zh-CN" sz="2800" dirty="0"/>
              <a:t>UML </a:t>
            </a:r>
            <a:r>
              <a:rPr lang="zh-CN" altLang="en-US" sz="2800" dirty="0"/>
              <a:t>是一种标准的图形化建模语言，它是面向对象分析与设计的一种标准表示，它</a:t>
            </a:r>
            <a:endParaRPr lang="zh-CN" altLang="en-US" sz="2800" dirty="0"/>
          </a:p>
          <a:p>
            <a:pPr lvl="1"/>
            <a:r>
              <a:rPr lang="zh-CN" altLang="en-US" sz="2400" dirty="0"/>
              <a:t>不是一种可视化的程序设计语言，而是一种</a:t>
            </a:r>
            <a:r>
              <a:rPr lang="zh-CN" altLang="en-US" sz="2400" dirty="0">
                <a:solidFill>
                  <a:srgbClr val="FFFF00"/>
                </a:solidFill>
              </a:rPr>
              <a:t>可视化的建模语言</a:t>
            </a:r>
            <a:r>
              <a:rPr lang="zh-CN" altLang="en-US" sz="2400" dirty="0"/>
              <a:t>；</a:t>
            </a:r>
            <a:endParaRPr lang="zh-CN" altLang="en-US" sz="2400" dirty="0"/>
          </a:p>
          <a:p>
            <a:pPr lvl="1"/>
            <a:r>
              <a:rPr lang="zh-CN" altLang="en-US" sz="2400" dirty="0"/>
              <a:t>不是工具或知识库的规格说明，而是一种</a:t>
            </a:r>
            <a:r>
              <a:rPr lang="zh-CN" altLang="en-US" sz="2400" dirty="0">
                <a:solidFill>
                  <a:srgbClr val="FFFF00"/>
                </a:solidFill>
              </a:rPr>
              <a:t>建模语言规格说明</a:t>
            </a:r>
            <a:r>
              <a:rPr lang="zh-CN" altLang="en-US" sz="2400" dirty="0"/>
              <a:t>，是一种表示的标准；</a:t>
            </a:r>
            <a:endParaRPr lang="zh-CN" altLang="en-US" sz="2400" dirty="0"/>
          </a:p>
          <a:p>
            <a:pPr lvl="1"/>
            <a:r>
              <a:rPr lang="zh-CN" altLang="en-US" sz="2400" dirty="0"/>
              <a:t>不是过程，也不是方法，但</a:t>
            </a:r>
            <a:r>
              <a:rPr lang="zh-CN" altLang="en-US" sz="2400" dirty="0">
                <a:solidFill>
                  <a:srgbClr val="FFFF00"/>
                </a:solidFill>
              </a:rPr>
              <a:t>允许任何一种过程和方法使用它</a:t>
            </a:r>
            <a:r>
              <a:rPr lang="zh-CN" altLang="en-US" sz="2400" dirty="0"/>
              <a:t>。</a:t>
            </a:r>
            <a:endParaRPr lang="zh-CN" altLang="en-US" sz="2400" dirty="0"/>
          </a:p>
        </p:txBody>
      </p:sp>
    </p:spTree>
  </p:cSld>
  <p:clrMapOvr>
    <a:masterClrMapping/>
  </p:clrMapOvr>
  <p:transition>
    <p:push/>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标题 1"/>
          <p:cNvSpPr>
            <a:spLocks noGrp="1"/>
          </p:cNvSpPr>
          <p:nvPr>
            <p:ph type="title"/>
          </p:nvPr>
        </p:nvSpPr>
        <p:spPr/>
        <p:txBody>
          <a:bodyPr/>
          <a:lstStyle/>
          <a:p>
            <a:r>
              <a:rPr lang="en-US" altLang="zh-CN" dirty="0" smtClean="0"/>
              <a:t>UML </a:t>
            </a:r>
            <a:r>
              <a:rPr lang="zh-CN" altLang="en-US" dirty="0" smtClean="0"/>
              <a:t>的基本结构</a:t>
            </a:r>
            <a:endParaRPr lang="zh-CN" altLang="en-US" dirty="0" smtClean="0"/>
          </a:p>
        </p:txBody>
      </p:sp>
      <p:sp>
        <p:nvSpPr>
          <p:cNvPr id="10243" name="内容占位符 2"/>
          <p:cNvSpPr>
            <a:spLocks noGrp="1"/>
          </p:cNvSpPr>
          <p:nvPr>
            <p:ph idx="1"/>
          </p:nvPr>
        </p:nvSpPr>
        <p:spPr/>
        <p:txBody>
          <a:bodyPr/>
          <a:lstStyle/>
          <a:p>
            <a:r>
              <a:rPr lang="zh-CN" altLang="en-US" sz="2800" dirty="0"/>
              <a:t>基本构造块 </a:t>
            </a:r>
            <a:r>
              <a:rPr lang="en-US" altLang="zh-CN" sz="2800" dirty="0"/>
              <a:t>Basic building block</a:t>
            </a:r>
            <a:endParaRPr lang="en-US" altLang="zh-CN" sz="2800" dirty="0"/>
          </a:p>
          <a:p>
            <a:pPr lvl="1"/>
            <a:r>
              <a:rPr lang="zh-CN" altLang="en-US" sz="2400" dirty="0"/>
              <a:t>事物 </a:t>
            </a:r>
            <a:r>
              <a:rPr lang="en-US" altLang="zh-CN" sz="2400" dirty="0"/>
              <a:t>Thing</a:t>
            </a:r>
            <a:endParaRPr lang="en-US" altLang="zh-CN" sz="2400" dirty="0"/>
          </a:p>
          <a:p>
            <a:pPr lvl="1"/>
            <a:r>
              <a:rPr lang="zh-CN" altLang="en-US" sz="2400" dirty="0"/>
              <a:t>关系 </a:t>
            </a:r>
            <a:r>
              <a:rPr lang="en-US" altLang="zh-CN" sz="2400" dirty="0"/>
              <a:t>Relationship</a:t>
            </a:r>
            <a:endParaRPr lang="en-US" altLang="zh-CN" sz="2400" dirty="0"/>
          </a:p>
          <a:p>
            <a:pPr lvl="1"/>
            <a:r>
              <a:rPr lang="zh-CN" altLang="en-US" sz="2400" dirty="0"/>
              <a:t>图 </a:t>
            </a:r>
            <a:r>
              <a:rPr lang="en-US" altLang="zh-CN" sz="2400" dirty="0"/>
              <a:t>Diagram</a:t>
            </a:r>
            <a:endParaRPr lang="en-US" altLang="zh-CN" sz="2400" dirty="0"/>
          </a:p>
          <a:p>
            <a:r>
              <a:rPr lang="zh-CN" altLang="en-US" sz="2800" dirty="0"/>
              <a:t>语义规则 </a:t>
            </a:r>
            <a:r>
              <a:rPr lang="en-US" altLang="zh-CN" sz="2800" dirty="0"/>
              <a:t>Rule</a:t>
            </a:r>
            <a:endParaRPr lang="en-US" altLang="zh-CN" sz="2800" dirty="0"/>
          </a:p>
          <a:p>
            <a:pPr lvl="1"/>
            <a:r>
              <a:rPr lang="en-US" altLang="zh-CN" sz="2400" dirty="0"/>
              <a:t>name</a:t>
            </a:r>
            <a:r>
              <a:rPr lang="zh-CN" altLang="en-US" sz="2400" dirty="0"/>
              <a:t>、</a:t>
            </a:r>
            <a:r>
              <a:rPr lang="en-US" altLang="zh-CN" sz="2400" dirty="0"/>
              <a:t>scope</a:t>
            </a:r>
            <a:r>
              <a:rPr lang="zh-CN" altLang="en-US" sz="2400" dirty="0"/>
              <a:t>、</a:t>
            </a:r>
            <a:r>
              <a:rPr lang="en-US" altLang="zh-CN" sz="2400" dirty="0"/>
              <a:t>visibility</a:t>
            </a:r>
            <a:r>
              <a:rPr lang="zh-CN" altLang="en-US" sz="2400" dirty="0"/>
              <a:t>、</a:t>
            </a:r>
            <a:r>
              <a:rPr lang="en-US" altLang="zh-CN" sz="2400" dirty="0"/>
              <a:t>integrity</a:t>
            </a:r>
            <a:r>
              <a:rPr lang="zh-CN" altLang="en-US" sz="2400" dirty="0"/>
              <a:t>、</a:t>
            </a:r>
            <a:r>
              <a:rPr lang="en-US" altLang="zh-CN" sz="2400" dirty="0"/>
              <a:t>execution</a:t>
            </a:r>
            <a:endParaRPr lang="en-US" altLang="zh-CN" sz="2400" dirty="0"/>
          </a:p>
          <a:p>
            <a:r>
              <a:rPr lang="zh-CN" altLang="en-US" sz="2800" dirty="0"/>
              <a:t>通用机制 </a:t>
            </a:r>
            <a:r>
              <a:rPr lang="en-US" altLang="zh-CN" sz="2800" dirty="0"/>
              <a:t>Common mechanism</a:t>
            </a:r>
            <a:endParaRPr lang="en-US" altLang="zh-CN" sz="2800" dirty="0"/>
          </a:p>
          <a:p>
            <a:pPr lvl="1"/>
            <a:r>
              <a:rPr lang="en-US" altLang="zh-CN" sz="2400" dirty="0"/>
              <a:t>specification</a:t>
            </a:r>
            <a:r>
              <a:rPr lang="zh-CN" altLang="en-US" sz="2400" dirty="0"/>
              <a:t>、</a:t>
            </a:r>
            <a:r>
              <a:rPr lang="en-US" altLang="zh-CN" sz="2400" dirty="0"/>
              <a:t>adornment</a:t>
            </a:r>
            <a:r>
              <a:rPr lang="zh-CN" altLang="en-US" sz="2400" dirty="0"/>
              <a:t>、</a:t>
            </a:r>
            <a:r>
              <a:rPr lang="en-US" altLang="zh-CN" sz="2400" dirty="0"/>
              <a:t>common division</a:t>
            </a:r>
            <a:r>
              <a:rPr lang="zh-CN" altLang="en-US" sz="2400" dirty="0"/>
              <a:t>、</a:t>
            </a:r>
            <a:r>
              <a:rPr lang="en-US" altLang="zh-CN" sz="2400" dirty="0"/>
              <a:t>extensibility mechanism</a:t>
            </a:r>
            <a:endParaRPr lang="en-US" altLang="zh-CN" sz="2400" dirty="0"/>
          </a:p>
        </p:txBody>
      </p:sp>
    </p:spTree>
  </p:cSld>
  <p:clrMapOvr>
    <a:masterClrMapping/>
  </p:clrMapOvr>
  <p:transition>
    <p:push/>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标题 1"/>
          <p:cNvSpPr>
            <a:spLocks noGrp="1"/>
          </p:cNvSpPr>
          <p:nvPr>
            <p:ph type="title"/>
          </p:nvPr>
        </p:nvSpPr>
        <p:spPr/>
        <p:txBody>
          <a:bodyPr/>
          <a:lstStyle/>
          <a:p>
            <a:r>
              <a:rPr lang="en-US" altLang="zh-CN" dirty="0" smtClean="0"/>
              <a:t>UML </a:t>
            </a:r>
            <a:r>
              <a:rPr lang="zh-CN" altLang="en-US" dirty="0" smtClean="0"/>
              <a:t>的基本结构</a:t>
            </a:r>
            <a:endParaRPr lang="zh-CN" altLang="en-US" dirty="0" smtClean="0"/>
          </a:p>
        </p:txBody>
      </p:sp>
      <p:sp>
        <p:nvSpPr>
          <p:cNvPr id="7" name="内容占位符 6"/>
          <p:cNvSpPr>
            <a:spLocks noGrp="1"/>
          </p:cNvSpPr>
          <p:nvPr>
            <p:ph idx="1"/>
          </p:nvPr>
        </p:nvSpPr>
        <p:spPr/>
        <p:txBody>
          <a:bodyPr/>
          <a:lstStyle/>
          <a:p>
            <a:r>
              <a:rPr lang="zh-CN" altLang="en-US" sz="2800" dirty="0"/>
              <a:t>事物 </a:t>
            </a:r>
            <a:r>
              <a:rPr lang="en-US" altLang="zh-CN" sz="2800" dirty="0"/>
              <a:t>Thing </a:t>
            </a:r>
            <a:r>
              <a:rPr lang="zh-CN" altLang="en-US" sz="2800" dirty="0"/>
              <a:t>及关系 </a:t>
            </a:r>
            <a:r>
              <a:rPr lang="en-US" altLang="zh-CN" sz="2800" dirty="0"/>
              <a:t>Relationship</a:t>
            </a:r>
            <a:endParaRPr lang="en-US" altLang="zh-CN" sz="2800" dirty="0"/>
          </a:p>
          <a:p>
            <a:pPr lvl="1"/>
            <a:r>
              <a:rPr lang="en-US" altLang="zh-CN" sz="2400" dirty="0"/>
              <a:t>Structural thing</a:t>
            </a:r>
            <a:endParaRPr lang="en-US" altLang="zh-CN" sz="2400" dirty="0"/>
          </a:p>
          <a:p>
            <a:pPr lvl="2"/>
            <a:r>
              <a:rPr lang="en-US" altLang="zh-CN" sz="1800" dirty="0"/>
              <a:t>Class, interface, collaboration, use case, component, node</a:t>
            </a:r>
            <a:endParaRPr lang="en-US" altLang="zh-CN" sz="1800" dirty="0"/>
          </a:p>
          <a:p>
            <a:pPr lvl="1"/>
            <a:r>
              <a:rPr lang="en-US" altLang="zh-CN" sz="2400" dirty="0"/>
              <a:t>Behavior thing</a:t>
            </a:r>
            <a:endParaRPr lang="en-US" altLang="zh-CN" sz="2400" dirty="0"/>
          </a:p>
          <a:p>
            <a:pPr lvl="2"/>
            <a:r>
              <a:rPr lang="en-US" altLang="zh-CN" sz="1800" dirty="0"/>
              <a:t>Interaction, state machine </a:t>
            </a:r>
            <a:endParaRPr lang="en-US" altLang="zh-CN" sz="1800" dirty="0"/>
          </a:p>
          <a:p>
            <a:pPr lvl="1"/>
            <a:r>
              <a:rPr lang="en-US" altLang="zh-CN" sz="2400" dirty="0"/>
              <a:t>Group thing</a:t>
            </a:r>
            <a:endParaRPr lang="en-US" altLang="zh-CN" sz="2400" dirty="0"/>
          </a:p>
          <a:p>
            <a:pPr lvl="2"/>
            <a:r>
              <a:rPr lang="en-US" altLang="zh-CN" sz="1800" dirty="0"/>
              <a:t>package</a:t>
            </a:r>
            <a:endParaRPr lang="en-US" altLang="zh-CN" sz="1800" dirty="0"/>
          </a:p>
          <a:p>
            <a:pPr lvl="1"/>
            <a:r>
              <a:rPr lang="en-US" altLang="zh-CN" sz="2400" dirty="0"/>
              <a:t>Annotation thing</a:t>
            </a:r>
            <a:endParaRPr lang="en-US" altLang="zh-CN" sz="2400" dirty="0"/>
          </a:p>
          <a:p>
            <a:pPr lvl="2"/>
            <a:r>
              <a:rPr lang="en-US" altLang="zh-CN" sz="1800" dirty="0"/>
              <a:t>note</a:t>
            </a:r>
            <a:endParaRPr lang="en-US" altLang="zh-CN" sz="1800" dirty="0"/>
          </a:p>
          <a:p>
            <a:endParaRPr lang="zh-CN" altLang="en-US" dirty="0"/>
          </a:p>
        </p:txBody>
      </p:sp>
      <p:sp>
        <p:nvSpPr>
          <p:cNvPr id="11269" name="Rectangle 4"/>
          <p:cNvSpPr>
            <a:spLocks noChangeArrowheads="1"/>
          </p:cNvSpPr>
          <p:nvPr/>
        </p:nvSpPr>
        <p:spPr bwMode="auto">
          <a:xfrm>
            <a:off x="5879976" y="3356993"/>
            <a:ext cx="4186362" cy="2304256"/>
          </a:xfrm>
          <a:prstGeom prst="rect">
            <a:avLst/>
          </a:prstGeom>
          <a:noFill/>
          <a:ln w="9525">
            <a:solidFill>
              <a:schemeClr val="bg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57505" indent="-357505">
              <a:defRPr sz="2000">
                <a:solidFill>
                  <a:schemeClr val="tx1"/>
                </a:solidFill>
                <a:latin typeface="Arial" panose="020B0604020202020204" pitchFamily="34" charset="0"/>
                <a:ea typeface="华文细黑" panose="02010600040101010101" pitchFamily="2" charset="-122"/>
              </a:defRPr>
            </a:lvl1pPr>
            <a:lvl2pPr marL="742950" indent="-285750">
              <a:defRPr sz="2000">
                <a:solidFill>
                  <a:schemeClr val="tx1"/>
                </a:solidFill>
                <a:latin typeface="Arial" panose="020B0604020202020204" pitchFamily="34" charset="0"/>
                <a:ea typeface="华文细黑" panose="02010600040101010101" pitchFamily="2" charset="-122"/>
              </a:defRPr>
            </a:lvl2pPr>
            <a:lvl3pPr marL="1143000" indent="-228600">
              <a:defRPr sz="2000">
                <a:solidFill>
                  <a:schemeClr val="tx1"/>
                </a:solidFill>
                <a:latin typeface="Arial" panose="020B0604020202020204" pitchFamily="34" charset="0"/>
                <a:ea typeface="华文细黑" panose="02010600040101010101" pitchFamily="2" charset="-122"/>
              </a:defRPr>
            </a:lvl3pPr>
            <a:lvl4pPr marL="1600200" indent="-228600">
              <a:defRPr sz="2000">
                <a:solidFill>
                  <a:schemeClr val="tx1"/>
                </a:solidFill>
                <a:latin typeface="Arial" panose="020B0604020202020204" pitchFamily="34" charset="0"/>
                <a:ea typeface="华文细黑" panose="02010600040101010101" pitchFamily="2" charset="-122"/>
              </a:defRPr>
            </a:lvl4pPr>
            <a:lvl5pPr marL="2057400" indent="-228600">
              <a:defRPr sz="2000">
                <a:solidFill>
                  <a:schemeClr val="tx1"/>
                </a:solidFill>
                <a:latin typeface="Arial" panose="020B0604020202020204" pitchFamily="34" charset="0"/>
                <a:ea typeface="华文细黑" panose="02010600040101010101" pitchFamily="2" charset="-122"/>
              </a:defRPr>
            </a:lvl5pPr>
            <a:lvl6pPr marL="2514600" indent="-228600" algn="r" eaLnBrk="0" fontAlgn="base" hangingPunct="0">
              <a:lnSpc>
                <a:spcPct val="75000"/>
              </a:lnSpc>
              <a:spcBef>
                <a:spcPct val="0"/>
              </a:spcBef>
              <a:spcAft>
                <a:spcPct val="0"/>
              </a:spcAft>
              <a:defRPr sz="2000">
                <a:solidFill>
                  <a:schemeClr val="tx1"/>
                </a:solidFill>
                <a:latin typeface="Arial" panose="020B0604020202020204" pitchFamily="34" charset="0"/>
                <a:ea typeface="华文细黑" panose="02010600040101010101" pitchFamily="2" charset="-122"/>
              </a:defRPr>
            </a:lvl6pPr>
            <a:lvl7pPr marL="2971800" indent="-228600" algn="r" eaLnBrk="0" fontAlgn="base" hangingPunct="0">
              <a:lnSpc>
                <a:spcPct val="75000"/>
              </a:lnSpc>
              <a:spcBef>
                <a:spcPct val="0"/>
              </a:spcBef>
              <a:spcAft>
                <a:spcPct val="0"/>
              </a:spcAft>
              <a:defRPr sz="2000">
                <a:solidFill>
                  <a:schemeClr val="tx1"/>
                </a:solidFill>
                <a:latin typeface="Arial" panose="020B0604020202020204" pitchFamily="34" charset="0"/>
                <a:ea typeface="华文细黑" panose="02010600040101010101" pitchFamily="2" charset="-122"/>
              </a:defRPr>
            </a:lvl7pPr>
            <a:lvl8pPr marL="3429000" indent="-228600" algn="r" eaLnBrk="0" fontAlgn="base" hangingPunct="0">
              <a:lnSpc>
                <a:spcPct val="75000"/>
              </a:lnSpc>
              <a:spcBef>
                <a:spcPct val="0"/>
              </a:spcBef>
              <a:spcAft>
                <a:spcPct val="0"/>
              </a:spcAft>
              <a:defRPr sz="2000">
                <a:solidFill>
                  <a:schemeClr val="tx1"/>
                </a:solidFill>
                <a:latin typeface="Arial" panose="020B0604020202020204" pitchFamily="34" charset="0"/>
                <a:ea typeface="华文细黑" panose="02010600040101010101" pitchFamily="2" charset="-122"/>
              </a:defRPr>
            </a:lvl8pPr>
            <a:lvl9pPr marL="3886200" indent="-228600" algn="r" eaLnBrk="0" fontAlgn="base" hangingPunct="0">
              <a:lnSpc>
                <a:spcPct val="75000"/>
              </a:lnSpc>
              <a:spcBef>
                <a:spcPct val="0"/>
              </a:spcBef>
              <a:spcAft>
                <a:spcPct val="0"/>
              </a:spcAft>
              <a:defRPr sz="2000">
                <a:solidFill>
                  <a:schemeClr val="tx1"/>
                </a:solidFill>
                <a:latin typeface="Arial" panose="020B0604020202020204" pitchFamily="34" charset="0"/>
                <a:ea typeface="华文细黑" panose="02010600040101010101" pitchFamily="2" charset="-122"/>
              </a:defRPr>
            </a:lvl9pPr>
          </a:lstStyle>
          <a:p>
            <a:pPr marL="266700" indent="-266700" algn="l">
              <a:lnSpc>
                <a:spcPct val="90000"/>
              </a:lnSpc>
              <a:spcBef>
                <a:spcPct val="50000"/>
              </a:spcBef>
              <a:buClr>
                <a:schemeClr val="bg2"/>
              </a:buClr>
              <a:buSzPct val="100000"/>
              <a:buFont typeface="Arial" panose="020B0604020202020204" pitchFamily="34" charset="0"/>
              <a:buChar char="•"/>
            </a:pPr>
            <a:r>
              <a:rPr lang="zh-CN" altLang="en-US" sz="2800" dirty="0">
                <a:solidFill>
                  <a:schemeClr val="bg1"/>
                </a:solidFill>
                <a:latin typeface="微软雅黑" panose="020B0503020204020204" pitchFamily="34" charset="-122"/>
                <a:ea typeface="微软雅黑" panose="020B0503020204020204" pitchFamily="34" charset="-122"/>
              </a:rPr>
              <a:t>依赖 </a:t>
            </a:r>
            <a:r>
              <a:rPr lang="en-US" altLang="zh-CN" sz="2800" dirty="0">
                <a:solidFill>
                  <a:schemeClr val="bg1"/>
                </a:solidFill>
                <a:latin typeface="微软雅黑" panose="020B0503020204020204" pitchFamily="34" charset="-122"/>
                <a:ea typeface="微软雅黑" panose="020B0503020204020204" pitchFamily="34" charset="-122"/>
              </a:rPr>
              <a:t>Dependency</a:t>
            </a:r>
            <a:endParaRPr lang="en-US" altLang="zh-CN" sz="2800" dirty="0">
              <a:solidFill>
                <a:schemeClr val="bg1"/>
              </a:solidFill>
              <a:latin typeface="微软雅黑" panose="020B0503020204020204" pitchFamily="34" charset="-122"/>
              <a:ea typeface="微软雅黑" panose="020B0503020204020204" pitchFamily="34" charset="-122"/>
            </a:endParaRPr>
          </a:p>
          <a:p>
            <a:pPr marL="266700" indent="-266700" algn="l">
              <a:lnSpc>
                <a:spcPct val="90000"/>
              </a:lnSpc>
              <a:spcBef>
                <a:spcPct val="50000"/>
              </a:spcBef>
              <a:buClr>
                <a:schemeClr val="bg2"/>
              </a:buClr>
              <a:buSzPct val="100000"/>
              <a:buFont typeface="Arial" panose="020B0604020202020204" pitchFamily="34" charset="0"/>
              <a:buChar char="•"/>
            </a:pPr>
            <a:r>
              <a:rPr lang="zh-CN" altLang="en-US" sz="2800" dirty="0">
                <a:solidFill>
                  <a:schemeClr val="bg1"/>
                </a:solidFill>
                <a:latin typeface="微软雅黑" panose="020B0503020204020204" pitchFamily="34" charset="-122"/>
                <a:ea typeface="微软雅黑" panose="020B0503020204020204" pitchFamily="34" charset="-122"/>
              </a:rPr>
              <a:t>关联 </a:t>
            </a:r>
            <a:r>
              <a:rPr lang="en-US" altLang="zh-CN" sz="2800" dirty="0">
                <a:solidFill>
                  <a:schemeClr val="bg1"/>
                </a:solidFill>
                <a:latin typeface="微软雅黑" panose="020B0503020204020204" pitchFamily="34" charset="-122"/>
                <a:ea typeface="微软雅黑" panose="020B0503020204020204" pitchFamily="34" charset="-122"/>
              </a:rPr>
              <a:t>Association</a:t>
            </a:r>
            <a:endParaRPr lang="en-US" altLang="zh-CN" sz="2800" dirty="0">
              <a:solidFill>
                <a:schemeClr val="bg1"/>
              </a:solidFill>
              <a:latin typeface="微软雅黑" panose="020B0503020204020204" pitchFamily="34" charset="-122"/>
              <a:ea typeface="微软雅黑" panose="020B0503020204020204" pitchFamily="34" charset="-122"/>
            </a:endParaRPr>
          </a:p>
          <a:p>
            <a:pPr marL="266700" indent="-266700" algn="l">
              <a:lnSpc>
                <a:spcPct val="90000"/>
              </a:lnSpc>
              <a:spcBef>
                <a:spcPct val="50000"/>
              </a:spcBef>
              <a:buClr>
                <a:schemeClr val="bg2"/>
              </a:buClr>
              <a:buSzPct val="100000"/>
              <a:buFont typeface="Arial" panose="020B0604020202020204" pitchFamily="34" charset="0"/>
              <a:buChar char="•"/>
            </a:pPr>
            <a:r>
              <a:rPr lang="zh-CN" altLang="en-US" sz="2800" dirty="0">
                <a:solidFill>
                  <a:schemeClr val="bg1"/>
                </a:solidFill>
                <a:latin typeface="微软雅黑" panose="020B0503020204020204" pitchFamily="34" charset="-122"/>
                <a:ea typeface="微软雅黑" panose="020B0503020204020204" pitchFamily="34" charset="-122"/>
              </a:rPr>
              <a:t>泛化 </a:t>
            </a:r>
            <a:r>
              <a:rPr lang="en-US" altLang="zh-CN" sz="2800" dirty="0">
                <a:solidFill>
                  <a:schemeClr val="bg1"/>
                </a:solidFill>
                <a:latin typeface="微软雅黑" panose="020B0503020204020204" pitchFamily="34" charset="-122"/>
                <a:ea typeface="微软雅黑" panose="020B0503020204020204" pitchFamily="34" charset="-122"/>
              </a:rPr>
              <a:t>Generalization</a:t>
            </a:r>
            <a:endParaRPr lang="en-US" altLang="zh-CN" sz="2800" dirty="0">
              <a:solidFill>
                <a:schemeClr val="bg1"/>
              </a:solidFill>
              <a:latin typeface="微软雅黑" panose="020B0503020204020204" pitchFamily="34" charset="-122"/>
              <a:ea typeface="微软雅黑" panose="020B0503020204020204" pitchFamily="34" charset="-122"/>
            </a:endParaRPr>
          </a:p>
          <a:p>
            <a:pPr marL="266700" indent="-266700" algn="l">
              <a:lnSpc>
                <a:spcPct val="90000"/>
              </a:lnSpc>
              <a:spcBef>
                <a:spcPct val="50000"/>
              </a:spcBef>
              <a:buClr>
                <a:schemeClr val="bg2"/>
              </a:buClr>
              <a:buSzPct val="100000"/>
              <a:buFont typeface="Arial" panose="020B0604020202020204" pitchFamily="34" charset="0"/>
              <a:buChar char="•"/>
            </a:pPr>
            <a:r>
              <a:rPr lang="zh-CN" altLang="en-US" sz="2800" dirty="0">
                <a:solidFill>
                  <a:schemeClr val="bg1"/>
                </a:solidFill>
                <a:latin typeface="微软雅黑" panose="020B0503020204020204" pitchFamily="34" charset="-122"/>
                <a:ea typeface="微软雅黑" panose="020B0503020204020204" pitchFamily="34" charset="-122"/>
              </a:rPr>
              <a:t>实现 </a:t>
            </a:r>
            <a:r>
              <a:rPr lang="en-US" altLang="zh-CN" sz="2800" dirty="0">
                <a:solidFill>
                  <a:schemeClr val="bg1"/>
                </a:solidFill>
                <a:latin typeface="微软雅黑" panose="020B0503020204020204" pitchFamily="34" charset="-122"/>
                <a:ea typeface="微软雅黑" panose="020B0503020204020204" pitchFamily="34" charset="-122"/>
              </a:rPr>
              <a:t>Realization</a:t>
            </a:r>
            <a:endParaRPr lang="en-US" altLang="zh-CN" sz="2800" dirty="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p:transition>
    <p:push/>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标题 1"/>
          <p:cNvSpPr>
            <a:spLocks noGrp="1"/>
          </p:cNvSpPr>
          <p:nvPr>
            <p:ph type="title"/>
          </p:nvPr>
        </p:nvSpPr>
        <p:spPr/>
        <p:txBody>
          <a:bodyPr/>
          <a:lstStyle/>
          <a:p>
            <a:r>
              <a:rPr lang="en-US" altLang="zh-CN" smtClean="0"/>
              <a:t>UML</a:t>
            </a:r>
            <a:r>
              <a:rPr lang="zh-CN" altLang="en-US" smtClean="0"/>
              <a:t>的</a:t>
            </a:r>
            <a:r>
              <a:rPr lang="en-US" altLang="zh-CN" smtClean="0"/>
              <a:t>4+1</a:t>
            </a:r>
            <a:r>
              <a:rPr lang="zh-CN" altLang="en-US" smtClean="0"/>
              <a:t>视图</a:t>
            </a:r>
            <a:endParaRPr lang="zh-CN" altLang="en-US" smtClean="0"/>
          </a:p>
        </p:txBody>
      </p:sp>
      <p:sp>
        <p:nvSpPr>
          <p:cNvPr id="12291" name="内容占位符 2"/>
          <p:cNvSpPr>
            <a:spLocks noGrp="1"/>
          </p:cNvSpPr>
          <p:nvPr>
            <p:ph idx="1"/>
          </p:nvPr>
        </p:nvSpPr>
        <p:spPr/>
        <p:txBody>
          <a:bodyPr/>
          <a:lstStyle/>
          <a:p>
            <a:r>
              <a:rPr lang="en-US" altLang="zh-CN" sz="2800"/>
              <a:t>UML </a:t>
            </a:r>
            <a:r>
              <a:rPr lang="zh-CN" altLang="en-US" sz="2800"/>
              <a:t>用模型来描述系统的结构</a:t>
            </a:r>
            <a:r>
              <a:rPr lang="zh-CN" altLang="en-US" sz="2000"/>
              <a:t>（静态特征）</a:t>
            </a:r>
            <a:r>
              <a:rPr lang="zh-CN" altLang="en-US" sz="2800"/>
              <a:t>以及行为</a:t>
            </a:r>
            <a:r>
              <a:rPr lang="zh-CN" altLang="en-US" sz="2000"/>
              <a:t>（动态特征）</a:t>
            </a:r>
            <a:r>
              <a:rPr lang="zh-CN" altLang="en-US" sz="2800"/>
              <a:t>。从不同的视角为系统的架构建模，形成系统的不同视图</a:t>
            </a:r>
            <a:r>
              <a:rPr lang="zh-CN" altLang="en-US" sz="2000"/>
              <a:t>（</a:t>
            </a:r>
            <a:r>
              <a:rPr lang="en-US" altLang="zh-CN" sz="2000"/>
              <a:t>view</a:t>
            </a:r>
            <a:r>
              <a:rPr lang="zh-CN" altLang="en-US" sz="2000"/>
              <a:t>）</a:t>
            </a:r>
            <a:r>
              <a:rPr lang="zh-CN" altLang="en-US" sz="2800"/>
              <a:t>， 称为</a:t>
            </a:r>
            <a:r>
              <a:rPr lang="en-US" altLang="zh-CN" sz="2800"/>
              <a:t>4+1</a:t>
            </a:r>
            <a:r>
              <a:rPr lang="zh-CN" altLang="en-US" sz="2800"/>
              <a:t>视图</a:t>
            </a:r>
            <a:endParaRPr lang="zh-CN" altLang="en-US" sz="2800"/>
          </a:p>
          <a:p>
            <a:endParaRPr lang="zh-CN" altLang="en-US" smtClean="0"/>
          </a:p>
        </p:txBody>
      </p:sp>
      <p:grpSp>
        <p:nvGrpSpPr>
          <p:cNvPr id="12293" name="Group 4"/>
          <p:cNvGrpSpPr/>
          <p:nvPr/>
        </p:nvGrpSpPr>
        <p:grpSpPr bwMode="auto">
          <a:xfrm>
            <a:off x="2351584" y="2492896"/>
            <a:ext cx="6862266" cy="3204642"/>
            <a:chOff x="703" y="1661"/>
            <a:chExt cx="3855" cy="1701"/>
          </a:xfrm>
        </p:grpSpPr>
        <p:sp>
          <p:nvSpPr>
            <p:cNvPr id="12294" name="Rectangle 5"/>
            <p:cNvSpPr>
              <a:spLocks noChangeArrowheads="1"/>
            </p:cNvSpPr>
            <p:nvPr/>
          </p:nvSpPr>
          <p:spPr bwMode="auto">
            <a:xfrm>
              <a:off x="703" y="1661"/>
              <a:ext cx="1678" cy="635"/>
            </a:xfrm>
            <a:prstGeom prst="rect">
              <a:avLst/>
            </a:prstGeom>
            <a:solidFill>
              <a:schemeClr val="accent1"/>
            </a:solidFill>
            <a:ln w="9525"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000">
                  <a:solidFill>
                    <a:schemeClr val="tx1"/>
                  </a:solidFill>
                  <a:latin typeface="Arial" panose="020B0604020202020204" pitchFamily="34" charset="0"/>
                  <a:ea typeface="华文细黑" panose="02010600040101010101" pitchFamily="2" charset="-122"/>
                </a:defRPr>
              </a:lvl1pPr>
              <a:lvl2pPr marL="742950" indent="-285750">
                <a:defRPr sz="2000">
                  <a:solidFill>
                    <a:schemeClr val="tx1"/>
                  </a:solidFill>
                  <a:latin typeface="Arial" panose="020B0604020202020204" pitchFamily="34" charset="0"/>
                  <a:ea typeface="华文细黑" panose="02010600040101010101" pitchFamily="2" charset="-122"/>
                </a:defRPr>
              </a:lvl2pPr>
              <a:lvl3pPr marL="1143000" indent="-228600">
                <a:defRPr sz="2000">
                  <a:solidFill>
                    <a:schemeClr val="tx1"/>
                  </a:solidFill>
                  <a:latin typeface="Arial" panose="020B0604020202020204" pitchFamily="34" charset="0"/>
                  <a:ea typeface="华文细黑" panose="02010600040101010101" pitchFamily="2" charset="-122"/>
                </a:defRPr>
              </a:lvl3pPr>
              <a:lvl4pPr marL="1600200" indent="-228600">
                <a:defRPr sz="2000">
                  <a:solidFill>
                    <a:schemeClr val="tx1"/>
                  </a:solidFill>
                  <a:latin typeface="Arial" panose="020B0604020202020204" pitchFamily="34" charset="0"/>
                  <a:ea typeface="华文细黑" panose="02010600040101010101" pitchFamily="2" charset="-122"/>
                </a:defRPr>
              </a:lvl4pPr>
              <a:lvl5pPr marL="2057400" indent="-228600">
                <a:defRPr sz="2000">
                  <a:solidFill>
                    <a:schemeClr val="tx1"/>
                  </a:solidFill>
                  <a:latin typeface="Arial" panose="020B0604020202020204" pitchFamily="34" charset="0"/>
                  <a:ea typeface="华文细黑" panose="02010600040101010101" pitchFamily="2" charset="-122"/>
                </a:defRPr>
              </a:lvl5pPr>
              <a:lvl6pPr marL="2514600" indent="-228600" algn="r" eaLnBrk="0" fontAlgn="base" hangingPunct="0">
                <a:lnSpc>
                  <a:spcPct val="75000"/>
                </a:lnSpc>
                <a:spcBef>
                  <a:spcPct val="0"/>
                </a:spcBef>
                <a:spcAft>
                  <a:spcPct val="0"/>
                </a:spcAft>
                <a:defRPr sz="2000">
                  <a:solidFill>
                    <a:schemeClr val="tx1"/>
                  </a:solidFill>
                  <a:latin typeface="Arial" panose="020B0604020202020204" pitchFamily="34" charset="0"/>
                  <a:ea typeface="华文细黑" panose="02010600040101010101" pitchFamily="2" charset="-122"/>
                </a:defRPr>
              </a:lvl6pPr>
              <a:lvl7pPr marL="2971800" indent="-228600" algn="r" eaLnBrk="0" fontAlgn="base" hangingPunct="0">
                <a:lnSpc>
                  <a:spcPct val="75000"/>
                </a:lnSpc>
                <a:spcBef>
                  <a:spcPct val="0"/>
                </a:spcBef>
                <a:spcAft>
                  <a:spcPct val="0"/>
                </a:spcAft>
                <a:defRPr sz="2000">
                  <a:solidFill>
                    <a:schemeClr val="tx1"/>
                  </a:solidFill>
                  <a:latin typeface="Arial" panose="020B0604020202020204" pitchFamily="34" charset="0"/>
                  <a:ea typeface="华文细黑" panose="02010600040101010101" pitchFamily="2" charset="-122"/>
                </a:defRPr>
              </a:lvl7pPr>
              <a:lvl8pPr marL="3429000" indent="-228600" algn="r" eaLnBrk="0" fontAlgn="base" hangingPunct="0">
                <a:lnSpc>
                  <a:spcPct val="75000"/>
                </a:lnSpc>
                <a:spcBef>
                  <a:spcPct val="0"/>
                </a:spcBef>
                <a:spcAft>
                  <a:spcPct val="0"/>
                </a:spcAft>
                <a:defRPr sz="2000">
                  <a:solidFill>
                    <a:schemeClr val="tx1"/>
                  </a:solidFill>
                  <a:latin typeface="Arial" panose="020B0604020202020204" pitchFamily="34" charset="0"/>
                  <a:ea typeface="华文细黑" panose="02010600040101010101" pitchFamily="2" charset="-122"/>
                </a:defRPr>
              </a:lvl8pPr>
              <a:lvl9pPr marL="3886200" indent="-228600" algn="r" eaLnBrk="0" fontAlgn="base" hangingPunct="0">
                <a:lnSpc>
                  <a:spcPct val="75000"/>
                </a:lnSpc>
                <a:spcBef>
                  <a:spcPct val="0"/>
                </a:spcBef>
                <a:spcAft>
                  <a:spcPct val="0"/>
                </a:spcAft>
                <a:defRPr sz="2000">
                  <a:solidFill>
                    <a:schemeClr val="tx1"/>
                  </a:solidFill>
                  <a:latin typeface="Arial" panose="020B0604020202020204" pitchFamily="34" charset="0"/>
                  <a:ea typeface="华文细黑" panose="02010600040101010101" pitchFamily="2" charset="-122"/>
                </a:defRPr>
              </a:lvl9pPr>
            </a:lstStyle>
            <a:p>
              <a:pPr algn="ctr" eaLnBrk="1" hangingPunct="1">
                <a:lnSpc>
                  <a:spcPct val="100000"/>
                </a:lnSpc>
              </a:pPr>
              <a:r>
                <a:rPr lang="zh-CN" altLang="en-US">
                  <a:ea typeface="黑体" panose="02010609060101010101" pitchFamily="49" charset="-122"/>
                </a:rPr>
                <a:t>逻辑视图</a:t>
              </a:r>
              <a:endParaRPr lang="zh-CN" altLang="en-US">
                <a:ea typeface="黑体" panose="02010609060101010101" pitchFamily="49" charset="-122"/>
              </a:endParaRPr>
            </a:p>
            <a:p>
              <a:pPr algn="ctr" eaLnBrk="1" hangingPunct="1">
                <a:lnSpc>
                  <a:spcPct val="100000"/>
                </a:lnSpc>
              </a:pPr>
              <a:r>
                <a:rPr lang="en-US" altLang="zh-CN" sz="1800" b="1">
                  <a:ea typeface="宋体" panose="02010600030101010101" pitchFamily="2" charset="-122"/>
                </a:rPr>
                <a:t>Logic view</a:t>
              </a:r>
              <a:endParaRPr lang="en-US" altLang="zh-CN" sz="1800" b="1">
                <a:ea typeface="宋体" panose="02010600030101010101" pitchFamily="2" charset="-122"/>
              </a:endParaRPr>
            </a:p>
          </p:txBody>
        </p:sp>
        <p:sp>
          <p:nvSpPr>
            <p:cNvPr id="12295" name="Rectangle 6"/>
            <p:cNvSpPr>
              <a:spLocks noChangeArrowheads="1"/>
            </p:cNvSpPr>
            <p:nvPr/>
          </p:nvSpPr>
          <p:spPr bwMode="auto">
            <a:xfrm>
              <a:off x="2835" y="1661"/>
              <a:ext cx="1723" cy="635"/>
            </a:xfrm>
            <a:prstGeom prst="rect">
              <a:avLst/>
            </a:prstGeom>
            <a:solidFill>
              <a:schemeClr val="accent1"/>
            </a:solidFill>
            <a:ln w="9525"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000">
                  <a:solidFill>
                    <a:schemeClr val="tx1"/>
                  </a:solidFill>
                  <a:latin typeface="Arial" panose="020B0604020202020204" pitchFamily="34" charset="0"/>
                  <a:ea typeface="华文细黑" panose="02010600040101010101" pitchFamily="2" charset="-122"/>
                </a:defRPr>
              </a:lvl1pPr>
              <a:lvl2pPr marL="742950" indent="-285750">
                <a:defRPr sz="2000">
                  <a:solidFill>
                    <a:schemeClr val="tx1"/>
                  </a:solidFill>
                  <a:latin typeface="Arial" panose="020B0604020202020204" pitchFamily="34" charset="0"/>
                  <a:ea typeface="华文细黑" panose="02010600040101010101" pitchFamily="2" charset="-122"/>
                </a:defRPr>
              </a:lvl2pPr>
              <a:lvl3pPr marL="1143000" indent="-228600">
                <a:defRPr sz="2000">
                  <a:solidFill>
                    <a:schemeClr val="tx1"/>
                  </a:solidFill>
                  <a:latin typeface="Arial" panose="020B0604020202020204" pitchFamily="34" charset="0"/>
                  <a:ea typeface="华文细黑" panose="02010600040101010101" pitchFamily="2" charset="-122"/>
                </a:defRPr>
              </a:lvl3pPr>
              <a:lvl4pPr marL="1600200" indent="-228600">
                <a:defRPr sz="2000">
                  <a:solidFill>
                    <a:schemeClr val="tx1"/>
                  </a:solidFill>
                  <a:latin typeface="Arial" panose="020B0604020202020204" pitchFamily="34" charset="0"/>
                  <a:ea typeface="华文细黑" panose="02010600040101010101" pitchFamily="2" charset="-122"/>
                </a:defRPr>
              </a:lvl4pPr>
              <a:lvl5pPr marL="2057400" indent="-228600">
                <a:defRPr sz="2000">
                  <a:solidFill>
                    <a:schemeClr val="tx1"/>
                  </a:solidFill>
                  <a:latin typeface="Arial" panose="020B0604020202020204" pitchFamily="34" charset="0"/>
                  <a:ea typeface="华文细黑" panose="02010600040101010101" pitchFamily="2" charset="-122"/>
                </a:defRPr>
              </a:lvl5pPr>
              <a:lvl6pPr marL="2514600" indent="-228600" algn="r" eaLnBrk="0" fontAlgn="base" hangingPunct="0">
                <a:lnSpc>
                  <a:spcPct val="75000"/>
                </a:lnSpc>
                <a:spcBef>
                  <a:spcPct val="0"/>
                </a:spcBef>
                <a:spcAft>
                  <a:spcPct val="0"/>
                </a:spcAft>
                <a:defRPr sz="2000">
                  <a:solidFill>
                    <a:schemeClr val="tx1"/>
                  </a:solidFill>
                  <a:latin typeface="Arial" panose="020B0604020202020204" pitchFamily="34" charset="0"/>
                  <a:ea typeface="华文细黑" panose="02010600040101010101" pitchFamily="2" charset="-122"/>
                </a:defRPr>
              </a:lvl6pPr>
              <a:lvl7pPr marL="2971800" indent="-228600" algn="r" eaLnBrk="0" fontAlgn="base" hangingPunct="0">
                <a:lnSpc>
                  <a:spcPct val="75000"/>
                </a:lnSpc>
                <a:spcBef>
                  <a:spcPct val="0"/>
                </a:spcBef>
                <a:spcAft>
                  <a:spcPct val="0"/>
                </a:spcAft>
                <a:defRPr sz="2000">
                  <a:solidFill>
                    <a:schemeClr val="tx1"/>
                  </a:solidFill>
                  <a:latin typeface="Arial" panose="020B0604020202020204" pitchFamily="34" charset="0"/>
                  <a:ea typeface="华文细黑" panose="02010600040101010101" pitchFamily="2" charset="-122"/>
                </a:defRPr>
              </a:lvl7pPr>
              <a:lvl8pPr marL="3429000" indent="-228600" algn="r" eaLnBrk="0" fontAlgn="base" hangingPunct="0">
                <a:lnSpc>
                  <a:spcPct val="75000"/>
                </a:lnSpc>
                <a:spcBef>
                  <a:spcPct val="0"/>
                </a:spcBef>
                <a:spcAft>
                  <a:spcPct val="0"/>
                </a:spcAft>
                <a:defRPr sz="2000">
                  <a:solidFill>
                    <a:schemeClr val="tx1"/>
                  </a:solidFill>
                  <a:latin typeface="Arial" panose="020B0604020202020204" pitchFamily="34" charset="0"/>
                  <a:ea typeface="华文细黑" panose="02010600040101010101" pitchFamily="2" charset="-122"/>
                </a:defRPr>
              </a:lvl8pPr>
              <a:lvl9pPr marL="3886200" indent="-228600" algn="r" eaLnBrk="0" fontAlgn="base" hangingPunct="0">
                <a:lnSpc>
                  <a:spcPct val="75000"/>
                </a:lnSpc>
                <a:spcBef>
                  <a:spcPct val="0"/>
                </a:spcBef>
                <a:spcAft>
                  <a:spcPct val="0"/>
                </a:spcAft>
                <a:defRPr sz="2000">
                  <a:solidFill>
                    <a:schemeClr val="tx1"/>
                  </a:solidFill>
                  <a:latin typeface="Arial" panose="020B0604020202020204" pitchFamily="34" charset="0"/>
                  <a:ea typeface="华文细黑" panose="02010600040101010101" pitchFamily="2" charset="-122"/>
                </a:defRPr>
              </a:lvl9pPr>
            </a:lstStyle>
            <a:p>
              <a:pPr algn="ctr" eaLnBrk="1" hangingPunct="1">
                <a:lnSpc>
                  <a:spcPct val="100000"/>
                </a:lnSpc>
              </a:pPr>
              <a:r>
                <a:rPr lang="zh-CN" altLang="en-US">
                  <a:ea typeface="黑体" panose="02010609060101010101" pitchFamily="49" charset="-122"/>
                </a:rPr>
                <a:t>实现视图</a:t>
              </a:r>
              <a:endParaRPr lang="zh-CN" altLang="en-US">
                <a:ea typeface="黑体" panose="02010609060101010101" pitchFamily="49" charset="-122"/>
              </a:endParaRPr>
            </a:p>
            <a:p>
              <a:pPr algn="ctr" eaLnBrk="1" hangingPunct="1">
                <a:lnSpc>
                  <a:spcPct val="100000"/>
                </a:lnSpc>
              </a:pPr>
              <a:r>
                <a:rPr lang="en-US" altLang="zh-CN" sz="1800" b="1">
                  <a:ea typeface="宋体" panose="02010600030101010101" pitchFamily="2" charset="-122"/>
                </a:rPr>
                <a:t>Component view</a:t>
              </a:r>
              <a:endParaRPr lang="en-US" altLang="zh-CN" sz="1800" b="1">
                <a:ea typeface="宋体" panose="02010600030101010101" pitchFamily="2" charset="-122"/>
              </a:endParaRPr>
            </a:p>
          </p:txBody>
        </p:sp>
        <p:sp>
          <p:nvSpPr>
            <p:cNvPr id="12296" name="Rectangle 7"/>
            <p:cNvSpPr>
              <a:spLocks noChangeArrowheads="1"/>
            </p:cNvSpPr>
            <p:nvPr/>
          </p:nvSpPr>
          <p:spPr bwMode="auto">
            <a:xfrm>
              <a:off x="703" y="2727"/>
              <a:ext cx="1678" cy="635"/>
            </a:xfrm>
            <a:prstGeom prst="rect">
              <a:avLst/>
            </a:prstGeom>
            <a:solidFill>
              <a:schemeClr val="accent1"/>
            </a:solidFill>
            <a:ln w="9525"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000">
                  <a:solidFill>
                    <a:schemeClr val="tx1"/>
                  </a:solidFill>
                  <a:latin typeface="Arial" panose="020B0604020202020204" pitchFamily="34" charset="0"/>
                  <a:ea typeface="华文细黑" panose="02010600040101010101" pitchFamily="2" charset="-122"/>
                </a:defRPr>
              </a:lvl1pPr>
              <a:lvl2pPr marL="742950" indent="-285750">
                <a:defRPr sz="2000">
                  <a:solidFill>
                    <a:schemeClr val="tx1"/>
                  </a:solidFill>
                  <a:latin typeface="Arial" panose="020B0604020202020204" pitchFamily="34" charset="0"/>
                  <a:ea typeface="华文细黑" panose="02010600040101010101" pitchFamily="2" charset="-122"/>
                </a:defRPr>
              </a:lvl2pPr>
              <a:lvl3pPr marL="1143000" indent="-228600">
                <a:defRPr sz="2000">
                  <a:solidFill>
                    <a:schemeClr val="tx1"/>
                  </a:solidFill>
                  <a:latin typeface="Arial" panose="020B0604020202020204" pitchFamily="34" charset="0"/>
                  <a:ea typeface="华文细黑" panose="02010600040101010101" pitchFamily="2" charset="-122"/>
                </a:defRPr>
              </a:lvl3pPr>
              <a:lvl4pPr marL="1600200" indent="-228600">
                <a:defRPr sz="2000">
                  <a:solidFill>
                    <a:schemeClr val="tx1"/>
                  </a:solidFill>
                  <a:latin typeface="Arial" panose="020B0604020202020204" pitchFamily="34" charset="0"/>
                  <a:ea typeface="华文细黑" panose="02010600040101010101" pitchFamily="2" charset="-122"/>
                </a:defRPr>
              </a:lvl4pPr>
              <a:lvl5pPr marL="2057400" indent="-228600">
                <a:defRPr sz="2000">
                  <a:solidFill>
                    <a:schemeClr val="tx1"/>
                  </a:solidFill>
                  <a:latin typeface="Arial" panose="020B0604020202020204" pitchFamily="34" charset="0"/>
                  <a:ea typeface="华文细黑" panose="02010600040101010101" pitchFamily="2" charset="-122"/>
                </a:defRPr>
              </a:lvl5pPr>
              <a:lvl6pPr marL="2514600" indent="-228600" algn="r" eaLnBrk="0" fontAlgn="base" hangingPunct="0">
                <a:lnSpc>
                  <a:spcPct val="75000"/>
                </a:lnSpc>
                <a:spcBef>
                  <a:spcPct val="0"/>
                </a:spcBef>
                <a:spcAft>
                  <a:spcPct val="0"/>
                </a:spcAft>
                <a:defRPr sz="2000">
                  <a:solidFill>
                    <a:schemeClr val="tx1"/>
                  </a:solidFill>
                  <a:latin typeface="Arial" panose="020B0604020202020204" pitchFamily="34" charset="0"/>
                  <a:ea typeface="华文细黑" panose="02010600040101010101" pitchFamily="2" charset="-122"/>
                </a:defRPr>
              </a:lvl6pPr>
              <a:lvl7pPr marL="2971800" indent="-228600" algn="r" eaLnBrk="0" fontAlgn="base" hangingPunct="0">
                <a:lnSpc>
                  <a:spcPct val="75000"/>
                </a:lnSpc>
                <a:spcBef>
                  <a:spcPct val="0"/>
                </a:spcBef>
                <a:spcAft>
                  <a:spcPct val="0"/>
                </a:spcAft>
                <a:defRPr sz="2000">
                  <a:solidFill>
                    <a:schemeClr val="tx1"/>
                  </a:solidFill>
                  <a:latin typeface="Arial" panose="020B0604020202020204" pitchFamily="34" charset="0"/>
                  <a:ea typeface="华文细黑" panose="02010600040101010101" pitchFamily="2" charset="-122"/>
                </a:defRPr>
              </a:lvl7pPr>
              <a:lvl8pPr marL="3429000" indent="-228600" algn="r" eaLnBrk="0" fontAlgn="base" hangingPunct="0">
                <a:lnSpc>
                  <a:spcPct val="75000"/>
                </a:lnSpc>
                <a:spcBef>
                  <a:spcPct val="0"/>
                </a:spcBef>
                <a:spcAft>
                  <a:spcPct val="0"/>
                </a:spcAft>
                <a:defRPr sz="2000">
                  <a:solidFill>
                    <a:schemeClr val="tx1"/>
                  </a:solidFill>
                  <a:latin typeface="Arial" panose="020B0604020202020204" pitchFamily="34" charset="0"/>
                  <a:ea typeface="华文细黑" panose="02010600040101010101" pitchFamily="2" charset="-122"/>
                </a:defRPr>
              </a:lvl8pPr>
              <a:lvl9pPr marL="3886200" indent="-228600" algn="r" eaLnBrk="0" fontAlgn="base" hangingPunct="0">
                <a:lnSpc>
                  <a:spcPct val="75000"/>
                </a:lnSpc>
                <a:spcBef>
                  <a:spcPct val="0"/>
                </a:spcBef>
                <a:spcAft>
                  <a:spcPct val="0"/>
                </a:spcAft>
                <a:defRPr sz="2000">
                  <a:solidFill>
                    <a:schemeClr val="tx1"/>
                  </a:solidFill>
                  <a:latin typeface="Arial" panose="020B0604020202020204" pitchFamily="34" charset="0"/>
                  <a:ea typeface="华文细黑" panose="02010600040101010101" pitchFamily="2" charset="-122"/>
                </a:defRPr>
              </a:lvl9pPr>
            </a:lstStyle>
            <a:p>
              <a:pPr algn="ctr" eaLnBrk="1" hangingPunct="1">
                <a:lnSpc>
                  <a:spcPct val="100000"/>
                </a:lnSpc>
              </a:pPr>
              <a:r>
                <a:rPr lang="zh-CN" altLang="en-US">
                  <a:ea typeface="黑体" panose="02010609060101010101" pitchFamily="49" charset="-122"/>
                </a:rPr>
                <a:t>进程视图</a:t>
              </a:r>
              <a:endParaRPr lang="zh-CN" altLang="en-US">
                <a:ea typeface="黑体" panose="02010609060101010101" pitchFamily="49" charset="-122"/>
              </a:endParaRPr>
            </a:p>
            <a:p>
              <a:pPr algn="ctr" eaLnBrk="1" hangingPunct="1">
                <a:lnSpc>
                  <a:spcPct val="100000"/>
                </a:lnSpc>
              </a:pPr>
              <a:r>
                <a:rPr lang="en-US" altLang="zh-CN" sz="1800" b="1">
                  <a:ea typeface="宋体" panose="02010600030101010101" pitchFamily="2" charset="-122"/>
                </a:rPr>
                <a:t>Process view</a:t>
              </a:r>
              <a:endParaRPr lang="en-US" altLang="zh-CN" sz="1800" b="1">
                <a:ea typeface="宋体" panose="02010600030101010101" pitchFamily="2" charset="-122"/>
              </a:endParaRPr>
            </a:p>
          </p:txBody>
        </p:sp>
        <p:sp>
          <p:nvSpPr>
            <p:cNvPr id="12297" name="Rectangle 8"/>
            <p:cNvSpPr>
              <a:spLocks noChangeArrowheads="1"/>
            </p:cNvSpPr>
            <p:nvPr/>
          </p:nvSpPr>
          <p:spPr bwMode="auto">
            <a:xfrm>
              <a:off x="2857" y="2727"/>
              <a:ext cx="1678" cy="635"/>
            </a:xfrm>
            <a:prstGeom prst="rect">
              <a:avLst/>
            </a:prstGeom>
            <a:solidFill>
              <a:schemeClr val="accent1"/>
            </a:solidFill>
            <a:ln w="9525"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000">
                  <a:solidFill>
                    <a:schemeClr val="tx1"/>
                  </a:solidFill>
                  <a:latin typeface="Arial" panose="020B0604020202020204" pitchFamily="34" charset="0"/>
                  <a:ea typeface="华文细黑" panose="02010600040101010101" pitchFamily="2" charset="-122"/>
                </a:defRPr>
              </a:lvl1pPr>
              <a:lvl2pPr marL="742950" indent="-285750">
                <a:defRPr sz="2000">
                  <a:solidFill>
                    <a:schemeClr val="tx1"/>
                  </a:solidFill>
                  <a:latin typeface="Arial" panose="020B0604020202020204" pitchFamily="34" charset="0"/>
                  <a:ea typeface="华文细黑" panose="02010600040101010101" pitchFamily="2" charset="-122"/>
                </a:defRPr>
              </a:lvl2pPr>
              <a:lvl3pPr marL="1143000" indent="-228600">
                <a:defRPr sz="2000">
                  <a:solidFill>
                    <a:schemeClr val="tx1"/>
                  </a:solidFill>
                  <a:latin typeface="Arial" panose="020B0604020202020204" pitchFamily="34" charset="0"/>
                  <a:ea typeface="华文细黑" panose="02010600040101010101" pitchFamily="2" charset="-122"/>
                </a:defRPr>
              </a:lvl3pPr>
              <a:lvl4pPr marL="1600200" indent="-228600">
                <a:defRPr sz="2000">
                  <a:solidFill>
                    <a:schemeClr val="tx1"/>
                  </a:solidFill>
                  <a:latin typeface="Arial" panose="020B0604020202020204" pitchFamily="34" charset="0"/>
                  <a:ea typeface="华文细黑" panose="02010600040101010101" pitchFamily="2" charset="-122"/>
                </a:defRPr>
              </a:lvl4pPr>
              <a:lvl5pPr marL="2057400" indent="-228600">
                <a:defRPr sz="2000">
                  <a:solidFill>
                    <a:schemeClr val="tx1"/>
                  </a:solidFill>
                  <a:latin typeface="Arial" panose="020B0604020202020204" pitchFamily="34" charset="0"/>
                  <a:ea typeface="华文细黑" panose="02010600040101010101" pitchFamily="2" charset="-122"/>
                </a:defRPr>
              </a:lvl5pPr>
              <a:lvl6pPr marL="2514600" indent="-228600" algn="r" eaLnBrk="0" fontAlgn="base" hangingPunct="0">
                <a:lnSpc>
                  <a:spcPct val="75000"/>
                </a:lnSpc>
                <a:spcBef>
                  <a:spcPct val="0"/>
                </a:spcBef>
                <a:spcAft>
                  <a:spcPct val="0"/>
                </a:spcAft>
                <a:defRPr sz="2000">
                  <a:solidFill>
                    <a:schemeClr val="tx1"/>
                  </a:solidFill>
                  <a:latin typeface="Arial" panose="020B0604020202020204" pitchFamily="34" charset="0"/>
                  <a:ea typeface="华文细黑" panose="02010600040101010101" pitchFamily="2" charset="-122"/>
                </a:defRPr>
              </a:lvl6pPr>
              <a:lvl7pPr marL="2971800" indent="-228600" algn="r" eaLnBrk="0" fontAlgn="base" hangingPunct="0">
                <a:lnSpc>
                  <a:spcPct val="75000"/>
                </a:lnSpc>
                <a:spcBef>
                  <a:spcPct val="0"/>
                </a:spcBef>
                <a:spcAft>
                  <a:spcPct val="0"/>
                </a:spcAft>
                <a:defRPr sz="2000">
                  <a:solidFill>
                    <a:schemeClr val="tx1"/>
                  </a:solidFill>
                  <a:latin typeface="Arial" panose="020B0604020202020204" pitchFamily="34" charset="0"/>
                  <a:ea typeface="华文细黑" panose="02010600040101010101" pitchFamily="2" charset="-122"/>
                </a:defRPr>
              </a:lvl7pPr>
              <a:lvl8pPr marL="3429000" indent="-228600" algn="r" eaLnBrk="0" fontAlgn="base" hangingPunct="0">
                <a:lnSpc>
                  <a:spcPct val="75000"/>
                </a:lnSpc>
                <a:spcBef>
                  <a:spcPct val="0"/>
                </a:spcBef>
                <a:spcAft>
                  <a:spcPct val="0"/>
                </a:spcAft>
                <a:defRPr sz="2000">
                  <a:solidFill>
                    <a:schemeClr val="tx1"/>
                  </a:solidFill>
                  <a:latin typeface="Arial" panose="020B0604020202020204" pitchFamily="34" charset="0"/>
                  <a:ea typeface="华文细黑" panose="02010600040101010101" pitchFamily="2" charset="-122"/>
                </a:defRPr>
              </a:lvl8pPr>
              <a:lvl9pPr marL="3886200" indent="-228600" algn="r" eaLnBrk="0" fontAlgn="base" hangingPunct="0">
                <a:lnSpc>
                  <a:spcPct val="75000"/>
                </a:lnSpc>
                <a:spcBef>
                  <a:spcPct val="0"/>
                </a:spcBef>
                <a:spcAft>
                  <a:spcPct val="0"/>
                </a:spcAft>
                <a:defRPr sz="2000">
                  <a:solidFill>
                    <a:schemeClr val="tx1"/>
                  </a:solidFill>
                  <a:latin typeface="Arial" panose="020B0604020202020204" pitchFamily="34" charset="0"/>
                  <a:ea typeface="华文细黑" panose="02010600040101010101" pitchFamily="2" charset="-122"/>
                </a:defRPr>
              </a:lvl9pPr>
            </a:lstStyle>
            <a:p>
              <a:pPr algn="ctr" eaLnBrk="1" hangingPunct="1">
                <a:lnSpc>
                  <a:spcPct val="100000"/>
                </a:lnSpc>
              </a:pPr>
              <a:r>
                <a:rPr lang="zh-CN" altLang="en-US">
                  <a:ea typeface="黑体" panose="02010609060101010101" pitchFamily="49" charset="-122"/>
                </a:rPr>
                <a:t>部署视图</a:t>
              </a:r>
              <a:endParaRPr lang="zh-CN" altLang="en-US">
                <a:ea typeface="黑体" panose="02010609060101010101" pitchFamily="49" charset="-122"/>
              </a:endParaRPr>
            </a:p>
            <a:p>
              <a:pPr algn="ctr" eaLnBrk="1" hangingPunct="1">
                <a:lnSpc>
                  <a:spcPct val="100000"/>
                </a:lnSpc>
              </a:pPr>
              <a:r>
                <a:rPr lang="en-US" altLang="zh-CN" sz="1800" b="1">
                  <a:ea typeface="宋体" panose="02010600030101010101" pitchFamily="2" charset="-122"/>
                </a:rPr>
                <a:t>Deployment view</a:t>
              </a:r>
              <a:endParaRPr lang="en-US" altLang="zh-CN" sz="1800" b="1">
                <a:ea typeface="宋体" panose="02010600030101010101" pitchFamily="2" charset="-122"/>
              </a:endParaRPr>
            </a:p>
          </p:txBody>
        </p:sp>
        <p:sp>
          <p:nvSpPr>
            <p:cNvPr id="12298" name="Oval 9"/>
            <p:cNvSpPr>
              <a:spLocks noChangeArrowheads="1"/>
            </p:cNvSpPr>
            <p:nvPr/>
          </p:nvSpPr>
          <p:spPr bwMode="auto">
            <a:xfrm>
              <a:off x="1927" y="2160"/>
              <a:ext cx="1316" cy="771"/>
            </a:xfrm>
            <a:prstGeom prst="ellipse">
              <a:avLst/>
            </a:prstGeom>
            <a:solidFill>
              <a:srgbClr val="FFCC00"/>
            </a:solidFill>
            <a:ln w="9525" algn="ctr">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000">
                  <a:solidFill>
                    <a:schemeClr val="tx1"/>
                  </a:solidFill>
                  <a:latin typeface="Arial" panose="020B0604020202020204" pitchFamily="34" charset="0"/>
                  <a:ea typeface="华文细黑" panose="02010600040101010101" pitchFamily="2" charset="-122"/>
                </a:defRPr>
              </a:lvl1pPr>
              <a:lvl2pPr marL="742950" indent="-285750">
                <a:defRPr sz="2000">
                  <a:solidFill>
                    <a:schemeClr val="tx1"/>
                  </a:solidFill>
                  <a:latin typeface="Arial" panose="020B0604020202020204" pitchFamily="34" charset="0"/>
                  <a:ea typeface="华文细黑" panose="02010600040101010101" pitchFamily="2" charset="-122"/>
                </a:defRPr>
              </a:lvl2pPr>
              <a:lvl3pPr marL="1143000" indent="-228600">
                <a:defRPr sz="2000">
                  <a:solidFill>
                    <a:schemeClr val="tx1"/>
                  </a:solidFill>
                  <a:latin typeface="Arial" panose="020B0604020202020204" pitchFamily="34" charset="0"/>
                  <a:ea typeface="华文细黑" panose="02010600040101010101" pitchFamily="2" charset="-122"/>
                </a:defRPr>
              </a:lvl3pPr>
              <a:lvl4pPr marL="1600200" indent="-228600">
                <a:defRPr sz="2000">
                  <a:solidFill>
                    <a:schemeClr val="tx1"/>
                  </a:solidFill>
                  <a:latin typeface="Arial" panose="020B0604020202020204" pitchFamily="34" charset="0"/>
                  <a:ea typeface="华文细黑" panose="02010600040101010101" pitchFamily="2" charset="-122"/>
                </a:defRPr>
              </a:lvl4pPr>
              <a:lvl5pPr marL="2057400" indent="-228600">
                <a:defRPr sz="2000">
                  <a:solidFill>
                    <a:schemeClr val="tx1"/>
                  </a:solidFill>
                  <a:latin typeface="Arial" panose="020B0604020202020204" pitchFamily="34" charset="0"/>
                  <a:ea typeface="华文细黑" panose="02010600040101010101" pitchFamily="2" charset="-122"/>
                </a:defRPr>
              </a:lvl5pPr>
              <a:lvl6pPr marL="2514600" indent="-228600" algn="r" eaLnBrk="0" fontAlgn="base" hangingPunct="0">
                <a:lnSpc>
                  <a:spcPct val="75000"/>
                </a:lnSpc>
                <a:spcBef>
                  <a:spcPct val="0"/>
                </a:spcBef>
                <a:spcAft>
                  <a:spcPct val="0"/>
                </a:spcAft>
                <a:defRPr sz="2000">
                  <a:solidFill>
                    <a:schemeClr val="tx1"/>
                  </a:solidFill>
                  <a:latin typeface="Arial" panose="020B0604020202020204" pitchFamily="34" charset="0"/>
                  <a:ea typeface="华文细黑" panose="02010600040101010101" pitchFamily="2" charset="-122"/>
                </a:defRPr>
              </a:lvl6pPr>
              <a:lvl7pPr marL="2971800" indent="-228600" algn="r" eaLnBrk="0" fontAlgn="base" hangingPunct="0">
                <a:lnSpc>
                  <a:spcPct val="75000"/>
                </a:lnSpc>
                <a:spcBef>
                  <a:spcPct val="0"/>
                </a:spcBef>
                <a:spcAft>
                  <a:spcPct val="0"/>
                </a:spcAft>
                <a:defRPr sz="2000">
                  <a:solidFill>
                    <a:schemeClr val="tx1"/>
                  </a:solidFill>
                  <a:latin typeface="Arial" panose="020B0604020202020204" pitchFamily="34" charset="0"/>
                  <a:ea typeface="华文细黑" panose="02010600040101010101" pitchFamily="2" charset="-122"/>
                </a:defRPr>
              </a:lvl7pPr>
              <a:lvl8pPr marL="3429000" indent="-228600" algn="r" eaLnBrk="0" fontAlgn="base" hangingPunct="0">
                <a:lnSpc>
                  <a:spcPct val="75000"/>
                </a:lnSpc>
                <a:spcBef>
                  <a:spcPct val="0"/>
                </a:spcBef>
                <a:spcAft>
                  <a:spcPct val="0"/>
                </a:spcAft>
                <a:defRPr sz="2000">
                  <a:solidFill>
                    <a:schemeClr val="tx1"/>
                  </a:solidFill>
                  <a:latin typeface="Arial" panose="020B0604020202020204" pitchFamily="34" charset="0"/>
                  <a:ea typeface="华文细黑" panose="02010600040101010101" pitchFamily="2" charset="-122"/>
                </a:defRPr>
              </a:lvl8pPr>
              <a:lvl9pPr marL="3886200" indent="-228600" algn="r" eaLnBrk="0" fontAlgn="base" hangingPunct="0">
                <a:lnSpc>
                  <a:spcPct val="75000"/>
                </a:lnSpc>
                <a:spcBef>
                  <a:spcPct val="0"/>
                </a:spcBef>
                <a:spcAft>
                  <a:spcPct val="0"/>
                </a:spcAft>
                <a:defRPr sz="2000">
                  <a:solidFill>
                    <a:schemeClr val="tx1"/>
                  </a:solidFill>
                  <a:latin typeface="Arial" panose="020B0604020202020204" pitchFamily="34" charset="0"/>
                  <a:ea typeface="华文细黑" panose="02010600040101010101" pitchFamily="2" charset="-122"/>
                </a:defRPr>
              </a:lvl9pPr>
            </a:lstStyle>
            <a:p>
              <a:pPr algn="ctr" eaLnBrk="1" hangingPunct="1">
                <a:lnSpc>
                  <a:spcPct val="100000"/>
                </a:lnSpc>
              </a:pPr>
              <a:r>
                <a:rPr lang="zh-CN" altLang="en-US" b="1">
                  <a:ea typeface="黑体" panose="02010609060101010101" pitchFamily="49" charset="-122"/>
                </a:rPr>
                <a:t>用例视图</a:t>
              </a:r>
              <a:endParaRPr lang="zh-CN" altLang="en-US" b="1">
                <a:ea typeface="黑体" panose="02010609060101010101" pitchFamily="49" charset="-122"/>
              </a:endParaRPr>
            </a:p>
            <a:p>
              <a:pPr algn="ctr" eaLnBrk="1" hangingPunct="1">
                <a:lnSpc>
                  <a:spcPct val="100000"/>
                </a:lnSpc>
              </a:pPr>
              <a:r>
                <a:rPr lang="en-US" altLang="zh-CN" sz="1800" b="1">
                  <a:ea typeface="宋体" panose="02010600030101010101" pitchFamily="2" charset="-122"/>
                </a:rPr>
                <a:t>Use case view</a:t>
              </a:r>
              <a:endParaRPr lang="en-US" altLang="zh-CN" sz="1800" b="1">
                <a:ea typeface="宋体" panose="02010600030101010101" pitchFamily="2" charset="-122"/>
              </a:endParaRPr>
            </a:p>
          </p:txBody>
        </p:sp>
      </p:grpSp>
    </p:spTree>
  </p:cSld>
  <p:clrMapOvr>
    <a:masterClrMapping/>
  </p:clrMapOvr>
  <p:transition>
    <p:push/>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标题 1"/>
          <p:cNvSpPr>
            <a:spLocks noGrp="1"/>
          </p:cNvSpPr>
          <p:nvPr>
            <p:ph type="title"/>
          </p:nvPr>
        </p:nvSpPr>
        <p:spPr/>
        <p:txBody>
          <a:bodyPr/>
          <a:lstStyle/>
          <a:p>
            <a:r>
              <a:rPr lang="en-US" altLang="zh-CN" smtClean="0"/>
              <a:t>UML 4+1</a:t>
            </a:r>
            <a:r>
              <a:rPr lang="zh-CN" altLang="en-US" smtClean="0"/>
              <a:t>视图的作用</a:t>
            </a:r>
            <a:endParaRPr lang="zh-CN" altLang="en-US" smtClean="0"/>
          </a:p>
        </p:txBody>
      </p:sp>
      <p:sp>
        <p:nvSpPr>
          <p:cNvPr id="13315" name="内容占位符 2"/>
          <p:cNvSpPr>
            <a:spLocks noGrp="1"/>
          </p:cNvSpPr>
          <p:nvPr>
            <p:ph idx="1"/>
          </p:nvPr>
        </p:nvSpPr>
        <p:spPr/>
        <p:txBody>
          <a:bodyPr>
            <a:normAutofit/>
          </a:bodyPr>
          <a:lstStyle/>
          <a:p>
            <a:pPr>
              <a:lnSpc>
                <a:spcPct val="100000"/>
              </a:lnSpc>
              <a:spcBef>
                <a:spcPct val="30000"/>
              </a:spcBef>
            </a:pPr>
            <a:r>
              <a:rPr lang="zh-CN" altLang="en-US" sz="2400" dirty="0">
                <a:solidFill>
                  <a:srgbClr val="FFFF00"/>
                </a:solidFill>
              </a:rPr>
              <a:t>用例视图</a:t>
            </a:r>
            <a:r>
              <a:rPr lang="zh-CN" altLang="en-US" sz="2400" dirty="0"/>
              <a:t>：强调从用户的角度看到的或需要的系统功能，这种视图也叫做用户模型视图（</a:t>
            </a:r>
            <a:r>
              <a:rPr lang="en-US" altLang="zh-CN" sz="2400" dirty="0"/>
              <a:t>user model view</a:t>
            </a:r>
            <a:r>
              <a:rPr lang="zh-CN" altLang="en-US" sz="2400" dirty="0"/>
              <a:t>） 或场景视图（</a:t>
            </a:r>
            <a:r>
              <a:rPr lang="en-US" altLang="zh-CN" sz="2400" dirty="0"/>
              <a:t>scenario view</a:t>
            </a:r>
            <a:r>
              <a:rPr lang="zh-CN" altLang="en-US" sz="2400" dirty="0"/>
              <a:t>）；</a:t>
            </a:r>
            <a:endParaRPr lang="zh-CN" altLang="en-US" sz="2400" dirty="0"/>
          </a:p>
          <a:p>
            <a:pPr>
              <a:lnSpc>
                <a:spcPct val="100000"/>
              </a:lnSpc>
              <a:spcBef>
                <a:spcPct val="30000"/>
              </a:spcBef>
            </a:pPr>
            <a:r>
              <a:rPr lang="zh-CN" altLang="en-US" sz="2400" dirty="0">
                <a:solidFill>
                  <a:srgbClr val="FFFF00"/>
                </a:solidFill>
              </a:rPr>
              <a:t>逻辑视图</a:t>
            </a:r>
            <a:r>
              <a:rPr lang="zh-CN" altLang="en-US" sz="2400" dirty="0"/>
              <a:t>： 展现系统的静态或结构组成及特征，也称为结构模型视图（</a:t>
            </a:r>
            <a:r>
              <a:rPr lang="en-US" altLang="zh-CN" sz="2400" dirty="0"/>
              <a:t>structural model view</a:t>
            </a:r>
            <a:r>
              <a:rPr lang="zh-CN" altLang="en-US" sz="2400" dirty="0"/>
              <a:t>） 或静态视图（</a:t>
            </a:r>
            <a:r>
              <a:rPr lang="en-US" altLang="zh-CN" sz="2400" dirty="0"/>
              <a:t>static view</a:t>
            </a:r>
            <a:r>
              <a:rPr lang="zh-CN" altLang="en-US" sz="2400" dirty="0"/>
              <a:t>）；</a:t>
            </a:r>
            <a:endParaRPr lang="zh-CN" altLang="en-US" sz="2400" dirty="0"/>
          </a:p>
          <a:p>
            <a:pPr>
              <a:lnSpc>
                <a:spcPct val="100000"/>
              </a:lnSpc>
              <a:spcBef>
                <a:spcPct val="30000"/>
              </a:spcBef>
            </a:pPr>
            <a:r>
              <a:rPr lang="zh-CN" altLang="en-US" sz="2400" dirty="0">
                <a:solidFill>
                  <a:srgbClr val="FFC000"/>
                </a:solidFill>
              </a:rPr>
              <a:t>进程</a:t>
            </a:r>
            <a:r>
              <a:rPr lang="zh-CN" altLang="en-US" sz="2400" dirty="0" smtClean="0">
                <a:solidFill>
                  <a:srgbClr val="FFC000"/>
                </a:solidFill>
              </a:rPr>
              <a:t>视图</a:t>
            </a:r>
            <a:r>
              <a:rPr lang="zh-CN" altLang="en-US" sz="2400" dirty="0"/>
              <a:t>：描述设计的并发和同步等特性，关注系统非功能性需求，也称为行为模型视图（</a:t>
            </a:r>
            <a:r>
              <a:rPr lang="en-US" altLang="zh-CN" sz="2400" dirty="0"/>
              <a:t>behavioral model view</a:t>
            </a:r>
            <a:r>
              <a:rPr lang="zh-CN" altLang="en-US" sz="2400" dirty="0"/>
              <a:t>）、过程视图（</a:t>
            </a:r>
            <a:r>
              <a:rPr lang="en-US" altLang="zh-CN" sz="2400" dirty="0"/>
              <a:t>process view</a:t>
            </a:r>
            <a:r>
              <a:rPr lang="zh-CN" altLang="en-US" sz="2400" dirty="0"/>
              <a:t>）、 协作视图（</a:t>
            </a:r>
            <a:r>
              <a:rPr lang="en-US" altLang="zh-CN" sz="2400" dirty="0"/>
              <a:t>collaborative view</a:t>
            </a:r>
            <a:r>
              <a:rPr lang="zh-CN" altLang="en-US" sz="2400" dirty="0"/>
              <a:t>）和动态视图（</a:t>
            </a:r>
            <a:r>
              <a:rPr lang="en-US" altLang="zh-CN" sz="2400" dirty="0"/>
              <a:t>dynamic view</a:t>
            </a:r>
            <a:r>
              <a:rPr lang="zh-CN" altLang="en-US" sz="2400" dirty="0"/>
              <a:t>）；</a:t>
            </a:r>
            <a:endParaRPr lang="zh-CN" altLang="en-US" sz="2400" dirty="0"/>
          </a:p>
          <a:p>
            <a:pPr>
              <a:lnSpc>
                <a:spcPct val="100000"/>
              </a:lnSpc>
              <a:spcBef>
                <a:spcPct val="30000"/>
              </a:spcBef>
            </a:pPr>
            <a:r>
              <a:rPr lang="zh-CN" altLang="en-US" sz="2400" dirty="0">
                <a:solidFill>
                  <a:srgbClr val="FF0000"/>
                </a:solidFill>
              </a:rPr>
              <a:t>构件视图</a:t>
            </a:r>
            <a:r>
              <a:rPr lang="zh-CN" altLang="en-US" sz="2400" dirty="0"/>
              <a:t>：关注软件代码的静态组织与管理，也称为实现模型视图（</a:t>
            </a:r>
            <a:r>
              <a:rPr lang="en-US" altLang="zh-CN" sz="2400" dirty="0"/>
              <a:t>implementation model view </a:t>
            </a:r>
            <a:r>
              <a:rPr lang="zh-CN" altLang="en-US" sz="2400" dirty="0"/>
              <a:t>）和开发视图（</a:t>
            </a:r>
            <a:r>
              <a:rPr lang="en-US" altLang="zh-CN" sz="2400" dirty="0"/>
              <a:t>development view</a:t>
            </a:r>
            <a:r>
              <a:rPr lang="zh-CN" altLang="en-US" sz="2400" dirty="0"/>
              <a:t>）；</a:t>
            </a:r>
            <a:endParaRPr lang="zh-CN" altLang="en-US" sz="2400" dirty="0"/>
          </a:p>
          <a:p>
            <a:pPr>
              <a:lnSpc>
                <a:spcPct val="100000"/>
              </a:lnSpc>
              <a:spcBef>
                <a:spcPct val="30000"/>
              </a:spcBef>
            </a:pPr>
            <a:r>
              <a:rPr lang="zh-CN" altLang="en-US" sz="2400" dirty="0">
                <a:solidFill>
                  <a:srgbClr val="FF0000"/>
                </a:solidFill>
              </a:rPr>
              <a:t>部署视图</a:t>
            </a:r>
            <a:r>
              <a:rPr lang="zh-CN" altLang="en-US" sz="2400" dirty="0"/>
              <a:t>：描述硬件的拓扑结构以及软件和硬件的映射问题，关注系统非功能性需求（性能、可靠性等），也称为环境模型视图或物理视图（</a:t>
            </a:r>
            <a:r>
              <a:rPr lang="en-US" altLang="zh-CN" sz="2400" dirty="0"/>
              <a:t>physical view</a:t>
            </a:r>
            <a:r>
              <a:rPr lang="zh-CN" altLang="en-US" sz="2400" dirty="0"/>
              <a:t>）；</a:t>
            </a:r>
            <a:endParaRPr lang="zh-CN" altLang="en-US" sz="2400" dirty="0"/>
          </a:p>
        </p:txBody>
      </p:sp>
    </p:spTree>
  </p:cSld>
  <p:clrMapOvr>
    <a:masterClrMapping/>
  </p:clrMapOvr>
  <p:transition>
    <p:push/>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标题 1"/>
          <p:cNvSpPr>
            <a:spLocks noGrp="1"/>
          </p:cNvSpPr>
          <p:nvPr>
            <p:ph type="title"/>
          </p:nvPr>
        </p:nvSpPr>
        <p:spPr/>
        <p:txBody>
          <a:bodyPr/>
          <a:lstStyle/>
          <a:p>
            <a:r>
              <a:rPr lang="en-US" altLang="zh-CN" smtClean="0"/>
              <a:t>UML</a:t>
            </a:r>
            <a:r>
              <a:rPr lang="zh-CN" altLang="en-US" smtClean="0"/>
              <a:t>的</a:t>
            </a:r>
            <a:r>
              <a:rPr lang="en-US" altLang="zh-CN" smtClean="0"/>
              <a:t>9</a:t>
            </a:r>
            <a:r>
              <a:rPr lang="zh-CN" altLang="en-US" smtClean="0"/>
              <a:t>个基本图</a:t>
            </a:r>
            <a:endParaRPr lang="zh-CN" altLang="en-US" smtClean="0"/>
          </a:p>
        </p:txBody>
      </p:sp>
      <p:sp>
        <p:nvSpPr>
          <p:cNvPr id="14339" name="内容占位符 2"/>
          <p:cNvSpPr>
            <a:spLocks noGrp="1"/>
          </p:cNvSpPr>
          <p:nvPr>
            <p:ph idx="1"/>
          </p:nvPr>
        </p:nvSpPr>
        <p:spPr/>
        <p:txBody>
          <a:bodyPr>
            <a:normAutofit/>
          </a:bodyPr>
          <a:lstStyle/>
          <a:p>
            <a:pPr>
              <a:lnSpc>
                <a:spcPct val="100000"/>
              </a:lnSpc>
              <a:spcBef>
                <a:spcPct val="30000"/>
              </a:spcBef>
            </a:pPr>
            <a:r>
              <a:rPr lang="zh-CN" altLang="en-US" sz="2000" dirty="0">
                <a:solidFill>
                  <a:srgbClr val="FFFF00"/>
                </a:solidFill>
              </a:rPr>
              <a:t>用例图（</a:t>
            </a:r>
            <a:r>
              <a:rPr lang="en-US" altLang="zh-CN" sz="2000" dirty="0">
                <a:solidFill>
                  <a:srgbClr val="FFFF00"/>
                </a:solidFill>
              </a:rPr>
              <a:t>Use case diagram</a:t>
            </a:r>
            <a:r>
              <a:rPr lang="zh-CN" altLang="en-US" sz="2000" dirty="0" smtClean="0">
                <a:solidFill>
                  <a:srgbClr val="FFFF00"/>
                </a:solidFill>
              </a:rPr>
              <a:t>）：（从用户的角度）描述</a:t>
            </a:r>
            <a:r>
              <a:rPr lang="zh-CN" altLang="en-US" sz="2000" dirty="0">
                <a:solidFill>
                  <a:srgbClr val="FFFF00"/>
                </a:solidFill>
              </a:rPr>
              <a:t>系统的功能；</a:t>
            </a:r>
            <a:endParaRPr lang="zh-CN" altLang="en-US" sz="2000" dirty="0">
              <a:solidFill>
                <a:srgbClr val="FFFF00"/>
              </a:solidFill>
            </a:endParaRPr>
          </a:p>
          <a:p>
            <a:pPr>
              <a:lnSpc>
                <a:spcPct val="100000"/>
              </a:lnSpc>
              <a:spcBef>
                <a:spcPct val="30000"/>
              </a:spcBef>
            </a:pPr>
            <a:r>
              <a:rPr lang="zh-CN" altLang="en-US" sz="2000" dirty="0">
                <a:solidFill>
                  <a:srgbClr val="FFFF00"/>
                </a:solidFill>
              </a:rPr>
              <a:t>类图（</a:t>
            </a:r>
            <a:r>
              <a:rPr lang="en-US" altLang="zh-CN" sz="2000" dirty="0">
                <a:solidFill>
                  <a:srgbClr val="FFFF00"/>
                </a:solidFill>
              </a:rPr>
              <a:t>Class diagram</a:t>
            </a:r>
            <a:r>
              <a:rPr lang="zh-CN" altLang="en-US" sz="2000" dirty="0">
                <a:solidFill>
                  <a:srgbClr val="FFFF00"/>
                </a:solidFill>
              </a:rPr>
              <a:t>）：描述系统的静态结构（类及其相互关系）；</a:t>
            </a:r>
            <a:endParaRPr lang="zh-CN" altLang="en-US" sz="2000" dirty="0">
              <a:solidFill>
                <a:srgbClr val="FFFF00"/>
              </a:solidFill>
            </a:endParaRPr>
          </a:p>
          <a:p>
            <a:pPr>
              <a:lnSpc>
                <a:spcPct val="100000"/>
              </a:lnSpc>
              <a:spcBef>
                <a:spcPct val="30000"/>
              </a:spcBef>
            </a:pPr>
            <a:r>
              <a:rPr lang="zh-CN" altLang="en-US" sz="2000" dirty="0">
                <a:solidFill>
                  <a:srgbClr val="FFFF00"/>
                </a:solidFill>
              </a:rPr>
              <a:t>对象图（</a:t>
            </a:r>
            <a:r>
              <a:rPr lang="en-US" altLang="zh-CN" sz="2000" dirty="0">
                <a:solidFill>
                  <a:srgbClr val="FFFF00"/>
                </a:solidFill>
              </a:rPr>
              <a:t>Object diagram</a:t>
            </a:r>
            <a:r>
              <a:rPr lang="zh-CN" altLang="en-US" sz="2000" dirty="0">
                <a:solidFill>
                  <a:srgbClr val="FFFF00"/>
                </a:solidFill>
              </a:rPr>
              <a:t>）： 描述系统在某个时刻的静态结构（对象及其相互关系）；</a:t>
            </a:r>
            <a:endParaRPr lang="en-US" altLang="zh-CN" sz="2000" dirty="0">
              <a:solidFill>
                <a:srgbClr val="FFFF00"/>
              </a:solidFill>
            </a:endParaRPr>
          </a:p>
          <a:p>
            <a:pPr>
              <a:lnSpc>
                <a:spcPct val="100000"/>
              </a:lnSpc>
              <a:spcBef>
                <a:spcPct val="30000"/>
              </a:spcBef>
            </a:pPr>
            <a:r>
              <a:rPr lang="zh-CN" altLang="en-US" sz="2000" dirty="0">
                <a:solidFill>
                  <a:srgbClr val="FFFF00"/>
                </a:solidFill>
              </a:rPr>
              <a:t>顺序图（</a:t>
            </a:r>
            <a:r>
              <a:rPr lang="en-US" altLang="zh-CN" sz="2000" dirty="0">
                <a:solidFill>
                  <a:srgbClr val="FFFF00"/>
                </a:solidFill>
              </a:rPr>
              <a:t>Sequence diagram</a:t>
            </a:r>
            <a:r>
              <a:rPr lang="zh-CN" altLang="en-US" sz="2000" dirty="0">
                <a:solidFill>
                  <a:srgbClr val="FFFF00"/>
                </a:solidFill>
              </a:rPr>
              <a:t>）：按时间顺序描述系统元素间的交互；</a:t>
            </a:r>
            <a:endParaRPr lang="zh-CN" altLang="en-US" sz="2000" dirty="0">
              <a:solidFill>
                <a:srgbClr val="FFFF00"/>
              </a:solidFill>
            </a:endParaRPr>
          </a:p>
          <a:p>
            <a:pPr>
              <a:lnSpc>
                <a:spcPct val="100000"/>
              </a:lnSpc>
              <a:spcBef>
                <a:spcPct val="30000"/>
              </a:spcBef>
            </a:pPr>
            <a:r>
              <a:rPr lang="zh-CN" altLang="en-US" sz="2000" dirty="0">
                <a:solidFill>
                  <a:srgbClr val="FFFF00"/>
                </a:solidFill>
              </a:rPr>
              <a:t>协作图（</a:t>
            </a:r>
            <a:r>
              <a:rPr lang="en-US" altLang="zh-CN" sz="2000" dirty="0">
                <a:solidFill>
                  <a:srgbClr val="FFFF00"/>
                </a:solidFill>
              </a:rPr>
              <a:t>Collaboration diagram</a:t>
            </a:r>
            <a:r>
              <a:rPr lang="zh-CN" altLang="en-US" sz="2000" dirty="0">
                <a:solidFill>
                  <a:srgbClr val="FFFF00"/>
                </a:solidFill>
              </a:rPr>
              <a:t>）：按照时间和空间的顺序描述系统元素间的交互和它们之间的关系；</a:t>
            </a:r>
            <a:endParaRPr lang="zh-CN" altLang="en-US" sz="2000" dirty="0">
              <a:solidFill>
                <a:srgbClr val="FFFF00"/>
              </a:solidFill>
            </a:endParaRPr>
          </a:p>
          <a:p>
            <a:pPr>
              <a:lnSpc>
                <a:spcPct val="100000"/>
              </a:lnSpc>
              <a:spcBef>
                <a:spcPct val="30000"/>
              </a:spcBef>
            </a:pPr>
            <a:r>
              <a:rPr lang="zh-CN" altLang="en-US" sz="2000" dirty="0">
                <a:solidFill>
                  <a:srgbClr val="FFFF00"/>
                </a:solidFill>
              </a:rPr>
              <a:t>状态图（</a:t>
            </a:r>
            <a:r>
              <a:rPr lang="en-US" altLang="zh-CN" sz="2000" dirty="0">
                <a:solidFill>
                  <a:srgbClr val="FFFF00"/>
                </a:solidFill>
              </a:rPr>
              <a:t>State diagram</a:t>
            </a:r>
            <a:r>
              <a:rPr lang="zh-CN" altLang="en-US" sz="2000" dirty="0">
                <a:solidFill>
                  <a:srgbClr val="FFFF00"/>
                </a:solidFill>
              </a:rPr>
              <a:t>）：描述了系统</a:t>
            </a:r>
            <a:r>
              <a:rPr lang="zh-CN" altLang="en-US" sz="2000" dirty="0" smtClean="0">
                <a:solidFill>
                  <a:srgbClr val="FFFF00"/>
                </a:solidFill>
              </a:rPr>
              <a:t>元素（对象）的</a:t>
            </a:r>
            <a:r>
              <a:rPr lang="zh-CN" altLang="en-US" sz="2000" dirty="0">
                <a:solidFill>
                  <a:srgbClr val="FFFF00"/>
                </a:solidFill>
              </a:rPr>
              <a:t>状态条件和响应；</a:t>
            </a:r>
            <a:endParaRPr lang="zh-CN" altLang="en-US" sz="2000" dirty="0">
              <a:solidFill>
                <a:srgbClr val="FFFF00"/>
              </a:solidFill>
            </a:endParaRPr>
          </a:p>
          <a:p>
            <a:pPr>
              <a:lnSpc>
                <a:spcPct val="100000"/>
              </a:lnSpc>
              <a:spcBef>
                <a:spcPct val="30000"/>
              </a:spcBef>
            </a:pPr>
            <a:r>
              <a:rPr lang="zh-CN" altLang="en-US" sz="2000" dirty="0">
                <a:solidFill>
                  <a:srgbClr val="FFFF00"/>
                </a:solidFill>
              </a:rPr>
              <a:t>活动图（</a:t>
            </a:r>
            <a:r>
              <a:rPr lang="en-US" altLang="zh-CN" sz="2000" dirty="0">
                <a:solidFill>
                  <a:srgbClr val="FFFF00"/>
                </a:solidFill>
              </a:rPr>
              <a:t>Activity diagram</a:t>
            </a:r>
            <a:r>
              <a:rPr lang="zh-CN" altLang="en-US" sz="2000" dirty="0">
                <a:solidFill>
                  <a:srgbClr val="FFFF00"/>
                </a:solidFill>
              </a:rPr>
              <a:t>）：描述了系统元素之间的活动；</a:t>
            </a:r>
            <a:endParaRPr lang="zh-CN" altLang="en-US" sz="2000" dirty="0">
              <a:solidFill>
                <a:srgbClr val="FFFF00"/>
              </a:solidFill>
            </a:endParaRPr>
          </a:p>
          <a:p>
            <a:pPr>
              <a:lnSpc>
                <a:spcPct val="100000"/>
              </a:lnSpc>
              <a:spcBef>
                <a:spcPct val="30000"/>
              </a:spcBef>
            </a:pPr>
            <a:r>
              <a:rPr lang="zh-CN" altLang="en-US" sz="2000" dirty="0"/>
              <a:t>构件图（</a:t>
            </a:r>
            <a:r>
              <a:rPr lang="en-US" altLang="zh-CN" sz="2000" dirty="0"/>
              <a:t>Component diagram</a:t>
            </a:r>
            <a:r>
              <a:rPr lang="zh-CN" altLang="en-US" sz="2000" dirty="0"/>
              <a:t>）：描述了实现系统的</a:t>
            </a:r>
            <a:r>
              <a:rPr lang="zh-CN" altLang="en-US" sz="2000" dirty="0" smtClean="0"/>
              <a:t>元素（类或包）组织</a:t>
            </a:r>
            <a:r>
              <a:rPr lang="zh-CN" altLang="en-US" sz="2000" dirty="0"/>
              <a:t>；</a:t>
            </a:r>
            <a:endParaRPr lang="zh-CN" altLang="en-US" sz="2000" dirty="0"/>
          </a:p>
          <a:p>
            <a:pPr>
              <a:lnSpc>
                <a:spcPct val="100000"/>
              </a:lnSpc>
              <a:spcBef>
                <a:spcPct val="30000"/>
              </a:spcBef>
            </a:pPr>
            <a:r>
              <a:rPr lang="zh-CN" altLang="en-US" sz="2000" dirty="0"/>
              <a:t>部署图（</a:t>
            </a:r>
            <a:r>
              <a:rPr lang="en-US" altLang="zh-CN" sz="2000" dirty="0"/>
              <a:t>Deployment diagram</a:t>
            </a:r>
            <a:r>
              <a:rPr lang="zh-CN" altLang="en-US" sz="2000" dirty="0"/>
              <a:t>）：描述了环境元素的配置并把实现系统的元素映射到配置上。 </a:t>
            </a:r>
            <a:endParaRPr lang="zh-CN" altLang="en-US" sz="2000" dirty="0"/>
          </a:p>
        </p:txBody>
      </p:sp>
    </p:spTree>
  </p:cSld>
  <p:clrMapOvr>
    <a:masterClrMapping/>
  </p:clrMapOvr>
  <p:transition>
    <p:push/>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UML </a:t>
            </a:r>
            <a:r>
              <a:rPr lang="zh-CN" altLang="en-US" dirty="0" smtClean="0"/>
              <a:t>图的关系</a:t>
            </a:r>
            <a:endParaRPr lang="zh-CN" altLang="en-US" dirty="0"/>
          </a:p>
        </p:txBody>
      </p:sp>
      <p:sp>
        <p:nvSpPr>
          <p:cNvPr id="3" name="内容占位符 2"/>
          <p:cNvSpPr>
            <a:spLocks noGrp="1"/>
          </p:cNvSpPr>
          <p:nvPr>
            <p:ph idx="1"/>
          </p:nvPr>
        </p:nvSpPr>
        <p:spPr/>
        <p:txBody>
          <a:bodyPr/>
          <a:lstStyle/>
          <a:p>
            <a:endParaRPr lang="zh-CN" altLang="en-US"/>
          </a:p>
        </p:txBody>
      </p:sp>
      <p:pic>
        <p:nvPicPr>
          <p:cNvPr id="7" name="图片 6"/>
          <p:cNvPicPr>
            <a:picLocks noChangeAspect="1"/>
          </p:cNvPicPr>
          <p:nvPr/>
        </p:nvPicPr>
        <p:blipFill>
          <a:blip r:embed="rId1"/>
          <a:stretch>
            <a:fillRect/>
          </a:stretch>
        </p:blipFill>
        <p:spPr>
          <a:xfrm>
            <a:off x="1019175" y="1000486"/>
            <a:ext cx="8907827" cy="4980839"/>
          </a:xfrm>
          <a:prstGeom prst="rect">
            <a:avLst/>
          </a:prstGeom>
        </p:spPr>
      </p:pic>
    </p:spTree>
  </p:cSld>
  <p:clrMapOvr>
    <a:masterClrMapping/>
  </p:clrMapOvr>
  <p:transition>
    <p:push/>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标题 1"/>
          <p:cNvSpPr>
            <a:spLocks noGrp="1"/>
          </p:cNvSpPr>
          <p:nvPr>
            <p:ph type="title"/>
          </p:nvPr>
        </p:nvSpPr>
        <p:spPr/>
        <p:txBody>
          <a:bodyPr/>
          <a:lstStyle/>
          <a:p>
            <a:r>
              <a:rPr lang="en-US" altLang="zh-CN" smtClean="0"/>
              <a:t>UML</a:t>
            </a:r>
            <a:r>
              <a:rPr lang="zh-CN" altLang="en-US" smtClean="0"/>
              <a:t>视图与图的关系</a:t>
            </a:r>
            <a:endParaRPr lang="zh-CN" altLang="en-US" smtClean="0"/>
          </a:p>
        </p:txBody>
      </p:sp>
      <p:sp>
        <p:nvSpPr>
          <p:cNvPr id="15363" name="内容占位符 2"/>
          <p:cNvSpPr>
            <a:spLocks noGrp="1"/>
          </p:cNvSpPr>
          <p:nvPr>
            <p:ph idx="1"/>
          </p:nvPr>
        </p:nvSpPr>
        <p:spPr/>
        <p:txBody>
          <a:bodyPr/>
          <a:lstStyle/>
          <a:p>
            <a:r>
              <a:rPr lang="zh-CN" altLang="en-US" sz="2800" dirty="0">
                <a:solidFill>
                  <a:srgbClr val="FFFF00"/>
                </a:solidFill>
              </a:rPr>
              <a:t>用例视图：使用用例图和活动图；</a:t>
            </a:r>
            <a:endParaRPr lang="zh-CN" altLang="en-US" sz="2800" dirty="0">
              <a:solidFill>
                <a:srgbClr val="FFFF00"/>
              </a:solidFill>
            </a:endParaRPr>
          </a:p>
          <a:p>
            <a:r>
              <a:rPr lang="zh-CN" altLang="en-US" sz="2800" dirty="0">
                <a:solidFill>
                  <a:srgbClr val="FFFF00"/>
                </a:solidFill>
              </a:rPr>
              <a:t>逻辑视图：使用类图、对象图，顺序图</a:t>
            </a:r>
            <a:r>
              <a:rPr lang="en-US" altLang="zh-CN" sz="2800" dirty="0">
                <a:solidFill>
                  <a:srgbClr val="FFFF00"/>
                </a:solidFill>
              </a:rPr>
              <a:t>/</a:t>
            </a:r>
            <a:r>
              <a:rPr lang="zh-CN" altLang="en-US" sz="2800" dirty="0">
                <a:solidFill>
                  <a:srgbClr val="FFFF00"/>
                </a:solidFill>
              </a:rPr>
              <a:t>协作图；</a:t>
            </a:r>
            <a:endParaRPr lang="en-US" altLang="zh-CN" sz="2800" dirty="0">
              <a:solidFill>
                <a:srgbClr val="FFFF00"/>
              </a:solidFill>
            </a:endParaRPr>
          </a:p>
          <a:p>
            <a:r>
              <a:rPr lang="zh-CN" altLang="en-US" sz="2800" dirty="0"/>
              <a:t>进程</a:t>
            </a:r>
            <a:r>
              <a:rPr lang="zh-CN" altLang="en-US" sz="2800" dirty="0" smtClean="0"/>
              <a:t>视图</a:t>
            </a:r>
            <a:r>
              <a:rPr lang="zh-CN" altLang="en-US" sz="2800" dirty="0"/>
              <a:t>：使用状态图和活动图；</a:t>
            </a:r>
            <a:endParaRPr lang="zh-CN" altLang="en-US" sz="2800" dirty="0"/>
          </a:p>
          <a:p>
            <a:r>
              <a:rPr lang="zh-CN" altLang="en-US" sz="2800" dirty="0"/>
              <a:t>构件视图：使用构件图；</a:t>
            </a:r>
            <a:endParaRPr lang="zh-CN" altLang="en-US" sz="2800" dirty="0"/>
          </a:p>
          <a:p>
            <a:r>
              <a:rPr lang="zh-CN" altLang="en-US" sz="2800" dirty="0"/>
              <a:t>部署视图：使用部署图。</a:t>
            </a:r>
            <a:endParaRPr lang="zh-CN" altLang="en-US" sz="2800" dirty="0"/>
          </a:p>
        </p:txBody>
      </p:sp>
    </p:spTree>
  </p:cSld>
  <p:clrMapOvr>
    <a:masterClrMapping/>
  </p:clrMapOvr>
  <p:transition>
    <p:push/>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标题 1"/>
          <p:cNvSpPr>
            <a:spLocks noGrp="1"/>
          </p:cNvSpPr>
          <p:nvPr>
            <p:ph type="title"/>
          </p:nvPr>
        </p:nvSpPr>
        <p:spPr/>
        <p:txBody>
          <a:bodyPr/>
          <a:lstStyle/>
          <a:p>
            <a:r>
              <a:rPr lang="zh-CN" altLang="en-US" dirty="0"/>
              <a:t>面向对象的需求分析建模</a:t>
            </a:r>
            <a:endParaRPr lang="zh-CN" altLang="en-US" dirty="0" smtClean="0"/>
          </a:p>
        </p:txBody>
      </p:sp>
      <p:sp>
        <p:nvSpPr>
          <p:cNvPr id="16387" name="内容占位符 2"/>
          <p:cNvSpPr>
            <a:spLocks noGrp="1"/>
          </p:cNvSpPr>
          <p:nvPr>
            <p:ph idx="1"/>
          </p:nvPr>
        </p:nvSpPr>
        <p:spPr/>
        <p:txBody>
          <a:bodyPr/>
          <a:lstStyle/>
          <a:p>
            <a:r>
              <a:rPr lang="zh-CN" altLang="en-US" sz="2800" dirty="0"/>
              <a:t>面向对象分析方法中的需求分析包含两个</a:t>
            </a:r>
            <a:r>
              <a:rPr lang="zh-CN" altLang="en-US" sz="2800" dirty="0" smtClean="0"/>
              <a:t>模型：领域</a:t>
            </a:r>
            <a:r>
              <a:rPr lang="zh-CN" altLang="en-US" sz="2800" dirty="0"/>
              <a:t>模型和用例模型。</a:t>
            </a:r>
            <a:endParaRPr lang="en-US" altLang="zh-CN" sz="2800" dirty="0"/>
          </a:p>
          <a:p>
            <a:pPr lvl="1"/>
            <a:r>
              <a:rPr lang="zh-CN" altLang="en-US" sz="2400" dirty="0"/>
              <a:t>领域模型表示了需求分析阶段“当前系统”逻辑模型的静态结构及业务</a:t>
            </a:r>
            <a:r>
              <a:rPr lang="zh-CN" altLang="en-US" sz="2400" dirty="0" smtClean="0"/>
              <a:t>流程；</a:t>
            </a:r>
            <a:endParaRPr lang="en-US" altLang="zh-CN" sz="2400" dirty="0" smtClean="0"/>
          </a:p>
          <a:p>
            <a:pPr lvl="1"/>
            <a:r>
              <a:rPr lang="zh-CN" altLang="en-US" sz="2400" dirty="0" smtClean="0"/>
              <a:t>用例</a:t>
            </a:r>
            <a:r>
              <a:rPr lang="zh-CN" altLang="en-US" sz="2400" dirty="0"/>
              <a:t>模型是“目标系统”的逻辑模型，定义了“目标系统”做什么的需求</a:t>
            </a:r>
            <a:r>
              <a:rPr lang="zh-CN" altLang="en-US" sz="2400" dirty="0" smtClean="0"/>
              <a:t>。由以下四个部分组成：</a:t>
            </a:r>
            <a:endParaRPr lang="en-US" altLang="zh-CN" sz="2400" dirty="0" smtClean="0"/>
          </a:p>
          <a:p>
            <a:pPr lvl="2"/>
            <a:r>
              <a:rPr lang="zh-CN" altLang="en-US" sz="1800" dirty="0" smtClean="0"/>
              <a:t>用</a:t>
            </a:r>
            <a:r>
              <a:rPr lang="zh-CN" altLang="en-US" sz="1800" dirty="0"/>
              <a:t>例图</a:t>
            </a:r>
            <a:endParaRPr lang="en-US" altLang="zh-CN" sz="1800" dirty="0"/>
          </a:p>
          <a:p>
            <a:pPr lvl="2"/>
            <a:r>
              <a:rPr lang="zh-CN" altLang="en-US" sz="1800" dirty="0"/>
              <a:t>用例说明</a:t>
            </a:r>
            <a:endParaRPr lang="en-US" altLang="zh-CN" sz="1800" dirty="0"/>
          </a:p>
          <a:p>
            <a:pPr lvl="2"/>
            <a:r>
              <a:rPr lang="zh-CN" altLang="en-US" sz="1800" dirty="0"/>
              <a:t>系统顺序图（</a:t>
            </a:r>
            <a:r>
              <a:rPr lang="en-US" altLang="zh-CN" sz="1800" dirty="0"/>
              <a:t>system sequence diagram</a:t>
            </a:r>
            <a:r>
              <a:rPr lang="zh-CN" altLang="en-US" sz="1800" dirty="0"/>
              <a:t>）</a:t>
            </a:r>
            <a:endParaRPr lang="en-US" altLang="zh-CN" sz="1800" dirty="0"/>
          </a:p>
          <a:p>
            <a:pPr lvl="2"/>
            <a:r>
              <a:rPr lang="zh-CN" altLang="en-US" sz="1800" dirty="0"/>
              <a:t>操作契约（</a:t>
            </a:r>
            <a:r>
              <a:rPr lang="en-US" altLang="zh-CN" sz="1800" dirty="0"/>
              <a:t>operation contract</a:t>
            </a:r>
            <a:r>
              <a:rPr lang="zh-CN" altLang="en-US" sz="1800" dirty="0"/>
              <a:t>）</a:t>
            </a:r>
            <a:endParaRPr lang="zh-CN" altLang="en-US" sz="1800" dirty="0"/>
          </a:p>
        </p:txBody>
      </p:sp>
      <p:graphicFrame>
        <p:nvGraphicFramePr>
          <p:cNvPr id="16389" name="对象 4"/>
          <p:cNvGraphicFramePr>
            <a:graphicFrameLocks noChangeAspect="1"/>
          </p:cNvGraphicFramePr>
          <p:nvPr/>
        </p:nvGraphicFramePr>
        <p:xfrm>
          <a:off x="2508354" y="2996952"/>
          <a:ext cx="8484917" cy="2753188"/>
        </p:xfrm>
        <a:graphic>
          <a:graphicData uri="http://schemas.openxmlformats.org/presentationml/2006/ole">
            <mc:AlternateContent xmlns:mc="http://schemas.openxmlformats.org/markup-compatibility/2006">
              <mc:Choice xmlns:v="urn:schemas-microsoft-com:vml" Requires="v">
                <p:oleObj spid="_x0000_s91181" name="Visio" r:id="rId1" imgW="4813935" imgH="1569085" progId="Visio.Drawing.11">
                  <p:embed/>
                </p:oleObj>
              </mc:Choice>
              <mc:Fallback>
                <p:oleObj name="Visio" r:id="rId1" imgW="4813935" imgH="1569085" progId="Visio.Drawing.11">
                  <p:embed/>
                  <p:pic>
                    <p:nvPicPr>
                      <p:cNvPr id="0" name="图片 9118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08354" y="2996952"/>
                        <a:ext cx="8484917" cy="2753188"/>
                      </a:xfrm>
                      <a:prstGeom prst="rect">
                        <a:avLst/>
                      </a:prstGeom>
                      <a:noFill/>
                      <a:ln>
                        <a:noFill/>
                      </a:ln>
                    </p:spPr>
                  </p:pic>
                </p:oleObj>
              </mc:Fallback>
            </mc:AlternateContent>
          </a:graphicData>
        </a:graphic>
      </p:graphicFrame>
    </p:spTree>
  </p:cSld>
  <p:clrMapOvr>
    <a:masterClrMapping/>
  </p:clrMapOvr>
  <p:transition>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38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标题 1"/>
          <p:cNvSpPr>
            <a:spLocks noGrp="1"/>
          </p:cNvSpPr>
          <p:nvPr>
            <p:ph type="title"/>
          </p:nvPr>
        </p:nvSpPr>
        <p:spPr/>
        <p:txBody>
          <a:bodyPr/>
          <a:lstStyle/>
          <a:p>
            <a:r>
              <a:rPr lang="zh-CN" altLang="en-US" smtClean="0"/>
              <a:t>领域模型</a:t>
            </a:r>
            <a:endParaRPr lang="zh-CN" altLang="en-US" smtClean="0"/>
          </a:p>
        </p:txBody>
      </p:sp>
      <p:sp>
        <p:nvSpPr>
          <p:cNvPr id="57348" name="内容占位符 2"/>
          <p:cNvSpPr>
            <a:spLocks noGrp="1"/>
          </p:cNvSpPr>
          <p:nvPr>
            <p:ph idx="1"/>
          </p:nvPr>
        </p:nvSpPr>
        <p:spPr/>
        <p:txBody>
          <a:bodyPr/>
          <a:lstStyle/>
          <a:p>
            <a:r>
              <a:rPr lang="zh-CN" altLang="en-US" sz="2800" dirty="0" smtClean="0"/>
              <a:t>领域模型：针对某一特定领域内概念类或者对象的抽象可视化表示。</a:t>
            </a:r>
            <a:endParaRPr lang="en-US" altLang="zh-CN" sz="2800" dirty="0" smtClean="0"/>
          </a:p>
          <a:p>
            <a:r>
              <a:rPr lang="zh-CN" altLang="en-US" sz="2800" dirty="0" smtClean="0"/>
              <a:t>主要</a:t>
            </a:r>
            <a:r>
              <a:rPr lang="zh-CN" altLang="en-US" sz="2800" dirty="0"/>
              <a:t>用于概括地描述业务</a:t>
            </a:r>
            <a:r>
              <a:rPr lang="zh-CN" altLang="en-US" sz="2800" dirty="0" smtClean="0"/>
              <a:t>背景及</a:t>
            </a:r>
            <a:r>
              <a:rPr lang="zh-CN" altLang="en-US" sz="2800" dirty="0"/>
              <a:t>重要的业务流程，并通过</a:t>
            </a:r>
            <a:r>
              <a:rPr lang="en-US" altLang="zh-CN" sz="2800" dirty="0"/>
              <a:t>UML</a:t>
            </a:r>
            <a:r>
              <a:rPr lang="zh-CN" altLang="en-US" sz="2800" dirty="0"/>
              <a:t>的类图和活动图进行展示，帮助软件开发人员在短时间内了解业务。</a:t>
            </a:r>
            <a:endParaRPr lang="en-US" altLang="zh-CN" sz="2800" dirty="0"/>
          </a:p>
          <a:p>
            <a:pPr lvl="1"/>
            <a:r>
              <a:rPr lang="zh-CN" altLang="en-US" sz="2400" dirty="0">
                <a:solidFill>
                  <a:srgbClr val="FFFF00"/>
                </a:solidFill>
              </a:rPr>
              <a:t>业务</a:t>
            </a:r>
            <a:r>
              <a:rPr lang="zh-CN" altLang="en-US" sz="2400" dirty="0" smtClean="0">
                <a:solidFill>
                  <a:srgbClr val="FFFF00"/>
                </a:solidFill>
              </a:rPr>
              <a:t>背景：</a:t>
            </a:r>
            <a:r>
              <a:rPr lang="zh-CN" altLang="en-US" sz="2400" dirty="0" smtClean="0"/>
              <a:t>可</a:t>
            </a:r>
            <a:r>
              <a:rPr lang="zh-CN" altLang="en-US" sz="2400" dirty="0"/>
              <a:t>由需求定义或者用例说明中具有代表业务概念或者业务对象的词汇获得，这些词汇可统称为“概念类”；并通过能够代表关系的词汇建立概念类之间的关系，表示成能够代表业务知识结构的</a:t>
            </a:r>
            <a:r>
              <a:rPr lang="zh-CN" altLang="en-US" sz="2400" dirty="0">
                <a:solidFill>
                  <a:srgbClr val="FFFF00"/>
                </a:solidFill>
              </a:rPr>
              <a:t>类图</a:t>
            </a:r>
            <a:r>
              <a:rPr lang="zh-CN" altLang="en-US" sz="2400" dirty="0"/>
              <a:t>；</a:t>
            </a:r>
            <a:endParaRPr lang="en-US" altLang="zh-CN" sz="2400" dirty="0"/>
          </a:p>
          <a:p>
            <a:pPr lvl="1"/>
            <a:r>
              <a:rPr lang="zh-CN" altLang="en-US" sz="2400" dirty="0">
                <a:solidFill>
                  <a:srgbClr val="FFFF00"/>
                </a:solidFill>
              </a:rPr>
              <a:t>业务</a:t>
            </a:r>
            <a:r>
              <a:rPr lang="zh-CN" altLang="en-US" sz="2400" dirty="0" smtClean="0">
                <a:solidFill>
                  <a:srgbClr val="FFFF00"/>
                </a:solidFill>
              </a:rPr>
              <a:t>流程：</a:t>
            </a:r>
            <a:r>
              <a:rPr lang="zh-CN" altLang="en-US" sz="2400" dirty="0" smtClean="0"/>
              <a:t>一般</a:t>
            </a:r>
            <a:r>
              <a:rPr lang="zh-CN" altLang="en-US" sz="2400" dirty="0"/>
              <a:t>由角色及其执行的活动（活动及任务节点）构成，活动的输出一般有数据对象和传给另一个活动的消息组成，建议使用</a:t>
            </a:r>
            <a:r>
              <a:rPr lang="en-US" altLang="zh-CN" sz="2400" dirty="0"/>
              <a:t>UML</a:t>
            </a:r>
            <a:r>
              <a:rPr lang="zh-CN" altLang="en-US" sz="2400" dirty="0"/>
              <a:t>的</a:t>
            </a:r>
            <a:r>
              <a:rPr lang="zh-CN" altLang="en-US" sz="2400" dirty="0">
                <a:solidFill>
                  <a:srgbClr val="FFFF00"/>
                </a:solidFill>
              </a:rPr>
              <a:t>活动图</a:t>
            </a:r>
            <a:r>
              <a:rPr lang="zh-CN" altLang="en-US" sz="2400" dirty="0"/>
              <a:t>进行描述。</a:t>
            </a:r>
            <a:endParaRPr lang="en-US" altLang="zh-CN" sz="2400" dirty="0"/>
          </a:p>
          <a:p>
            <a:endParaRPr lang="zh-CN" altLang="en-US" sz="2400" dirty="0"/>
          </a:p>
        </p:txBody>
      </p:sp>
    </p:spTree>
  </p:cSld>
  <p:clrMapOvr>
    <a:masterClrMapping/>
  </p:clrMapOvr>
  <p:transition>
    <p:push/>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页脚占位符 2"/>
          <p:cNvSpPr>
            <a:spLocks noGrp="1"/>
          </p:cNvSpPr>
          <p:nvPr>
            <p:ph type="ftr" sz="quarter" idx="10"/>
          </p:nvPr>
        </p:nvSpPr>
        <p:spPr/>
        <p:txBody>
          <a:bodyPr/>
          <a:lstStyle/>
          <a:p>
            <a:pPr>
              <a:defRPr/>
            </a:pPr>
            <a:r>
              <a:rPr lang="en-GB" altLang="en-US" smtClean="0"/>
              <a:t>© 2014-2018  BUPT TSEG</a:t>
            </a:r>
            <a:endParaRPr lang="zh-CN" altLang="en-US"/>
          </a:p>
        </p:txBody>
      </p:sp>
      <p:pic>
        <p:nvPicPr>
          <p:cNvPr id="95234" name="Picture 2" descr="http://image.woshipm.com/wp-files/2021/07/2DrnG1asmCiwGzjlNNWH.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767408" y="260648"/>
            <a:ext cx="9649072" cy="641979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push/>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标题 1"/>
          <p:cNvSpPr>
            <a:spLocks noGrp="1"/>
          </p:cNvSpPr>
          <p:nvPr>
            <p:ph type="title"/>
          </p:nvPr>
        </p:nvSpPr>
        <p:spPr/>
        <p:txBody>
          <a:bodyPr/>
          <a:lstStyle/>
          <a:p>
            <a:r>
              <a:rPr lang="zh-CN" altLang="en-US" dirty="0" smtClean="0"/>
              <a:t>领域模型与软件模型的区别</a:t>
            </a:r>
            <a:endParaRPr lang="zh-CN" altLang="en-US" dirty="0" smtClean="0"/>
          </a:p>
        </p:txBody>
      </p:sp>
      <p:sp>
        <p:nvSpPr>
          <p:cNvPr id="58371" name="内容占位符 2"/>
          <p:cNvSpPr>
            <a:spLocks noGrp="1"/>
          </p:cNvSpPr>
          <p:nvPr>
            <p:ph idx="1"/>
          </p:nvPr>
        </p:nvSpPr>
        <p:spPr/>
        <p:txBody>
          <a:bodyPr/>
          <a:lstStyle/>
          <a:p>
            <a:r>
              <a:rPr lang="zh-CN" altLang="en-US" sz="2800" dirty="0"/>
              <a:t>领域模型所关注的仅仅是客观世界中的事物并将其可视化，而非诸如</a:t>
            </a:r>
            <a:r>
              <a:rPr lang="en-US" altLang="zh-CN" sz="2800" dirty="0"/>
              <a:t>Java</a:t>
            </a:r>
            <a:r>
              <a:rPr lang="zh-CN" altLang="en-US" sz="2800" dirty="0"/>
              <a:t>或</a:t>
            </a:r>
            <a:r>
              <a:rPr lang="en-US" altLang="zh-CN" sz="2800" dirty="0"/>
              <a:t>C#</a:t>
            </a:r>
            <a:r>
              <a:rPr lang="zh-CN" altLang="en-US" sz="2800" dirty="0"/>
              <a:t>类的软件对象。</a:t>
            </a:r>
            <a:endParaRPr lang="zh-CN" altLang="en-US" sz="2800" dirty="0"/>
          </a:p>
          <a:p>
            <a:r>
              <a:rPr lang="zh-CN" altLang="en-US" sz="2800" dirty="0"/>
              <a:t>以下元素不适用于领域模型</a:t>
            </a:r>
            <a:endParaRPr lang="zh-CN" altLang="en-US" sz="2800" dirty="0"/>
          </a:p>
          <a:p>
            <a:pPr lvl="1">
              <a:buClr>
                <a:schemeClr val="bg1"/>
              </a:buClr>
            </a:pPr>
            <a:r>
              <a:rPr lang="zh-CN" altLang="en-US" sz="2400" dirty="0">
                <a:solidFill>
                  <a:srgbClr val="FFFF00"/>
                </a:solidFill>
                <a:latin typeface="华文中宋" panose="02010600040101010101" pitchFamily="2" charset="-122"/>
              </a:rPr>
              <a:t>软件制品，例如窗口、界面、数据库</a:t>
            </a:r>
            <a:endParaRPr lang="zh-CN" altLang="en-US" sz="2400" dirty="0">
              <a:solidFill>
                <a:srgbClr val="FFFF00"/>
              </a:solidFill>
              <a:latin typeface="华文中宋" panose="02010600040101010101" pitchFamily="2" charset="-122"/>
            </a:endParaRPr>
          </a:p>
          <a:p>
            <a:pPr lvl="1">
              <a:buClr>
                <a:schemeClr val="bg1"/>
              </a:buClr>
            </a:pPr>
            <a:r>
              <a:rPr lang="zh-CN" altLang="en-US" sz="2400" dirty="0">
                <a:latin typeface="华文中宋" panose="02010600040101010101" pitchFamily="2" charset="-122"/>
              </a:rPr>
              <a:t>软件模型中具有职责或方法的</a:t>
            </a:r>
            <a:r>
              <a:rPr lang="zh-CN" altLang="en-US" sz="2400" dirty="0" smtClean="0">
                <a:latin typeface="华文中宋" panose="02010600040101010101" pitchFamily="2" charset="-122"/>
              </a:rPr>
              <a:t>对象</a:t>
            </a:r>
            <a:endParaRPr lang="en-US" altLang="zh-CN" sz="2400" dirty="0" smtClean="0">
              <a:latin typeface="华文中宋" panose="02010600040101010101" pitchFamily="2" charset="-122"/>
            </a:endParaRPr>
          </a:p>
          <a:p>
            <a:pPr>
              <a:buClr>
                <a:schemeClr val="bg1"/>
              </a:buClr>
            </a:pPr>
            <a:r>
              <a:rPr lang="en-US" altLang="zh-CN" sz="2800" dirty="0"/>
              <a:t>OO</a:t>
            </a:r>
            <a:r>
              <a:rPr lang="zh-CN" altLang="en-US" sz="2800" dirty="0"/>
              <a:t>的关键思想：逻辑</a:t>
            </a:r>
            <a:r>
              <a:rPr lang="zh-CN" altLang="en-US" sz="2800" dirty="0" smtClean="0"/>
              <a:t>层（</a:t>
            </a:r>
            <a:r>
              <a:rPr lang="en-US" altLang="zh-CN" sz="2800" dirty="0" smtClean="0"/>
              <a:t>Logic Layer</a:t>
            </a:r>
            <a:r>
              <a:rPr lang="zh-CN" altLang="en-US" sz="2800" dirty="0" smtClean="0"/>
              <a:t>）中软件</a:t>
            </a:r>
            <a:r>
              <a:rPr lang="zh-CN" altLang="en-US" sz="2800" dirty="0"/>
              <a:t>类的名称要源于领域模型的概念类和职责，减小人们的思维与软件模型之间的表示差异</a:t>
            </a:r>
            <a:r>
              <a:rPr lang="zh-CN" altLang="en-US" sz="2800" dirty="0" smtClean="0"/>
              <a:t>。</a:t>
            </a:r>
            <a:endParaRPr lang="en-US" altLang="zh-CN" sz="2800" dirty="0" smtClean="0"/>
          </a:p>
          <a:p>
            <a:pPr lvl="1">
              <a:buClr>
                <a:schemeClr val="bg1"/>
              </a:buClr>
            </a:pPr>
            <a:r>
              <a:rPr lang="zh-CN" altLang="en-US" sz="2500" dirty="0"/>
              <a:t>逻辑</a:t>
            </a:r>
            <a:r>
              <a:rPr lang="zh-CN" altLang="en-US" sz="2500" dirty="0" smtClean="0"/>
              <a:t>层的命名也取自于实际的业务逻辑，表明这些软件类替换了某些业务职责</a:t>
            </a:r>
            <a:endParaRPr lang="en-US" altLang="zh-CN" sz="2500" dirty="0" smtClean="0"/>
          </a:p>
          <a:p>
            <a:pPr>
              <a:buClr>
                <a:schemeClr val="bg1"/>
              </a:buClr>
            </a:pPr>
            <a:endParaRPr lang="zh-CN" altLang="en-US" sz="2800" dirty="0"/>
          </a:p>
          <a:p>
            <a:pPr>
              <a:buClr>
                <a:schemeClr val="tx1"/>
              </a:buClr>
            </a:pPr>
            <a:endParaRPr lang="zh-CN" altLang="en-US" sz="2700" dirty="0">
              <a:latin typeface="华文中宋" panose="02010600040101010101" pitchFamily="2" charset="-122"/>
            </a:endParaRPr>
          </a:p>
          <a:p>
            <a:endParaRPr lang="zh-CN" altLang="en-US" dirty="0" smtClean="0"/>
          </a:p>
        </p:txBody>
      </p:sp>
    </p:spTree>
  </p:cSld>
  <p:clrMapOvr>
    <a:masterClrMapping/>
  </p:clrMapOvr>
  <p:transition>
    <p:push/>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标题 1"/>
          <p:cNvSpPr>
            <a:spLocks noGrp="1"/>
          </p:cNvSpPr>
          <p:nvPr>
            <p:ph type="title"/>
          </p:nvPr>
        </p:nvSpPr>
        <p:spPr/>
        <p:txBody>
          <a:bodyPr/>
          <a:lstStyle/>
          <a:p>
            <a:r>
              <a:rPr lang="zh-CN" altLang="en-US" smtClean="0"/>
              <a:t>识别概念类</a:t>
            </a:r>
            <a:endParaRPr lang="zh-CN" altLang="en-US" smtClean="0"/>
          </a:p>
        </p:txBody>
      </p:sp>
      <p:sp>
        <p:nvSpPr>
          <p:cNvPr id="73731" name="内容占位符 2"/>
          <p:cNvSpPr>
            <a:spLocks noGrp="1"/>
          </p:cNvSpPr>
          <p:nvPr>
            <p:ph idx="1"/>
          </p:nvPr>
        </p:nvSpPr>
        <p:spPr/>
        <p:txBody>
          <a:bodyPr/>
          <a:lstStyle/>
          <a:p>
            <a:r>
              <a:rPr lang="zh-CN" altLang="en-US" sz="2400" dirty="0"/>
              <a:t>通过对用例描述中的名词或名词短语寻找和识别概念类；</a:t>
            </a:r>
            <a:endParaRPr lang="en-US" altLang="zh-CN" sz="2400" dirty="0"/>
          </a:p>
          <a:p>
            <a:r>
              <a:rPr lang="zh-CN" altLang="en-US" sz="2400" dirty="0"/>
              <a:t>需要注意的是名词可以是概念类，也可能是概念类中表示特征的属性；</a:t>
            </a:r>
            <a:endParaRPr lang="en-US" altLang="zh-CN" sz="2400" dirty="0"/>
          </a:p>
          <a:p>
            <a:pPr lvl="1">
              <a:buClr>
                <a:schemeClr val="bg1"/>
              </a:buClr>
            </a:pPr>
            <a:r>
              <a:rPr lang="zh-CN" altLang="en-US" sz="2000" dirty="0"/>
              <a:t>属性一般是可以赋值的，比如数字或者文本。</a:t>
            </a:r>
            <a:endParaRPr lang="zh-CN" altLang="en-US" sz="2000" dirty="0"/>
          </a:p>
          <a:p>
            <a:pPr lvl="1">
              <a:buClr>
                <a:schemeClr val="bg1"/>
              </a:buClr>
            </a:pPr>
            <a:r>
              <a:rPr lang="zh-CN" altLang="en-US" sz="2000" dirty="0"/>
              <a:t>如果该名词不能被赋值，那么就“</a:t>
            </a:r>
            <a:r>
              <a:rPr lang="zh-CN" altLang="en-US" sz="2000" dirty="0">
                <a:solidFill>
                  <a:srgbClr val="FFFF00"/>
                </a:solidFill>
              </a:rPr>
              <a:t>有可能</a:t>
            </a:r>
            <a:r>
              <a:rPr lang="zh-CN" altLang="en-US" sz="2000" dirty="0"/>
              <a:t>”是一个概念类。</a:t>
            </a:r>
            <a:endParaRPr lang="zh-CN" altLang="en-US" sz="2000" dirty="0"/>
          </a:p>
          <a:p>
            <a:pPr lvl="1">
              <a:buClr>
                <a:schemeClr val="bg1"/>
              </a:buClr>
            </a:pPr>
            <a:r>
              <a:rPr lang="zh-CN" altLang="en-US" sz="2000" dirty="0"/>
              <a:t>如果对一个名词是</a:t>
            </a:r>
            <a:r>
              <a:rPr lang="zh-CN" altLang="en-US" sz="2000" dirty="0">
                <a:solidFill>
                  <a:srgbClr val="FFFF00"/>
                </a:solidFill>
              </a:rPr>
              <a:t>概念类</a:t>
            </a:r>
            <a:r>
              <a:rPr lang="zh-CN" altLang="en-US" sz="2000" dirty="0"/>
              <a:t>还是</a:t>
            </a:r>
            <a:r>
              <a:rPr lang="zh-CN" altLang="en-US" sz="2000" dirty="0">
                <a:solidFill>
                  <a:srgbClr val="FFFF00"/>
                </a:solidFill>
              </a:rPr>
              <a:t>属性</a:t>
            </a:r>
            <a:r>
              <a:rPr lang="zh-CN" altLang="en-US" sz="2000" dirty="0"/>
              <a:t>举棋不定的时候，最好将其作为概念类处理。</a:t>
            </a:r>
            <a:endParaRPr lang="zh-CN" altLang="en-US" sz="2000" dirty="0"/>
          </a:p>
          <a:p>
            <a:pPr lvl="1">
              <a:buClr>
                <a:schemeClr val="bg1"/>
              </a:buClr>
            </a:pPr>
            <a:r>
              <a:rPr lang="zh-CN" altLang="en-US" sz="2000" dirty="0"/>
              <a:t>需要注意的是：</a:t>
            </a:r>
            <a:r>
              <a:rPr lang="zh-CN" altLang="en-US" sz="2000" dirty="0">
                <a:solidFill>
                  <a:srgbClr val="FFFF00"/>
                </a:solidFill>
              </a:rPr>
              <a:t>不存在名词到类的映射机制，因为自然语言具有二义性</a:t>
            </a:r>
            <a:endParaRPr lang="en-US" altLang="zh-CN" sz="2000" dirty="0">
              <a:solidFill>
                <a:srgbClr val="FFFF00"/>
              </a:solidFill>
            </a:endParaRPr>
          </a:p>
          <a:p>
            <a:pPr>
              <a:buClr>
                <a:schemeClr val="bg1"/>
              </a:buClr>
            </a:pPr>
            <a:r>
              <a:rPr lang="zh-CN" altLang="en-US" sz="2400" dirty="0"/>
              <a:t>这种方法的弱点是自然语言的不精确性，建议初学者使用</a:t>
            </a:r>
            <a:endParaRPr lang="zh-CN" altLang="en-US" sz="2400" dirty="0"/>
          </a:p>
        </p:txBody>
      </p:sp>
    </p:spTree>
  </p:cSld>
  <p:clrMapOvr>
    <a:masterClrMapping/>
  </p:clrMapOvr>
  <p:transition>
    <p:push/>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5" name="Rectangle 2"/>
          <p:cNvSpPr>
            <a:spLocks noGrp="1" noChangeArrowheads="1"/>
          </p:cNvSpPr>
          <p:nvPr>
            <p:ph type="title"/>
          </p:nvPr>
        </p:nvSpPr>
        <p:spPr/>
        <p:txBody>
          <a:bodyPr/>
          <a:lstStyle/>
          <a:p>
            <a:r>
              <a:rPr lang="zh-CN" altLang="en-US"/>
              <a:t>创建领域模型的步骤</a:t>
            </a:r>
            <a:endParaRPr lang="zh-CN" altLang="en-US"/>
          </a:p>
        </p:txBody>
      </p:sp>
      <p:sp>
        <p:nvSpPr>
          <p:cNvPr id="74756" name="Rectangle 3"/>
          <p:cNvSpPr>
            <a:spLocks noGrp="1" noChangeArrowheads="1"/>
          </p:cNvSpPr>
          <p:nvPr>
            <p:ph idx="1"/>
          </p:nvPr>
        </p:nvSpPr>
        <p:spPr/>
        <p:txBody>
          <a:bodyPr/>
          <a:lstStyle/>
          <a:p>
            <a:pPr>
              <a:lnSpc>
                <a:spcPct val="100000"/>
              </a:lnSpc>
              <a:spcBef>
                <a:spcPct val="30000"/>
              </a:spcBef>
            </a:pPr>
            <a:r>
              <a:rPr lang="zh-CN" altLang="en-US" sz="2800" dirty="0"/>
              <a:t>理解领域模型对理解系统需求至关重要，领域模型的创建步骤如下：</a:t>
            </a:r>
            <a:endParaRPr lang="zh-CN" altLang="en-US" sz="2800" dirty="0"/>
          </a:p>
          <a:p>
            <a:pPr lvl="1">
              <a:lnSpc>
                <a:spcPct val="100000"/>
              </a:lnSpc>
              <a:spcBef>
                <a:spcPct val="30000"/>
              </a:spcBef>
            </a:pPr>
            <a:r>
              <a:rPr lang="zh-CN" altLang="en-US" sz="2400" dirty="0"/>
              <a:t>第</a:t>
            </a:r>
            <a:r>
              <a:rPr lang="en-US" altLang="zh-CN" sz="2400" dirty="0"/>
              <a:t>1</a:t>
            </a:r>
            <a:r>
              <a:rPr lang="zh-CN" altLang="en-US" sz="2400" dirty="0"/>
              <a:t>步，找出当前需求中的</a:t>
            </a:r>
            <a:r>
              <a:rPr lang="zh-CN" altLang="en-US" sz="2400" dirty="0">
                <a:solidFill>
                  <a:srgbClr val="FFFF00"/>
                </a:solidFill>
              </a:rPr>
              <a:t>候选概念类</a:t>
            </a:r>
            <a:r>
              <a:rPr lang="zh-CN" altLang="en-US" sz="2400" dirty="0"/>
              <a:t>；</a:t>
            </a:r>
            <a:endParaRPr lang="zh-CN" altLang="en-US" sz="2400" dirty="0"/>
          </a:p>
          <a:p>
            <a:pPr lvl="1">
              <a:lnSpc>
                <a:spcPct val="100000"/>
              </a:lnSpc>
              <a:spcBef>
                <a:spcPct val="30000"/>
              </a:spcBef>
            </a:pPr>
            <a:r>
              <a:rPr lang="zh-CN" altLang="en-US" sz="2400" dirty="0"/>
              <a:t>第</a:t>
            </a:r>
            <a:r>
              <a:rPr lang="en-US" altLang="zh-CN" sz="2400" dirty="0"/>
              <a:t>2</a:t>
            </a:r>
            <a:r>
              <a:rPr lang="zh-CN" altLang="en-US" sz="2400" dirty="0"/>
              <a:t>步，在领域模型中描述这些</a:t>
            </a:r>
            <a:r>
              <a:rPr lang="zh-CN" altLang="en-US" sz="2400" dirty="0">
                <a:solidFill>
                  <a:srgbClr val="FFFF00"/>
                </a:solidFill>
              </a:rPr>
              <a:t>概念类</a:t>
            </a:r>
            <a:r>
              <a:rPr lang="zh-CN" altLang="en-US" sz="2400" dirty="0"/>
              <a:t>。用问题域中的词汇对概念类进行命名，将与当前需求无关的概念类排除在外。</a:t>
            </a:r>
            <a:endParaRPr lang="zh-CN" altLang="en-US" sz="2400" dirty="0"/>
          </a:p>
          <a:p>
            <a:pPr lvl="1">
              <a:lnSpc>
                <a:spcPct val="100000"/>
              </a:lnSpc>
              <a:spcBef>
                <a:spcPct val="30000"/>
              </a:spcBef>
            </a:pPr>
            <a:r>
              <a:rPr lang="zh-CN" altLang="en-US" sz="2400" dirty="0"/>
              <a:t>第</a:t>
            </a:r>
            <a:r>
              <a:rPr lang="en-US" altLang="zh-CN" sz="2400" dirty="0"/>
              <a:t>3</a:t>
            </a:r>
            <a:r>
              <a:rPr lang="zh-CN" altLang="en-US" sz="2400" dirty="0"/>
              <a:t>步，在概念类之间</a:t>
            </a:r>
            <a:r>
              <a:rPr lang="zh-CN" altLang="en-US" sz="2400" dirty="0">
                <a:solidFill>
                  <a:srgbClr val="FFFF00"/>
                </a:solidFill>
              </a:rPr>
              <a:t>添加必要的关联</a:t>
            </a:r>
            <a:r>
              <a:rPr lang="zh-CN" altLang="en-US" sz="2400" dirty="0"/>
              <a:t>来记录那些需要保存记忆的关系，概念之间的关系用关联、继承、组合</a:t>
            </a:r>
            <a:r>
              <a:rPr lang="en-US" altLang="zh-CN" sz="2400" dirty="0"/>
              <a:t>/</a:t>
            </a:r>
            <a:r>
              <a:rPr lang="zh-CN" altLang="en-US" sz="2400" dirty="0"/>
              <a:t>聚合来表示。</a:t>
            </a:r>
            <a:endParaRPr lang="zh-CN" altLang="en-US" sz="2400" dirty="0"/>
          </a:p>
          <a:p>
            <a:pPr lvl="1">
              <a:lnSpc>
                <a:spcPct val="100000"/>
              </a:lnSpc>
              <a:spcBef>
                <a:spcPct val="30000"/>
              </a:spcBef>
            </a:pPr>
            <a:r>
              <a:rPr lang="zh-CN" altLang="en-US" sz="2400" dirty="0"/>
              <a:t>第</a:t>
            </a:r>
            <a:r>
              <a:rPr lang="en-US" altLang="zh-CN" sz="2400" dirty="0"/>
              <a:t>4</a:t>
            </a:r>
            <a:r>
              <a:rPr lang="zh-CN" altLang="en-US" sz="2400" dirty="0"/>
              <a:t>步，在概念类中</a:t>
            </a:r>
            <a:r>
              <a:rPr lang="zh-CN" altLang="en-US" sz="2400" dirty="0">
                <a:solidFill>
                  <a:srgbClr val="FFFF00"/>
                </a:solidFill>
              </a:rPr>
              <a:t>添加</a:t>
            </a:r>
            <a:r>
              <a:rPr lang="zh-CN" altLang="en-US" sz="2400" dirty="0"/>
              <a:t>用来实现需求的必要</a:t>
            </a:r>
            <a:r>
              <a:rPr lang="zh-CN" altLang="en-US" sz="2400" dirty="0">
                <a:solidFill>
                  <a:srgbClr val="FFFF00"/>
                </a:solidFill>
              </a:rPr>
              <a:t>属性</a:t>
            </a:r>
            <a:r>
              <a:rPr lang="zh-CN" altLang="en-US" sz="2400" dirty="0"/>
              <a:t>。 </a:t>
            </a:r>
            <a:endParaRPr lang="zh-CN" altLang="en-US" sz="2400" dirty="0"/>
          </a:p>
        </p:txBody>
      </p:sp>
    </p:spTree>
  </p:cSld>
  <p:clrMapOvr>
    <a:masterClrMapping/>
  </p:clrMapOvr>
  <p:transition>
    <p:push/>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9" name="Rectangle 2"/>
          <p:cNvSpPr>
            <a:spLocks noGrp="1" noChangeArrowheads="1"/>
          </p:cNvSpPr>
          <p:nvPr>
            <p:ph type="title"/>
          </p:nvPr>
        </p:nvSpPr>
        <p:spPr/>
        <p:txBody>
          <a:bodyPr/>
          <a:lstStyle/>
          <a:p>
            <a:r>
              <a:rPr lang="zh-CN" altLang="en-US" smtClean="0"/>
              <a:t>识别名词短语</a:t>
            </a:r>
            <a:endParaRPr lang="zh-CN" altLang="en-US" smtClean="0"/>
          </a:p>
        </p:txBody>
      </p:sp>
      <p:graphicFrame>
        <p:nvGraphicFramePr>
          <p:cNvPr id="84169" name="Group 201"/>
          <p:cNvGraphicFramePr>
            <a:graphicFrameLocks noGrp="1"/>
          </p:cNvGraphicFramePr>
          <p:nvPr>
            <p:ph idx="1"/>
          </p:nvPr>
        </p:nvGraphicFramePr>
        <p:xfrm>
          <a:off x="479376" y="747715"/>
          <a:ext cx="11160125" cy="5608638"/>
        </p:xfrm>
        <a:graphic>
          <a:graphicData uri="http://schemas.openxmlformats.org/drawingml/2006/table">
            <a:tbl>
              <a:tblPr/>
              <a:tblGrid>
                <a:gridCol w="1061656"/>
                <a:gridCol w="10098469"/>
              </a:tblGrid>
              <a:tr h="335299">
                <a:tc>
                  <a:txBody>
                    <a:bodyPr/>
                    <a:lstStyle/>
                    <a:p>
                      <a:pPr marL="450850" marR="0" lvl="0" indent="-450850" algn="l"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dirty="0" smtClean="0">
                          <a:ln>
                            <a:noFill/>
                          </a:ln>
                          <a:solidFill>
                            <a:schemeClr val="bg1"/>
                          </a:solidFill>
                          <a:effectLst/>
                          <a:latin typeface="Arial" panose="020B0604020202020204" pitchFamily="34" charset="0"/>
                          <a:ea typeface="宋体" panose="02010600030101010101" pitchFamily="2" charset="-122"/>
                          <a:cs typeface="Arial" panose="020B0604020202020204" pitchFamily="34" charset="0"/>
                        </a:rPr>
                        <a:t>1</a:t>
                      </a:r>
                      <a:r>
                        <a:rPr kumimoji="0" lang="zh-CN" altLang="en-US" sz="1600" b="1" i="0" u="none" strike="noStrike" cap="none" normalizeH="0" baseline="0" dirty="0" smtClean="0">
                          <a:ln>
                            <a:noFill/>
                          </a:ln>
                          <a:solidFill>
                            <a:schemeClr val="bg1"/>
                          </a:solidFill>
                          <a:effectLst/>
                          <a:latin typeface="Arial" panose="020B0604020202020204" pitchFamily="34" charset="0"/>
                          <a:ea typeface="宋体" panose="02010600030101010101" pitchFamily="2" charset="-122"/>
                          <a:cs typeface="Arial" panose="020B0604020202020204" pitchFamily="34" charset="0"/>
                        </a:rPr>
                        <a:t>．</a:t>
                      </a:r>
                      <a:endParaRPr kumimoji="0" lang="zh-CN" altLang="en-US" sz="1600" b="0" i="0" u="none" strike="noStrike" cap="none" normalizeH="0" baseline="0" dirty="0" smtClean="0">
                        <a:ln>
                          <a:noFill/>
                        </a:ln>
                        <a:solidFill>
                          <a:schemeClr val="bg1"/>
                        </a:solidFill>
                        <a:effectLst/>
                        <a:latin typeface="Arial" panose="020B0604020202020204" pitchFamily="34" charset="0"/>
                        <a:ea typeface="宋体" panose="02010600030101010101" pitchFamily="2" charset="-122"/>
                        <a:cs typeface="Arial" panose="020B0604020202020204" pitchFamily="34" charset="0"/>
                      </a:endParaRPr>
                    </a:p>
                  </a:txBody>
                  <a:tcPr marL="122303" marR="122303" marT="45723" marB="4572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450850" marR="0" lvl="0" indent="-450850" algn="l" defTabSz="914400" rtl="0" eaLnBrk="1" fontAlgn="base" latinLnBrk="0" hangingPunct="1">
                        <a:lnSpc>
                          <a:spcPct val="100000"/>
                        </a:lnSpc>
                        <a:spcBef>
                          <a:spcPct val="0"/>
                        </a:spcBef>
                        <a:spcAft>
                          <a:spcPct val="0"/>
                        </a:spcAft>
                        <a:buClrTx/>
                        <a:buSzTx/>
                        <a:buFontTx/>
                        <a:buNone/>
                      </a:pPr>
                      <a:r>
                        <a:rPr kumimoji="0" lang="zh-CN" altLang="en-US" sz="1600" b="1" i="0" u="none" strike="noStrike" cap="none" normalizeH="0" baseline="0" dirty="0" smtClean="0">
                          <a:ln>
                            <a:noFill/>
                          </a:ln>
                          <a:solidFill>
                            <a:srgbClr val="FFFF00"/>
                          </a:solidFill>
                          <a:effectLst/>
                          <a:latin typeface="华文细黑" panose="02010600040101010101" pitchFamily="2" charset="-122"/>
                          <a:ea typeface="华文细黑" panose="02010600040101010101" pitchFamily="2" charset="-122"/>
                          <a:cs typeface="Times New Roman" panose="02020603050405020304" pitchFamily="18" charset="0"/>
                        </a:rPr>
                        <a:t>学生</a:t>
                      </a:r>
                      <a:r>
                        <a:rPr kumimoji="0" lang="zh-CN" altLang="en-US" sz="1600" b="0" i="0" u="none" strike="noStrike" cap="none" normalizeH="0" baseline="0" dirty="0" smtClean="0">
                          <a:ln>
                            <a:noFill/>
                          </a:ln>
                          <a:solidFill>
                            <a:schemeClr val="bg1"/>
                          </a:solidFill>
                          <a:effectLst/>
                          <a:latin typeface="华文细黑" panose="02010600040101010101" pitchFamily="2" charset="-122"/>
                          <a:ea typeface="华文细黑" panose="02010600040101010101" pitchFamily="2" charset="-122"/>
                          <a:cs typeface="Times New Roman" panose="02020603050405020304" pitchFamily="18" charset="0"/>
                        </a:rPr>
                        <a:t>在系统主窗口中选择参加</a:t>
                      </a:r>
                      <a:r>
                        <a:rPr kumimoji="0" lang="zh-CN" altLang="en-US" sz="1600" b="1" i="0" u="none" strike="noStrike" cap="none" normalizeH="0" baseline="0" dirty="0" smtClean="0">
                          <a:ln>
                            <a:noFill/>
                          </a:ln>
                          <a:solidFill>
                            <a:srgbClr val="FFFF00"/>
                          </a:solidFill>
                          <a:effectLst/>
                          <a:latin typeface="华文细黑" panose="02010600040101010101" pitchFamily="2" charset="-122"/>
                          <a:ea typeface="华文细黑" panose="02010600040101010101" pitchFamily="2" charset="-122"/>
                          <a:cs typeface="Times New Roman" panose="02020603050405020304" pitchFamily="18" charset="0"/>
                        </a:rPr>
                        <a:t>考试</a:t>
                      </a:r>
                      <a:r>
                        <a:rPr kumimoji="0" lang="zh-CN" altLang="en-US" sz="1600" b="0" i="0" u="none" strike="noStrike" cap="none" normalizeH="0" baseline="0" dirty="0" smtClean="0">
                          <a:ln>
                            <a:noFill/>
                          </a:ln>
                          <a:solidFill>
                            <a:schemeClr val="bg1"/>
                          </a:solidFill>
                          <a:effectLst/>
                          <a:latin typeface="华文细黑" panose="02010600040101010101" pitchFamily="2" charset="-122"/>
                          <a:ea typeface="华文细黑" panose="02010600040101010101" pitchFamily="2" charset="-122"/>
                          <a:cs typeface="Times New Roman" panose="02020603050405020304" pitchFamily="18" charset="0"/>
                        </a:rPr>
                        <a:t>。</a:t>
                      </a:r>
                      <a:endParaRPr kumimoji="0" lang="zh-CN" altLang="en-US" sz="1600" b="0" i="0" u="none" strike="noStrike" cap="none" normalizeH="0" baseline="0" dirty="0" smtClean="0">
                        <a:ln>
                          <a:noFill/>
                        </a:ln>
                        <a:solidFill>
                          <a:schemeClr val="bg1"/>
                        </a:solidFill>
                        <a:effectLst/>
                        <a:latin typeface="华文细黑" panose="02010600040101010101" pitchFamily="2" charset="-122"/>
                        <a:ea typeface="华文细黑" panose="02010600040101010101" pitchFamily="2" charset="-122"/>
                        <a:cs typeface="Times New Roman" panose="02020603050405020304" pitchFamily="18" charset="0"/>
                      </a:endParaRPr>
                    </a:p>
                  </a:txBody>
                  <a:tcPr marL="122303" marR="122303" marT="45723" marB="4572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solidFill>
                  </a:tcPr>
                </a:tc>
              </a:tr>
              <a:tr h="335299">
                <a:tc>
                  <a:txBody>
                    <a:bodyPr/>
                    <a:lstStyle/>
                    <a:p>
                      <a:pPr marL="450850" marR="0" lvl="0" indent="-450850" algn="l"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dirty="0" smtClean="0">
                          <a:ln>
                            <a:noFill/>
                          </a:ln>
                          <a:solidFill>
                            <a:schemeClr val="bg1"/>
                          </a:solidFill>
                          <a:effectLst/>
                          <a:latin typeface="Arial" panose="020B0604020202020204" pitchFamily="34" charset="0"/>
                          <a:ea typeface="宋体" panose="02010600030101010101" pitchFamily="2" charset="-122"/>
                          <a:cs typeface="Arial" panose="020B0604020202020204" pitchFamily="34" charset="0"/>
                        </a:rPr>
                        <a:t>2</a:t>
                      </a:r>
                      <a:r>
                        <a:rPr kumimoji="0" lang="zh-CN" altLang="en-US" sz="1600" b="1" i="0" u="none" strike="noStrike" cap="none" normalizeH="0" baseline="0" dirty="0" smtClean="0">
                          <a:ln>
                            <a:noFill/>
                          </a:ln>
                          <a:solidFill>
                            <a:schemeClr val="bg1"/>
                          </a:solidFill>
                          <a:effectLst/>
                          <a:latin typeface="Arial" panose="020B0604020202020204" pitchFamily="34" charset="0"/>
                          <a:ea typeface="宋体" panose="02010600030101010101" pitchFamily="2" charset="-122"/>
                          <a:cs typeface="Arial" panose="020B0604020202020204" pitchFamily="34" charset="0"/>
                        </a:rPr>
                        <a:t>．</a:t>
                      </a:r>
                      <a:endParaRPr kumimoji="0" lang="zh-CN" altLang="en-US" sz="1600" b="0" i="0" u="none" strike="noStrike" cap="none" normalizeH="0" baseline="0" dirty="0" smtClean="0">
                        <a:ln>
                          <a:noFill/>
                        </a:ln>
                        <a:solidFill>
                          <a:schemeClr val="bg1"/>
                        </a:solidFill>
                        <a:effectLst/>
                        <a:latin typeface="Arial" panose="020B0604020202020204" pitchFamily="34" charset="0"/>
                        <a:ea typeface="宋体" panose="02010600030101010101" pitchFamily="2" charset="-122"/>
                        <a:cs typeface="Arial" panose="020B0604020202020204" pitchFamily="34" charset="0"/>
                      </a:endParaRPr>
                    </a:p>
                  </a:txBody>
                  <a:tcPr marL="122303" marR="122303" marT="45723" marB="4572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450850" marR="0" lvl="0" indent="-450850" algn="l" defTabSz="914400" rtl="0" eaLnBrk="1" fontAlgn="base" latinLnBrk="0" hangingPunct="1">
                        <a:lnSpc>
                          <a:spcPct val="100000"/>
                        </a:lnSpc>
                        <a:spcBef>
                          <a:spcPct val="0"/>
                        </a:spcBef>
                        <a:spcAft>
                          <a:spcPct val="0"/>
                        </a:spcAft>
                        <a:buClrTx/>
                        <a:buSzTx/>
                        <a:buFontTx/>
                        <a:buNone/>
                      </a:pPr>
                      <a:r>
                        <a:rPr kumimoji="0" lang="zh-CN" altLang="en-US" sz="1600" b="0" i="0" u="none" strike="noStrike" cap="none" normalizeH="0" baseline="0" dirty="0" smtClean="0">
                          <a:ln>
                            <a:noFill/>
                          </a:ln>
                          <a:solidFill>
                            <a:schemeClr val="bg1"/>
                          </a:solidFill>
                          <a:effectLst/>
                          <a:latin typeface="华文细黑" panose="02010600040101010101" pitchFamily="2" charset="-122"/>
                          <a:ea typeface="华文细黑" panose="02010600040101010101" pitchFamily="2" charset="-122"/>
                          <a:cs typeface="Times New Roman" panose="02020603050405020304" pitchFamily="18" charset="0"/>
                        </a:rPr>
                        <a:t>系统列出该学生该时段能参加的所有</a:t>
                      </a:r>
                      <a:r>
                        <a:rPr kumimoji="0" lang="zh-CN" altLang="en-US" sz="1600" b="1" i="0" u="none" strike="noStrike" cap="none" normalizeH="0" baseline="0" dirty="0" smtClean="0">
                          <a:ln>
                            <a:noFill/>
                          </a:ln>
                          <a:solidFill>
                            <a:srgbClr val="FFFF00"/>
                          </a:solidFill>
                          <a:effectLst/>
                          <a:latin typeface="华文细黑" panose="02010600040101010101" pitchFamily="2" charset="-122"/>
                          <a:ea typeface="华文细黑" panose="02010600040101010101" pitchFamily="2" charset="-122"/>
                          <a:cs typeface="Times New Roman" panose="02020603050405020304" pitchFamily="18" charset="0"/>
                        </a:rPr>
                        <a:t>考试课程名称</a:t>
                      </a:r>
                      <a:r>
                        <a:rPr kumimoji="0" lang="zh-CN" altLang="en-US" sz="1600" b="0" i="0" u="none" strike="noStrike" cap="none" normalizeH="0" baseline="0" dirty="0" smtClean="0">
                          <a:ln>
                            <a:noFill/>
                          </a:ln>
                          <a:solidFill>
                            <a:schemeClr val="bg1"/>
                          </a:solidFill>
                          <a:effectLst/>
                          <a:latin typeface="华文细黑" panose="02010600040101010101" pitchFamily="2" charset="-122"/>
                          <a:ea typeface="华文细黑" panose="02010600040101010101" pitchFamily="2" charset="-122"/>
                          <a:cs typeface="Times New Roman" panose="02020603050405020304" pitchFamily="18" charset="0"/>
                        </a:rPr>
                        <a:t>。</a:t>
                      </a:r>
                      <a:endParaRPr kumimoji="0" lang="zh-CN" altLang="en-US" sz="1600" b="0" i="0" u="none" strike="noStrike" cap="none" normalizeH="0" baseline="0" dirty="0" smtClean="0">
                        <a:ln>
                          <a:noFill/>
                        </a:ln>
                        <a:solidFill>
                          <a:schemeClr val="bg1"/>
                        </a:solidFill>
                        <a:effectLst/>
                        <a:latin typeface="华文细黑" panose="02010600040101010101" pitchFamily="2" charset="-122"/>
                        <a:ea typeface="华文细黑" panose="02010600040101010101" pitchFamily="2" charset="-122"/>
                        <a:cs typeface="Times New Roman" panose="02020603050405020304" pitchFamily="18" charset="0"/>
                      </a:endParaRPr>
                    </a:p>
                  </a:txBody>
                  <a:tcPr marL="122303" marR="122303" marT="45723" marB="4572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solidFill>
                  </a:tcPr>
                </a:tc>
              </a:tr>
              <a:tr h="335299">
                <a:tc>
                  <a:txBody>
                    <a:bodyPr/>
                    <a:lstStyle/>
                    <a:p>
                      <a:pPr marL="450850" marR="0" lvl="0" indent="-450850" algn="l"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smtClean="0">
                          <a:ln>
                            <a:noFill/>
                          </a:ln>
                          <a:solidFill>
                            <a:schemeClr val="bg1"/>
                          </a:solidFill>
                          <a:effectLst/>
                          <a:latin typeface="Arial" panose="020B0604020202020204" pitchFamily="34" charset="0"/>
                          <a:ea typeface="宋体" panose="02010600030101010101" pitchFamily="2" charset="-122"/>
                          <a:cs typeface="Arial" panose="020B0604020202020204" pitchFamily="34" charset="0"/>
                        </a:rPr>
                        <a:t>3</a:t>
                      </a:r>
                      <a:r>
                        <a:rPr kumimoji="0" lang="zh-CN" altLang="en-US" sz="1600" b="1" i="0" u="none" strike="noStrike" cap="none" normalizeH="0" baseline="0" smtClean="0">
                          <a:ln>
                            <a:noFill/>
                          </a:ln>
                          <a:solidFill>
                            <a:schemeClr val="bg1"/>
                          </a:solidFill>
                          <a:effectLst/>
                          <a:latin typeface="Arial" panose="020B0604020202020204" pitchFamily="34" charset="0"/>
                          <a:ea typeface="宋体" panose="02010600030101010101" pitchFamily="2" charset="-122"/>
                          <a:cs typeface="Arial" panose="020B0604020202020204" pitchFamily="34" charset="0"/>
                        </a:rPr>
                        <a:t>．</a:t>
                      </a:r>
                      <a:endParaRPr kumimoji="0" lang="zh-CN" altLang="en-US" sz="1600" b="0" i="0" u="none" strike="noStrike" cap="none" normalizeH="0" baseline="0" smtClean="0">
                        <a:ln>
                          <a:noFill/>
                        </a:ln>
                        <a:solidFill>
                          <a:schemeClr val="bg1"/>
                        </a:solidFill>
                        <a:effectLst/>
                        <a:latin typeface="Arial" panose="020B0604020202020204" pitchFamily="34" charset="0"/>
                        <a:ea typeface="宋体" panose="02010600030101010101" pitchFamily="2" charset="-122"/>
                        <a:cs typeface="Arial" panose="020B0604020202020204" pitchFamily="34" charset="0"/>
                      </a:endParaRPr>
                    </a:p>
                  </a:txBody>
                  <a:tcPr marL="122303" marR="122303" marT="45723" marB="4572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450850" marR="0" lvl="0" indent="-450850" algn="l" defTabSz="914400" rtl="0" eaLnBrk="1" fontAlgn="base" latinLnBrk="0" hangingPunct="1">
                        <a:lnSpc>
                          <a:spcPct val="100000"/>
                        </a:lnSpc>
                        <a:spcBef>
                          <a:spcPct val="0"/>
                        </a:spcBef>
                        <a:spcAft>
                          <a:spcPct val="0"/>
                        </a:spcAft>
                        <a:buClrTx/>
                        <a:buSzTx/>
                        <a:buFontTx/>
                        <a:buNone/>
                      </a:pPr>
                      <a:r>
                        <a:rPr kumimoji="0" lang="zh-CN" altLang="en-US" sz="1600" b="0" i="0" u="none" strike="noStrike" cap="none" normalizeH="0" baseline="0" dirty="0" smtClean="0">
                          <a:ln>
                            <a:noFill/>
                          </a:ln>
                          <a:solidFill>
                            <a:schemeClr val="bg1"/>
                          </a:solidFill>
                          <a:effectLst/>
                          <a:latin typeface="华文细黑" panose="02010600040101010101" pitchFamily="2" charset="-122"/>
                          <a:ea typeface="华文细黑" panose="02010600040101010101" pitchFamily="2" charset="-122"/>
                          <a:cs typeface="Times New Roman" panose="02020603050405020304" pitchFamily="18" charset="0"/>
                        </a:rPr>
                        <a:t>学生选择其中的一门</a:t>
                      </a:r>
                      <a:r>
                        <a:rPr kumimoji="0" lang="zh-CN" altLang="en-US" sz="1600" b="1" i="0" u="none" strike="noStrike" cap="none" normalizeH="0" baseline="0" dirty="0" smtClean="0">
                          <a:ln>
                            <a:noFill/>
                          </a:ln>
                          <a:solidFill>
                            <a:srgbClr val="FFFF00"/>
                          </a:solidFill>
                          <a:effectLst/>
                          <a:latin typeface="华文细黑" panose="02010600040101010101" pitchFamily="2" charset="-122"/>
                          <a:ea typeface="华文细黑" panose="02010600040101010101" pitchFamily="2" charset="-122"/>
                          <a:cs typeface="Times New Roman" panose="02020603050405020304" pitchFamily="18" charset="0"/>
                        </a:rPr>
                        <a:t>课程</a:t>
                      </a:r>
                      <a:r>
                        <a:rPr kumimoji="0" lang="zh-CN" altLang="en-US" sz="1600" b="0" i="0" u="none" strike="noStrike" cap="none" normalizeH="0" baseline="0" dirty="0" smtClean="0">
                          <a:ln>
                            <a:noFill/>
                          </a:ln>
                          <a:solidFill>
                            <a:schemeClr val="bg1"/>
                          </a:solidFill>
                          <a:effectLst/>
                          <a:latin typeface="华文细黑" panose="02010600040101010101" pitchFamily="2" charset="-122"/>
                          <a:ea typeface="华文细黑" panose="02010600040101010101" pitchFamily="2" charset="-122"/>
                          <a:cs typeface="Times New Roman" panose="02020603050405020304" pitchFamily="18" charset="0"/>
                        </a:rPr>
                        <a:t>，要求考试。</a:t>
                      </a:r>
                      <a:endParaRPr kumimoji="0" lang="zh-CN" altLang="en-US" sz="1600" b="0" i="0" u="none" strike="noStrike" cap="none" normalizeH="0" baseline="0" dirty="0" smtClean="0">
                        <a:ln>
                          <a:noFill/>
                        </a:ln>
                        <a:solidFill>
                          <a:schemeClr val="bg1"/>
                        </a:solidFill>
                        <a:effectLst/>
                        <a:latin typeface="华文细黑" panose="02010600040101010101" pitchFamily="2" charset="-122"/>
                        <a:ea typeface="华文细黑" panose="02010600040101010101" pitchFamily="2" charset="-122"/>
                        <a:cs typeface="Times New Roman" panose="02020603050405020304" pitchFamily="18" charset="0"/>
                      </a:endParaRPr>
                    </a:p>
                  </a:txBody>
                  <a:tcPr marL="122303" marR="122303" marT="45723" marB="4572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solidFill>
                  </a:tcPr>
                </a:tc>
              </a:tr>
              <a:tr h="335299">
                <a:tc>
                  <a:txBody>
                    <a:bodyPr/>
                    <a:lstStyle/>
                    <a:p>
                      <a:pPr marL="450850" marR="0" lvl="0" indent="-450850" algn="l"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smtClean="0">
                          <a:ln>
                            <a:noFill/>
                          </a:ln>
                          <a:solidFill>
                            <a:schemeClr val="bg1"/>
                          </a:solidFill>
                          <a:effectLst/>
                          <a:latin typeface="Arial" panose="020B0604020202020204" pitchFamily="34" charset="0"/>
                          <a:ea typeface="宋体" panose="02010600030101010101" pitchFamily="2" charset="-122"/>
                          <a:cs typeface="Arial" panose="020B0604020202020204" pitchFamily="34" charset="0"/>
                        </a:rPr>
                        <a:t>4</a:t>
                      </a:r>
                      <a:r>
                        <a:rPr kumimoji="0" lang="zh-CN" altLang="en-US" sz="1600" b="1" i="0" u="none" strike="noStrike" cap="none" normalizeH="0" baseline="0" smtClean="0">
                          <a:ln>
                            <a:noFill/>
                          </a:ln>
                          <a:solidFill>
                            <a:schemeClr val="bg1"/>
                          </a:solidFill>
                          <a:effectLst/>
                          <a:latin typeface="Arial" panose="020B0604020202020204" pitchFamily="34" charset="0"/>
                          <a:ea typeface="宋体" panose="02010600030101010101" pitchFamily="2" charset="-122"/>
                          <a:cs typeface="Arial" panose="020B0604020202020204" pitchFamily="34" charset="0"/>
                        </a:rPr>
                        <a:t>．</a:t>
                      </a:r>
                      <a:endParaRPr kumimoji="0" lang="zh-CN" altLang="en-US" sz="1600" b="0" i="0" u="none" strike="noStrike" cap="none" normalizeH="0" baseline="0" smtClean="0">
                        <a:ln>
                          <a:noFill/>
                        </a:ln>
                        <a:solidFill>
                          <a:schemeClr val="bg1"/>
                        </a:solidFill>
                        <a:effectLst/>
                        <a:latin typeface="Arial" panose="020B0604020202020204" pitchFamily="34" charset="0"/>
                        <a:ea typeface="宋体" panose="02010600030101010101" pitchFamily="2" charset="-122"/>
                        <a:cs typeface="Arial" panose="020B0604020202020204" pitchFamily="34" charset="0"/>
                      </a:endParaRPr>
                    </a:p>
                  </a:txBody>
                  <a:tcPr marL="122303" marR="122303" marT="45723" marB="4572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450850" marR="0" lvl="0" indent="-450850" algn="l" defTabSz="914400" rtl="0" eaLnBrk="1" fontAlgn="base" latinLnBrk="0" hangingPunct="1">
                        <a:lnSpc>
                          <a:spcPct val="100000"/>
                        </a:lnSpc>
                        <a:spcBef>
                          <a:spcPct val="0"/>
                        </a:spcBef>
                        <a:spcAft>
                          <a:spcPct val="0"/>
                        </a:spcAft>
                        <a:buClrTx/>
                        <a:buSzTx/>
                        <a:buFontTx/>
                        <a:buNone/>
                      </a:pPr>
                      <a:r>
                        <a:rPr kumimoji="0" lang="zh-CN" altLang="en-US" sz="1600" b="0" i="0" u="none" strike="noStrike" cap="none" normalizeH="0" baseline="0" dirty="0" smtClean="0">
                          <a:ln>
                            <a:noFill/>
                          </a:ln>
                          <a:solidFill>
                            <a:schemeClr val="bg1"/>
                          </a:solidFill>
                          <a:effectLst/>
                          <a:latin typeface="华文细黑" panose="02010600040101010101" pitchFamily="2" charset="-122"/>
                          <a:ea typeface="华文细黑" panose="02010600040101010101" pitchFamily="2" charset="-122"/>
                          <a:cs typeface="Times New Roman" panose="02020603050405020304" pitchFamily="18" charset="0"/>
                        </a:rPr>
                        <a:t>系统弹出登陆框，要求学生输入</a:t>
                      </a:r>
                      <a:r>
                        <a:rPr kumimoji="0" lang="zh-CN" altLang="en-US" sz="1600" b="1" i="0" u="none" strike="noStrike" cap="none" normalizeH="0" baseline="0" dirty="0" smtClean="0">
                          <a:ln>
                            <a:noFill/>
                          </a:ln>
                          <a:solidFill>
                            <a:srgbClr val="FFFF00"/>
                          </a:solidFill>
                          <a:effectLst/>
                          <a:latin typeface="华文细黑" panose="02010600040101010101" pitchFamily="2" charset="-122"/>
                          <a:ea typeface="华文细黑" panose="02010600040101010101" pitchFamily="2" charset="-122"/>
                          <a:cs typeface="Times New Roman" panose="02020603050405020304" pitchFamily="18" charset="0"/>
                        </a:rPr>
                        <a:t>考试密码</a:t>
                      </a:r>
                      <a:r>
                        <a:rPr kumimoji="0" lang="zh-CN" altLang="en-US" sz="1600" b="0" i="0" u="none" strike="noStrike" cap="none" normalizeH="0" baseline="0" dirty="0" smtClean="0">
                          <a:ln>
                            <a:noFill/>
                          </a:ln>
                          <a:solidFill>
                            <a:schemeClr val="bg1"/>
                          </a:solidFill>
                          <a:effectLst/>
                          <a:latin typeface="华文细黑" panose="02010600040101010101" pitchFamily="2" charset="-122"/>
                          <a:ea typeface="华文细黑" panose="02010600040101010101" pitchFamily="2" charset="-122"/>
                          <a:cs typeface="Times New Roman" panose="02020603050405020304" pitchFamily="18" charset="0"/>
                        </a:rPr>
                        <a:t>。</a:t>
                      </a:r>
                      <a:endParaRPr kumimoji="0" lang="zh-CN" altLang="en-US" sz="1600" b="0" i="0" u="none" strike="noStrike" cap="none" normalizeH="0" baseline="0" dirty="0" smtClean="0">
                        <a:ln>
                          <a:noFill/>
                        </a:ln>
                        <a:solidFill>
                          <a:schemeClr val="bg1"/>
                        </a:solidFill>
                        <a:effectLst/>
                        <a:latin typeface="华文细黑" panose="02010600040101010101" pitchFamily="2" charset="-122"/>
                        <a:ea typeface="华文细黑" panose="02010600040101010101" pitchFamily="2" charset="-122"/>
                        <a:cs typeface="Times New Roman" panose="02020603050405020304" pitchFamily="18" charset="0"/>
                      </a:endParaRPr>
                    </a:p>
                  </a:txBody>
                  <a:tcPr marL="122303" marR="122303" marT="45723" marB="4572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solidFill>
                  </a:tcPr>
                </a:tc>
              </a:tr>
              <a:tr h="335299">
                <a:tc>
                  <a:txBody>
                    <a:bodyPr/>
                    <a:lstStyle/>
                    <a:p>
                      <a:pPr marL="450850" marR="0" lvl="0" indent="-450850" algn="l"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smtClean="0">
                          <a:ln>
                            <a:noFill/>
                          </a:ln>
                          <a:solidFill>
                            <a:schemeClr val="bg1"/>
                          </a:solidFill>
                          <a:effectLst/>
                          <a:latin typeface="Arial" panose="020B0604020202020204" pitchFamily="34" charset="0"/>
                          <a:ea typeface="宋体" panose="02010600030101010101" pitchFamily="2" charset="-122"/>
                          <a:cs typeface="Arial" panose="020B0604020202020204" pitchFamily="34" charset="0"/>
                        </a:rPr>
                        <a:t>5</a:t>
                      </a:r>
                      <a:endParaRPr kumimoji="0" lang="en-US" altLang="zh-CN" sz="1600" b="0" i="0" u="none" strike="noStrike" cap="none" normalizeH="0" baseline="0" smtClean="0">
                        <a:ln>
                          <a:noFill/>
                        </a:ln>
                        <a:solidFill>
                          <a:schemeClr val="bg1"/>
                        </a:solidFill>
                        <a:effectLst/>
                        <a:latin typeface="Arial" panose="020B0604020202020204" pitchFamily="34" charset="0"/>
                        <a:ea typeface="宋体" panose="02010600030101010101" pitchFamily="2" charset="-122"/>
                        <a:cs typeface="Arial" panose="020B0604020202020204" pitchFamily="34" charset="0"/>
                      </a:endParaRPr>
                    </a:p>
                  </a:txBody>
                  <a:tcPr marL="122303" marR="122303" marT="45723" marB="4572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450850" marR="0" lvl="0" indent="-450850" algn="l" defTabSz="914400" rtl="0" eaLnBrk="1" fontAlgn="base" latinLnBrk="0" hangingPunct="1">
                        <a:lnSpc>
                          <a:spcPct val="100000"/>
                        </a:lnSpc>
                        <a:spcBef>
                          <a:spcPct val="0"/>
                        </a:spcBef>
                        <a:spcAft>
                          <a:spcPct val="0"/>
                        </a:spcAft>
                        <a:buClrTx/>
                        <a:buSzTx/>
                        <a:buFontTx/>
                        <a:buNone/>
                      </a:pPr>
                      <a:r>
                        <a:rPr kumimoji="0" lang="zh-CN" altLang="en-US" sz="1600" b="0" i="0" u="none" strike="noStrike" cap="none" normalizeH="0" baseline="0" dirty="0" smtClean="0">
                          <a:ln>
                            <a:noFill/>
                          </a:ln>
                          <a:solidFill>
                            <a:schemeClr val="bg1"/>
                          </a:solidFill>
                          <a:effectLst/>
                          <a:latin typeface="华文细黑" panose="02010600040101010101" pitchFamily="2" charset="-122"/>
                          <a:ea typeface="华文细黑" panose="02010600040101010101" pitchFamily="2" charset="-122"/>
                          <a:cs typeface="Times New Roman" panose="02020603050405020304" pitchFamily="18" charset="0"/>
                        </a:rPr>
                        <a:t>学生输入从</a:t>
                      </a:r>
                      <a:r>
                        <a:rPr kumimoji="0" lang="zh-CN" altLang="en-US" sz="1600" b="1" i="0" u="none" strike="noStrike" cap="none" normalizeH="0" baseline="0" dirty="0" smtClean="0">
                          <a:ln>
                            <a:noFill/>
                          </a:ln>
                          <a:solidFill>
                            <a:srgbClr val="FFFF00"/>
                          </a:solidFill>
                          <a:effectLst/>
                          <a:latin typeface="华文细黑" panose="02010600040101010101" pitchFamily="2" charset="-122"/>
                          <a:ea typeface="华文细黑" panose="02010600040101010101" pitchFamily="2" charset="-122"/>
                          <a:cs typeface="Times New Roman" panose="02020603050405020304" pitchFamily="18" charset="0"/>
                        </a:rPr>
                        <a:t>监考老师</a:t>
                      </a:r>
                      <a:r>
                        <a:rPr kumimoji="0" lang="zh-CN" altLang="en-US" sz="1600" b="0" i="0" u="none" strike="noStrike" cap="none" normalizeH="0" baseline="0" dirty="0" smtClean="0">
                          <a:ln>
                            <a:noFill/>
                          </a:ln>
                          <a:solidFill>
                            <a:schemeClr val="bg1"/>
                          </a:solidFill>
                          <a:effectLst/>
                          <a:latin typeface="华文细黑" panose="02010600040101010101" pitchFamily="2" charset="-122"/>
                          <a:ea typeface="华文细黑" panose="02010600040101010101" pitchFamily="2" charset="-122"/>
                          <a:cs typeface="Times New Roman" panose="02020603050405020304" pitchFamily="18" charset="0"/>
                        </a:rPr>
                        <a:t>处获取的</a:t>
                      </a:r>
                      <a:r>
                        <a:rPr kumimoji="0" lang="zh-CN" altLang="en-US" sz="1600" b="1" i="0" u="none" strike="noStrike" cap="none" normalizeH="0" baseline="0" dirty="0" smtClean="0">
                          <a:ln>
                            <a:noFill/>
                          </a:ln>
                          <a:solidFill>
                            <a:schemeClr val="bg1"/>
                          </a:solidFill>
                          <a:effectLst/>
                          <a:latin typeface="华文细黑" panose="02010600040101010101" pitchFamily="2" charset="-122"/>
                          <a:ea typeface="华文细黑" panose="02010600040101010101" pitchFamily="2" charset="-122"/>
                          <a:cs typeface="Times New Roman" panose="02020603050405020304" pitchFamily="18" charset="0"/>
                        </a:rPr>
                        <a:t>考试密码</a:t>
                      </a:r>
                      <a:r>
                        <a:rPr kumimoji="0" lang="zh-CN" altLang="en-US" sz="1600" b="0" i="0" u="none" strike="noStrike" cap="none" normalizeH="0" baseline="0" dirty="0" smtClean="0">
                          <a:ln>
                            <a:noFill/>
                          </a:ln>
                          <a:solidFill>
                            <a:schemeClr val="bg1"/>
                          </a:solidFill>
                          <a:effectLst/>
                          <a:latin typeface="华文细黑" panose="02010600040101010101" pitchFamily="2" charset="-122"/>
                          <a:ea typeface="华文细黑" panose="02010600040101010101" pitchFamily="2" charset="-122"/>
                          <a:cs typeface="Times New Roman" panose="02020603050405020304" pitchFamily="18" charset="0"/>
                        </a:rPr>
                        <a:t>，登陆。</a:t>
                      </a:r>
                      <a:endParaRPr kumimoji="0" lang="zh-CN" altLang="en-US" sz="1600" b="0" i="0" u="none" strike="noStrike" cap="none" normalizeH="0" baseline="0" dirty="0" smtClean="0">
                        <a:ln>
                          <a:noFill/>
                        </a:ln>
                        <a:solidFill>
                          <a:schemeClr val="bg1"/>
                        </a:solidFill>
                        <a:effectLst/>
                        <a:latin typeface="华文细黑" panose="02010600040101010101" pitchFamily="2" charset="-122"/>
                        <a:ea typeface="华文细黑" panose="02010600040101010101" pitchFamily="2" charset="-122"/>
                        <a:cs typeface="Times New Roman" panose="02020603050405020304" pitchFamily="18" charset="0"/>
                      </a:endParaRPr>
                    </a:p>
                  </a:txBody>
                  <a:tcPr marL="122303" marR="122303" marT="45723" marB="4572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solidFill>
                  </a:tcPr>
                </a:tc>
              </a:tr>
              <a:tr h="335299">
                <a:tc>
                  <a:txBody>
                    <a:bodyPr/>
                    <a:lstStyle/>
                    <a:p>
                      <a:pPr marL="450850" marR="0" lvl="0" indent="-450850" algn="l"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smtClean="0">
                          <a:ln>
                            <a:noFill/>
                          </a:ln>
                          <a:solidFill>
                            <a:schemeClr val="bg1"/>
                          </a:solidFill>
                          <a:effectLst/>
                          <a:latin typeface="Arial" panose="020B0604020202020204" pitchFamily="34" charset="0"/>
                          <a:ea typeface="宋体" panose="02010600030101010101" pitchFamily="2" charset="-122"/>
                          <a:cs typeface="Arial" panose="020B0604020202020204" pitchFamily="34" charset="0"/>
                        </a:rPr>
                        <a:t>6</a:t>
                      </a:r>
                      <a:r>
                        <a:rPr kumimoji="0" lang="zh-CN" altLang="en-US" sz="1600" b="1" i="0" u="none" strike="noStrike" cap="none" normalizeH="0" baseline="0" smtClean="0">
                          <a:ln>
                            <a:noFill/>
                          </a:ln>
                          <a:solidFill>
                            <a:schemeClr val="bg1"/>
                          </a:solidFill>
                          <a:effectLst/>
                          <a:latin typeface="Arial" panose="020B0604020202020204" pitchFamily="34" charset="0"/>
                          <a:ea typeface="宋体" panose="02010600030101010101" pitchFamily="2" charset="-122"/>
                          <a:cs typeface="Arial" panose="020B0604020202020204" pitchFamily="34" charset="0"/>
                        </a:rPr>
                        <a:t>．</a:t>
                      </a:r>
                      <a:endParaRPr kumimoji="0" lang="zh-CN" altLang="en-US" sz="1600" b="0" i="0" u="none" strike="noStrike" cap="none" normalizeH="0" baseline="0" smtClean="0">
                        <a:ln>
                          <a:noFill/>
                        </a:ln>
                        <a:solidFill>
                          <a:schemeClr val="bg1"/>
                        </a:solidFill>
                        <a:effectLst/>
                        <a:latin typeface="Arial" panose="020B0604020202020204" pitchFamily="34" charset="0"/>
                        <a:ea typeface="宋体" panose="02010600030101010101" pitchFamily="2" charset="-122"/>
                        <a:cs typeface="Arial" panose="020B0604020202020204" pitchFamily="34" charset="0"/>
                      </a:endParaRPr>
                    </a:p>
                  </a:txBody>
                  <a:tcPr marL="122303" marR="122303" marT="45723" marB="4572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450850" marR="0" lvl="0" indent="-450850" algn="l" defTabSz="914400" rtl="0" eaLnBrk="1" fontAlgn="base" latinLnBrk="0" hangingPunct="1">
                        <a:lnSpc>
                          <a:spcPct val="100000"/>
                        </a:lnSpc>
                        <a:spcBef>
                          <a:spcPct val="0"/>
                        </a:spcBef>
                        <a:spcAft>
                          <a:spcPct val="0"/>
                        </a:spcAft>
                        <a:buClrTx/>
                        <a:buSzTx/>
                        <a:buFontTx/>
                        <a:buNone/>
                      </a:pPr>
                      <a:r>
                        <a:rPr kumimoji="0" lang="zh-CN" altLang="en-US" sz="1600" b="0" i="0" u="none" strike="noStrike" cap="none" normalizeH="0" baseline="0" dirty="0" smtClean="0">
                          <a:ln>
                            <a:noFill/>
                          </a:ln>
                          <a:solidFill>
                            <a:schemeClr val="bg1"/>
                          </a:solidFill>
                          <a:effectLst/>
                          <a:latin typeface="华文细黑" panose="02010600040101010101" pitchFamily="2" charset="-122"/>
                          <a:ea typeface="华文细黑" panose="02010600040101010101" pitchFamily="2" charset="-122"/>
                          <a:cs typeface="Times New Roman" panose="02020603050405020304" pitchFamily="18" charset="0"/>
                        </a:rPr>
                        <a:t>系统显示欢迎界面，展示考试课程名称和</a:t>
                      </a:r>
                      <a:r>
                        <a:rPr kumimoji="0" lang="zh-CN" altLang="en-US" sz="1600" b="1" i="0" u="none" strike="noStrike" cap="none" normalizeH="0" baseline="0" dirty="0" smtClean="0">
                          <a:ln>
                            <a:noFill/>
                          </a:ln>
                          <a:solidFill>
                            <a:srgbClr val="FFFF00"/>
                          </a:solidFill>
                          <a:effectLst/>
                          <a:latin typeface="华文细黑" panose="02010600040101010101" pitchFamily="2" charset="-122"/>
                          <a:ea typeface="华文细黑" panose="02010600040101010101" pitchFamily="2" charset="-122"/>
                          <a:cs typeface="Times New Roman" panose="02020603050405020304" pitchFamily="18" charset="0"/>
                        </a:rPr>
                        <a:t>考试时长</a:t>
                      </a:r>
                      <a:r>
                        <a:rPr kumimoji="0" lang="zh-CN" altLang="en-US" sz="1600" b="0" i="0" u="none" strike="noStrike" cap="none" normalizeH="0" baseline="0" dirty="0" smtClean="0">
                          <a:ln>
                            <a:noFill/>
                          </a:ln>
                          <a:solidFill>
                            <a:schemeClr val="bg1"/>
                          </a:solidFill>
                          <a:effectLst/>
                          <a:latin typeface="华文细黑" panose="02010600040101010101" pitchFamily="2" charset="-122"/>
                          <a:ea typeface="华文细黑" panose="02010600040101010101" pitchFamily="2" charset="-122"/>
                          <a:cs typeface="Times New Roman" panose="02020603050405020304" pitchFamily="18" charset="0"/>
                        </a:rPr>
                        <a:t>，询问学生是否开始考试。</a:t>
                      </a:r>
                      <a:endParaRPr kumimoji="0" lang="zh-CN" altLang="en-US" sz="1600" b="0" i="0" u="none" strike="noStrike" cap="none" normalizeH="0" baseline="0" dirty="0" smtClean="0">
                        <a:ln>
                          <a:noFill/>
                        </a:ln>
                        <a:solidFill>
                          <a:schemeClr val="bg1"/>
                        </a:solidFill>
                        <a:effectLst/>
                        <a:latin typeface="华文细黑" panose="02010600040101010101" pitchFamily="2" charset="-122"/>
                        <a:ea typeface="华文细黑" panose="02010600040101010101" pitchFamily="2" charset="-122"/>
                        <a:cs typeface="Times New Roman" panose="02020603050405020304" pitchFamily="18" charset="0"/>
                      </a:endParaRPr>
                    </a:p>
                  </a:txBody>
                  <a:tcPr marL="122303" marR="122303" marT="45723" marB="4572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solidFill>
                  </a:tcPr>
                </a:tc>
              </a:tr>
              <a:tr h="335299">
                <a:tc>
                  <a:txBody>
                    <a:bodyPr/>
                    <a:lstStyle/>
                    <a:p>
                      <a:pPr marL="450850" marR="0" lvl="0" indent="-450850" algn="l"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smtClean="0">
                          <a:ln>
                            <a:noFill/>
                          </a:ln>
                          <a:solidFill>
                            <a:schemeClr val="bg1"/>
                          </a:solidFill>
                          <a:effectLst/>
                          <a:latin typeface="Arial" panose="020B0604020202020204" pitchFamily="34" charset="0"/>
                          <a:ea typeface="宋体" panose="02010600030101010101" pitchFamily="2" charset="-122"/>
                          <a:cs typeface="Arial" panose="020B0604020202020204" pitchFamily="34" charset="0"/>
                        </a:rPr>
                        <a:t>7</a:t>
                      </a:r>
                      <a:r>
                        <a:rPr kumimoji="0" lang="zh-CN" altLang="en-US" sz="1600" b="1" i="0" u="none" strike="noStrike" cap="none" normalizeH="0" baseline="0" smtClean="0">
                          <a:ln>
                            <a:noFill/>
                          </a:ln>
                          <a:solidFill>
                            <a:schemeClr val="bg1"/>
                          </a:solidFill>
                          <a:effectLst/>
                          <a:latin typeface="Arial" panose="020B0604020202020204" pitchFamily="34" charset="0"/>
                          <a:ea typeface="宋体" panose="02010600030101010101" pitchFamily="2" charset="-122"/>
                          <a:cs typeface="Arial" panose="020B0604020202020204" pitchFamily="34" charset="0"/>
                        </a:rPr>
                        <a:t>．</a:t>
                      </a:r>
                      <a:endParaRPr kumimoji="0" lang="zh-CN" altLang="en-US" sz="1600" b="0" i="0" u="none" strike="noStrike" cap="none" normalizeH="0" baseline="0" smtClean="0">
                        <a:ln>
                          <a:noFill/>
                        </a:ln>
                        <a:solidFill>
                          <a:schemeClr val="bg1"/>
                        </a:solidFill>
                        <a:effectLst/>
                        <a:latin typeface="Arial" panose="020B0604020202020204" pitchFamily="34" charset="0"/>
                        <a:ea typeface="宋体" panose="02010600030101010101" pitchFamily="2" charset="-122"/>
                        <a:cs typeface="Arial" panose="020B0604020202020204" pitchFamily="34" charset="0"/>
                      </a:endParaRPr>
                    </a:p>
                  </a:txBody>
                  <a:tcPr marL="122303" marR="122303" marT="45723" marB="4572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450850" marR="0" lvl="0" indent="-450850" algn="l" defTabSz="914400" rtl="0" eaLnBrk="1" fontAlgn="base" latinLnBrk="0" hangingPunct="1">
                        <a:lnSpc>
                          <a:spcPct val="100000"/>
                        </a:lnSpc>
                        <a:spcBef>
                          <a:spcPct val="0"/>
                        </a:spcBef>
                        <a:spcAft>
                          <a:spcPct val="0"/>
                        </a:spcAft>
                        <a:buClrTx/>
                        <a:buSzTx/>
                        <a:buFontTx/>
                        <a:buNone/>
                      </a:pPr>
                      <a:r>
                        <a:rPr kumimoji="0" lang="zh-CN" altLang="en-US" sz="1600" b="0" i="0" u="none" strike="noStrike" cap="none" normalizeH="0" baseline="0" dirty="0" smtClean="0">
                          <a:ln>
                            <a:noFill/>
                          </a:ln>
                          <a:solidFill>
                            <a:schemeClr val="bg1"/>
                          </a:solidFill>
                          <a:effectLst/>
                          <a:latin typeface="华文细黑" panose="02010600040101010101" pitchFamily="2" charset="-122"/>
                          <a:ea typeface="华文细黑" panose="02010600040101010101" pitchFamily="2" charset="-122"/>
                          <a:cs typeface="Times New Roman" panose="02020603050405020304" pitchFamily="18" charset="0"/>
                        </a:rPr>
                        <a:t>学生选择开始考试。</a:t>
                      </a:r>
                      <a:endParaRPr kumimoji="0" lang="zh-CN" altLang="en-US" sz="1600" b="0" i="0" u="none" strike="noStrike" cap="none" normalizeH="0" baseline="0" dirty="0" smtClean="0">
                        <a:ln>
                          <a:noFill/>
                        </a:ln>
                        <a:solidFill>
                          <a:schemeClr val="bg1"/>
                        </a:solidFill>
                        <a:effectLst/>
                        <a:latin typeface="华文细黑" panose="02010600040101010101" pitchFamily="2" charset="-122"/>
                        <a:ea typeface="华文细黑" panose="02010600040101010101" pitchFamily="2" charset="-122"/>
                        <a:cs typeface="Times New Roman" panose="02020603050405020304" pitchFamily="18" charset="0"/>
                      </a:endParaRPr>
                    </a:p>
                  </a:txBody>
                  <a:tcPr marL="122303" marR="122303" marT="45723" marB="4572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solidFill>
                  </a:tcPr>
                </a:tc>
              </a:tr>
              <a:tr h="335299">
                <a:tc>
                  <a:txBody>
                    <a:bodyPr/>
                    <a:lstStyle/>
                    <a:p>
                      <a:pPr marL="450850" marR="0" lvl="0" indent="-450850" algn="l"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smtClean="0">
                          <a:ln>
                            <a:noFill/>
                          </a:ln>
                          <a:solidFill>
                            <a:schemeClr val="bg1"/>
                          </a:solidFill>
                          <a:effectLst/>
                          <a:latin typeface="Arial" panose="020B0604020202020204" pitchFamily="34" charset="0"/>
                          <a:ea typeface="宋体" panose="02010600030101010101" pitchFamily="2" charset="-122"/>
                          <a:cs typeface="Arial" panose="020B0604020202020204" pitchFamily="34" charset="0"/>
                        </a:rPr>
                        <a:t>8</a:t>
                      </a:r>
                      <a:r>
                        <a:rPr kumimoji="0" lang="zh-CN" altLang="en-US" sz="1600" b="1" i="0" u="none" strike="noStrike" cap="none" normalizeH="0" baseline="0" smtClean="0">
                          <a:ln>
                            <a:noFill/>
                          </a:ln>
                          <a:solidFill>
                            <a:schemeClr val="bg1"/>
                          </a:solidFill>
                          <a:effectLst/>
                          <a:latin typeface="Arial" panose="020B0604020202020204" pitchFamily="34" charset="0"/>
                          <a:ea typeface="宋体" panose="02010600030101010101" pitchFamily="2" charset="-122"/>
                          <a:cs typeface="Arial" panose="020B0604020202020204" pitchFamily="34" charset="0"/>
                        </a:rPr>
                        <a:t>．</a:t>
                      </a:r>
                      <a:endParaRPr kumimoji="0" lang="zh-CN" altLang="en-US" sz="1600" b="0" i="0" u="none" strike="noStrike" cap="none" normalizeH="0" baseline="0" smtClean="0">
                        <a:ln>
                          <a:noFill/>
                        </a:ln>
                        <a:solidFill>
                          <a:schemeClr val="bg1"/>
                        </a:solidFill>
                        <a:effectLst/>
                        <a:latin typeface="Arial" panose="020B0604020202020204" pitchFamily="34" charset="0"/>
                        <a:ea typeface="宋体" panose="02010600030101010101" pitchFamily="2" charset="-122"/>
                        <a:cs typeface="Arial" panose="020B0604020202020204" pitchFamily="34" charset="0"/>
                      </a:endParaRPr>
                    </a:p>
                  </a:txBody>
                  <a:tcPr marL="122303" marR="122303" marT="45723" marB="4572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450850" marR="0" lvl="0" indent="-450850" algn="l" defTabSz="914400" rtl="0" eaLnBrk="1" fontAlgn="base" latinLnBrk="0" hangingPunct="1">
                        <a:lnSpc>
                          <a:spcPct val="100000"/>
                        </a:lnSpc>
                        <a:spcBef>
                          <a:spcPct val="0"/>
                        </a:spcBef>
                        <a:spcAft>
                          <a:spcPct val="0"/>
                        </a:spcAft>
                        <a:buClrTx/>
                        <a:buSzTx/>
                        <a:buFontTx/>
                        <a:buNone/>
                      </a:pPr>
                      <a:r>
                        <a:rPr kumimoji="0" lang="zh-CN" altLang="en-US" sz="1600" b="0" i="0" u="none" strike="noStrike" cap="none" normalizeH="0" baseline="0" dirty="0" smtClean="0">
                          <a:ln>
                            <a:noFill/>
                          </a:ln>
                          <a:solidFill>
                            <a:schemeClr val="bg1"/>
                          </a:solidFill>
                          <a:effectLst/>
                          <a:latin typeface="华文细黑" panose="02010600040101010101" pitchFamily="2" charset="-122"/>
                          <a:ea typeface="华文细黑" panose="02010600040101010101" pitchFamily="2" charset="-122"/>
                          <a:cs typeface="Times New Roman" panose="02020603050405020304" pitchFamily="18" charset="0"/>
                        </a:rPr>
                        <a:t>系统按照预先设计好的</a:t>
                      </a:r>
                      <a:r>
                        <a:rPr kumimoji="0" lang="zh-CN" altLang="en-US" sz="1600" b="1" i="0" u="none" strike="noStrike" cap="none" normalizeH="0" baseline="0" dirty="0" smtClean="0">
                          <a:ln>
                            <a:noFill/>
                          </a:ln>
                          <a:solidFill>
                            <a:srgbClr val="FFFF00"/>
                          </a:solidFill>
                          <a:effectLst/>
                          <a:latin typeface="华文细黑" panose="02010600040101010101" pitchFamily="2" charset="-122"/>
                          <a:ea typeface="华文细黑" panose="02010600040101010101" pitchFamily="2" charset="-122"/>
                          <a:cs typeface="Times New Roman" panose="02020603050405020304" pitchFamily="18" charset="0"/>
                        </a:rPr>
                        <a:t>考卷生成规则</a:t>
                      </a:r>
                      <a:r>
                        <a:rPr kumimoji="0" lang="zh-CN" altLang="en-US" sz="1600" b="0" i="0" u="none" strike="noStrike" cap="none" normalizeH="0" baseline="0" dirty="0" smtClean="0">
                          <a:ln>
                            <a:noFill/>
                          </a:ln>
                          <a:solidFill>
                            <a:schemeClr val="bg1"/>
                          </a:solidFill>
                          <a:effectLst/>
                          <a:latin typeface="华文细黑" panose="02010600040101010101" pitchFamily="2" charset="-122"/>
                          <a:ea typeface="华文细黑" panose="02010600040101010101" pitchFamily="2" charset="-122"/>
                          <a:cs typeface="Times New Roman" panose="02020603050405020304" pitchFamily="18" charset="0"/>
                        </a:rPr>
                        <a:t>自动生成一套</a:t>
                      </a:r>
                      <a:r>
                        <a:rPr kumimoji="0" lang="zh-CN" altLang="en-US" sz="1600" b="1" i="0" u="none" strike="noStrike" cap="none" normalizeH="0" baseline="0" dirty="0" smtClean="0">
                          <a:ln>
                            <a:noFill/>
                          </a:ln>
                          <a:solidFill>
                            <a:srgbClr val="FFFF00"/>
                          </a:solidFill>
                          <a:effectLst/>
                          <a:latin typeface="华文细黑" panose="02010600040101010101" pitchFamily="2" charset="-122"/>
                          <a:ea typeface="华文细黑" panose="02010600040101010101" pitchFamily="2" charset="-122"/>
                          <a:cs typeface="Times New Roman" panose="02020603050405020304" pitchFamily="18" charset="0"/>
                        </a:rPr>
                        <a:t>考卷</a:t>
                      </a:r>
                      <a:r>
                        <a:rPr kumimoji="0" lang="zh-CN" altLang="en-US" sz="1600" b="0" i="0" u="none" strike="noStrike" cap="none" normalizeH="0" baseline="0" dirty="0" smtClean="0">
                          <a:ln>
                            <a:noFill/>
                          </a:ln>
                          <a:solidFill>
                            <a:schemeClr val="bg1"/>
                          </a:solidFill>
                          <a:effectLst/>
                          <a:latin typeface="华文细黑" panose="02010600040101010101" pitchFamily="2" charset="-122"/>
                          <a:ea typeface="华文细黑" panose="02010600040101010101" pitchFamily="2" charset="-122"/>
                          <a:cs typeface="Times New Roman" panose="02020603050405020304" pitchFamily="18" charset="0"/>
                        </a:rPr>
                        <a:t>。</a:t>
                      </a:r>
                      <a:endParaRPr kumimoji="0" lang="zh-CN" altLang="en-US" sz="1600" b="0" i="0" u="none" strike="noStrike" cap="none" normalizeH="0" baseline="0" dirty="0" smtClean="0">
                        <a:ln>
                          <a:noFill/>
                        </a:ln>
                        <a:solidFill>
                          <a:schemeClr val="bg1"/>
                        </a:solidFill>
                        <a:effectLst/>
                        <a:latin typeface="华文细黑" panose="02010600040101010101" pitchFamily="2" charset="-122"/>
                        <a:ea typeface="华文细黑" panose="02010600040101010101" pitchFamily="2" charset="-122"/>
                        <a:cs typeface="Times New Roman" panose="02020603050405020304" pitchFamily="18" charset="0"/>
                      </a:endParaRPr>
                    </a:p>
                  </a:txBody>
                  <a:tcPr marL="122303" marR="122303" marT="45723" marB="4572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solidFill>
                  </a:tcPr>
                </a:tc>
              </a:tr>
              <a:tr h="335299">
                <a:tc>
                  <a:txBody>
                    <a:bodyPr/>
                    <a:lstStyle/>
                    <a:p>
                      <a:pPr marL="450850" marR="0" lvl="0" indent="-450850" algn="l"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smtClean="0">
                          <a:ln>
                            <a:noFill/>
                          </a:ln>
                          <a:solidFill>
                            <a:schemeClr val="bg1"/>
                          </a:solidFill>
                          <a:effectLst/>
                          <a:latin typeface="Arial" panose="020B0604020202020204" pitchFamily="34" charset="0"/>
                          <a:ea typeface="宋体" panose="02010600030101010101" pitchFamily="2" charset="-122"/>
                          <a:cs typeface="Arial" panose="020B0604020202020204" pitchFamily="34" charset="0"/>
                        </a:rPr>
                        <a:t>9</a:t>
                      </a:r>
                      <a:r>
                        <a:rPr kumimoji="0" lang="zh-CN" altLang="en-US" sz="1600" b="1" i="0" u="none" strike="noStrike" cap="none" normalizeH="0" baseline="0" smtClean="0">
                          <a:ln>
                            <a:noFill/>
                          </a:ln>
                          <a:solidFill>
                            <a:schemeClr val="bg1"/>
                          </a:solidFill>
                          <a:effectLst/>
                          <a:latin typeface="Arial" panose="020B0604020202020204" pitchFamily="34" charset="0"/>
                          <a:ea typeface="宋体" panose="02010600030101010101" pitchFamily="2" charset="-122"/>
                          <a:cs typeface="Arial" panose="020B0604020202020204" pitchFamily="34" charset="0"/>
                        </a:rPr>
                        <a:t>．</a:t>
                      </a:r>
                      <a:endParaRPr kumimoji="0" lang="zh-CN" altLang="en-US" sz="1600" b="0" i="0" u="none" strike="noStrike" cap="none" normalizeH="0" baseline="0" smtClean="0">
                        <a:ln>
                          <a:noFill/>
                        </a:ln>
                        <a:solidFill>
                          <a:schemeClr val="bg1"/>
                        </a:solidFill>
                        <a:effectLst/>
                        <a:latin typeface="Arial" panose="020B0604020202020204" pitchFamily="34" charset="0"/>
                        <a:ea typeface="宋体" panose="02010600030101010101" pitchFamily="2" charset="-122"/>
                        <a:cs typeface="Arial" panose="020B0604020202020204" pitchFamily="34" charset="0"/>
                      </a:endParaRPr>
                    </a:p>
                  </a:txBody>
                  <a:tcPr marL="122303" marR="122303" marT="45723" marB="4572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450850" marR="0" lvl="0" indent="-450850" algn="l" defTabSz="914400" rtl="0" eaLnBrk="1" fontAlgn="base" latinLnBrk="0" hangingPunct="1">
                        <a:lnSpc>
                          <a:spcPct val="100000"/>
                        </a:lnSpc>
                        <a:spcBef>
                          <a:spcPct val="0"/>
                        </a:spcBef>
                        <a:spcAft>
                          <a:spcPct val="0"/>
                        </a:spcAft>
                        <a:buClrTx/>
                        <a:buSzTx/>
                        <a:buFontTx/>
                        <a:buNone/>
                      </a:pPr>
                      <a:r>
                        <a:rPr kumimoji="0" lang="zh-CN" altLang="en-US" sz="1600" b="0" i="0" u="none" strike="noStrike" cap="none" normalizeH="0" baseline="0" dirty="0" smtClean="0">
                          <a:ln>
                            <a:noFill/>
                          </a:ln>
                          <a:solidFill>
                            <a:schemeClr val="bg1"/>
                          </a:solidFill>
                          <a:effectLst/>
                          <a:latin typeface="华文细黑" panose="02010600040101010101" pitchFamily="2" charset="-122"/>
                          <a:ea typeface="华文细黑" panose="02010600040101010101" pitchFamily="2" charset="-122"/>
                          <a:cs typeface="Times New Roman" panose="02020603050405020304" pitchFamily="18" charset="0"/>
                        </a:rPr>
                        <a:t>系统显示</a:t>
                      </a:r>
                      <a:r>
                        <a:rPr kumimoji="0" lang="zh-CN" altLang="en-US" sz="1600" b="1" i="0" u="none" strike="noStrike" cap="none" normalizeH="0" baseline="0" dirty="0" smtClean="0">
                          <a:ln>
                            <a:noFill/>
                          </a:ln>
                          <a:solidFill>
                            <a:srgbClr val="FFFF00"/>
                          </a:solidFill>
                          <a:effectLst/>
                          <a:latin typeface="华文细黑" panose="02010600040101010101" pitchFamily="2" charset="-122"/>
                          <a:ea typeface="华文细黑" panose="02010600040101010101" pitchFamily="2" charset="-122"/>
                          <a:cs typeface="Times New Roman" panose="02020603050405020304" pitchFamily="18" charset="0"/>
                        </a:rPr>
                        <a:t>考题</a:t>
                      </a:r>
                      <a:r>
                        <a:rPr kumimoji="0" lang="zh-CN" altLang="en-US" sz="1600" b="0" i="0" u="none" strike="noStrike" cap="none" normalizeH="0" baseline="0" dirty="0" smtClean="0">
                          <a:ln>
                            <a:noFill/>
                          </a:ln>
                          <a:solidFill>
                            <a:schemeClr val="bg1"/>
                          </a:solidFill>
                          <a:effectLst/>
                          <a:latin typeface="华文细黑" panose="02010600040101010101" pitchFamily="2" charset="-122"/>
                          <a:ea typeface="华文细黑" panose="02010600040101010101" pitchFamily="2" charset="-122"/>
                          <a:cs typeface="Times New Roman" panose="02020603050405020304" pitchFamily="18" charset="0"/>
                        </a:rPr>
                        <a:t>。</a:t>
                      </a:r>
                      <a:endParaRPr kumimoji="0" lang="zh-CN" altLang="en-US" sz="1600" b="0" i="0" u="none" strike="noStrike" cap="none" normalizeH="0" baseline="0" dirty="0" smtClean="0">
                        <a:ln>
                          <a:noFill/>
                        </a:ln>
                        <a:solidFill>
                          <a:schemeClr val="bg1"/>
                        </a:solidFill>
                        <a:effectLst/>
                        <a:latin typeface="华文细黑" panose="02010600040101010101" pitchFamily="2" charset="-122"/>
                        <a:ea typeface="华文细黑" panose="02010600040101010101" pitchFamily="2" charset="-122"/>
                        <a:cs typeface="Times New Roman" panose="02020603050405020304" pitchFamily="18" charset="0"/>
                      </a:endParaRPr>
                    </a:p>
                  </a:txBody>
                  <a:tcPr marL="122303" marR="122303" marT="45723" marB="4572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solidFill>
                  </a:tcPr>
                </a:tc>
              </a:tr>
              <a:tr h="335299">
                <a:tc>
                  <a:txBody>
                    <a:bodyPr/>
                    <a:lstStyle/>
                    <a:p>
                      <a:pPr marL="450850" marR="0" lvl="0" indent="-450850" algn="l"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smtClean="0">
                          <a:ln>
                            <a:noFill/>
                          </a:ln>
                          <a:solidFill>
                            <a:schemeClr val="bg1"/>
                          </a:solidFill>
                          <a:effectLst/>
                          <a:latin typeface="Arial" panose="020B0604020202020204" pitchFamily="34" charset="0"/>
                          <a:ea typeface="宋体" panose="02010600030101010101" pitchFamily="2" charset="-122"/>
                          <a:cs typeface="Arial" panose="020B0604020202020204" pitchFamily="34" charset="0"/>
                        </a:rPr>
                        <a:t>10</a:t>
                      </a:r>
                      <a:r>
                        <a:rPr kumimoji="0" lang="zh-CN" altLang="en-US" sz="1600" b="1" i="0" u="none" strike="noStrike" cap="none" normalizeH="0" baseline="0" smtClean="0">
                          <a:ln>
                            <a:noFill/>
                          </a:ln>
                          <a:solidFill>
                            <a:schemeClr val="bg1"/>
                          </a:solidFill>
                          <a:effectLst/>
                          <a:latin typeface="Arial" panose="020B0604020202020204" pitchFamily="34" charset="0"/>
                          <a:ea typeface="宋体" panose="02010600030101010101" pitchFamily="2" charset="-122"/>
                          <a:cs typeface="Arial" panose="020B0604020202020204" pitchFamily="34" charset="0"/>
                        </a:rPr>
                        <a:t>．</a:t>
                      </a:r>
                      <a:endParaRPr kumimoji="0" lang="zh-CN" altLang="en-US" sz="1600" b="0" i="0" u="none" strike="noStrike" cap="none" normalizeH="0" baseline="0" smtClean="0">
                        <a:ln>
                          <a:noFill/>
                        </a:ln>
                        <a:solidFill>
                          <a:schemeClr val="bg1"/>
                        </a:solidFill>
                        <a:effectLst/>
                        <a:latin typeface="Arial" panose="020B0604020202020204" pitchFamily="34" charset="0"/>
                        <a:ea typeface="宋体" panose="02010600030101010101" pitchFamily="2" charset="-122"/>
                        <a:cs typeface="Arial" panose="020B0604020202020204" pitchFamily="34" charset="0"/>
                      </a:endParaRPr>
                    </a:p>
                  </a:txBody>
                  <a:tcPr marL="122303" marR="122303" marT="45723" marB="4572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450850" marR="0" lvl="0" indent="-450850" algn="l" defTabSz="914400" rtl="0" eaLnBrk="1" fontAlgn="base" latinLnBrk="0" hangingPunct="1">
                        <a:lnSpc>
                          <a:spcPct val="100000"/>
                        </a:lnSpc>
                        <a:spcBef>
                          <a:spcPct val="0"/>
                        </a:spcBef>
                        <a:spcAft>
                          <a:spcPct val="0"/>
                        </a:spcAft>
                        <a:buClrTx/>
                        <a:buSzTx/>
                        <a:buFontTx/>
                        <a:buNone/>
                      </a:pPr>
                      <a:r>
                        <a:rPr kumimoji="0" lang="zh-CN" altLang="en-US" sz="1600" b="0" i="0" u="none" strike="noStrike" cap="none" normalizeH="0" baseline="0" dirty="0" smtClean="0">
                          <a:ln>
                            <a:noFill/>
                          </a:ln>
                          <a:solidFill>
                            <a:schemeClr val="bg1"/>
                          </a:solidFill>
                          <a:effectLst/>
                          <a:latin typeface="华文细黑" panose="02010600040101010101" pitchFamily="2" charset="-122"/>
                          <a:ea typeface="华文细黑" panose="02010600040101010101" pitchFamily="2" charset="-122"/>
                          <a:cs typeface="Times New Roman" panose="02020603050405020304" pitchFamily="18" charset="0"/>
                        </a:rPr>
                        <a:t>学生答题，并提交该题</a:t>
                      </a:r>
                      <a:r>
                        <a:rPr kumimoji="0" lang="zh-CN" altLang="en-US" sz="1600" b="1" i="0" u="none" strike="noStrike" cap="none" normalizeH="0" baseline="0" dirty="0" smtClean="0">
                          <a:ln>
                            <a:noFill/>
                          </a:ln>
                          <a:solidFill>
                            <a:srgbClr val="FFFF00"/>
                          </a:solidFill>
                          <a:effectLst/>
                          <a:latin typeface="华文细黑" panose="02010600040101010101" pitchFamily="2" charset="-122"/>
                          <a:ea typeface="华文细黑" panose="02010600040101010101" pitchFamily="2" charset="-122"/>
                          <a:cs typeface="Times New Roman" panose="02020603050405020304" pitchFamily="18" charset="0"/>
                        </a:rPr>
                        <a:t>答案</a:t>
                      </a:r>
                      <a:r>
                        <a:rPr kumimoji="0" lang="zh-CN" altLang="en-US" sz="1600" b="0" i="0" u="none" strike="noStrike" cap="none" normalizeH="0" baseline="0" dirty="0" smtClean="0">
                          <a:ln>
                            <a:noFill/>
                          </a:ln>
                          <a:solidFill>
                            <a:schemeClr val="bg1"/>
                          </a:solidFill>
                          <a:effectLst/>
                          <a:latin typeface="华文细黑" panose="02010600040101010101" pitchFamily="2" charset="-122"/>
                          <a:ea typeface="华文细黑" panose="02010600040101010101" pitchFamily="2" charset="-122"/>
                          <a:cs typeface="Times New Roman" panose="02020603050405020304" pitchFamily="18" charset="0"/>
                        </a:rPr>
                        <a:t>。</a:t>
                      </a:r>
                      <a:endParaRPr kumimoji="0" lang="zh-CN" altLang="en-US" sz="1600" b="0" i="0" u="none" strike="noStrike" cap="none" normalizeH="0" baseline="0" dirty="0" smtClean="0">
                        <a:ln>
                          <a:noFill/>
                        </a:ln>
                        <a:solidFill>
                          <a:schemeClr val="bg1"/>
                        </a:solidFill>
                        <a:effectLst/>
                        <a:latin typeface="华文细黑" panose="02010600040101010101" pitchFamily="2" charset="-122"/>
                        <a:ea typeface="华文细黑" panose="02010600040101010101" pitchFamily="2" charset="-122"/>
                        <a:cs typeface="Times New Roman" panose="02020603050405020304" pitchFamily="18" charset="0"/>
                      </a:endParaRPr>
                    </a:p>
                  </a:txBody>
                  <a:tcPr marL="122303" marR="122303" marT="45723" marB="4572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solidFill>
                  </a:tcPr>
                </a:tc>
              </a:tr>
              <a:tr h="335299">
                <a:tc>
                  <a:txBody>
                    <a:bodyPr/>
                    <a:lstStyle/>
                    <a:p>
                      <a:pPr marL="450850" marR="0" lvl="0" indent="-450850" algn="l"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smtClean="0">
                          <a:ln>
                            <a:noFill/>
                          </a:ln>
                          <a:solidFill>
                            <a:schemeClr val="bg1"/>
                          </a:solidFill>
                          <a:effectLst/>
                          <a:latin typeface="Arial" panose="020B0604020202020204" pitchFamily="34" charset="0"/>
                          <a:ea typeface="宋体" panose="02010600030101010101" pitchFamily="2" charset="-122"/>
                          <a:cs typeface="Arial" panose="020B0604020202020204" pitchFamily="34" charset="0"/>
                        </a:rPr>
                        <a:t>11</a:t>
                      </a:r>
                      <a:r>
                        <a:rPr kumimoji="0" lang="zh-CN" altLang="en-US" sz="1600" b="1" i="0" u="none" strike="noStrike" cap="none" normalizeH="0" baseline="0" smtClean="0">
                          <a:ln>
                            <a:noFill/>
                          </a:ln>
                          <a:solidFill>
                            <a:schemeClr val="bg1"/>
                          </a:solidFill>
                          <a:effectLst/>
                          <a:latin typeface="Arial" panose="020B0604020202020204" pitchFamily="34" charset="0"/>
                          <a:ea typeface="宋体" panose="02010600030101010101" pitchFamily="2" charset="-122"/>
                          <a:cs typeface="Arial" panose="020B0604020202020204" pitchFamily="34" charset="0"/>
                        </a:rPr>
                        <a:t>．</a:t>
                      </a:r>
                      <a:endParaRPr kumimoji="0" lang="zh-CN" altLang="en-US" sz="1600" b="0" i="0" u="none" strike="noStrike" cap="none" normalizeH="0" baseline="0" smtClean="0">
                        <a:ln>
                          <a:noFill/>
                        </a:ln>
                        <a:solidFill>
                          <a:schemeClr val="bg1"/>
                        </a:solidFill>
                        <a:effectLst/>
                        <a:latin typeface="Arial" panose="020B0604020202020204" pitchFamily="34" charset="0"/>
                        <a:ea typeface="宋体" panose="02010600030101010101" pitchFamily="2" charset="-122"/>
                        <a:cs typeface="Arial" panose="020B0604020202020204" pitchFamily="34" charset="0"/>
                      </a:endParaRPr>
                    </a:p>
                  </a:txBody>
                  <a:tcPr marL="122303" marR="122303" marT="45723" marB="4572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450850" marR="0" lvl="0" indent="-450850" algn="l" defTabSz="914400" rtl="0" eaLnBrk="1" fontAlgn="base" latinLnBrk="0" hangingPunct="1">
                        <a:lnSpc>
                          <a:spcPct val="100000"/>
                        </a:lnSpc>
                        <a:spcBef>
                          <a:spcPct val="0"/>
                        </a:spcBef>
                        <a:spcAft>
                          <a:spcPct val="0"/>
                        </a:spcAft>
                        <a:buClrTx/>
                        <a:buSzTx/>
                        <a:buFontTx/>
                        <a:buNone/>
                      </a:pPr>
                      <a:r>
                        <a:rPr kumimoji="0" lang="zh-CN" altLang="en-US" sz="1600" b="0" i="0" u="none" strike="noStrike" cap="none" normalizeH="0" baseline="0" dirty="0" smtClean="0">
                          <a:ln>
                            <a:noFill/>
                          </a:ln>
                          <a:solidFill>
                            <a:schemeClr val="bg1"/>
                          </a:solidFill>
                          <a:effectLst/>
                          <a:latin typeface="华文细黑" panose="02010600040101010101" pitchFamily="2" charset="-122"/>
                          <a:ea typeface="华文细黑" panose="02010600040101010101" pitchFamily="2" charset="-122"/>
                          <a:cs typeface="Times New Roman" panose="02020603050405020304" pitchFamily="18" charset="0"/>
                        </a:rPr>
                        <a:t>系统记录答案，并使上一题或下一题按钮生效。</a:t>
                      </a:r>
                      <a:endParaRPr kumimoji="0" lang="zh-CN" altLang="en-US" sz="1600" b="0" i="0" u="none" strike="noStrike" cap="none" normalizeH="0" baseline="0" dirty="0" smtClean="0">
                        <a:ln>
                          <a:noFill/>
                        </a:ln>
                        <a:solidFill>
                          <a:schemeClr val="bg1"/>
                        </a:solidFill>
                        <a:effectLst/>
                        <a:latin typeface="华文细黑" panose="02010600040101010101" pitchFamily="2" charset="-122"/>
                        <a:ea typeface="华文细黑" panose="02010600040101010101" pitchFamily="2" charset="-122"/>
                        <a:cs typeface="Times New Roman" panose="02020603050405020304" pitchFamily="18" charset="0"/>
                      </a:endParaRPr>
                    </a:p>
                  </a:txBody>
                  <a:tcPr marL="122303" marR="122303" marT="45723" marB="4572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solidFill>
                  </a:tcPr>
                </a:tc>
              </a:tr>
              <a:tr h="579153">
                <a:tc>
                  <a:txBody>
                    <a:bodyPr/>
                    <a:lstStyle/>
                    <a:p>
                      <a:pPr marL="450850" marR="0" lvl="0" indent="-450850" algn="l"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smtClean="0">
                          <a:ln>
                            <a:noFill/>
                          </a:ln>
                          <a:solidFill>
                            <a:schemeClr val="bg1"/>
                          </a:solidFill>
                          <a:effectLst/>
                          <a:latin typeface="Arial" panose="020B0604020202020204" pitchFamily="34" charset="0"/>
                          <a:ea typeface="宋体" panose="02010600030101010101" pitchFamily="2" charset="-122"/>
                          <a:cs typeface="Arial" panose="020B0604020202020204" pitchFamily="34" charset="0"/>
                        </a:rPr>
                        <a:t>12</a:t>
                      </a:r>
                      <a:r>
                        <a:rPr kumimoji="0" lang="zh-CN" altLang="en-US" sz="1600" b="1" i="0" u="none" strike="noStrike" cap="none" normalizeH="0" baseline="0" smtClean="0">
                          <a:ln>
                            <a:noFill/>
                          </a:ln>
                          <a:solidFill>
                            <a:schemeClr val="bg1"/>
                          </a:solidFill>
                          <a:effectLst/>
                          <a:latin typeface="Arial" panose="020B0604020202020204" pitchFamily="34" charset="0"/>
                          <a:ea typeface="宋体" panose="02010600030101010101" pitchFamily="2" charset="-122"/>
                          <a:cs typeface="Arial" panose="020B0604020202020204" pitchFamily="34" charset="0"/>
                        </a:rPr>
                        <a:t>．</a:t>
                      </a:r>
                      <a:endParaRPr kumimoji="0" lang="zh-CN" altLang="en-US" sz="1600" b="0" i="0" u="none" strike="noStrike" cap="none" normalizeH="0" baseline="0" smtClean="0">
                        <a:ln>
                          <a:noFill/>
                        </a:ln>
                        <a:solidFill>
                          <a:schemeClr val="bg1"/>
                        </a:solidFill>
                        <a:effectLst/>
                        <a:latin typeface="Arial" panose="020B0604020202020204" pitchFamily="34" charset="0"/>
                        <a:ea typeface="宋体" panose="02010600030101010101" pitchFamily="2" charset="-122"/>
                        <a:cs typeface="Arial" panose="020B0604020202020204" pitchFamily="34" charset="0"/>
                      </a:endParaRPr>
                    </a:p>
                  </a:txBody>
                  <a:tcPr marL="122303" marR="122303" marT="45723" marB="4572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450850" marR="0" lvl="0" indent="-450850" algn="l" defTabSz="914400" rtl="0" eaLnBrk="1" fontAlgn="base" latinLnBrk="0" hangingPunct="1">
                        <a:lnSpc>
                          <a:spcPct val="100000"/>
                        </a:lnSpc>
                        <a:spcBef>
                          <a:spcPct val="0"/>
                        </a:spcBef>
                        <a:spcAft>
                          <a:spcPct val="0"/>
                        </a:spcAft>
                        <a:buClrTx/>
                        <a:buSzTx/>
                        <a:buFontTx/>
                        <a:buNone/>
                      </a:pPr>
                      <a:r>
                        <a:rPr kumimoji="0" lang="zh-CN" altLang="en-US" sz="1600" b="0" i="0" u="none" strike="noStrike" cap="none" normalizeH="0" baseline="0" dirty="0" smtClean="0">
                          <a:ln>
                            <a:noFill/>
                          </a:ln>
                          <a:solidFill>
                            <a:schemeClr val="bg1"/>
                          </a:solidFill>
                          <a:effectLst/>
                          <a:latin typeface="华文细黑" panose="02010600040101010101" pitchFamily="2" charset="-122"/>
                          <a:ea typeface="华文细黑" panose="02010600040101010101" pitchFamily="2" charset="-122"/>
                          <a:cs typeface="Times New Roman" panose="02020603050405020304" pitchFamily="18" charset="0"/>
                        </a:rPr>
                        <a:t>学生选择上一题或者下一题。</a:t>
                      </a:r>
                      <a:endParaRPr kumimoji="0" lang="zh-CN" altLang="en-US" sz="1600" b="0" i="0" u="none" strike="noStrike" cap="none" normalizeH="0" baseline="0" dirty="0" smtClean="0">
                        <a:ln>
                          <a:noFill/>
                        </a:ln>
                        <a:solidFill>
                          <a:schemeClr val="bg1"/>
                        </a:solidFill>
                        <a:effectLst/>
                        <a:latin typeface="华文细黑" panose="02010600040101010101" pitchFamily="2" charset="-122"/>
                        <a:ea typeface="华文细黑" panose="02010600040101010101" pitchFamily="2" charset="-122"/>
                        <a:cs typeface="Times New Roman" panose="02020603050405020304" pitchFamily="18" charset="0"/>
                      </a:endParaRPr>
                    </a:p>
                    <a:p>
                      <a:pPr marL="450850" marR="0" lvl="0" indent="-450850" algn="l" defTabSz="914400" rtl="0" eaLnBrk="0" fontAlgn="base" latinLnBrk="0" hangingPunct="0">
                        <a:lnSpc>
                          <a:spcPct val="100000"/>
                        </a:lnSpc>
                        <a:spcBef>
                          <a:spcPct val="0"/>
                        </a:spcBef>
                        <a:spcAft>
                          <a:spcPct val="0"/>
                        </a:spcAft>
                        <a:buClrTx/>
                        <a:buSzTx/>
                        <a:buFontTx/>
                        <a:buNone/>
                      </a:pPr>
                      <a:r>
                        <a:rPr kumimoji="0" lang="zh-CN" altLang="en-US" sz="1600" b="0" i="0" u="none" strike="noStrike" cap="none" normalizeH="0" baseline="0" dirty="0" smtClean="0">
                          <a:ln>
                            <a:noFill/>
                          </a:ln>
                          <a:solidFill>
                            <a:schemeClr val="bg1"/>
                          </a:solidFill>
                          <a:effectLst/>
                          <a:latin typeface="华文细黑" panose="02010600040101010101" pitchFamily="2" charset="-122"/>
                          <a:ea typeface="华文细黑" panose="02010600040101010101" pitchFamily="2" charset="-122"/>
                          <a:cs typeface="Times New Roman" panose="02020603050405020304" pitchFamily="18" charset="0"/>
                        </a:rPr>
                        <a:t>系统重复步骤</a:t>
                      </a:r>
                      <a:r>
                        <a:rPr kumimoji="0" lang="en-US" altLang="zh-CN" sz="1600" b="0" i="0" u="none" strike="noStrike" cap="none" normalizeH="0" baseline="0" dirty="0" smtClean="0">
                          <a:ln>
                            <a:noFill/>
                          </a:ln>
                          <a:solidFill>
                            <a:schemeClr val="bg1"/>
                          </a:solidFill>
                          <a:effectLst/>
                          <a:latin typeface="华文细黑" panose="02010600040101010101" pitchFamily="2" charset="-122"/>
                          <a:ea typeface="华文细黑" panose="02010600040101010101" pitchFamily="2" charset="-122"/>
                          <a:cs typeface="Times New Roman" panose="02020603050405020304" pitchFamily="18" charset="0"/>
                        </a:rPr>
                        <a:t>9</a:t>
                      </a:r>
                      <a:r>
                        <a:rPr kumimoji="0" lang="zh-CN" altLang="en-US" sz="1600" b="0" i="0" u="none" strike="noStrike" cap="none" normalizeH="0" baseline="0" dirty="0" smtClean="0">
                          <a:ln>
                            <a:noFill/>
                          </a:ln>
                          <a:solidFill>
                            <a:schemeClr val="bg1"/>
                          </a:solidFill>
                          <a:effectLst/>
                          <a:latin typeface="华文细黑" panose="02010600040101010101" pitchFamily="2" charset="-122"/>
                          <a:ea typeface="华文细黑" panose="02010600040101010101" pitchFamily="2" charset="-122"/>
                          <a:cs typeface="Times New Roman" panose="02020603050405020304" pitchFamily="18" charset="0"/>
                        </a:rPr>
                        <a:t>～</a:t>
                      </a:r>
                      <a:r>
                        <a:rPr kumimoji="0" lang="en-US" altLang="zh-CN" sz="1600" b="0" i="0" u="none" strike="noStrike" cap="none" normalizeH="0" baseline="0" dirty="0" smtClean="0">
                          <a:ln>
                            <a:noFill/>
                          </a:ln>
                          <a:solidFill>
                            <a:schemeClr val="bg1"/>
                          </a:solidFill>
                          <a:effectLst/>
                          <a:latin typeface="华文细黑" panose="02010600040101010101" pitchFamily="2" charset="-122"/>
                          <a:ea typeface="华文细黑" panose="02010600040101010101" pitchFamily="2" charset="-122"/>
                          <a:cs typeface="Times New Roman" panose="02020603050405020304" pitchFamily="18" charset="0"/>
                        </a:rPr>
                        <a:t>12</a:t>
                      </a:r>
                      <a:r>
                        <a:rPr kumimoji="0" lang="zh-CN" altLang="en-US" sz="1600" b="0" i="0" u="none" strike="noStrike" cap="none" normalizeH="0" baseline="0" dirty="0" smtClean="0">
                          <a:ln>
                            <a:noFill/>
                          </a:ln>
                          <a:solidFill>
                            <a:schemeClr val="bg1"/>
                          </a:solidFill>
                          <a:effectLst/>
                          <a:latin typeface="华文细黑" panose="02010600040101010101" pitchFamily="2" charset="-122"/>
                          <a:ea typeface="华文细黑" panose="02010600040101010101" pitchFamily="2" charset="-122"/>
                          <a:cs typeface="Times New Roman" panose="02020603050405020304" pitchFamily="18" charset="0"/>
                        </a:rPr>
                        <a:t>，直到学生选择结束考试或者考试时间到。</a:t>
                      </a:r>
                      <a:endParaRPr kumimoji="0" lang="zh-CN" altLang="en-US" sz="1600" b="0" i="0" u="none" strike="noStrike" cap="none" normalizeH="0" baseline="0" dirty="0" smtClean="0">
                        <a:ln>
                          <a:noFill/>
                        </a:ln>
                        <a:solidFill>
                          <a:schemeClr val="bg1"/>
                        </a:solidFill>
                        <a:effectLst/>
                        <a:latin typeface="华文细黑" panose="02010600040101010101" pitchFamily="2" charset="-122"/>
                        <a:ea typeface="华文细黑" panose="02010600040101010101" pitchFamily="2" charset="-122"/>
                        <a:cs typeface="Times New Roman" panose="02020603050405020304" pitchFamily="18" charset="0"/>
                      </a:endParaRPr>
                    </a:p>
                  </a:txBody>
                  <a:tcPr marL="122303" marR="122303" marT="45723" marB="4572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solidFill>
                  </a:tcPr>
                </a:tc>
              </a:tr>
              <a:tr h="335299">
                <a:tc>
                  <a:txBody>
                    <a:bodyPr/>
                    <a:lstStyle/>
                    <a:p>
                      <a:pPr marL="450850" marR="0" lvl="0" indent="-450850" algn="l"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smtClean="0">
                          <a:ln>
                            <a:noFill/>
                          </a:ln>
                          <a:solidFill>
                            <a:schemeClr val="bg1"/>
                          </a:solidFill>
                          <a:effectLst/>
                          <a:latin typeface="Arial" panose="020B0604020202020204" pitchFamily="34" charset="0"/>
                          <a:ea typeface="宋体" panose="02010600030101010101" pitchFamily="2" charset="-122"/>
                          <a:cs typeface="Arial" panose="020B0604020202020204" pitchFamily="34" charset="0"/>
                        </a:rPr>
                        <a:t>13.</a:t>
                      </a:r>
                      <a:endParaRPr kumimoji="0" lang="en-US" altLang="zh-CN" sz="1600" b="0" i="0" u="none" strike="noStrike" cap="none" normalizeH="0" baseline="0" smtClean="0">
                        <a:ln>
                          <a:noFill/>
                        </a:ln>
                        <a:solidFill>
                          <a:schemeClr val="bg1"/>
                        </a:solidFill>
                        <a:effectLst/>
                        <a:latin typeface="Arial" panose="020B0604020202020204" pitchFamily="34" charset="0"/>
                        <a:ea typeface="宋体" panose="02010600030101010101" pitchFamily="2" charset="-122"/>
                        <a:cs typeface="Arial" panose="020B0604020202020204" pitchFamily="34" charset="0"/>
                      </a:endParaRPr>
                    </a:p>
                  </a:txBody>
                  <a:tcPr marL="122303" marR="122303" marT="45723" marB="4572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450850" marR="0" lvl="0" indent="-450850" algn="l" defTabSz="914400" rtl="0" eaLnBrk="1" fontAlgn="base" latinLnBrk="0" hangingPunct="1">
                        <a:lnSpc>
                          <a:spcPct val="100000"/>
                        </a:lnSpc>
                        <a:spcBef>
                          <a:spcPct val="0"/>
                        </a:spcBef>
                        <a:spcAft>
                          <a:spcPct val="0"/>
                        </a:spcAft>
                        <a:buClrTx/>
                        <a:buSzTx/>
                        <a:buFontTx/>
                        <a:buNone/>
                      </a:pPr>
                      <a:r>
                        <a:rPr kumimoji="0" lang="zh-CN" altLang="en-US" sz="1600" b="0" i="0" u="none" strike="noStrike" cap="none" normalizeH="0" baseline="0" dirty="0" smtClean="0">
                          <a:ln>
                            <a:noFill/>
                          </a:ln>
                          <a:solidFill>
                            <a:schemeClr val="bg1"/>
                          </a:solidFill>
                          <a:effectLst/>
                          <a:latin typeface="华文细黑" panose="02010600040101010101" pitchFamily="2" charset="-122"/>
                          <a:ea typeface="华文细黑" panose="02010600040101010101" pitchFamily="2" charset="-122"/>
                          <a:cs typeface="Times New Roman" panose="02020603050405020304" pitchFamily="18" charset="0"/>
                        </a:rPr>
                        <a:t>系统显示学生的</a:t>
                      </a:r>
                      <a:r>
                        <a:rPr kumimoji="0" lang="zh-CN" altLang="en-US" sz="1600" b="1" i="0" u="none" strike="noStrike" cap="none" normalizeH="0" baseline="0" dirty="0" smtClean="0">
                          <a:ln>
                            <a:noFill/>
                          </a:ln>
                          <a:solidFill>
                            <a:srgbClr val="FFFF00"/>
                          </a:solidFill>
                          <a:effectLst/>
                          <a:latin typeface="华文细黑" panose="02010600040101010101" pitchFamily="2" charset="-122"/>
                          <a:ea typeface="华文细黑" panose="02010600040101010101" pitchFamily="2" charset="-122"/>
                          <a:cs typeface="Times New Roman" panose="02020603050405020304" pitchFamily="18" charset="0"/>
                        </a:rPr>
                        <a:t>选择题得分</a:t>
                      </a:r>
                      <a:r>
                        <a:rPr kumimoji="0" lang="zh-CN" altLang="en-US" sz="1600" b="0" i="0" u="none" strike="noStrike" cap="none" normalizeH="0" baseline="0" dirty="0" smtClean="0">
                          <a:ln>
                            <a:noFill/>
                          </a:ln>
                          <a:solidFill>
                            <a:schemeClr val="bg1"/>
                          </a:solidFill>
                          <a:effectLst/>
                          <a:latin typeface="华文细黑" panose="02010600040101010101" pitchFamily="2" charset="-122"/>
                          <a:ea typeface="华文细黑" panose="02010600040101010101" pitchFamily="2" charset="-122"/>
                          <a:cs typeface="Times New Roman" panose="02020603050405020304" pitchFamily="18" charset="0"/>
                        </a:rPr>
                        <a:t>。</a:t>
                      </a:r>
                      <a:endParaRPr kumimoji="0" lang="zh-CN" altLang="en-US" sz="1600" b="0" i="0" u="none" strike="noStrike" cap="none" normalizeH="0" baseline="0" dirty="0" smtClean="0">
                        <a:ln>
                          <a:noFill/>
                        </a:ln>
                        <a:solidFill>
                          <a:schemeClr val="bg1"/>
                        </a:solidFill>
                        <a:effectLst/>
                        <a:latin typeface="华文细黑" panose="02010600040101010101" pitchFamily="2" charset="-122"/>
                        <a:ea typeface="华文细黑" panose="02010600040101010101" pitchFamily="2" charset="-122"/>
                        <a:cs typeface="Times New Roman" panose="02020603050405020304" pitchFamily="18" charset="0"/>
                      </a:endParaRPr>
                    </a:p>
                  </a:txBody>
                  <a:tcPr marL="122303" marR="122303" marT="45723" marB="4572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solidFill>
                  </a:tcPr>
                </a:tc>
              </a:tr>
              <a:tr h="335299">
                <a:tc>
                  <a:txBody>
                    <a:bodyPr/>
                    <a:lstStyle/>
                    <a:p>
                      <a:pPr marL="450850" marR="0" lvl="0" indent="-450850" algn="l"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smtClean="0">
                          <a:ln>
                            <a:noFill/>
                          </a:ln>
                          <a:solidFill>
                            <a:schemeClr val="bg1"/>
                          </a:solidFill>
                          <a:effectLst/>
                          <a:latin typeface="Arial" panose="020B0604020202020204" pitchFamily="34" charset="0"/>
                          <a:ea typeface="宋体" panose="02010600030101010101" pitchFamily="2" charset="-122"/>
                          <a:cs typeface="Arial" panose="020B0604020202020204" pitchFamily="34" charset="0"/>
                        </a:rPr>
                        <a:t>14</a:t>
                      </a:r>
                      <a:r>
                        <a:rPr kumimoji="0" lang="zh-CN" altLang="en-US" sz="1600" b="1" i="0" u="none" strike="noStrike" cap="none" normalizeH="0" baseline="0" smtClean="0">
                          <a:ln>
                            <a:noFill/>
                          </a:ln>
                          <a:solidFill>
                            <a:schemeClr val="bg1"/>
                          </a:solidFill>
                          <a:effectLst/>
                          <a:latin typeface="Arial" panose="020B0604020202020204" pitchFamily="34" charset="0"/>
                          <a:ea typeface="宋体" panose="02010600030101010101" pitchFamily="2" charset="-122"/>
                          <a:cs typeface="Arial" panose="020B0604020202020204" pitchFamily="34" charset="0"/>
                        </a:rPr>
                        <a:t>．</a:t>
                      </a:r>
                      <a:endParaRPr kumimoji="0" lang="zh-CN" altLang="en-US" sz="1600" b="0" i="0" u="none" strike="noStrike" cap="none" normalizeH="0" baseline="0" smtClean="0">
                        <a:ln>
                          <a:noFill/>
                        </a:ln>
                        <a:solidFill>
                          <a:schemeClr val="bg1"/>
                        </a:solidFill>
                        <a:effectLst/>
                        <a:latin typeface="Arial" panose="020B0604020202020204" pitchFamily="34" charset="0"/>
                        <a:ea typeface="宋体" panose="02010600030101010101" pitchFamily="2" charset="-122"/>
                        <a:cs typeface="Arial" panose="020B0604020202020204" pitchFamily="34" charset="0"/>
                      </a:endParaRPr>
                    </a:p>
                  </a:txBody>
                  <a:tcPr marL="122303" marR="122303" marT="45723" marB="4572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450850" marR="0" lvl="0" indent="-450850" algn="l" defTabSz="914400" rtl="0" eaLnBrk="1" fontAlgn="base" latinLnBrk="0" hangingPunct="1">
                        <a:lnSpc>
                          <a:spcPct val="100000"/>
                        </a:lnSpc>
                        <a:spcBef>
                          <a:spcPct val="0"/>
                        </a:spcBef>
                        <a:spcAft>
                          <a:spcPct val="0"/>
                        </a:spcAft>
                        <a:buClrTx/>
                        <a:buSzTx/>
                        <a:buFontTx/>
                        <a:buNone/>
                      </a:pPr>
                      <a:r>
                        <a:rPr kumimoji="0" lang="zh-CN" altLang="en-US" sz="1600" b="0" i="0" u="none" strike="noStrike" cap="none" normalizeH="0" baseline="0" dirty="0" smtClean="0">
                          <a:ln>
                            <a:noFill/>
                          </a:ln>
                          <a:solidFill>
                            <a:schemeClr val="bg1"/>
                          </a:solidFill>
                          <a:effectLst/>
                          <a:latin typeface="华文细黑" panose="02010600040101010101" pitchFamily="2" charset="-122"/>
                          <a:ea typeface="华文细黑" panose="02010600040101010101" pitchFamily="2" charset="-122"/>
                          <a:cs typeface="Times New Roman" panose="02020603050405020304" pitchFamily="18" charset="0"/>
                        </a:rPr>
                        <a:t>系统询问学生是否退出考试。</a:t>
                      </a:r>
                      <a:endParaRPr kumimoji="0" lang="zh-CN" altLang="en-US" sz="1600" b="0" i="0" u="none" strike="noStrike" cap="none" normalizeH="0" baseline="0" dirty="0" smtClean="0">
                        <a:ln>
                          <a:noFill/>
                        </a:ln>
                        <a:solidFill>
                          <a:schemeClr val="bg1"/>
                        </a:solidFill>
                        <a:effectLst/>
                        <a:latin typeface="华文细黑" panose="02010600040101010101" pitchFamily="2" charset="-122"/>
                        <a:ea typeface="华文细黑" panose="02010600040101010101" pitchFamily="2" charset="-122"/>
                        <a:cs typeface="Times New Roman" panose="02020603050405020304" pitchFamily="18" charset="0"/>
                      </a:endParaRPr>
                    </a:p>
                  </a:txBody>
                  <a:tcPr marL="122303" marR="122303" marT="45723" marB="4572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solidFill>
                  </a:tcPr>
                </a:tc>
              </a:tr>
              <a:tr h="335299">
                <a:tc>
                  <a:txBody>
                    <a:bodyPr/>
                    <a:lstStyle/>
                    <a:p>
                      <a:pPr marL="450850" marR="0" lvl="0" indent="-450850" algn="l"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smtClean="0">
                          <a:ln>
                            <a:noFill/>
                          </a:ln>
                          <a:solidFill>
                            <a:schemeClr val="bg1"/>
                          </a:solidFill>
                          <a:effectLst/>
                          <a:latin typeface="Arial" panose="020B0604020202020204" pitchFamily="34" charset="0"/>
                          <a:ea typeface="宋体" panose="02010600030101010101" pitchFamily="2" charset="-122"/>
                          <a:cs typeface="Arial" panose="020B0604020202020204" pitchFamily="34" charset="0"/>
                        </a:rPr>
                        <a:t>15</a:t>
                      </a:r>
                      <a:r>
                        <a:rPr kumimoji="0" lang="zh-CN" altLang="en-US" sz="1600" b="1" i="0" u="none" strike="noStrike" cap="none" normalizeH="0" baseline="0" smtClean="0">
                          <a:ln>
                            <a:noFill/>
                          </a:ln>
                          <a:solidFill>
                            <a:schemeClr val="bg1"/>
                          </a:solidFill>
                          <a:effectLst/>
                          <a:latin typeface="Arial" panose="020B0604020202020204" pitchFamily="34" charset="0"/>
                          <a:ea typeface="宋体" panose="02010600030101010101" pitchFamily="2" charset="-122"/>
                          <a:cs typeface="Arial" panose="020B0604020202020204" pitchFamily="34" charset="0"/>
                        </a:rPr>
                        <a:t>．</a:t>
                      </a:r>
                      <a:endParaRPr kumimoji="0" lang="zh-CN" altLang="en-US" sz="1600" b="0" i="0" u="none" strike="noStrike" cap="none" normalizeH="0" baseline="0" smtClean="0">
                        <a:ln>
                          <a:noFill/>
                        </a:ln>
                        <a:solidFill>
                          <a:schemeClr val="bg1"/>
                        </a:solidFill>
                        <a:effectLst/>
                        <a:latin typeface="Arial" panose="020B0604020202020204" pitchFamily="34" charset="0"/>
                        <a:ea typeface="宋体" panose="02010600030101010101" pitchFamily="2" charset="-122"/>
                        <a:cs typeface="Arial" panose="020B0604020202020204" pitchFamily="34" charset="0"/>
                      </a:endParaRPr>
                    </a:p>
                  </a:txBody>
                  <a:tcPr marL="122303" marR="122303" marT="45723" marB="4572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450850" marR="0" lvl="0" indent="-450850" algn="l" defTabSz="914400" rtl="0" eaLnBrk="1" fontAlgn="base" latinLnBrk="0" hangingPunct="1">
                        <a:lnSpc>
                          <a:spcPct val="100000"/>
                        </a:lnSpc>
                        <a:spcBef>
                          <a:spcPct val="0"/>
                        </a:spcBef>
                        <a:spcAft>
                          <a:spcPct val="0"/>
                        </a:spcAft>
                        <a:buClrTx/>
                        <a:buSzTx/>
                        <a:buFontTx/>
                        <a:buNone/>
                      </a:pPr>
                      <a:r>
                        <a:rPr kumimoji="0" lang="zh-CN" altLang="en-US" sz="1600" b="0" i="0" u="none" strike="noStrike" cap="none" normalizeH="0" baseline="0" dirty="0" smtClean="0">
                          <a:ln>
                            <a:noFill/>
                          </a:ln>
                          <a:solidFill>
                            <a:schemeClr val="bg1"/>
                          </a:solidFill>
                          <a:effectLst/>
                          <a:latin typeface="华文细黑" panose="02010600040101010101" pitchFamily="2" charset="-122"/>
                          <a:ea typeface="华文细黑" panose="02010600040101010101" pitchFamily="2" charset="-122"/>
                          <a:cs typeface="Times New Roman" panose="02020603050405020304" pitchFamily="18" charset="0"/>
                        </a:rPr>
                        <a:t>学生选择退出。</a:t>
                      </a:r>
                      <a:endParaRPr kumimoji="0" lang="zh-CN" altLang="en-US" sz="1600" b="0" i="0" u="none" strike="noStrike" cap="none" normalizeH="0" baseline="0" dirty="0" smtClean="0">
                        <a:ln>
                          <a:noFill/>
                        </a:ln>
                        <a:solidFill>
                          <a:schemeClr val="bg1"/>
                        </a:solidFill>
                        <a:effectLst/>
                        <a:latin typeface="华文细黑" panose="02010600040101010101" pitchFamily="2" charset="-122"/>
                        <a:ea typeface="华文细黑" panose="02010600040101010101" pitchFamily="2" charset="-122"/>
                        <a:cs typeface="Times New Roman" panose="02020603050405020304" pitchFamily="18" charset="0"/>
                      </a:endParaRPr>
                    </a:p>
                  </a:txBody>
                  <a:tcPr marL="122303" marR="122303" marT="45723" marB="4572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solidFill>
                  </a:tcPr>
                </a:tc>
              </a:tr>
              <a:tr h="335299">
                <a:tc>
                  <a:txBody>
                    <a:bodyPr/>
                    <a:lstStyle/>
                    <a:p>
                      <a:pPr marL="450850" marR="0" lvl="0" indent="-450850" algn="l"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dirty="0" smtClean="0">
                          <a:ln>
                            <a:noFill/>
                          </a:ln>
                          <a:solidFill>
                            <a:schemeClr val="bg1"/>
                          </a:solidFill>
                          <a:effectLst/>
                          <a:latin typeface="Arial" panose="020B0604020202020204" pitchFamily="34" charset="0"/>
                          <a:ea typeface="宋体" panose="02010600030101010101" pitchFamily="2" charset="-122"/>
                          <a:cs typeface="Arial" panose="020B0604020202020204" pitchFamily="34" charset="0"/>
                        </a:rPr>
                        <a:t>16</a:t>
                      </a:r>
                      <a:r>
                        <a:rPr kumimoji="0" lang="zh-CN" altLang="en-US" sz="1600" b="1" i="0" u="none" strike="noStrike" cap="none" normalizeH="0" baseline="0" dirty="0" smtClean="0">
                          <a:ln>
                            <a:noFill/>
                          </a:ln>
                          <a:solidFill>
                            <a:schemeClr val="bg1"/>
                          </a:solidFill>
                          <a:effectLst/>
                          <a:latin typeface="Arial" panose="020B0604020202020204" pitchFamily="34" charset="0"/>
                          <a:ea typeface="宋体" panose="02010600030101010101" pitchFamily="2" charset="-122"/>
                          <a:cs typeface="Arial" panose="020B0604020202020204" pitchFamily="34" charset="0"/>
                        </a:rPr>
                        <a:t>．</a:t>
                      </a:r>
                      <a:endParaRPr kumimoji="0" lang="zh-CN" altLang="en-US" sz="1600" b="0" i="0" u="none" strike="noStrike" cap="none" normalizeH="0" baseline="0" dirty="0" smtClean="0">
                        <a:ln>
                          <a:noFill/>
                        </a:ln>
                        <a:solidFill>
                          <a:schemeClr val="bg1"/>
                        </a:solidFill>
                        <a:effectLst/>
                        <a:latin typeface="Arial" panose="020B0604020202020204" pitchFamily="34" charset="0"/>
                        <a:ea typeface="宋体" panose="02010600030101010101" pitchFamily="2" charset="-122"/>
                        <a:cs typeface="Arial" panose="020B0604020202020204" pitchFamily="34" charset="0"/>
                      </a:endParaRPr>
                    </a:p>
                  </a:txBody>
                  <a:tcPr marL="122303" marR="122303" marT="45723" marB="4572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450850" marR="0" lvl="0" indent="-450850" algn="l" defTabSz="914400" rtl="0" eaLnBrk="1" fontAlgn="base" latinLnBrk="0" hangingPunct="1">
                        <a:lnSpc>
                          <a:spcPct val="100000"/>
                        </a:lnSpc>
                        <a:spcBef>
                          <a:spcPct val="0"/>
                        </a:spcBef>
                        <a:spcAft>
                          <a:spcPct val="0"/>
                        </a:spcAft>
                        <a:buClrTx/>
                        <a:buSzTx/>
                        <a:buFontTx/>
                        <a:buNone/>
                      </a:pPr>
                      <a:r>
                        <a:rPr kumimoji="0" lang="zh-CN" altLang="en-US" sz="1600" b="0" i="0" u="none" strike="noStrike" cap="none" normalizeH="0" baseline="0" dirty="0" smtClean="0">
                          <a:ln>
                            <a:noFill/>
                          </a:ln>
                          <a:solidFill>
                            <a:schemeClr val="bg1"/>
                          </a:solidFill>
                          <a:effectLst/>
                          <a:latin typeface="华文细黑" panose="02010600040101010101" pitchFamily="2" charset="-122"/>
                          <a:ea typeface="华文细黑" panose="02010600040101010101" pitchFamily="2" charset="-122"/>
                          <a:cs typeface="Times New Roman" panose="02020603050405020304" pitchFamily="18" charset="0"/>
                        </a:rPr>
                        <a:t>系统回到系统主窗口。</a:t>
                      </a:r>
                      <a:endParaRPr kumimoji="0" lang="zh-CN" altLang="en-US" sz="1600" b="0" i="0" u="none" strike="noStrike" cap="none" normalizeH="0" baseline="0" dirty="0" smtClean="0">
                        <a:ln>
                          <a:noFill/>
                        </a:ln>
                        <a:solidFill>
                          <a:schemeClr val="bg1"/>
                        </a:solidFill>
                        <a:effectLst/>
                        <a:latin typeface="华文细黑" panose="02010600040101010101" pitchFamily="2" charset="-122"/>
                        <a:ea typeface="华文细黑" panose="02010600040101010101" pitchFamily="2" charset="-122"/>
                        <a:cs typeface="Times New Roman" panose="02020603050405020304" pitchFamily="18" charset="0"/>
                      </a:endParaRPr>
                    </a:p>
                  </a:txBody>
                  <a:tcPr marL="122303" marR="122303" marT="45723" marB="4572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solidFill>
                  </a:tcPr>
                </a:tc>
              </a:tr>
            </a:tbl>
          </a:graphicData>
        </a:graphic>
      </p:graphicFrame>
    </p:spTree>
  </p:cSld>
  <p:clrMapOvr>
    <a:masterClrMapping/>
  </p:clrMapOvr>
  <p:transition>
    <p:push/>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3" name="Rectangle 2"/>
          <p:cNvSpPr>
            <a:spLocks noGrp="1" noChangeArrowheads="1"/>
          </p:cNvSpPr>
          <p:nvPr>
            <p:ph type="title"/>
          </p:nvPr>
        </p:nvSpPr>
        <p:spPr/>
        <p:txBody>
          <a:bodyPr/>
          <a:lstStyle/>
          <a:p>
            <a:r>
              <a:rPr lang="zh-CN" altLang="en-US" smtClean="0"/>
              <a:t>在线考试系统中的概念类</a:t>
            </a:r>
            <a:endParaRPr lang="zh-CN" altLang="en-US" smtClean="0"/>
          </a:p>
        </p:txBody>
      </p:sp>
      <p:sp>
        <p:nvSpPr>
          <p:cNvPr id="7" name="内容占位符 6"/>
          <p:cNvSpPr>
            <a:spLocks noGrp="1"/>
          </p:cNvSpPr>
          <p:nvPr>
            <p:ph idx="1"/>
          </p:nvPr>
        </p:nvSpPr>
        <p:spPr/>
        <p:txBody>
          <a:bodyPr/>
          <a:lstStyle/>
          <a:p>
            <a:endParaRPr lang="zh-CN" altLang="en-US"/>
          </a:p>
        </p:txBody>
      </p:sp>
      <p:sp>
        <p:nvSpPr>
          <p:cNvPr id="76804" name="Rectangle 5"/>
          <p:cNvSpPr>
            <a:spLocks noChangeArrowheads="1"/>
          </p:cNvSpPr>
          <p:nvPr/>
        </p:nvSpPr>
        <p:spPr bwMode="auto">
          <a:xfrm>
            <a:off x="10483272" y="2510184"/>
            <a:ext cx="184731" cy="3231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000">
                <a:solidFill>
                  <a:schemeClr val="tx1"/>
                </a:solidFill>
                <a:latin typeface="Arial" panose="020B0604020202020204" pitchFamily="34" charset="0"/>
                <a:ea typeface="华文细黑" panose="02010600040101010101" pitchFamily="2" charset="-122"/>
              </a:defRPr>
            </a:lvl1pPr>
            <a:lvl2pPr marL="742950" indent="-285750">
              <a:defRPr sz="2000">
                <a:solidFill>
                  <a:schemeClr val="tx1"/>
                </a:solidFill>
                <a:latin typeface="Arial" panose="020B0604020202020204" pitchFamily="34" charset="0"/>
                <a:ea typeface="华文细黑" panose="02010600040101010101" pitchFamily="2" charset="-122"/>
              </a:defRPr>
            </a:lvl2pPr>
            <a:lvl3pPr marL="1143000" indent="-228600">
              <a:defRPr sz="2000">
                <a:solidFill>
                  <a:schemeClr val="tx1"/>
                </a:solidFill>
                <a:latin typeface="Arial" panose="020B0604020202020204" pitchFamily="34" charset="0"/>
                <a:ea typeface="华文细黑" panose="02010600040101010101" pitchFamily="2" charset="-122"/>
              </a:defRPr>
            </a:lvl3pPr>
            <a:lvl4pPr marL="1600200" indent="-228600">
              <a:defRPr sz="2000">
                <a:solidFill>
                  <a:schemeClr val="tx1"/>
                </a:solidFill>
                <a:latin typeface="Arial" panose="020B0604020202020204" pitchFamily="34" charset="0"/>
                <a:ea typeface="华文细黑" panose="02010600040101010101" pitchFamily="2" charset="-122"/>
              </a:defRPr>
            </a:lvl4pPr>
            <a:lvl5pPr marL="2057400" indent="-228600">
              <a:defRPr sz="2000">
                <a:solidFill>
                  <a:schemeClr val="tx1"/>
                </a:solidFill>
                <a:latin typeface="Arial" panose="020B0604020202020204" pitchFamily="34" charset="0"/>
                <a:ea typeface="华文细黑" panose="02010600040101010101" pitchFamily="2" charset="-122"/>
              </a:defRPr>
            </a:lvl5pPr>
            <a:lvl6pPr marL="2514600" indent="-228600" algn="r" eaLnBrk="0" fontAlgn="base" hangingPunct="0">
              <a:lnSpc>
                <a:spcPct val="75000"/>
              </a:lnSpc>
              <a:spcBef>
                <a:spcPct val="0"/>
              </a:spcBef>
              <a:spcAft>
                <a:spcPct val="0"/>
              </a:spcAft>
              <a:defRPr sz="2000">
                <a:solidFill>
                  <a:schemeClr val="tx1"/>
                </a:solidFill>
                <a:latin typeface="Arial" panose="020B0604020202020204" pitchFamily="34" charset="0"/>
                <a:ea typeface="华文细黑" panose="02010600040101010101" pitchFamily="2" charset="-122"/>
              </a:defRPr>
            </a:lvl6pPr>
            <a:lvl7pPr marL="2971800" indent="-228600" algn="r" eaLnBrk="0" fontAlgn="base" hangingPunct="0">
              <a:lnSpc>
                <a:spcPct val="75000"/>
              </a:lnSpc>
              <a:spcBef>
                <a:spcPct val="0"/>
              </a:spcBef>
              <a:spcAft>
                <a:spcPct val="0"/>
              </a:spcAft>
              <a:defRPr sz="2000">
                <a:solidFill>
                  <a:schemeClr val="tx1"/>
                </a:solidFill>
                <a:latin typeface="Arial" panose="020B0604020202020204" pitchFamily="34" charset="0"/>
                <a:ea typeface="华文细黑" panose="02010600040101010101" pitchFamily="2" charset="-122"/>
              </a:defRPr>
            </a:lvl7pPr>
            <a:lvl8pPr marL="3429000" indent="-228600" algn="r" eaLnBrk="0" fontAlgn="base" hangingPunct="0">
              <a:lnSpc>
                <a:spcPct val="75000"/>
              </a:lnSpc>
              <a:spcBef>
                <a:spcPct val="0"/>
              </a:spcBef>
              <a:spcAft>
                <a:spcPct val="0"/>
              </a:spcAft>
              <a:defRPr sz="2000">
                <a:solidFill>
                  <a:schemeClr val="tx1"/>
                </a:solidFill>
                <a:latin typeface="Arial" panose="020B0604020202020204" pitchFamily="34" charset="0"/>
                <a:ea typeface="华文细黑" panose="02010600040101010101" pitchFamily="2" charset="-122"/>
              </a:defRPr>
            </a:lvl8pPr>
            <a:lvl9pPr marL="3886200" indent="-228600" algn="r" eaLnBrk="0" fontAlgn="base" hangingPunct="0">
              <a:lnSpc>
                <a:spcPct val="75000"/>
              </a:lnSpc>
              <a:spcBef>
                <a:spcPct val="0"/>
              </a:spcBef>
              <a:spcAft>
                <a:spcPct val="0"/>
              </a:spcAft>
              <a:defRPr sz="2000">
                <a:solidFill>
                  <a:schemeClr val="tx1"/>
                </a:solidFill>
                <a:latin typeface="Arial" panose="020B0604020202020204" pitchFamily="34" charset="0"/>
                <a:ea typeface="华文细黑" panose="02010600040101010101" pitchFamily="2" charset="-122"/>
              </a:defRPr>
            </a:lvl9pPr>
          </a:lstStyle>
          <a:p>
            <a:endParaRPr lang="zh-CN" altLang="en-US"/>
          </a:p>
        </p:txBody>
      </p:sp>
      <p:graphicFrame>
        <p:nvGraphicFramePr>
          <p:cNvPr id="76805" name="Object 4"/>
          <p:cNvGraphicFramePr>
            <a:graphicFrameLocks noChangeAspect="1"/>
          </p:cNvGraphicFramePr>
          <p:nvPr/>
        </p:nvGraphicFramePr>
        <p:xfrm>
          <a:off x="1599786" y="1484784"/>
          <a:ext cx="8532812" cy="3843338"/>
        </p:xfrm>
        <a:graphic>
          <a:graphicData uri="http://schemas.openxmlformats.org/presentationml/2006/ole">
            <mc:AlternateContent xmlns:mc="http://schemas.openxmlformats.org/markup-compatibility/2006">
              <mc:Choice xmlns:v="urn:schemas-microsoft-com:vml" Requires="v">
                <p:oleObj spid="_x0000_s94247" name="Visio" r:id="rId1" imgW="4470400" imgH="2006600" progId="Visio.Drawing.11">
                  <p:embed/>
                </p:oleObj>
              </mc:Choice>
              <mc:Fallback>
                <p:oleObj name="Visio" r:id="rId1" imgW="4470400" imgH="2006600" progId="Visio.Drawing.11">
                  <p:embed/>
                  <p:pic>
                    <p:nvPicPr>
                      <p:cNvPr id="0" name="图片 94246"/>
                      <p:cNvPicPr>
                        <a:picLocks noChangeAspect="1" noChangeArrowheads="1"/>
                      </p:cNvPicPr>
                      <p:nvPr/>
                    </p:nvPicPr>
                    <p:blipFill>
                      <a:blip r:embed="rId2"/>
                      <a:srcRect/>
                      <a:stretch>
                        <a:fillRect/>
                      </a:stretch>
                    </p:blipFill>
                    <p:spPr bwMode="auto">
                      <a:xfrm>
                        <a:off x="1599786" y="1484784"/>
                        <a:ext cx="8532812" cy="3843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ransition>
    <p:push/>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7" name="Rectangle 2"/>
          <p:cNvSpPr>
            <a:spLocks noGrp="1" noChangeArrowheads="1"/>
          </p:cNvSpPr>
          <p:nvPr>
            <p:ph type="title"/>
          </p:nvPr>
        </p:nvSpPr>
        <p:spPr/>
        <p:txBody>
          <a:bodyPr/>
          <a:lstStyle/>
          <a:p>
            <a:r>
              <a:rPr lang="zh-CN" altLang="en-US" smtClean="0"/>
              <a:t>添加关联</a:t>
            </a:r>
            <a:endParaRPr lang="zh-CN" altLang="en-US" smtClean="0"/>
          </a:p>
        </p:txBody>
      </p:sp>
      <p:sp>
        <p:nvSpPr>
          <p:cNvPr id="77828" name="Rectangle 3"/>
          <p:cNvSpPr>
            <a:spLocks noGrp="1" noChangeArrowheads="1"/>
          </p:cNvSpPr>
          <p:nvPr>
            <p:ph idx="1"/>
          </p:nvPr>
        </p:nvSpPr>
        <p:spPr/>
        <p:txBody>
          <a:bodyPr>
            <a:normAutofit/>
          </a:bodyPr>
          <a:lstStyle/>
          <a:p>
            <a:pPr>
              <a:lnSpc>
                <a:spcPct val="85000"/>
              </a:lnSpc>
              <a:spcBef>
                <a:spcPct val="30000"/>
              </a:spcBef>
            </a:pPr>
            <a:r>
              <a:rPr lang="zh-CN" altLang="en-US" sz="2800" dirty="0"/>
              <a:t>领域模型中的关联可分为两种：</a:t>
            </a:r>
            <a:endParaRPr lang="zh-CN" altLang="en-US" sz="2800" dirty="0">
              <a:solidFill>
                <a:srgbClr val="FF3300"/>
              </a:solidFill>
            </a:endParaRPr>
          </a:p>
          <a:p>
            <a:pPr lvl="1">
              <a:spcBef>
                <a:spcPct val="30000"/>
              </a:spcBef>
            </a:pPr>
            <a:r>
              <a:rPr lang="zh-CN" altLang="en-US" sz="2400" dirty="0">
                <a:solidFill>
                  <a:srgbClr val="FFFF00"/>
                </a:solidFill>
              </a:rPr>
              <a:t>“需要知道”型关联：</a:t>
            </a:r>
            <a:r>
              <a:rPr lang="zh-CN" altLang="en-US" sz="2400" dirty="0"/>
              <a:t>需要将概念之间的关系信息保持一段时间的关联。领域模型中需要着重考虑。</a:t>
            </a:r>
            <a:endParaRPr lang="zh-CN" altLang="en-US" sz="2400" dirty="0"/>
          </a:p>
          <a:p>
            <a:pPr lvl="1">
              <a:lnSpc>
                <a:spcPct val="85000"/>
              </a:lnSpc>
              <a:spcBef>
                <a:spcPct val="30000"/>
              </a:spcBef>
            </a:pPr>
            <a:r>
              <a:rPr lang="zh-CN" altLang="en-US" sz="2400" dirty="0"/>
              <a:t>“只需理解”型关联：有助于增强对领域中关键概念的理解的关联。</a:t>
            </a:r>
            <a:endParaRPr lang="zh-CN" altLang="en-US" sz="2400" dirty="0"/>
          </a:p>
          <a:p>
            <a:pPr>
              <a:lnSpc>
                <a:spcPct val="85000"/>
              </a:lnSpc>
              <a:spcBef>
                <a:spcPct val="30000"/>
              </a:spcBef>
            </a:pPr>
            <a:r>
              <a:rPr lang="zh-CN" altLang="en-US" sz="2800" dirty="0"/>
              <a:t>寻找关联时要遵循下述指导原则：</a:t>
            </a:r>
            <a:endParaRPr lang="zh-CN" altLang="en-US" sz="2800" dirty="0"/>
          </a:p>
          <a:p>
            <a:pPr lvl="1">
              <a:lnSpc>
                <a:spcPct val="85000"/>
              </a:lnSpc>
              <a:spcBef>
                <a:spcPct val="30000"/>
              </a:spcBef>
            </a:pPr>
            <a:r>
              <a:rPr lang="zh-CN" altLang="en-US" sz="2400" dirty="0"/>
              <a:t>将注意力集中在</a:t>
            </a:r>
            <a:r>
              <a:rPr lang="zh-CN" altLang="en-US" sz="2400" dirty="0">
                <a:solidFill>
                  <a:srgbClr val="FFFF00"/>
                </a:solidFill>
              </a:rPr>
              <a:t>需要知道型关联</a:t>
            </a:r>
            <a:r>
              <a:rPr lang="zh-CN" altLang="en-US" sz="2400" dirty="0"/>
              <a:t>。</a:t>
            </a:r>
            <a:endParaRPr lang="zh-CN" altLang="en-US" sz="2400" dirty="0"/>
          </a:p>
          <a:p>
            <a:pPr lvl="1">
              <a:spcBef>
                <a:spcPct val="30000"/>
              </a:spcBef>
            </a:pPr>
            <a:r>
              <a:rPr lang="zh-CN" altLang="en-US" sz="2400" dirty="0"/>
              <a:t>识别概念类比识别关联更重要，因此领域模型创建过程中应该更加注重概念类的识别。</a:t>
            </a:r>
            <a:endParaRPr lang="zh-CN" altLang="en-US" sz="2400" dirty="0"/>
          </a:p>
          <a:p>
            <a:pPr lvl="1">
              <a:lnSpc>
                <a:spcPct val="85000"/>
              </a:lnSpc>
              <a:spcBef>
                <a:spcPct val="30000"/>
              </a:spcBef>
            </a:pPr>
            <a:r>
              <a:rPr lang="zh-CN" altLang="en-US" sz="2400" dirty="0"/>
              <a:t>太多的关联不仅不能有效地表示领域模型，反而容易使领域模型变得混乱。</a:t>
            </a:r>
            <a:endParaRPr lang="zh-CN" altLang="en-US" sz="2400" dirty="0"/>
          </a:p>
          <a:p>
            <a:pPr lvl="1">
              <a:lnSpc>
                <a:spcPct val="85000"/>
              </a:lnSpc>
              <a:spcBef>
                <a:spcPct val="30000"/>
              </a:spcBef>
            </a:pPr>
            <a:r>
              <a:rPr lang="zh-CN" altLang="en-US" sz="2400" dirty="0"/>
              <a:t>避免显示冗余或导出关联。 </a:t>
            </a:r>
            <a:endParaRPr lang="zh-CN" altLang="en-US" sz="2400" dirty="0"/>
          </a:p>
        </p:txBody>
      </p:sp>
    </p:spTree>
  </p:cSld>
  <p:clrMapOvr>
    <a:masterClrMapping/>
  </p:clrMapOvr>
  <p:transition>
    <p:push/>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9" name="Rectangle 102"/>
          <p:cNvSpPr>
            <a:spLocks noGrp="1" noChangeArrowheads="1"/>
          </p:cNvSpPr>
          <p:nvPr>
            <p:ph type="title"/>
          </p:nvPr>
        </p:nvSpPr>
        <p:spPr/>
        <p:txBody>
          <a:bodyPr/>
          <a:lstStyle/>
          <a:p>
            <a:r>
              <a:rPr lang="zh-CN" altLang="en-US" sz="3200" dirty="0"/>
              <a:t>考试系统中“需要知道型”关联</a:t>
            </a:r>
            <a:endParaRPr lang="zh-CN" altLang="en-US" sz="3200" dirty="0"/>
          </a:p>
        </p:txBody>
      </p:sp>
      <p:graphicFrame>
        <p:nvGraphicFramePr>
          <p:cNvPr id="93299" name="Group 115"/>
          <p:cNvGraphicFramePr>
            <a:graphicFrameLocks noGrp="1"/>
          </p:cNvGraphicFramePr>
          <p:nvPr>
            <p:ph idx="1"/>
          </p:nvPr>
        </p:nvGraphicFramePr>
        <p:xfrm>
          <a:off x="479376" y="1700808"/>
          <a:ext cx="11160125" cy="3674292"/>
        </p:xfrm>
        <a:graphic>
          <a:graphicData uri="http://schemas.openxmlformats.org/drawingml/2006/table">
            <a:tbl>
              <a:tblPr/>
              <a:tblGrid>
                <a:gridCol w="4622448"/>
                <a:gridCol w="6537677"/>
              </a:tblGrid>
              <a:tr h="389924">
                <a:tc>
                  <a:txBody>
                    <a:bodyPr/>
                    <a:lstStyle/>
                    <a:p>
                      <a:pPr marL="450850" marR="0" lvl="0" indent="-450850" algn="ctr" defTabSz="914400" rtl="0" eaLnBrk="1" fontAlgn="base" latinLnBrk="0" hangingPunct="1">
                        <a:lnSpc>
                          <a:spcPct val="100000"/>
                        </a:lnSpc>
                        <a:spcBef>
                          <a:spcPct val="0"/>
                        </a:spcBef>
                        <a:spcAft>
                          <a:spcPct val="0"/>
                        </a:spcAft>
                        <a:buClrTx/>
                        <a:buSzTx/>
                        <a:buFontTx/>
                        <a:buNone/>
                      </a:pPr>
                      <a:r>
                        <a:rPr kumimoji="0" lang="zh-CN" altLang="en-US" sz="2000" b="0"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rPr>
                        <a:t>关联</a:t>
                      </a:r>
                      <a:endParaRPr kumimoji="0" lang="zh-CN" altLang="en-US" sz="2000" b="0"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endParaRPr>
                    </a:p>
                  </a:txBody>
                  <a:tcPr marL="122303" marR="122303" marT="45715" marB="45715"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450850" marR="0" lvl="0" indent="-450850" algn="ctr" defTabSz="914400" rtl="0" eaLnBrk="1" fontAlgn="base" latinLnBrk="0" hangingPunct="1">
                        <a:lnSpc>
                          <a:spcPct val="100000"/>
                        </a:lnSpc>
                        <a:spcBef>
                          <a:spcPct val="0"/>
                        </a:spcBef>
                        <a:spcAft>
                          <a:spcPct val="0"/>
                        </a:spcAft>
                        <a:buClrTx/>
                        <a:buSzTx/>
                        <a:buFontTx/>
                        <a:buNone/>
                      </a:pPr>
                      <a:r>
                        <a:rPr kumimoji="0" lang="zh-CN" altLang="en-US" sz="2000" b="0"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rPr>
                        <a:t>含义</a:t>
                      </a:r>
                      <a:endParaRPr kumimoji="0" lang="zh-CN" altLang="en-US" sz="2000" b="0"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endParaRPr>
                    </a:p>
                  </a:txBody>
                  <a:tcPr marL="122303" marR="122303" marT="45715" marB="45715"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solidFill>
                  </a:tcPr>
                </a:tc>
              </a:tr>
              <a:tr h="466657">
                <a:tc>
                  <a:txBody>
                    <a:bodyPr/>
                    <a:lstStyle/>
                    <a:p>
                      <a:pPr marL="450850" marR="0" lvl="0" indent="-450850" algn="l" defTabSz="914400" rtl="0" eaLnBrk="1" fontAlgn="base" latinLnBrk="0" hangingPunct="1">
                        <a:lnSpc>
                          <a:spcPct val="100000"/>
                        </a:lnSpc>
                        <a:spcBef>
                          <a:spcPct val="0"/>
                        </a:spcBef>
                        <a:spcAft>
                          <a:spcPct val="0"/>
                        </a:spcAft>
                        <a:buClrTx/>
                        <a:buSzTx/>
                        <a:buFontTx/>
                        <a:buNone/>
                      </a:pPr>
                      <a:r>
                        <a:rPr kumimoji="0" lang="zh-CN" altLang="en-US" sz="1800" b="0"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rPr>
                        <a:t>学生“参加”考试</a:t>
                      </a:r>
                      <a:endParaRPr kumimoji="0" lang="zh-CN" altLang="en-US" sz="1800" b="0"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122303" marR="122303" marT="45715" marB="45715"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450850" marR="0" lvl="0" indent="-450850" algn="l" defTabSz="914400" rtl="0" eaLnBrk="1" fontAlgn="base" latinLnBrk="0" hangingPunct="1">
                        <a:lnSpc>
                          <a:spcPct val="100000"/>
                        </a:lnSpc>
                        <a:spcBef>
                          <a:spcPct val="0"/>
                        </a:spcBef>
                        <a:spcAft>
                          <a:spcPct val="0"/>
                        </a:spcAft>
                        <a:buClrTx/>
                        <a:buSzTx/>
                        <a:buFontTx/>
                        <a:buNone/>
                      </a:pPr>
                      <a:r>
                        <a:rPr kumimoji="0" lang="zh-CN" altLang="en-US" sz="1800" b="0"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rPr>
                        <a:t>为了知道学生是否需要参加该项考试</a:t>
                      </a:r>
                      <a:endParaRPr kumimoji="0" lang="zh-CN" altLang="en-US" sz="1800" b="0"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122303" marR="122303" marT="45715" marB="45715"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solidFill>
                  </a:tcPr>
                </a:tc>
              </a:tr>
              <a:tr h="461565">
                <a:tc>
                  <a:txBody>
                    <a:bodyPr/>
                    <a:lstStyle/>
                    <a:p>
                      <a:pPr marL="450850" marR="0" lvl="0" indent="-450850" algn="l" defTabSz="914400" rtl="0" eaLnBrk="1" fontAlgn="base" latinLnBrk="0" hangingPunct="1">
                        <a:lnSpc>
                          <a:spcPct val="100000"/>
                        </a:lnSpc>
                        <a:spcBef>
                          <a:spcPct val="0"/>
                        </a:spcBef>
                        <a:spcAft>
                          <a:spcPct val="0"/>
                        </a:spcAft>
                        <a:buClrTx/>
                        <a:buSzTx/>
                        <a:buFontTx/>
                        <a:buNone/>
                      </a:pPr>
                      <a:r>
                        <a:rPr kumimoji="0" lang="zh-CN" altLang="en-US" sz="1800" b="0"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rPr>
                        <a:t>老师“监考”考试</a:t>
                      </a:r>
                      <a:endParaRPr kumimoji="0" lang="zh-CN" altLang="en-US" sz="1800" b="0"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122303" marR="122303" marT="45715" marB="45715"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450850" marR="0" lvl="0" indent="-450850" algn="l" defTabSz="914400" rtl="0" eaLnBrk="1" fontAlgn="base" latinLnBrk="0" hangingPunct="1">
                        <a:lnSpc>
                          <a:spcPct val="100000"/>
                        </a:lnSpc>
                        <a:spcBef>
                          <a:spcPct val="0"/>
                        </a:spcBef>
                        <a:spcAft>
                          <a:spcPct val="0"/>
                        </a:spcAft>
                        <a:buClrTx/>
                        <a:buSzTx/>
                        <a:buFontTx/>
                        <a:buNone/>
                      </a:pPr>
                      <a:r>
                        <a:rPr kumimoji="0" lang="zh-CN" altLang="en-US" sz="1800" b="0"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rPr>
                        <a:t>为了知道由哪（几）位老师监考</a:t>
                      </a:r>
                      <a:endParaRPr kumimoji="0" lang="zh-CN" altLang="en-US" sz="1800" b="0"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122303" marR="122303" marT="45715" marB="45715"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solidFill>
                  </a:tcPr>
                </a:tc>
              </a:tr>
              <a:tr h="463263">
                <a:tc>
                  <a:txBody>
                    <a:bodyPr/>
                    <a:lstStyle/>
                    <a:p>
                      <a:pPr marL="450850" marR="0" lvl="0" indent="-450850" algn="l" defTabSz="914400" rtl="0" eaLnBrk="1" fontAlgn="base" latinLnBrk="0" hangingPunct="1">
                        <a:lnSpc>
                          <a:spcPct val="100000"/>
                        </a:lnSpc>
                        <a:spcBef>
                          <a:spcPct val="0"/>
                        </a:spcBef>
                        <a:spcAft>
                          <a:spcPct val="0"/>
                        </a:spcAft>
                        <a:buClrTx/>
                        <a:buSzTx/>
                        <a:buFontTx/>
                        <a:buNone/>
                      </a:pPr>
                      <a:r>
                        <a:rPr kumimoji="0" lang="zh-CN" altLang="en-US" sz="1800" b="0"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rPr>
                        <a:t>考卷“记录着”考题</a:t>
                      </a:r>
                      <a:endParaRPr kumimoji="0" lang="zh-CN" altLang="en-US" sz="1800" b="0"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122303" marR="122303" marT="45715" marB="45715"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450850" marR="0" lvl="0" indent="-450850" algn="l" defTabSz="914400" rtl="0" eaLnBrk="1" fontAlgn="base" latinLnBrk="0" hangingPunct="1">
                        <a:lnSpc>
                          <a:spcPct val="100000"/>
                        </a:lnSpc>
                        <a:spcBef>
                          <a:spcPct val="0"/>
                        </a:spcBef>
                        <a:spcAft>
                          <a:spcPct val="0"/>
                        </a:spcAft>
                        <a:buClrTx/>
                        <a:buSzTx/>
                        <a:buFontTx/>
                        <a:buNone/>
                      </a:pPr>
                      <a:r>
                        <a:rPr kumimoji="0" lang="zh-CN" altLang="en-US" sz="1800" b="0"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rPr>
                        <a:t>为了知道一份考卷由哪些考题组成</a:t>
                      </a:r>
                      <a:endParaRPr kumimoji="0" lang="zh-CN" altLang="en-US" sz="1800" b="0"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122303" marR="122303" marT="45715" marB="45715"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solidFill>
                  </a:tcPr>
                </a:tc>
              </a:tr>
              <a:tr h="461565">
                <a:tc>
                  <a:txBody>
                    <a:bodyPr/>
                    <a:lstStyle/>
                    <a:p>
                      <a:pPr marL="450850" marR="0" lvl="0" indent="-450850" algn="l" defTabSz="914400" rtl="0" eaLnBrk="1" fontAlgn="base" latinLnBrk="0" hangingPunct="1">
                        <a:lnSpc>
                          <a:spcPct val="100000"/>
                        </a:lnSpc>
                        <a:spcBef>
                          <a:spcPct val="0"/>
                        </a:spcBef>
                        <a:spcAft>
                          <a:spcPct val="0"/>
                        </a:spcAft>
                        <a:buClrTx/>
                        <a:buSzTx/>
                        <a:buFontTx/>
                        <a:buNone/>
                      </a:pPr>
                      <a:r>
                        <a:rPr kumimoji="0" lang="zh-CN" altLang="en-US" sz="1800" b="0"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rPr>
                        <a:t>考卷生成规则“对应于”课程</a:t>
                      </a:r>
                      <a:endParaRPr kumimoji="0" lang="zh-CN" altLang="en-US" sz="1800" b="0"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122303" marR="122303" marT="45715" marB="45715"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450850" marR="0" lvl="0" indent="-450850" algn="l" defTabSz="914400" rtl="0" eaLnBrk="1" fontAlgn="base" latinLnBrk="0" hangingPunct="1">
                        <a:lnSpc>
                          <a:spcPct val="100000"/>
                        </a:lnSpc>
                        <a:spcBef>
                          <a:spcPct val="0"/>
                        </a:spcBef>
                        <a:spcAft>
                          <a:spcPct val="0"/>
                        </a:spcAft>
                        <a:buClrTx/>
                        <a:buSzTx/>
                        <a:buFontTx/>
                        <a:buNone/>
                      </a:pPr>
                      <a:r>
                        <a:rPr kumimoji="0" lang="zh-CN" altLang="en-US" sz="1800" b="0"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rPr>
                        <a:t>为了知道是哪门课程的考卷生成规则</a:t>
                      </a:r>
                      <a:endParaRPr kumimoji="0" lang="zh-CN" altLang="en-US" sz="1800" b="0"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122303" marR="122303" marT="45715" marB="45715"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solidFill>
                  </a:tcPr>
                </a:tc>
              </a:tr>
              <a:tr h="461565">
                <a:tc>
                  <a:txBody>
                    <a:bodyPr/>
                    <a:lstStyle/>
                    <a:p>
                      <a:pPr marL="450850" marR="0" lvl="0" indent="-450850" algn="l" defTabSz="914400" rtl="0" eaLnBrk="1" fontAlgn="base" latinLnBrk="0" hangingPunct="1">
                        <a:lnSpc>
                          <a:spcPct val="100000"/>
                        </a:lnSpc>
                        <a:spcBef>
                          <a:spcPct val="0"/>
                        </a:spcBef>
                        <a:spcAft>
                          <a:spcPct val="0"/>
                        </a:spcAft>
                        <a:buClrTx/>
                        <a:buSzTx/>
                        <a:buFontTx/>
                        <a:buNone/>
                      </a:pPr>
                      <a:r>
                        <a:rPr kumimoji="0" lang="zh-CN" altLang="en-US" sz="1800" b="0"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rPr>
                        <a:t>考卷生成规则“应用于”考试</a:t>
                      </a:r>
                      <a:endParaRPr kumimoji="0" lang="zh-CN" altLang="en-US" sz="1800" b="0"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122303" marR="122303" marT="45715" marB="45715"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450850" marR="0" lvl="0" indent="-450850" algn="l" defTabSz="914400" rtl="0" eaLnBrk="1" fontAlgn="base" latinLnBrk="0" hangingPunct="1">
                        <a:lnSpc>
                          <a:spcPct val="100000"/>
                        </a:lnSpc>
                        <a:spcBef>
                          <a:spcPct val="0"/>
                        </a:spcBef>
                        <a:spcAft>
                          <a:spcPct val="0"/>
                        </a:spcAft>
                        <a:buClrTx/>
                        <a:buSzTx/>
                        <a:buFontTx/>
                        <a:buNone/>
                      </a:pPr>
                      <a:r>
                        <a:rPr kumimoji="0" lang="zh-CN" altLang="en-US" sz="1800" b="0"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rPr>
                        <a:t>为了知道某次考试使用哪套考卷生成规则</a:t>
                      </a:r>
                      <a:endParaRPr kumimoji="0" lang="zh-CN" altLang="en-US" sz="1800" b="0"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122303" marR="122303" marT="45715" marB="45715"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solidFill>
                  </a:tcPr>
                </a:tc>
              </a:tr>
              <a:tr h="535821">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800" b="0"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rPr>
                        <a:t>考卷生成规则“记录着”考卷生成规则项</a:t>
                      </a:r>
                      <a:endParaRPr kumimoji="0" lang="zh-CN" altLang="en-US" sz="1800" b="0"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122303" marR="122303" marT="45715" marB="45715"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450850" marR="0" lvl="0" indent="-450850" algn="l" defTabSz="914400" rtl="0" eaLnBrk="1" fontAlgn="base" latinLnBrk="0" hangingPunct="1">
                        <a:lnSpc>
                          <a:spcPct val="100000"/>
                        </a:lnSpc>
                        <a:spcBef>
                          <a:spcPct val="0"/>
                        </a:spcBef>
                        <a:spcAft>
                          <a:spcPct val="0"/>
                        </a:spcAft>
                        <a:buClrTx/>
                        <a:buSzTx/>
                        <a:buFontTx/>
                        <a:buNone/>
                      </a:pPr>
                      <a:r>
                        <a:rPr kumimoji="0" lang="zh-CN" altLang="en-US" sz="1800" b="0"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rPr>
                        <a:t>为了知道一套考卷生成规则由哪些细项组成</a:t>
                      </a:r>
                      <a:endParaRPr kumimoji="0" lang="zh-CN" altLang="en-US" sz="1800" b="0"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122303" marR="122303" marT="45715" marB="45715"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solidFill>
                  </a:tcPr>
                </a:tc>
              </a:tr>
              <a:tr h="427626">
                <a:tc>
                  <a:txBody>
                    <a:bodyPr/>
                    <a:lstStyle/>
                    <a:p>
                      <a:pPr marL="450850" marR="0" lvl="0" indent="-450850" algn="l" defTabSz="914400" rtl="0" eaLnBrk="1" fontAlgn="base" latinLnBrk="0" hangingPunct="1">
                        <a:lnSpc>
                          <a:spcPct val="100000"/>
                        </a:lnSpc>
                        <a:spcBef>
                          <a:spcPct val="0"/>
                        </a:spcBef>
                        <a:spcAft>
                          <a:spcPct val="0"/>
                        </a:spcAft>
                        <a:buClrTx/>
                        <a:buSzTx/>
                        <a:buFontTx/>
                        <a:buNone/>
                      </a:pPr>
                      <a:r>
                        <a:rPr kumimoji="0" lang="zh-CN" altLang="en-US" sz="1800" b="0"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rPr>
                        <a:t>考题规格说明“详细描述”考题</a:t>
                      </a:r>
                      <a:endParaRPr kumimoji="0" lang="zh-CN" altLang="en-US" sz="1800" b="0"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122303" marR="122303" marT="45715" marB="45715"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450850" marR="0" lvl="0" indent="-450850" algn="l" defTabSz="914400" rtl="0" eaLnBrk="1" fontAlgn="base" latinLnBrk="0" hangingPunct="1">
                        <a:lnSpc>
                          <a:spcPct val="100000"/>
                        </a:lnSpc>
                        <a:spcBef>
                          <a:spcPct val="0"/>
                        </a:spcBef>
                        <a:spcAft>
                          <a:spcPct val="0"/>
                        </a:spcAft>
                        <a:buClrTx/>
                        <a:buSzTx/>
                        <a:buFontTx/>
                        <a:buNone/>
                      </a:pPr>
                      <a:r>
                        <a:rPr kumimoji="0" lang="zh-CN" altLang="en-US" sz="1800" b="0"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rPr>
                        <a:t>为了知道一道考题的详细描述</a:t>
                      </a:r>
                      <a:endParaRPr kumimoji="0" lang="zh-CN" altLang="en-US" sz="1800" b="0"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122303" marR="122303" marT="45715" marB="45715"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solidFill>
                  </a:tcPr>
                </a:tc>
              </a:tr>
            </a:tbl>
          </a:graphicData>
        </a:graphic>
      </p:graphicFrame>
    </p:spTree>
  </p:cSld>
  <p:clrMapOvr>
    <a:masterClrMapping/>
  </p:clrMapOvr>
  <p:transition>
    <p:push/>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3" name="Rectangle 2"/>
          <p:cNvSpPr>
            <a:spLocks noGrp="1" noChangeArrowheads="1"/>
          </p:cNvSpPr>
          <p:nvPr>
            <p:ph type="title"/>
          </p:nvPr>
        </p:nvSpPr>
        <p:spPr/>
        <p:txBody>
          <a:bodyPr/>
          <a:lstStyle/>
          <a:p>
            <a:r>
              <a:rPr lang="zh-CN" altLang="en-US" smtClean="0"/>
              <a:t>在线考试系统部分领域模型</a:t>
            </a:r>
            <a:endParaRPr lang="zh-CN" altLang="en-US" smtClean="0"/>
          </a:p>
        </p:txBody>
      </p:sp>
      <p:sp>
        <p:nvSpPr>
          <p:cNvPr id="7" name="内容占位符 6"/>
          <p:cNvSpPr>
            <a:spLocks noGrp="1"/>
          </p:cNvSpPr>
          <p:nvPr>
            <p:ph idx="1"/>
          </p:nvPr>
        </p:nvSpPr>
        <p:spPr/>
        <p:txBody>
          <a:bodyPr/>
          <a:lstStyle/>
          <a:p>
            <a:endParaRPr lang="zh-CN" altLang="en-US" dirty="0"/>
          </a:p>
        </p:txBody>
      </p:sp>
      <p:sp>
        <p:nvSpPr>
          <p:cNvPr id="81924" name="Rectangle 5"/>
          <p:cNvSpPr>
            <a:spLocks noChangeArrowheads="1"/>
          </p:cNvSpPr>
          <p:nvPr/>
        </p:nvSpPr>
        <p:spPr bwMode="auto">
          <a:xfrm>
            <a:off x="10483272" y="1400521"/>
            <a:ext cx="184731" cy="3231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000">
                <a:solidFill>
                  <a:schemeClr val="tx1"/>
                </a:solidFill>
                <a:latin typeface="Arial" panose="020B0604020202020204" pitchFamily="34" charset="0"/>
                <a:ea typeface="华文细黑" panose="02010600040101010101" pitchFamily="2" charset="-122"/>
              </a:defRPr>
            </a:lvl1pPr>
            <a:lvl2pPr marL="742950" indent="-285750">
              <a:defRPr sz="2000">
                <a:solidFill>
                  <a:schemeClr val="tx1"/>
                </a:solidFill>
                <a:latin typeface="Arial" panose="020B0604020202020204" pitchFamily="34" charset="0"/>
                <a:ea typeface="华文细黑" panose="02010600040101010101" pitchFamily="2" charset="-122"/>
              </a:defRPr>
            </a:lvl2pPr>
            <a:lvl3pPr marL="1143000" indent="-228600">
              <a:defRPr sz="2000">
                <a:solidFill>
                  <a:schemeClr val="tx1"/>
                </a:solidFill>
                <a:latin typeface="Arial" panose="020B0604020202020204" pitchFamily="34" charset="0"/>
                <a:ea typeface="华文细黑" panose="02010600040101010101" pitchFamily="2" charset="-122"/>
              </a:defRPr>
            </a:lvl3pPr>
            <a:lvl4pPr marL="1600200" indent="-228600">
              <a:defRPr sz="2000">
                <a:solidFill>
                  <a:schemeClr val="tx1"/>
                </a:solidFill>
                <a:latin typeface="Arial" panose="020B0604020202020204" pitchFamily="34" charset="0"/>
                <a:ea typeface="华文细黑" panose="02010600040101010101" pitchFamily="2" charset="-122"/>
              </a:defRPr>
            </a:lvl4pPr>
            <a:lvl5pPr marL="2057400" indent="-228600">
              <a:defRPr sz="2000">
                <a:solidFill>
                  <a:schemeClr val="tx1"/>
                </a:solidFill>
                <a:latin typeface="Arial" panose="020B0604020202020204" pitchFamily="34" charset="0"/>
                <a:ea typeface="华文细黑" panose="02010600040101010101" pitchFamily="2" charset="-122"/>
              </a:defRPr>
            </a:lvl5pPr>
            <a:lvl6pPr marL="2514600" indent="-228600" algn="r" eaLnBrk="0" fontAlgn="base" hangingPunct="0">
              <a:lnSpc>
                <a:spcPct val="75000"/>
              </a:lnSpc>
              <a:spcBef>
                <a:spcPct val="0"/>
              </a:spcBef>
              <a:spcAft>
                <a:spcPct val="0"/>
              </a:spcAft>
              <a:defRPr sz="2000">
                <a:solidFill>
                  <a:schemeClr val="tx1"/>
                </a:solidFill>
                <a:latin typeface="Arial" panose="020B0604020202020204" pitchFamily="34" charset="0"/>
                <a:ea typeface="华文细黑" panose="02010600040101010101" pitchFamily="2" charset="-122"/>
              </a:defRPr>
            </a:lvl6pPr>
            <a:lvl7pPr marL="2971800" indent="-228600" algn="r" eaLnBrk="0" fontAlgn="base" hangingPunct="0">
              <a:lnSpc>
                <a:spcPct val="75000"/>
              </a:lnSpc>
              <a:spcBef>
                <a:spcPct val="0"/>
              </a:spcBef>
              <a:spcAft>
                <a:spcPct val="0"/>
              </a:spcAft>
              <a:defRPr sz="2000">
                <a:solidFill>
                  <a:schemeClr val="tx1"/>
                </a:solidFill>
                <a:latin typeface="Arial" panose="020B0604020202020204" pitchFamily="34" charset="0"/>
                <a:ea typeface="华文细黑" panose="02010600040101010101" pitchFamily="2" charset="-122"/>
              </a:defRPr>
            </a:lvl7pPr>
            <a:lvl8pPr marL="3429000" indent="-228600" algn="r" eaLnBrk="0" fontAlgn="base" hangingPunct="0">
              <a:lnSpc>
                <a:spcPct val="75000"/>
              </a:lnSpc>
              <a:spcBef>
                <a:spcPct val="0"/>
              </a:spcBef>
              <a:spcAft>
                <a:spcPct val="0"/>
              </a:spcAft>
              <a:defRPr sz="2000">
                <a:solidFill>
                  <a:schemeClr val="tx1"/>
                </a:solidFill>
                <a:latin typeface="Arial" panose="020B0604020202020204" pitchFamily="34" charset="0"/>
                <a:ea typeface="华文细黑" panose="02010600040101010101" pitchFamily="2" charset="-122"/>
              </a:defRPr>
            </a:lvl8pPr>
            <a:lvl9pPr marL="3886200" indent="-228600" algn="r" eaLnBrk="0" fontAlgn="base" hangingPunct="0">
              <a:lnSpc>
                <a:spcPct val="75000"/>
              </a:lnSpc>
              <a:spcBef>
                <a:spcPct val="0"/>
              </a:spcBef>
              <a:spcAft>
                <a:spcPct val="0"/>
              </a:spcAft>
              <a:defRPr sz="2000">
                <a:solidFill>
                  <a:schemeClr val="tx1"/>
                </a:solidFill>
                <a:latin typeface="Arial" panose="020B0604020202020204" pitchFamily="34" charset="0"/>
                <a:ea typeface="华文细黑" panose="02010600040101010101" pitchFamily="2" charset="-122"/>
              </a:defRPr>
            </a:lvl9pPr>
          </a:lstStyle>
          <a:p>
            <a:endParaRPr lang="zh-CN" altLang="en-US"/>
          </a:p>
        </p:txBody>
      </p:sp>
      <p:pic>
        <p:nvPicPr>
          <p:cNvPr id="95235" name="图片 1"/>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135560" y="829609"/>
            <a:ext cx="7590218" cy="5339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push/>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5" name="Rectangle 2"/>
          <p:cNvSpPr>
            <a:spLocks noGrp="1" noChangeArrowheads="1"/>
          </p:cNvSpPr>
          <p:nvPr>
            <p:ph type="title"/>
          </p:nvPr>
        </p:nvSpPr>
        <p:spPr/>
        <p:txBody>
          <a:bodyPr/>
          <a:lstStyle/>
          <a:p>
            <a:r>
              <a:rPr lang="en-US" altLang="zh-CN" smtClean="0">
                <a:latin typeface="微软雅黑" panose="020B0503020204020204" pitchFamily="34" charset="-122"/>
                <a:ea typeface="微软雅黑" panose="020B0503020204020204" pitchFamily="34" charset="-122"/>
              </a:rPr>
              <a:t>UML </a:t>
            </a:r>
            <a:r>
              <a:rPr lang="zh-CN" altLang="en-US" smtClean="0">
                <a:latin typeface="微软雅黑" panose="020B0503020204020204" pitchFamily="34" charset="-122"/>
                <a:ea typeface="微软雅黑" panose="020B0503020204020204" pitchFamily="34" charset="-122"/>
              </a:rPr>
              <a:t>类图的组成</a:t>
            </a:r>
            <a:endParaRPr lang="zh-CN" altLang="en-US" smtClean="0">
              <a:latin typeface="微软雅黑" panose="020B0503020204020204" pitchFamily="34" charset="-122"/>
              <a:ea typeface="微软雅黑" panose="020B0503020204020204" pitchFamily="34" charset="-122"/>
            </a:endParaRPr>
          </a:p>
        </p:txBody>
      </p:sp>
      <p:sp>
        <p:nvSpPr>
          <p:cNvPr id="59396" name="Rectangle 3"/>
          <p:cNvSpPr>
            <a:spLocks noGrp="1" noChangeArrowheads="1"/>
          </p:cNvSpPr>
          <p:nvPr>
            <p:ph idx="1"/>
          </p:nvPr>
        </p:nvSpPr>
        <p:spPr/>
        <p:txBody>
          <a:bodyPr/>
          <a:lstStyle/>
          <a:p>
            <a:r>
              <a:rPr lang="en-US" altLang="zh-CN" sz="2800"/>
              <a:t>UML</a:t>
            </a:r>
            <a:r>
              <a:rPr lang="zh-CN" altLang="en-US" sz="2800"/>
              <a:t>类图用于描述类以及类之间的关系。</a:t>
            </a:r>
            <a:endParaRPr lang="zh-CN" altLang="en-US" sz="2800"/>
          </a:p>
          <a:p>
            <a:r>
              <a:rPr lang="zh-CN" altLang="en-US" sz="2800"/>
              <a:t>类包含三个部分：</a:t>
            </a:r>
            <a:endParaRPr lang="zh-CN" altLang="en-US" sz="2800"/>
          </a:p>
          <a:p>
            <a:pPr lvl="1"/>
            <a:r>
              <a:rPr lang="zh-CN" altLang="en-US" sz="2000"/>
              <a:t>类名：表示问题域中的概念，含义清晰准确</a:t>
            </a:r>
            <a:endParaRPr lang="zh-CN" altLang="en-US" sz="2000"/>
          </a:p>
          <a:p>
            <a:pPr lvl="1"/>
            <a:r>
              <a:rPr lang="zh-CN" altLang="en-US" sz="2000"/>
              <a:t>属性：</a:t>
            </a:r>
            <a:r>
              <a:rPr lang="zh-CN" altLang="en-US" b="1"/>
              <a:t>可见性 属性名：类型名</a:t>
            </a:r>
            <a:r>
              <a:rPr lang="en-US" altLang="zh-CN" b="1"/>
              <a:t>= </a:t>
            </a:r>
            <a:r>
              <a:rPr lang="zh-CN" altLang="en-US" b="1"/>
              <a:t>初始值 </a:t>
            </a:r>
            <a:r>
              <a:rPr lang="en-US" altLang="zh-CN" b="1"/>
              <a:t>{</a:t>
            </a:r>
            <a:r>
              <a:rPr lang="zh-CN" altLang="en-US" b="1"/>
              <a:t>性质串</a:t>
            </a:r>
            <a:r>
              <a:rPr lang="en-US" altLang="zh-CN" b="1"/>
              <a:t>}</a:t>
            </a:r>
            <a:endParaRPr lang="en-US" altLang="zh-CN"/>
          </a:p>
          <a:p>
            <a:pPr lvl="1"/>
            <a:r>
              <a:rPr lang="zh-CN" altLang="en-US" sz="2000"/>
              <a:t>操作：</a:t>
            </a:r>
            <a:r>
              <a:rPr lang="zh-CN" altLang="en-US" b="1"/>
              <a:t>可见性 操作名（参数表）：返回值类型 </a:t>
            </a:r>
            <a:r>
              <a:rPr lang="en-US" altLang="zh-CN" b="1"/>
              <a:t>{</a:t>
            </a:r>
            <a:r>
              <a:rPr lang="zh-CN" altLang="en-US" b="1"/>
              <a:t>性质串</a:t>
            </a:r>
            <a:r>
              <a:rPr lang="en-US" altLang="zh-CN" b="1"/>
              <a:t>}</a:t>
            </a:r>
            <a:r>
              <a:rPr lang="en-US" altLang="zh-CN" sz="2000"/>
              <a:t> </a:t>
            </a:r>
            <a:endParaRPr lang="en-US" altLang="zh-CN" sz="2000"/>
          </a:p>
          <a:p>
            <a:r>
              <a:rPr lang="zh-CN" altLang="en-US" sz="2800"/>
              <a:t>类的关系有：</a:t>
            </a:r>
            <a:endParaRPr lang="en-US" altLang="zh-CN" sz="2800"/>
          </a:p>
          <a:p>
            <a:pPr lvl="1"/>
            <a:r>
              <a:rPr lang="zh-CN" altLang="en-US" sz="2400" smtClean="0"/>
              <a:t>关联</a:t>
            </a:r>
            <a:endParaRPr lang="en-US" altLang="zh-CN" sz="2400"/>
          </a:p>
          <a:p>
            <a:pPr lvl="1"/>
            <a:r>
              <a:rPr lang="zh-CN" altLang="en-US" sz="2400"/>
              <a:t>组合与聚合</a:t>
            </a:r>
            <a:endParaRPr lang="en-US" altLang="zh-CN" sz="2400"/>
          </a:p>
          <a:p>
            <a:pPr lvl="1"/>
            <a:r>
              <a:rPr lang="zh-CN" altLang="en-US" sz="2400"/>
              <a:t>依赖和继承</a:t>
            </a:r>
            <a:endParaRPr lang="en-US" altLang="zh-CN" sz="2400"/>
          </a:p>
        </p:txBody>
      </p:sp>
      <p:sp>
        <p:nvSpPr>
          <p:cNvPr id="59397" name="Rectangle 5"/>
          <p:cNvSpPr>
            <a:spLocks noChangeArrowheads="1"/>
          </p:cNvSpPr>
          <p:nvPr/>
        </p:nvSpPr>
        <p:spPr bwMode="auto">
          <a:xfrm>
            <a:off x="10483272" y="2891184"/>
            <a:ext cx="184731"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000">
                <a:solidFill>
                  <a:schemeClr val="tx1"/>
                </a:solidFill>
                <a:latin typeface="Arial" panose="020B0604020202020204" pitchFamily="34" charset="0"/>
                <a:ea typeface="华文细黑" panose="02010600040101010101" pitchFamily="2" charset="-122"/>
              </a:defRPr>
            </a:lvl1pPr>
            <a:lvl2pPr marL="742950" indent="-285750">
              <a:defRPr sz="2000">
                <a:solidFill>
                  <a:schemeClr val="tx1"/>
                </a:solidFill>
                <a:latin typeface="Arial" panose="020B0604020202020204" pitchFamily="34" charset="0"/>
                <a:ea typeface="华文细黑" panose="02010600040101010101" pitchFamily="2" charset="-122"/>
              </a:defRPr>
            </a:lvl2pPr>
            <a:lvl3pPr marL="1143000" indent="-228600">
              <a:defRPr sz="2000">
                <a:solidFill>
                  <a:schemeClr val="tx1"/>
                </a:solidFill>
                <a:latin typeface="Arial" panose="020B0604020202020204" pitchFamily="34" charset="0"/>
                <a:ea typeface="华文细黑" panose="02010600040101010101" pitchFamily="2" charset="-122"/>
              </a:defRPr>
            </a:lvl3pPr>
            <a:lvl4pPr marL="1600200" indent="-228600">
              <a:defRPr sz="2000">
                <a:solidFill>
                  <a:schemeClr val="tx1"/>
                </a:solidFill>
                <a:latin typeface="Arial" panose="020B0604020202020204" pitchFamily="34" charset="0"/>
                <a:ea typeface="华文细黑" panose="02010600040101010101" pitchFamily="2" charset="-122"/>
              </a:defRPr>
            </a:lvl4pPr>
            <a:lvl5pPr marL="2057400" indent="-228600">
              <a:defRPr sz="2000">
                <a:solidFill>
                  <a:schemeClr val="tx1"/>
                </a:solidFill>
                <a:latin typeface="Arial" panose="020B0604020202020204" pitchFamily="34" charset="0"/>
                <a:ea typeface="华文细黑" panose="02010600040101010101" pitchFamily="2" charset="-122"/>
              </a:defRPr>
            </a:lvl5pPr>
            <a:lvl6pPr marL="2514600" indent="-228600" algn="r" eaLnBrk="0" fontAlgn="base" hangingPunct="0">
              <a:lnSpc>
                <a:spcPct val="75000"/>
              </a:lnSpc>
              <a:spcBef>
                <a:spcPct val="0"/>
              </a:spcBef>
              <a:spcAft>
                <a:spcPct val="0"/>
              </a:spcAft>
              <a:defRPr sz="2000">
                <a:solidFill>
                  <a:schemeClr val="tx1"/>
                </a:solidFill>
                <a:latin typeface="Arial" panose="020B0604020202020204" pitchFamily="34" charset="0"/>
                <a:ea typeface="华文细黑" panose="02010600040101010101" pitchFamily="2" charset="-122"/>
              </a:defRPr>
            </a:lvl6pPr>
            <a:lvl7pPr marL="2971800" indent="-228600" algn="r" eaLnBrk="0" fontAlgn="base" hangingPunct="0">
              <a:lnSpc>
                <a:spcPct val="75000"/>
              </a:lnSpc>
              <a:spcBef>
                <a:spcPct val="0"/>
              </a:spcBef>
              <a:spcAft>
                <a:spcPct val="0"/>
              </a:spcAft>
              <a:defRPr sz="2000">
                <a:solidFill>
                  <a:schemeClr val="tx1"/>
                </a:solidFill>
                <a:latin typeface="Arial" panose="020B0604020202020204" pitchFamily="34" charset="0"/>
                <a:ea typeface="华文细黑" panose="02010600040101010101" pitchFamily="2" charset="-122"/>
              </a:defRPr>
            </a:lvl7pPr>
            <a:lvl8pPr marL="3429000" indent="-228600" algn="r" eaLnBrk="0" fontAlgn="base" hangingPunct="0">
              <a:lnSpc>
                <a:spcPct val="75000"/>
              </a:lnSpc>
              <a:spcBef>
                <a:spcPct val="0"/>
              </a:spcBef>
              <a:spcAft>
                <a:spcPct val="0"/>
              </a:spcAft>
              <a:defRPr sz="2000">
                <a:solidFill>
                  <a:schemeClr val="tx1"/>
                </a:solidFill>
                <a:latin typeface="Arial" panose="020B0604020202020204" pitchFamily="34" charset="0"/>
                <a:ea typeface="华文细黑" panose="02010600040101010101" pitchFamily="2" charset="-122"/>
              </a:defRPr>
            </a:lvl8pPr>
            <a:lvl9pPr marL="3886200" indent="-228600" algn="r" eaLnBrk="0" fontAlgn="base" hangingPunct="0">
              <a:lnSpc>
                <a:spcPct val="75000"/>
              </a:lnSpc>
              <a:spcBef>
                <a:spcPct val="0"/>
              </a:spcBef>
              <a:spcAft>
                <a:spcPct val="0"/>
              </a:spcAft>
              <a:defRPr sz="2000">
                <a:solidFill>
                  <a:schemeClr val="tx1"/>
                </a:solidFill>
                <a:latin typeface="Arial" panose="020B0604020202020204" pitchFamily="34" charset="0"/>
                <a:ea typeface="华文细黑" panose="02010600040101010101" pitchFamily="2" charset="-122"/>
              </a:defRPr>
            </a:lvl9pPr>
          </a:lstStyle>
          <a:p>
            <a:endParaRPr lang="zh-CN" altLang="en-US"/>
          </a:p>
        </p:txBody>
      </p:sp>
      <p:pic>
        <p:nvPicPr>
          <p:cNvPr id="59398" name="图片 10"/>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610600" y="1298945"/>
            <a:ext cx="2198682" cy="17798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push/>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9" name="Rectangle 2"/>
          <p:cNvSpPr>
            <a:spLocks noGrp="1" noChangeArrowheads="1"/>
          </p:cNvSpPr>
          <p:nvPr>
            <p:ph type="title"/>
          </p:nvPr>
        </p:nvSpPr>
        <p:spPr/>
        <p:txBody>
          <a:bodyPr/>
          <a:lstStyle/>
          <a:p>
            <a:r>
              <a:rPr lang="zh-CN" altLang="en-US" dirty="0" smtClean="0"/>
              <a:t>类的关系</a:t>
            </a:r>
            <a:endParaRPr lang="zh-CN" altLang="en-US" dirty="0" smtClean="0"/>
          </a:p>
        </p:txBody>
      </p:sp>
      <p:sp>
        <p:nvSpPr>
          <p:cNvPr id="60420" name="Rectangle 3"/>
          <p:cNvSpPr>
            <a:spLocks noGrp="1" noChangeArrowheads="1"/>
          </p:cNvSpPr>
          <p:nvPr>
            <p:ph idx="1"/>
          </p:nvPr>
        </p:nvSpPr>
        <p:spPr>
          <a:xfrm>
            <a:off x="479376" y="676882"/>
            <a:ext cx="11160000" cy="889343"/>
          </a:xfrm>
        </p:spPr>
        <p:txBody>
          <a:bodyPr/>
          <a:lstStyle/>
          <a:p>
            <a:r>
              <a:rPr lang="zh-CN" altLang="en-US" sz="2800" dirty="0" smtClean="0"/>
              <a:t>以下按照由松散到紧密地的关系进行说明</a:t>
            </a:r>
            <a:endParaRPr lang="zh-CN" altLang="en-US" sz="2800" dirty="0" smtClean="0"/>
          </a:p>
          <a:p>
            <a:pPr lvl="1"/>
            <a:endParaRPr lang="en-US" altLang="zh-CN" dirty="0" smtClean="0"/>
          </a:p>
        </p:txBody>
      </p:sp>
      <p:grpSp>
        <p:nvGrpSpPr>
          <p:cNvPr id="2" name="组合 1"/>
          <p:cNvGrpSpPr/>
          <p:nvPr/>
        </p:nvGrpSpPr>
        <p:grpSpPr>
          <a:xfrm>
            <a:off x="1199456" y="1268760"/>
            <a:ext cx="8903378" cy="5017381"/>
            <a:chOff x="2424113" y="2133600"/>
            <a:chExt cx="7415215" cy="4230688"/>
          </a:xfrm>
        </p:grpSpPr>
        <p:pic>
          <p:nvPicPr>
            <p:cNvPr id="60421" name="Picture 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424113" y="2133600"/>
              <a:ext cx="3465512" cy="1169988"/>
            </a:xfrm>
            <a:prstGeom prst="rect">
              <a:avLst/>
            </a:prstGeom>
            <a:noFill/>
            <a:ln w="9525" algn="ctr">
              <a:solidFill>
                <a:schemeClr val="bg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0422"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83338" y="2133600"/>
              <a:ext cx="3402012" cy="1187450"/>
            </a:xfrm>
            <a:prstGeom prst="rect">
              <a:avLst/>
            </a:prstGeom>
            <a:noFill/>
            <a:ln w="9525" algn="ctr">
              <a:solidFill>
                <a:schemeClr val="bg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0423" name="Picture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83341" y="3717925"/>
              <a:ext cx="3455987" cy="1079500"/>
            </a:xfrm>
            <a:prstGeom prst="rect">
              <a:avLst/>
            </a:prstGeom>
            <a:noFill/>
            <a:ln w="9525"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0424" name="Picture 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24116" y="3717925"/>
              <a:ext cx="3438525" cy="1079500"/>
            </a:xfrm>
            <a:prstGeom prst="rect">
              <a:avLst/>
            </a:prstGeom>
            <a:noFill/>
            <a:ln w="9525"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0425" name="Picture 10"/>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855916" y="5157788"/>
              <a:ext cx="2700337" cy="1206500"/>
            </a:xfrm>
            <a:prstGeom prst="rect">
              <a:avLst/>
            </a:prstGeom>
            <a:noFill/>
            <a:ln w="9525"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0426" name="Line 11"/>
            <p:cNvSpPr>
              <a:spLocks noChangeShapeType="1"/>
            </p:cNvSpPr>
            <p:nvPr/>
          </p:nvSpPr>
          <p:spPr bwMode="auto">
            <a:xfrm>
              <a:off x="5951541" y="2781300"/>
              <a:ext cx="358775" cy="0"/>
            </a:xfrm>
            <a:prstGeom prst="line">
              <a:avLst/>
            </a:prstGeom>
            <a:noFill/>
            <a:ln w="9525">
              <a:solidFill>
                <a:schemeClr val="bg2"/>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0427" name="Line 12"/>
            <p:cNvSpPr>
              <a:spLocks noChangeShapeType="1"/>
            </p:cNvSpPr>
            <p:nvPr/>
          </p:nvSpPr>
          <p:spPr bwMode="auto">
            <a:xfrm>
              <a:off x="8112125" y="3429000"/>
              <a:ext cx="0" cy="215900"/>
            </a:xfrm>
            <a:prstGeom prst="line">
              <a:avLst/>
            </a:prstGeom>
            <a:noFill/>
            <a:ln w="9525">
              <a:solidFill>
                <a:schemeClr val="bg2"/>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0428" name="Line 13"/>
            <p:cNvSpPr>
              <a:spLocks noChangeShapeType="1"/>
            </p:cNvSpPr>
            <p:nvPr/>
          </p:nvSpPr>
          <p:spPr bwMode="auto">
            <a:xfrm flipH="1">
              <a:off x="5951538" y="4221163"/>
              <a:ext cx="360362" cy="0"/>
            </a:xfrm>
            <a:prstGeom prst="line">
              <a:avLst/>
            </a:prstGeom>
            <a:noFill/>
            <a:ln w="9525">
              <a:solidFill>
                <a:schemeClr val="bg2"/>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0429" name="Line 16"/>
            <p:cNvSpPr>
              <a:spLocks noChangeShapeType="1"/>
            </p:cNvSpPr>
            <p:nvPr/>
          </p:nvSpPr>
          <p:spPr bwMode="auto">
            <a:xfrm>
              <a:off x="4079875" y="4868863"/>
              <a:ext cx="0" cy="215900"/>
            </a:xfrm>
            <a:prstGeom prst="line">
              <a:avLst/>
            </a:prstGeom>
            <a:noFill/>
            <a:ln w="9525">
              <a:solidFill>
                <a:schemeClr val="bg2"/>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Tree>
  </p:cSld>
  <p:clrMapOvr>
    <a:masterClrMapping/>
  </p:clrMapOvr>
  <p:transition>
    <p:push/>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标题 1"/>
          <p:cNvSpPr>
            <a:spLocks noGrp="1"/>
          </p:cNvSpPr>
          <p:nvPr>
            <p:ph type="title"/>
          </p:nvPr>
        </p:nvSpPr>
        <p:spPr/>
        <p:txBody>
          <a:bodyPr/>
          <a:lstStyle/>
          <a:p>
            <a:r>
              <a:rPr lang="zh-CN" altLang="en-US" smtClean="0">
                <a:latin typeface="微软雅黑" panose="020B0503020204020204" pitchFamily="34" charset="-122"/>
                <a:ea typeface="微软雅黑" panose="020B0503020204020204" pitchFamily="34" charset="-122"/>
              </a:rPr>
              <a:t>类的依赖关系</a:t>
            </a:r>
            <a:endParaRPr lang="zh-CN" altLang="en-US" smtClean="0">
              <a:latin typeface="微软雅黑" panose="020B0503020204020204" pitchFamily="34" charset="-122"/>
              <a:ea typeface="微软雅黑" panose="020B0503020204020204" pitchFamily="34" charset="-122"/>
            </a:endParaRPr>
          </a:p>
        </p:txBody>
      </p:sp>
      <p:pic>
        <p:nvPicPr>
          <p:cNvPr id="61444" name="图片 20"/>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7586665" y="1412776"/>
            <a:ext cx="3471863" cy="1000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1445" name="图片 2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14449" y="3076433"/>
            <a:ext cx="3336925" cy="2428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内容占位符 2"/>
          <p:cNvSpPr txBox="1"/>
          <p:nvPr/>
        </p:nvSpPr>
        <p:spPr>
          <a:xfrm>
            <a:off x="767408" y="1412776"/>
            <a:ext cx="5628000" cy="2529032"/>
          </a:xfrm>
          <a:prstGeom prst="rect">
            <a:avLst/>
          </a:prstGeom>
        </p:spPr>
        <p:txBody>
          <a:bodyPr vert="horz" lIns="91440" tIns="45720" rIns="91440" bIns="45720" rtlCol="0">
            <a:normAutofit/>
          </a:bodyPr>
          <a:lstStyle>
            <a:lvl1pPr marL="230505" indent="-230505" algn="l" defTabSz="685800" rtl="0" eaLnBrk="1" latinLnBrk="0" hangingPunct="1">
              <a:lnSpc>
                <a:spcPct val="100000"/>
              </a:lnSpc>
              <a:spcBef>
                <a:spcPts val="1000"/>
              </a:spcBef>
              <a:spcAft>
                <a:spcPts val="600"/>
              </a:spcAft>
              <a:buFont typeface="Arial" panose="020B0604020202020204" pitchFamily="34" charset="0"/>
              <a:buChar char="•"/>
              <a:defRPr sz="2100" kern="1200" baseline="0">
                <a:solidFill>
                  <a:schemeClr val="bg1"/>
                </a:solidFill>
                <a:latin typeface="微软雅黑" panose="020B0503020204020204" pitchFamily="34" charset="-122"/>
                <a:ea typeface="微软雅黑" panose="020B0503020204020204" pitchFamily="34" charset="-122"/>
                <a:cs typeface="+mn-cs"/>
              </a:defRPr>
            </a:lvl1pPr>
            <a:lvl2pPr marL="687705" indent="-230505" algn="l" defTabSz="685800" rtl="0" eaLnBrk="1" latinLnBrk="0" hangingPunct="1">
              <a:lnSpc>
                <a:spcPct val="100000"/>
              </a:lnSpc>
              <a:spcBef>
                <a:spcPts val="500"/>
              </a:spcBef>
              <a:spcAft>
                <a:spcPts val="600"/>
              </a:spcAft>
              <a:buFont typeface="Arial" panose="020B0604020202020204" pitchFamily="34" charset="0"/>
              <a:buChar char="•"/>
              <a:defRPr sz="1800" kern="1200" baseline="0">
                <a:solidFill>
                  <a:schemeClr val="bg1"/>
                </a:solidFill>
                <a:latin typeface="微软雅黑" panose="020B0503020204020204" pitchFamily="34" charset="-122"/>
                <a:ea typeface="微软雅黑" panose="020B0503020204020204" pitchFamily="34" charset="-122"/>
                <a:cs typeface="+mn-cs"/>
              </a:defRPr>
            </a:lvl2pPr>
            <a:lvl3pPr marL="1144905" indent="-230505" algn="l" defTabSz="685800" rtl="0" eaLnBrk="1" latinLnBrk="0" hangingPunct="1">
              <a:lnSpc>
                <a:spcPct val="100000"/>
              </a:lnSpc>
              <a:spcBef>
                <a:spcPts val="500"/>
              </a:spcBef>
              <a:spcAft>
                <a:spcPts val="600"/>
              </a:spcAft>
              <a:buFont typeface="Arial" panose="020B0604020202020204" pitchFamily="34" charset="0"/>
              <a:buChar char="•"/>
              <a:defRPr sz="1500" kern="1200" baseline="0">
                <a:solidFill>
                  <a:schemeClr val="bg1"/>
                </a:solidFill>
                <a:latin typeface="微软雅黑" panose="020B0503020204020204" pitchFamily="34" charset="-122"/>
                <a:ea typeface="微软雅黑" panose="020B0503020204020204" pitchFamily="34" charset="-122"/>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fontAlgn="auto">
              <a:spcBef>
                <a:spcPts val="600"/>
              </a:spcBef>
            </a:pPr>
            <a:r>
              <a:rPr lang="zh-CN" altLang="en-US" sz="2400" dirty="0" smtClean="0"/>
              <a:t>类</a:t>
            </a:r>
            <a:r>
              <a:rPr lang="en-US" altLang="zh-CN" sz="2400" dirty="0" smtClean="0"/>
              <a:t>A </a:t>
            </a:r>
            <a:r>
              <a:rPr lang="zh-CN" altLang="en-US" sz="2400" dirty="0" smtClean="0"/>
              <a:t>把 类</a:t>
            </a:r>
            <a:r>
              <a:rPr lang="en-US" altLang="zh-CN" sz="2400" dirty="0" smtClean="0"/>
              <a:t>B </a:t>
            </a:r>
            <a:r>
              <a:rPr lang="zh-CN" altLang="en-US" sz="2400" dirty="0" smtClean="0"/>
              <a:t>的实例作为方法里的参数使用；</a:t>
            </a:r>
            <a:endParaRPr lang="zh-CN" altLang="en-US" sz="2400" dirty="0" smtClean="0"/>
          </a:p>
          <a:p>
            <a:pPr fontAlgn="auto">
              <a:spcBef>
                <a:spcPts val="600"/>
              </a:spcBef>
            </a:pPr>
            <a:r>
              <a:rPr lang="zh-CN" altLang="en-US" sz="2400" dirty="0" smtClean="0"/>
              <a:t>类</a:t>
            </a:r>
            <a:r>
              <a:rPr lang="en-US" altLang="zh-CN" sz="2400" dirty="0" smtClean="0"/>
              <a:t>A </a:t>
            </a:r>
            <a:r>
              <a:rPr lang="zh-CN" altLang="en-US" sz="2400" dirty="0" smtClean="0"/>
              <a:t>的某个方法里使用了类</a:t>
            </a:r>
            <a:r>
              <a:rPr lang="en-US" altLang="zh-CN" sz="2400" dirty="0" smtClean="0"/>
              <a:t>B </a:t>
            </a:r>
            <a:r>
              <a:rPr lang="zh-CN" altLang="en-US" sz="2400" dirty="0" smtClean="0"/>
              <a:t>的实例作为局部变量；</a:t>
            </a:r>
            <a:endParaRPr lang="zh-CN" altLang="en-US" sz="2400" dirty="0" smtClean="0"/>
          </a:p>
          <a:p>
            <a:pPr fontAlgn="auto">
              <a:spcBef>
                <a:spcPts val="600"/>
              </a:spcBef>
            </a:pPr>
            <a:r>
              <a:rPr lang="zh-CN" altLang="en-US" sz="2400" dirty="0" smtClean="0"/>
              <a:t>类</a:t>
            </a:r>
            <a:r>
              <a:rPr lang="en-US" altLang="zh-CN" sz="2400" dirty="0" smtClean="0"/>
              <a:t>A </a:t>
            </a:r>
            <a:r>
              <a:rPr lang="zh-CN" altLang="en-US" sz="2400" dirty="0" smtClean="0"/>
              <a:t>调用了 类</a:t>
            </a:r>
            <a:r>
              <a:rPr lang="en-US" altLang="zh-CN" sz="2400" dirty="0" smtClean="0"/>
              <a:t>B</a:t>
            </a:r>
            <a:r>
              <a:rPr lang="zh-CN" altLang="en-US" sz="2400" dirty="0" smtClean="0"/>
              <a:t>的静态方法</a:t>
            </a:r>
            <a:endParaRPr lang="zh-CN" altLang="en-US" sz="2400" dirty="0"/>
          </a:p>
        </p:txBody>
      </p:sp>
    </p:spTree>
  </p:cSld>
  <p:clrMapOvr>
    <a:masterClrMapping/>
  </p:clrMapOvr>
  <p:transition>
    <p:push/>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标题 1"/>
          <p:cNvSpPr>
            <a:spLocks noGrp="1"/>
          </p:cNvSpPr>
          <p:nvPr>
            <p:ph type="title"/>
          </p:nvPr>
        </p:nvSpPr>
        <p:spPr/>
        <p:txBody>
          <a:bodyPr/>
          <a:lstStyle/>
          <a:p>
            <a:r>
              <a:rPr lang="zh-CN" altLang="en-US" smtClean="0"/>
              <a:t>依赖关系与</a:t>
            </a:r>
            <a:r>
              <a:rPr lang="en-US" altLang="zh-CN" smtClean="0"/>
              <a:t>Java</a:t>
            </a:r>
            <a:endParaRPr lang="zh-CN" altLang="en-US" smtClean="0"/>
          </a:p>
        </p:txBody>
      </p:sp>
      <p:sp>
        <p:nvSpPr>
          <p:cNvPr id="62469" name="矩形 5"/>
          <p:cNvSpPr>
            <a:spLocks noChangeArrowheads="1"/>
          </p:cNvSpPr>
          <p:nvPr/>
        </p:nvSpPr>
        <p:spPr bwMode="auto">
          <a:xfrm>
            <a:off x="310219" y="787411"/>
            <a:ext cx="5715000" cy="5078313"/>
          </a:xfrm>
          <a:prstGeom prst="rect">
            <a:avLst/>
          </a:prstGeom>
          <a:solidFill>
            <a:schemeClr val="accent1"/>
          </a:solidFill>
          <a:ln>
            <a:noFill/>
          </a:ln>
        </p:spPr>
        <p:txBody>
          <a:bodyPr>
            <a:spAutoFit/>
          </a:bodyPr>
          <a:lstStyle>
            <a:lvl1pPr>
              <a:defRPr sz="2000">
                <a:solidFill>
                  <a:schemeClr val="tx1"/>
                </a:solidFill>
                <a:latin typeface="Arial" panose="020B0604020202020204" pitchFamily="34" charset="0"/>
                <a:ea typeface="华文细黑" panose="02010600040101010101" pitchFamily="2" charset="-122"/>
              </a:defRPr>
            </a:lvl1pPr>
            <a:lvl2pPr marL="742950" indent="-285750">
              <a:defRPr sz="2000">
                <a:solidFill>
                  <a:schemeClr val="tx1"/>
                </a:solidFill>
                <a:latin typeface="Arial" panose="020B0604020202020204" pitchFamily="34" charset="0"/>
                <a:ea typeface="华文细黑" panose="02010600040101010101" pitchFamily="2" charset="-122"/>
              </a:defRPr>
            </a:lvl2pPr>
            <a:lvl3pPr marL="1143000" indent="-228600">
              <a:defRPr sz="2000">
                <a:solidFill>
                  <a:schemeClr val="tx1"/>
                </a:solidFill>
                <a:latin typeface="Arial" panose="020B0604020202020204" pitchFamily="34" charset="0"/>
                <a:ea typeface="华文细黑" panose="02010600040101010101" pitchFamily="2" charset="-122"/>
              </a:defRPr>
            </a:lvl3pPr>
            <a:lvl4pPr marL="1600200" indent="-228600">
              <a:defRPr sz="2000">
                <a:solidFill>
                  <a:schemeClr val="tx1"/>
                </a:solidFill>
                <a:latin typeface="Arial" panose="020B0604020202020204" pitchFamily="34" charset="0"/>
                <a:ea typeface="华文细黑" panose="02010600040101010101" pitchFamily="2" charset="-122"/>
              </a:defRPr>
            </a:lvl4pPr>
            <a:lvl5pPr marL="2057400" indent="-228600">
              <a:defRPr sz="2000">
                <a:solidFill>
                  <a:schemeClr val="tx1"/>
                </a:solidFill>
                <a:latin typeface="Arial" panose="020B0604020202020204" pitchFamily="34" charset="0"/>
                <a:ea typeface="华文细黑" panose="02010600040101010101" pitchFamily="2" charset="-122"/>
              </a:defRPr>
            </a:lvl5pPr>
            <a:lvl6pPr marL="2514600" indent="-228600" algn="r" eaLnBrk="0" fontAlgn="base" hangingPunct="0">
              <a:lnSpc>
                <a:spcPct val="75000"/>
              </a:lnSpc>
              <a:spcBef>
                <a:spcPct val="0"/>
              </a:spcBef>
              <a:spcAft>
                <a:spcPct val="0"/>
              </a:spcAft>
              <a:defRPr sz="2000">
                <a:solidFill>
                  <a:schemeClr val="tx1"/>
                </a:solidFill>
                <a:latin typeface="Arial" panose="020B0604020202020204" pitchFamily="34" charset="0"/>
                <a:ea typeface="华文细黑" panose="02010600040101010101" pitchFamily="2" charset="-122"/>
              </a:defRPr>
            </a:lvl6pPr>
            <a:lvl7pPr marL="2971800" indent="-228600" algn="r" eaLnBrk="0" fontAlgn="base" hangingPunct="0">
              <a:lnSpc>
                <a:spcPct val="75000"/>
              </a:lnSpc>
              <a:spcBef>
                <a:spcPct val="0"/>
              </a:spcBef>
              <a:spcAft>
                <a:spcPct val="0"/>
              </a:spcAft>
              <a:defRPr sz="2000">
                <a:solidFill>
                  <a:schemeClr val="tx1"/>
                </a:solidFill>
                <a:latin typeface="Arial" panose="020B0604020202020204" pitchFamily="34" charset="0"/>
                <a:ea typeface="华文细黑" panose="02010600040101010101" pitchFamily="2" charset="-122"/>
              </a:defRPr>
            </a:lvl7pPr>
            <a:lvl8pPr marL="3429000" indent="-228600" algn="r" eaLnBrk="0" fontAlgn="base" hangingPunct="0">
              <a:lnSpc>
                <a:spcPct val="75000"/>
              </a:lnSpc>
              <a:spcBef>
                <a:spcPct val="0"/>
              </a:spcBef>
              <a:spcAft>
                <a:spcPct val="0"/>
              </a:spcAft>
              <a:defRPr sz="2000">
                <a:solidFill>
                  <a:schemeClr val="tx1"/>
                </a:solidFill>
                <a:latin typeface="Arial" panose="020B0604020202020204" pitchFamily="34" charset="0"/>
                <a:ea typeface="华文细黑" panose="02010600040101010101" pitchFamily="2" charset="-122"/>
              </a:defRPr>
            </a:lvl8pPr>
            <a:lvl9pPr marL="3886200" indent="-228600" algn="r" eaLnBrk="0" fontAlgn="base" hangingPunct="0">
              <a:lnSpc>
                <a:spcPct val="75000"/>
              </a:lnSpc>
              <a:spcBef>
                <a:spcPct val="0"/>
              </a:spcBef>
              <a:spcAft>
                <a:spcPct val="0"/>
              </a:spcAft>
              <a:defRPr sz="2000">
                <a:solidFill>
                  <a:schemeClr val="tx1"/>
                </a:solidFill>
                <a:latin typeface="Arial" panose="020B0604020202020204" pitchFamily="34" charset="0"/>
                <a:ea typeface="华文细黑" panose="02010600040101010101" pitchFamily="2" charset="-122"/>
              </a:defRPr>
            </a:lvl9pPr>
          </a:lstStyle>
          <a:p>
            <a:pPr algn="l">
              <a:lnSpc>
                <a:spcPct val="100000"/>
              </a:lnSpc>
            </a:pPr>
            <a:r>
              <a:rPr lang="en-US" altLang="zh-CN" sz="1800" dirty="0">
                <a:solidFill>
                  <a:schemeClr val="bg1"/>
                </a:solidFill>
              </a:rPr>
              <a:t>public class Man</a:t>
            </a:r>
            <a:endParaRPr lang="en-US" altLang="zh-CN" sz="1800" dirty="0">
              <a:solidFill>
                <a:schemeClr val="bg1"/>
              </a:solidFill>
            </a:endParaRPr>
          </a:p>
          <a:p>
            <a:pPr algn="l">
              <a:lnSpc>
                <a:spcPct val="100000"/>
              </a:lnSpc>
            </a:pPr>
            <a:r>
              <a:rPr lang="en-US" altLang="zh-CN" sz="1800" dirty="0">
                <a:solidFill>
                  <a:schemeClr val="bg1"/>
                </a:solidFill>
              </a:rPr>
              <a:t>{</a:t>
            </a:r>
            <a:endParaRPr lang="en-US" altLang="zh-CN" sz="1800" dirty="0">
              <a:solidFill>
                <a:schemeClr val="bg1"/>
              </a:solidFill>
            </a:endParaRPr>
          </a:p>
          <a:p>
            <a:pPr algn="l">
              <a:lnSpc>
                <a:spcPct val="100000"/>
              </a:lnSpc>
            </a:pPr>
            <a:r>
              <a:rPr lang="en-US" altLang="zh-CN" sz="1800" dirty="0">
                <a:solidFill>
                  <a:schemeClr val="bg1"/>
                </a:solidFill>
              </a:rPr>
              <a:t>	public void drive(Car car)</a:t>
            </a:r>
            <a:endParaRPr lang="en-US" altLang="zh-CN" sz="1800" dirty="0">
              <a:solidFill>
                <a:schemeClr val="bg1"/>
              </a:solidFill>
            </a:endParaRPr>
          </a:p>
          <a:p>
            <a:pPr algn="l">
              <a:lnSpc>
                <a:spcPct val="100000"/>
              </a:lnSpc>
            </a:pPr>
            <a:r>
              <a:rPr lang="en-US" altLang="zh-CN" sz="1800" dirty="0">
                <a:solidFill>
                  <a:schemeClr val="bg1"/>
                </a:solidFill>
              </a:rPr>
              <a:t>	{</a:t>
            </a:r>
            <a:endParaRPr lang="en-US" altLang="zh-CN" sz="1800" dirty="0">
              <a:solidFill>
                <a:schemeClr val="bg1"/>
              </a:solidFill>
            </a:endParaRPr>
          </a:p>
          <a:p>
            <a:pPr algn="l">
              <a:lnSpc>
                <a:spcPct val="100000"/>
              </a:lnSpc>
            </a:pPr>
            <a:r>
              <a:rPr lang="en-US" altLang="zh-CN" sz="1800" dirty="0">
                <a:solidFill>
                  <a:schemeClr val="bg1"/>
                </a:solidFill>
              </a:rPr>
              <a:t>		</a:t>
            </a:r>
            <a:r>
              <a:rPr lang="en-US" altLang="zh-CN" sz="1800" dirty="0" err="1">
                <a:solidFill>
                  <a:schemeClr val="bg1"/>
                </a:solidFill>
              </a:rPr>
              <a:t>car.start</a:t>
            </a:r>
            <a:r>
              <a:rPr lang="en-US" altLang="zh-CN" sz="1800" dirty="0">
                <a:solidFill>
                  <a:schemeClr val="bg1"/>
                </a:solidFill>
              </a:rPr>
              <a:t>();</a:t>
            </a:r>
            <a:endParaRPr lang="en-US" altLang="zh-CN" sz="1800" dirty="0">
              <a:solidFill>
                <a:schemeClr val="bg1"/>
              </a:solidFill>
            </a:endParaRPr>
          </a:p>
          <a:p>
            <a:pPr algn="l">
              <a:lnSpc>
                <a:spcPct val="100000"/>
              </a:lnSpc>
            </a:pPr>
            <a:r>
              <a:rPr lang="en-US" altLang="zh-CN" sz="1800" dirty="0">
                <a:solidFill>
                  <a:schemeClr val="bg1"/>
                </a:solidFill>
              </a:rPr>
              <a:t>	}</a:t>
            </a:r>
            <a:endParaRPr lang="en-US" altLang="zh-CN" sz="1800" dirty="0">
              <a:solidFill>
                <a:schemeClr val="bg1"/>
              </a:solidFill>
            </a:endParaRPr>
          </a:p>
          <a:p>
            <a:pPr algn="l">
              <a:lnSpc>
                <a:spcPct val="100000"/>
              </a:lnSpc>
            </a:pPr>
            <a:endParaRPr lang="en-US" altLang="zh-CN" sz="1800" dirty="0">
              <a:solidFill>
                <a:schemeClr val="bg1"/>
              </a:solidFill>
            </a:endParaRPr>
          </a:p>
          <a:p>
            <a:pPr algn="l">
              <a:lnSpc>
                <a:spcPct val="100000"/>
              </a:lnSpc>
            </a:pPr>
            <a:r>
              <a:rPr lang="en-US" altLang="zh-CN" sz="1800" dirty="0">
                <a:solidFill>
                  <a:schemeClr val="bg1"/>
                </a:solidFill>
              </a:rPr>
              <a:t>	public void sleep()</a:t>
            </a:r>
            <a:endParaRPr lang="en-US" altLang="zh-CN" sz="1800" dirty="0">
              <a:solidFill>
                <a:schemeClr val="bg1"/>
              </a:solidFill>
            </a:endParaRPr>
          </a:p>
          <a:p>
            <a:pPr algn="l">
              <a:lnSpc>
                <a:spcPct val="100000"/>
              </a:lnSpc>
            </a:pPr>
            <a:r>
              <a:rPr lang="en-US" altLang="zh-CN" sz="1800" dirty="0">
                <a:solidFill>
                  <a:schemeClr val="bg1"/>
                </a:solidFill>
              </a:rPr>
              <a:t>	{</a:t>
            </a:r>
            <a:endParaRPr lang="en-US" altLang="zh-CN" sz="1800" dirty="0">
              <a:solidFill>
                <a:schemeClr val="bg1"/>
              </a:solidFill>
            </a:endParaRPr>
          </a:p>
          <a:p>
            <a:pPr algn="l">
              <a:lnSpc>
                <a:spcPct val="100000"/>
              </a:lnSpc>
            </a:pPr>
            <a:r>
              <a:rPr lang="en-US" altLang="zh-CN" sz="1800" dirty="0">
                <a:solidFill>
                  <a:schemeClr val="bg1"/>
                </a:solidFill>
              </a:rPr>
              <a:t>		Light </a:t>
            </a:r>
            <a:r>
              <a:rPr lang="en-US" altLang="zh-CN" sz="1800" dirty="0" err="1">
                <a:solidFill>
                  <a:schemeClr val="bg1"/>
                </a:solidFill>
              </a:rPr>
              <a:t>light</a:t>
            </a:r>
            <a:r>
              <a:rPr lang="en-US" altLang="zh-CN" sz="1800" dirty="0">
                <a:solidFill>
                  <a:schemeClr val="bg1"/>
                </a:solidFill>
              </a:rPr>
              <a:t> = new Light();</a:t>
            </a:r>
            <a:endParaRPr lang="en-US" altLang="zh-CN" sz="1800" dirty="0">
              <a:solidFill>
                <a:schemeClr val="bg1"/>
              </a:solidFill>
            </a:endParaRPr>
          </a:p>
          <a:p>
            <a:pPr algn="l">
              <a:lnSpc>
                <a:spcPct val="100000"/>
              </a:lnSpc>
            </a:pPr>
            <a:r>
              <a:rPr lang="en-US" altLang="zh-CN" sz="1800" dirty="0">
                <a:solidFill>
                  <a:schemeClr val="bg1"/>
                </a:solidFill>
              </a:rPr>
              <a:t>		</a:t>
            </a:r>
            <a:r>
              <a:rPr lang="en-US" altLang="zh-CN" sz="1800" dirty="0" err="1">
                <a:solidFill>
                  <a:schemeClr val="bg1"/>
                </a:solidFill>
              </a:rPr>
              <a:t>light.off</a:t>
            </a:r>
            <a:r>
              <a:rPr lang="en-US" altLang="zh-CN" sz="1800" dirty="0">
                <a:solidFill>
                  <a:schemeClr val="bg1"/>
                </a:solidFill>
              </a:rPr>
              <a:t>();</a:t>
            </a:r>
            <a:endParaRPr lang="en-US" altLang="zh-CN" sz="1800" dirty="0">
              <a:solidFill>
                <a:schemeClr val="bg1"/>
              </a:solidFill>
            </a:endParaRPr>
          </a:p>
          <a:p>
            <a:pPr algn="l">
              <a:lnSpc>
                <a:spcPct val="100000"/>
              </a:lnSpc>
            </a:pPr>
            <a:r>
              <a:rPr lang="en-US" altLang="zh-CN" sz="1800" dirty="0">
                <a:solidFill>
                  <a:schemeClr val="bg1"/>
                </a:solidFill>
              </a:rPr>
              <a:t>	}</a:t>
            </a:r>
            <a:endParaRPr lang="en-US" altLang="zh-CN" sz="1800" dirty="0">
              <a:solidFill>
                <a:schemeClr val="bg1"/>
              </a:solidFill>
            </a:endParaRPr>
          </a:p>
          <a:p>
            <a:pPr algn="l">
              <a:lnSpc>
                <a:spcPct val="100000"/>
              </a:lnSpc>
            </a:pPr>
            <a:endParaRPr lang="en-US" altLang="zh-CN" sz="1800" dirty="0">
              <a:solidFill>
                <a:schemeClr val="bg1"/>
              </a:solidFill>
            </a:endParaRPr>
          </a:p>
          <a:p>
            <a:pPr algn="l">
              <a:lnSpc>
                <a:spcPct val="100000"/>
              </a:lnSpc>
            </a:pPr>
            <a:r>
              <a:rPr lang="en-US" altLang="zh-CN" sz="1800" dirty="0">
                <a:solidFill>
                  <a:schemeClr val="bg1"/>
                </a:solidFill>
              </a:rPr>
              <a:t>	public </a:t>
            </a:r>
            <a:r>
              <a:rPr lang="en-US" altLang="zh-CN" sz="1800" dirty="0" err="1">
                <a:solidFill>
                  <a:schemeClr val="bg1"/>
                </a:solidFill>
              </a:rPr>
              <a:t>int</a:t>
            </a:r>
            <a:r>
              <a:rPr lang="en-US" altLang="zh-CN" sz="1800" dirty="0">
                <a:solidFill>
                  <a:schemeClr val="bg1"/>
                </a:solidFill>
              </a:rPr>
              <a:t> </a:t>
            </a:r>
            <a:r>
              <a:rPr lang="en-US" altLang="zh-CN" sz="1800" dirty="0" err="1">
                <a:solidFill>
                  <a:schemeClr val="bg1"/>
                </a:solidFill>
              </a:rPr>
              <a:t>getMoney</a:t>
            </a:r>
            <a:r>
              <a:rPr lang="en-US" altLang="zh-CN" sz="1800" dirty="0">
                <a:solidFill>
                  <a:schemeClr val="bg1"/>
                </a:solidFill>
              </a:rPr>
              <a:t>(</a:t>
            </a:r>
            <a:r>
              <a:rPr lang="en-US" altLang="zh-CN" sz="1800" dirty="0" err="1">
                <a:solidFill>
                  <a:schemeClr val="bg1"/>
                </a:solidFill>
              </a:rPr>
              <a:t>int</a:t>
            </a:r>
            <a:r>
              <a:rPr lang="en-US" altLang="zh-CN" sz="1800" dirty="0">
                <a:solidFill>
                  <a:schemeClr val="bg1"/>
                </a:solidFill>
              </a:rPr>
              <a:t> </a:t>
            </a:r>
            <a:r>
              <a:rPr lang="en-US" altLang="zh-CN" sz="1800" dirty="0" err="1">
                <a:solidFill>
                  <a:schemeClr val="bg1"/>
                </a:solidFill>
              </a:rPr>
              <a:t>amountOfNeed</a:t>
            </a:r>
            <a:r>
              <a:rPr lang="en-US" altLang="zh-CN" sz="1800" dirty="0">
                <a:solidFill>
                  <a:schemeClr val="bg1"/>
                </a:solidFill>
              </a:rPr>
              <a:t>)</a:t>
            </a:r>
            <a:endParaRPr lang="en-US" altLang="zh-CN" sz="1800" dirty="0">
              <a:solidFill>
                <a:schemeClr val="bg1"/>
              </a:solidFill>
            </a:endParaRPr>
          </a:p>
          <a:p>
            <a:pPr algn="l">
              <a:lnSpc>
                <a:spcPct val="100000"/>
              </a:lnSpc>
            </a:pPr>
            <a:r>
              <a:rPr lang="en-US" altLang="zh-CN" sz="1800" dirty="0">
                <a:solidFill>
                  <a:schemeClr val="bg1"/>
                </a:solidFill>
              </a:rPr>
              <a:t>	{</a:t>
            </a:r>
            <a:endParaRPr lang="en-US" altLang="zh-CN" sz="1800" dirty="0">
              <a:solidFill>
                <a:schemeClr val="bg1"/>
              </a:solidFill>
            </a:endParaRPr>
          </a:p>
          <a:p>
            <a:pPr algn="l">
              <a:lnSpc>
                <a:spcPct val="100000"/>
              </a:lnSpc>
            </a:pPr>
            <a:r>
              <a:rPr lang="en-US" altLang="zh-CN" sz="1800" dirty="0">
                <a:solidFill>
                  <a:schemeClr val="bg1"/>
                </a:solidFill>
              </a:rPr>
              <a:t>		return </a:t>
            </a:r>
            <a:r>
              <a:rPr lang="en-US" altLang="zh-CN" sz="1800" dirty="0" err="1">
                <a:solidFill>
                  <a:schemeClr val="bg1"/>
                </a:solidFill>
              </a:rPr>
              <a:t>ATM.fetch</a:t>
            </a:r>
            <a:r>
              <a:rPr lang="en-US" altLang="zh-CN" sz="1800" dirty="0">
                <a:solidFill>
                  <a:schemeClr val="bg1"/>
                </a:solidFill>
              </a:rPr>
              <a:t>(amount </a:t>
            </a:r>
            <a:r>
              <a:rPr lang="en-US" altLang="zh-CN" sz="1800" dirty="0" err="1">
                <a:solidFill>
                  <a:schemeClr val="bg1"/>
                </a:solidFill>
              </a:rPr>
              <a:t>OfNeed</a:t>
            </a:r>
            <a:r>
              <a:rPr lang="en-US" altLang="zh-CN" sz="1800" dirty="0">
                <a:solidFill>
                  <a:schemeClr val="bg1"/>
                </a:solidFill>
              </a:rPr>
              <a:t>);</a:t>
            </a:r>
            <a:endParaRPr lang="en-US" altLang="zh-CN" sz="1800" dirty="0">
              <a:solidFill>
                <a:schemeClr val="bg1"/>
              </a:solidFill>
            </a:endParaRPr>
          </a:p>
          <a:p>
            <a:pPr algn="l">
              <a:lnSpc>
                <a:spcPct val="100000"/>
              </a:lnSpc>
            </a:pPr>
            <a:r>
              <a:rPr lang="en-US" altLang="zh-CN" sz="1800" dirty="0">
                <a:solidFill>
                  <a:schemeClr val="bg1"/>
                </a:solidFill>
              </a:rPr>
              <a:t>	}</a:t>
            </a:r>
            <a:endParaRPr lang="en-US" altLang="zh-CN" sz="1800" dirty="0">
              <a:solidFill>
                <a:schemeClr val="bg1"/>
              </a:solidFill>
            </a:endParaRPr>
          </a:p>
          <a:p>
            <a:pPr algn="l">
              <a:lnSpc>
                <a:spcPct val="100000"/>
              </a:lnSpc>
            </a:pPr>
            <a:r>
              <a:rPr lang="en-US" altLang="zh-CN" sz="1800" dirty="0">
                <a:solidFill>
                  <a:schemeClr val="bg1"/>
                </a:solidFill>
              </a:rPr>
              <a:t>}</a:t>
            </a:r>
            <a:endParaRPr lang="zh-CN" altLang="en-US" sz="1800" dirty="0">
              <a:solidFill>
                <a:schemeClr val="bg1"/>
              </a:solidFill>
            </a:endParaRPr>
          </a:p>
        </p:txBody>
      </p:sp>
      <p:sp>
        <p:nvSpPr>
          <p:cNvPr id="9" name="矩形 4"/>
          <p:cNvSpPr>
            <a:spLocks noChangeArrowheads="1"/>
          </p:cNvSpPr>
          <p:nvPr/>
        </p:nvSpPr>
        <p:spPr bwMode="auto">
          <a:xfrm>
            <a:off x="6714309" y="787411"/>
            <a:ext cx="5035626" cy="4246563"/>
          </a:xfrm>
          <a:prstGeom prst="rect">
            <a:avLst/>
          </a:prstGeom>
          <a:solidFill>
            <a:schemeClr val="accent1"/>
          </a:solidFill>
          <a:ln>
            <a:noFill/>
          </a:ln>
        </p:spPr>
        <p:txBody>
          <a:bodyPr wrap="square">
            <a:spAutoFit/>
          </a:bodyPr>
          <a:lstStyle>
            <a:lvl1pPr>
              <a:defRPr sz="2000">
                <a:solidFill>
                  <a:schemeClr val="tx1"/>
                </a:solidFill>
                <a:latin typeface="Arial" panose="020B0604020202020204" pitchFamily="34" charset="0"/>
                <a:ea typeface="华文细黑" panose="02010600040101010101" pitchFamily="2" charset="-122"/>
              </a:defRPr>
            </a:lvl1pPr>
            <a:lvl2pPr marL="742950" indent="-285750">
              <a:defRPr sz="2000">
                <a:solidFill>
                  <a:schemeClr val="tx1"/>
                </a:solidFill>
                <a:latin typeface="Arial" panose="020B0604020202020204" pitchFamily="34" charset="0"/>
                <a:ea typeface="华文细黑" panose="02010600040101010101" pitchFamily="2" charset="-122"/>
              </a:defRPr>
            </a:lvl2pPr>
            <a:lvl3pPr marL="1143000" indent="-228600">
              <a:defRPr sz="2000">
                <a:solidFill>
                  <a:schemeClr val="tx1"/>
                </a:solidFill>
                <a:latin typeface="Arial" panose="020B0604020202020204" pitchFamily="34" charset="0"/>
                <a:ea typeface="华文细黑" panose="02010600040101010101" pitchFamily="2" charset="-122"/>
              </a:defRPr>
            </a:lvl3pPr>
            <a:lvl4pPr marL="1600200" indent="-228600">
              <a:defRPr sz="2000">
                <a:solidFill>
                  <a:schemeClr val="tx1"/>
                </a:solidFill>
                <a:latin typeface="Arial" panose="020B0604020202020204" pitchFamily="34" charset="0"/>
                <a:ea typeface="华文细黑" panose="02010600040101010101" pitchFamily="2" charset="-122"/>
              </a:defRPr>
            </a:lvl4pPr>
            <a:lvl5pPr marL="2057400" indent="-228600">
              <a:defRPr sz="2000">
                <a:solidFill>
                  <a:schemeClr val="tx1"/>
                </a:solidFill>
                <a:latin typeface="Arial" panose="020B0604020202020204" pitchFamily="34" charset="0"/>
                <a:ea typeface="华文细黑" panose="02010600040101010101" pitchFamily="2" charset="-122"/>
              </a:defRPr>
            </a:lvl5pPr>
            <a:lvl6pPr marL="2514600" indent="-228600" algn="r" eaLnBrk="0" fontAlgn="base" hangingPunct="0">
              <a:lnSpc>
                <a:spcPct val="75000"/>
              </a:lnSpc>
              <a:spcBef>
                <a:spcPct val="0"/>
              </a:spcBef>
              <a:spcAft>
                <a:spcPct val="0"/>
              </a:spcAft>
              <a:defRPr sz="2000">
                <a:solidFill>
                  <a:schemeClr val="tx1"/>
                </a:solidFill>
                <a:latin typeface="Arial" panose="020B0604020202020204" pitchFamily="34" charset="0"/>
                <a:ea typeface="华文细黑" panose="02010600040101010101" pitchFamily="2" charset="-122"/>
              </a:defRPr>
            </a:lvl6pPr>
            <a:lvl7pPr marL="2971800" indent="-228600" algn="r" eaLnBrk="0" fontAlgn="base" hangingPunct="0">
              <a:lnSpc>
                <a:spcPct val="75000"/>
              </a:lnSpc>
              <a:spcBef>
                <a:spcPct val="0"/>
              </a:spcBef>
              <a:spcAft>
                <a:spcPct val="0"/>
              </a:spcAft>
              <a:defRPr sz="2000">
                <a:solidFill>
                  <a:schemeClr val="tx1"/>
                </a:solidFill>
                <a:latin typeface="Arial" panose="020B0604020202020204" pitchFamily="34" charset="0"/>
                <a:ea typeface="华文细黑" panose="02010600040101010101" pitchFamily="2" charset="-122"/>
              </a:defRPr>
            </a:lvl7pPr>
            <a:lvl8pPr marL="3429000" indent="-228600" algn="r" eaLnBrk="0" fontAlgn="base" hangingPunct="0">
              <a:lnSpc>
                <a:spcPct val="75000"/>
              </a:lnSpc>
              <a:spcBef>
                <a:spcPct val="0"/>
              </a:spcBef>
              <a:spcAft>
                <a:spcPct val="0"/>
              </a:spcAft>
              <a:defRPr sz="2000">
                <a:solidFill>
                  <a:schemeClr val="tx1"/>
                </a:solidFill>
                <a:latin typeface="Arial" panose="020B0604020202020204" pitchFamily="34" charset="0"/>
                <a:ea typeface="华文细黑" panose="02010600040101010101" pitchFamily="2" charset="-122"/>
              </a:defRPr>
            </a:lvl8pPr>
            <a:lvl9pPr marL="3886200" indent="-228600" algn="r" eaLnBrk="0" fontAlgn="base" hangingPunct="0">
              <a:lnSpc>
                <a:spcPct val="75000"/>
              </a:lnSpc>
              <a:spcBef>
                <a:spcPct val="0"/>
              </a:spcBef>
              <a:spcAft>
                <a:spcPct val="0"/>
              </a:spcAft>
              <a:defRPr sz="2000">
                <a:solidFill>
                  <a:schemeClr val="tx1"/>
                </a:solidFill>
                <a:latin typeface="Arial" panose="020B0604020202020204" pitchFamily="34" charset="0"/>
                <a:ea typeface="华文细黑" panose="02010600040101010101" pitchFamily="2" charset="-122"/>
              </a:defRPr>
            </a:lvl9pPr>
          </a:lstStyle>
          <a:p>
            <a:pPr algn="l"/>
            <a:r>
              <a:rPr lang="en-US" altLang="zh-CN" sz="1800" dirty="0">
                <a:solidFill>
                  <a:schemeClr val="bg1"/>
                </a:solidFill>
              </a:rPr>
              <a:t>public class Car</a:t>
            </a:r>
            <a:endParaRPr lang="en-US" altLang="zh-CN" sz="1800" dirty="0">
              <a:solidFill>
                <a:schemeClr val="bg1"/>
              </a:solidFill>
            </a:endParaRPr>
          </a:p>
          <a:p>
            <a:pPr algn="l"/>
            <a:r>
              <a:rPr lang="en-US" altLang="zh-CN" sz="1800" dirty="0">
                <a:solidFill>
                  <a:schemeClr val="bg1"/>
                </a:solidFill>
              </a:rPr>
              <a:t>{</a:t>
            </a:r>
            <a:endParaRPr lang="en-US" altLang="zh-CN" sz="1800" dirty="0">
              <a:solidFill>
                <a:schemeClr val="bg1"/>
              </a:solidFill>
            </a:endParaRPr>
          </a:p>
          <a:p>
            <a:pPr algn="l"/>
            <a:r>
              <a:rPr lang="en-US" altLang="zh-CN" sz="1800" dirty="0">
                <a:solidFill>
                  <a:schemeClr val="bg1"/>
                </a:solidFill>
              </a:rPr>
              <a:t> </a:t>
            </a:r>
            <a:r>
              <a:rPr lang="en-US" altLang="zh-CN" sz="1800" dirty="0" smtClean="0">
                <a:solidFill>
                  <a:schemeClr val="bg1"/>
                </a:solidFill>
              </a:rPr>
              <a:t>     public </a:t>
            </a:r>
            <a:r>
              <a:rPr lang="en-US" altLang="zh-CN" sz="1800" dirty="0">
                <a:solidFill>
                  <a:schemeClr val="bg1"/>
                </a:solidFill>
              </a:rPr>
              <a:t>void start()</a:t>
            </a:r>
            <a:endParaRPr lang="en-US" altLang="zh-CN" sz="1800" dirty="0">
              <a:solidFill>
                <a:schemeClr val="bg1"/>
              </a:solidFill>
            </a:endParaRPr>
          </a:p>
          <a:p>
            <a:pPr algn="l"/>
            <a:r>
              <a:rPr lang="en-US" altLang="zh-CN" sz="1800" dirty="0" smtClean="0">
                <a:solidFill>
                  <a:schemeClr val="bg1"/>
                </a:solidFill>
              </a:rPr>
              <a:t>      {</a:t>
            </a:r>
            <a:endParaRPr lang="en-US" altLang="zh-CN" sz="1800" dirty="0">
              <a:solidFill>
                <a:schemeClr val="bg1"/>
              </a:solidFill>
            </a:endParaRPr>
          </a:p>
          <a:p>
            <a:pPr algn="l"/>
            <a:r>
              <a:rPr lang="en-US" altLang="zh-CN" sz="1800" dirty="0">
                <a:solidFill>
                  <a:schemeClr val="bg1"/>
                </a:solidFill>
              </a:rPr>
              <a:t>	</a:t>
            </a:r>
            <a:r>
              <a:rPr lang="en-US" altLang="zh-CN" sz="1800" dirty="0" err="1">
                <a:solidFill>
                  <a:schemeClr val="bg1"/>
                </a:solidFill>
              </a:rPr>
              <a:t>system.out.println</a:t>
            </a:r>
            <a:r>
              <a:rPr lang="en-US" altLang="zh-CN" sz="1800" dirty="0">
                <a:solidFill>
                  <a:schemeClr val="bg1"/>
                </a:solidFill>
              </a:rPr>
              <a:t>("car is start");</a:t>
            </a:r>
            <a:endParaRPr lang="en-US" altLang="zh-CN" sz="1800" dirty="0">
              <a:solidFill>
                <a:schemeClr val="bg1"/>
              </a:solidFill>
            </a:endParaRPr>
          </a:p>
          <a:p>
            <a:pPr algn="l"/>
            <a:r>
              <a:rPr lang="en-US" altLang="zh-CN" sz="1800" dirty="0" smtClean="0">
                <a:solidFill>
                  <a:schemeClr val="bg1"/>
                </a:solidFill>
              </a:rPr>
              <a:t>      }</a:t>
            </a:r>
            <a:endParaRPr lang="en-US" altLang="zh-CN" sz="1800" dirty="0">
              <a:solidFill>
                <a:schemeClr val="bg1"/>
              </a:solidFill>
            </a:endParaRPr>
          </a:p>
          <a:p>
            <a:pPr algn="l"/>
            <a:r>
              <a:rPr lang="en-US" altLang="zh-CN" sz="1800" dirty="0" smtClean="0">
                <a:solidFill>
                  <a:schemeClr val="bg1"/>
                </a:solidFill>
              </a:rPr>
              <a:t>      public </a:t>
            </a:r>
            <a:r>
              <a:rPr lang="en-US" altLang="zh-CN" sz="1800" dirty="0">
                <a:solidFill>
                  <a:schemeClr val="bg1"/>
                </a:solidFill>
              </a:rPr>
              <a:t>void stop()</a:t>
            </a:r>
            <a:endParaRPr lang="en-US" altLang="zh-CN" sz="1800" dirty="0">
              <a:solidFill>
                <a:schemeClr val="bg1"/>
              </a:solidFill>
            </a:endParaRPr>
          </a:p>
          <a:p>
            <a:pPr algn="l"/>
            <a:r>
              <a:rPr lang="en-US" altLang="zh-CN" sz="1800" dirty="0" smtClean="0">
                <a:solidFill>
                  <a:schemeClr val="bg1"/>
                </a:solidFill>
              </a:rPr>
              <a:t>      {</a:t>
            </a:r>
            <a:endParaRPr lang="en-US" altLang="zh-CN" sz="1800" dirty="0">
              <a:solidFill>
                <a:schemeClr val="bg1"/>
              </a:solidFill>
            </a:endParaRPr>
          </a:p>
          <a:p>
            <a:pPr algn="l"/>
            <a:r>
              <a:rPr lang="en-US" altLang="zh-CN" sz="1800" dirty="0" smtClean="0">
                <a:solidFill>
                  <a:schemeClr val="bg1"/>
                </a:solidFill>
              </a:rPr>
              <a:t>      .......</a:t>
            </a:r>
            <a:endParaRPr lang="en-US" altLang="zh-CN" sz="1800" dirty="0">
              <a:solidFill>
                <a:schemeClr val="bg1"/>
              </a:solidFill>
            </a:endParaRPr>
          </a:p>
          <a:p>
            <a:pPr algn="l"/>
            <a:r>
              <a:rPr lang="en-US" altLang="zh-CN" sz="1800" dirty="0" smtClean="0">
                <a:solidFill>
                  <a:schemeClr val="bg1"/>
                </a:solidFill>
              </a:rPr>
              <a:t>      }</a:t>
            </a:r>
            <a:endParaRPr lang="en-US" altLang="zh-CN" sz="1800" dirty="0">
              <a:solidFill>
                <a:schemeClr val="bg1"/>
              </a:solidFill>
            </a:endParaRPr>
          </a:p>
          <a:p>
            <a:pPr algn="l"/>
            <a:r>
              <a:rPr lang="en-US" altLang="zh-CN" sz="1800" dirty="0">
                <a:solidFill>
                  <a:schemeClr val="bg1"/>
                </a:solidFill>
              </a:rPr>
              <a:t>}</a:t>
            </a:r>
            <a:endParaRPr lang="en-US" altLang="zh-CN" sz="1800" dirty="0">
              <a:solidFill>
                <a:schemeClr val="bg1"/>
              </a:solidFill>
            </a:endParaRPr>
          </a:p>
          <a:p>
            <a:pPr algn="l"/>
            <a:endParaRPr lang="en-US" altLang="zh-CN" sz="1800" dirty="0">
              <a:solidFill>
                <a:schemeClr val="bg1"/>
              </a:solidFill>
            </a:endParaRPr>
          </a:p>
          <a:p>
            <a:pPr algn="l"/>
            <a:r>
              <a:rPr lang="en-US" altLang="zh-CN" sz="1800" dirty="0">
                <a:solidFill>
                  <a:schemeClr val="bg1"/>
                </a:solidFill>
              </a:rPr>
              <a:t>public class Light</a:t>
            </a:r>
            <a:endParaRPr lang="en-US" altLang="zh-CN" sz="1800" dirty="0">
              <a:solidFill>
                <a:schemeClr val="bg1"/>
              </a:solidFill>
            </a:endParaRPr>
          </a:p>
          <a:p>
            <a:pPr algn="l"/>
            <a:r>
              <a:rPr lang="en-US" altLang="zh-CN" sz="1800" dirty="0">
                <a:solidFill>
                  <a:schemeClr val="bg1"/>
                </a:solidFill>
              </a:rPr>
              <a:t>{</a:t>
            </a:r>
            <a:endParaRPr lang="en-US" altLang="zh-CN" sz="1800" dirty="0">
              <a:solidFill>
                <a:schemeClr val="bg1"/>
              </a:solidFill>
            </a:endParaRPr>
          </a:p>
          <a:p>
            <a:pPr algn="l"/>
            <a:r>
              <a:rPr lang="en-US" altLang="zh-CN" sz="1800" dirty="0">
                <a:solidFill>
                  <a:schemeClr val="bg1"/>
                </a:solidFill>
              </a:rPr>
              <a:t> </a:t>
            </a:r>
            <a:r>
              <a:rPr lang="en-US" altLang="zh-CN" sz="1800" dirty="0" smtClean="0">
                <a:solidFill>
                  <a:schemeClr val="bg1"/>
                </a:solidFill>
              </a:rPr>
              <a:t>     public </a:t>
            </a:r>
            <a:r>
              <a:rPr lang="en-US" altLang="zh-CN" sz="1800" dirty="0">
                <a:solidFill>
                  <a:schemeClr val="bg1"/>
                </a:solidFill>
              </a:rPr>
              <a:t>void off()</a:t>
            </a:r>
            <a:endParaRPr lang="en-US" altLang="zh-CN" sz="1800" dirty="0">
              <a:solidFill>
                <a:schemeClr val="bg1"/>
              </a:solidFill>
            </a:endParaRPr>
          </a:p>
          <a:p>
            <a:pPr algn="l"/>
            <a:r>
              <a:rPr lang="en-US" altLang="zh-CN" sz="1800" dirty="0" smtClean="0">
                <a:solidFill>
                  <a:schemeClr val="bg1"/>
                </a:solidFill>
              </a:rPr>
              <a:t>      {</a:t>
            </a:r>
            <a:endParaRPr lang="en-US" altLang="zh-CN" sz="1800" dirty="0">
              <a:solidFill>
                <a:schemeClr val="bg1"/>
              </a:solidFill>
            </a:endParaRPr>
          </a:p>
          <a:p>
            <a:pPr algn="l"/>
            <a:r>
              <a:rPr lang="en-US" altLang="zh-CN" sz="1800" dirty="0">
                <a:solidFill>
                  <a:schemeClr val="bg1"/>
                </a:solidFill>
              </a:rPr>
              <a:t>	.......</a:t>
            </a:r>
            <a:endParaRPr lang="en-US" altLang="zh-CN" sz="1800" dirty="0">
              <a:solidFill>
                <a:schemeClr val="bg1"/>
              </a:solidFill>
            </a:endParaRPr>
          </a:p>
          <a:p>
            <a:pPr algn="l"/>
            <a:r>
              <a:rPr lang="en-US" altLang="zh-CN" sz="1800" dirty="0" smtClean="0">
                <a:solidFill>
                  <a:schemeClr val="bg1"/>
                </a:solidFill>
              </a:rPr>
              <a:t>       }</a:t>
            </a:r>
            <a:endParaRPr lang="en-US" altLang="zh-CN" sz="1800" dirty="0">
              <a:solidFill>
                <a:schemeClr val="bg1"/>
              </a:solidFill>
            </a:endParaRPr>
          </a:p>
          <a:p>
            <a:pPr algn="l"/>
            <a:r>
              <a:rPr lang="en-US" altLang="zh-CN" sz="1800" dirty="0">
                <a:solidFill>
                  <a:schemeClr val="bg1"/>
                </a:solidFill>
              </a:rPr>
              <a:t>}</a:t>
            </a:r>
            <a:endParaRPr lang="en-US" altLang="zh-CN" sz="1800" dirty="0">
              <a:solidFill>
                <a:schemeClr val="bg1"/>
              </a:solidFill>
            </a:endParaRPr>
          </a:p>
          <a:p>
            <a:pPr algn="l"/>
            <a:endParaRPr lang="en-US" altLang="zh-CN" sz="1800" dirty="0"/>
          </a:p>
        </p:txBody>
      </p:sp>
      <p:sp>
        <p:nvSpPr>
          <p:cNvPr id="10" name="矩形 5"/>
          <p:cNvSpPr>
            <a:spLocks noChangeArrowheads="1"/>
          </p:cNvSpPr>
          <p:nvPr/>
        </p:nvSpPr>
        <p:spPr bwMode="auto">
          <a:xfrm>
            <a:off x="6691482" y="4906119"/>
            <a:ext cx="5058453" cy="1546225"/>
          </a:xfrm>
          <a:prstGeom prst="rect">
            <a:avLst/>
          </a:prstGeom>
          <a:solidFill>
            <a:schemeClr val="accent1"/>
          </a:solidFill>
          <a:ln>
            <a:noFill/>
          </a:ln>
        </p:spPr>
        <p:txBody>
          <a:bodyPr wrap="square">
            <a:spAutoFit/>
          </a:bodyPr>
          <a:lstStyle>
            <a:lvl1pPr>
              <a:defRPr sz="2000">
                <a:solidFill>
                  <a:schemeClr val="tx1"/>
                </a:solidFill>
                <a:latin typeface="Arial" panose="020B0604020202020204" pitchFamily="34" charset="0"/>
                <a:ea typeface="华文细黑" panose="02010600040101010101" pitchFamily="2" charset="-122"/>
              </a:defRPr>
            </a:lvl1pPr>
            <a:lvl2pPr marL="742950" indent="-285750">
              <a:defRPr sz="2000">
                <a:solidFill>
                  <a:schemeClr val="tx1"/>
                </a:solidFill>
                <a:latin typeface="Arial" panose="020B0604020202020204" pitchFamily="34" charset="0"/>
                <a:ea typeface="华文细黑" panose="02010600040101010101" pitchFamily="2" charset="-122"/>
              </a:defRPr>
            </a:lvl2pPr>
            <a:lvl3pPr marL="1143000" indent="-228600">
              <a:defRPr sz="2000">
                <a:solidFill>
                  <a:schemeClr val="tx1"/>
                </a:solidFill>
                <a:latin typeface="Arial" panose="020B0604020202020204" pitchFamily="34" charset="0"/>
                <a:ea typeface="华文细黑" panose="02010600040101010101" pitchFamily="2" charset="-122"/>
              </a:defRPr>
            </a:lvl3pPr>
            <a:lvl4pPr marL="1600200" indent="-228600">
              <a:defRPr sz="2000">
                <a:solidFill>
                  <a:schemeClr val="tx1"/>
                </a:solidFill>
                <a:latin typeface="Arial" panose="020B0604020202020204" pitchFamily="34" charset="0"/>
                <a:ea typeface="华文细黑" panose="02010600040101010101" pitchFamily="2" charset="-122"/>
              </a:defRPr>
            </a:lvl4pPr>
            <a:lvl5pPr marL="2057400" indent="-228600">
              <a:defRPr sz="2000">
                <a:solidFill>
                  <a:schemeClr val="tx1"/>
                </a:solidFill>
                <a:latin typeface="Arial" panose="020B0604020202020204" pitchFamily="34" charset="0"/>
                <a:ea typeface="华文细黑" panose="02010600040101010101" pitchFamily="2" charset="-122"/>
              </a:defRPr>
            </a:lvl5pPr>
            <a:lvl6pPr marL="2514600" indent="-228600" algn="r" eaLnBrk="0" fontAlgn="base" hangingPunct="0">
              <a:lnSpc>
                <a:spcPct val="75000"/>
              </a:lnSpc>
              <a:spcBef>
                <a:spcPct val="0"/>
              </a:spcBef>
              <a:spcAft>
                <a:spcPct val="0"/>
              </a:spcAft>
              <a:defRPr sz="2000">
                <a:solidFill>
                  <a:schemeClr val="tx1"/>
                </a:solidFill>
                <a:latin typeface="Arial" panose="020B0604020202020204" pitchFamily="34" charset="0"/>
                <a:ea typeface="华文细黑" panose="02010600040101010101" pitchFamily="2" charset="-122"/>
              </a:defRPr>
            </a:lvl6pPr>
            <a:lvl7pPr marL="2971800" indent="-228600" algn="r" eaLnBrk="0" fontAlgn="base" hangingPunct="0">
              <a:lnSpc>
                <a:spcPct val="75000"/>
              </a:lnSpc>
              <a:spcBef>
                <a:spcPct val="0"/>
              </a:spcBef>
              <a:spcAft>
                <a:spcPct val="0"/>
              </a:spcAft>
              <a:defRPr sz="2000">
                <a:solidFill>
                  <a:schemeClr val="tx1"/>
                </a:solidFill>
                <a:latin typeface="Arial" panose="020B0604020202020204" pitchFamily="34" charset="0"/>
                <a:ea typeface="华文细黑" panose="02010600040101010101" pitchFamily="2" charset="-122"/>
              </a:defRPr>
            </a:lvl7pPr>
            <a:lvl8pPr marL="3429000" indent="-228600" algn="r" eaLnBrk="0" fontAlgn="base" hangingPunct="0">
              <a:lnSpc>
                <a:spcPct val="75000"/>
              </a:lnSpc>
              <a:spcBef>
                <a:spcPct val="0"/>
              </a:spcBef>
              <a:spcAft>
                <a:spcPct val="0"/>
              </a:spcAft>
              <a:defRPr sz="2000">
                <a:solidFill>
                  <a:schemeClr val="tx1"/>
                </a:solidFill>
                <a:latin typeface="Arial" panose="020B0604020202020204" pitchFamily="34" charset="0"/>
                <a:ea typeface="华文细黑" panose="02010600040101010101" pitchFamily="2" charset="-122"/>
              </a:defRPr>
            </a:lvl8pPr>
            <a:lvl9pPr marL="3886200" indent="-228600" algn="r" eaLnBrk="0" fontAlgn="base" hangingPunct="0">
              <a:lnSpc>
                <a:spcPct val="75000"/>
              </a:lnSpc>
              <a:spcBef>
                <a:spcPct val="0"/>
              </a:spcBef>
              <a:spcAft>
                <a:spcPct val="0"/>
              </a:spcAft>
              <a:defRPr sz="2000">
                <a:solidFill>
                  <a:schemeClr val="tx1"/>
                </a:solidFill>
                <a:latin typeface="Arial" panose="020B0604020202020204" pitchFamily="34" charset="0"/>
                <a:ea typeface="华文细黑" panose="02010600040101010101" pitchFamily="2" charset="-122"/>
              </a:defRPr>
            </a:lvl9pPr>
          </a:lstStyle>
          <a:p>
            <a:pPr algn="l"/>
            <a:r>
              <a:rPr lang="en-US" altLang="zh-CN" sz="1800" dirty="0">
                <a:solidFill>
                  <a:schemeClr val="bg1"/>
                </a:solidFill>
              </a:rPr>
              <a:t>public class ATM</a:t>
            </a:r>
            <a:endParaRPr lang="en-US" altLang="zh-CN" sz="1800" dirty="0">
              <a:solidFill>
                <a:schemeClr val="bg1"/>
              </a:solidFill>
            </a:endParaRPr>
          </a:p>
          <a:p>
            <a:pPr algn="l"/>
            <a:r>
              <a:rPr lang="en-US" altLang="zh-CN" sz="1800" dirty="0">
                <a:solidFill>
                  <a:schemeClr val="bg1"/>
                </a:solidFill>
              </a:rPr>
              <a:t>{</a:t>
            </a:r>
            <a:endParaRPr lang="en-US" altLang="zh-CN" sz="1800" dirty="0">
              <a:solidFill>
                <a:schemeClr val="bg1"/>
              </a:solidFill>
            </a:endParaRPr>
          </a:p>
          <a:p>
            <a:pPr algn="l"/>
            <a:r>
              <a:rPr lang="en-US" altLang="zh-CN" sz="1800" dirty="0">
                <a:solidFill>
                  <a:schemeClr val="bg1"/>
                </a:solidFill>
              </a:rPr>
              <a:t> </a:t>
            </a:r>
            <a:r>
              <a:rPr lang="en-US" altLang="zh-CN" sz="1800" dirty="0" smtClean="0">
                <a:solidFill>
                  <a:schemeClr val="bg1"/>
                </a:solidFill>
              </a:rPr>
              <a:t>     public </a:t>
            </a:r>
            <a:r>
              <a:rPr lang="en-US" altLang="zh-CN" sz="1800" dirty="0">
                <a:solidFill>
                  <a:schemeClr val="bg1"/>
                </a:solidFill>
              </a:rPr>
              <a:t>static </a:t>
            </a:r>
            <a:r>
              <a:rPr lang="en-US" altLang="zh-CN" sz="1800" dirty="0" err="1">
                <a:solidFill>
                  <a:schemeClr val="bg1"/>
                </a:solidFill>
              </a:rPr>
              <a:t>int</a:t>
            </a:r>
            <a:r>
              <a:rPr lang="en-US" altLang="zh-CN" sz="1800" dirty="0">
                <a:solidFill>
                  <a:schemeClr val="bg1"/>
                </a:solidFill>
              </a:rPr>
              <a:t> fetch(</a:t>
            </a:r>
            <a:r>
              <a:rPr lang="en-US" altLang="zh-CN" sz="1800" dirty="0" err="1">
                <a:solidFill>
                  <a:schemeClr val="bg1"/>
                </a:solidFill>
              </a:rPr>
              <a:t>int</a:t>
            </a:r>
            <a:r>
              <a:rPr lang="en-US" altLang="zh-CN" sz="1800" dirty="0">
                <a:solidFill>
                  <a:schemeClr val="bg1"/>
                </a:solidFill>
              </a:rPr>
              <a:t> </a:t>
            </a:r>
            <a:r>
              <a:rPr lang="en-US" altLang="zh-CN" sz="1800" dirty="0" err="1">
                <a:solidFill>
                  <a:schemeClr val="bg1"/>
                </a:solidFill>
              </a:rPr>
              <a:t>amountOfMoney</a:t>
            </a:r>
            <a:r>
              <a:rPr lang="en-US" altLang="zh-CN" sz="1800" dirty="0">
                <a:solidFill>
                  <a:schemeClr val="bg1"/>
                </a:solidFill>
              </a:rPr>
              <a:t>)</a:t>
            </a:r>
            <a:endParaRPr lang="en-US" altLang="zh-CN" sz="1800" dirty="0">
              <a:solidFill>
                <a:schemeClr val="bg1"/>
              </a:solidFill>
            </a:endParaRPr>
          </a:p>
          <a:p>
            <a:pPr algn="l"/>
            <a:r>
              <a:rPr lang="en-US" altLang="zh-CN" sz="1800" dirty="0" smtClean="0">
                <a:solidFill>
                  <a:schemeClr val="bg1"/>
                </a:solidFill>
              </a:rPr>
              <a:t>      {</a:t>
            </a:r>
            <a:endParaRPr lang="en-US" altLang="zh-CN" sz="1800" dirty="0">
              <a:solidFill>
                <a:schemeClr val="bg1"/>
              </a:solidFill>
            </a:endParaRPr>
          </a:p>
          <a:p>
            <a:pPr algn="l"/>
            <a:r>
              <a:rPr lang="en-US" altLang="zh-CN" sz="1800" dirty="0">
                <a:solidFill>
                  <a:schemeClr val="bg1"/>
                </a:solidFill>
              </a:rPr>
              <a:t>	return </a:t>
            </a:r>
            <a:r>
              <a:rPr lang="en-US" altLang="zh-CN" sz="1800" dirty="0" err="1">
                <a:solidFill>
                  <a:schemeClr val="bg1"/>
                </a:solidFill>
              </a:rPr>
              <a:t>amountOfMoney</a:t>
            </a:r>
            <a:r>
              <a:rPr lang="en-US" altLang="zh-CN" sz="1800" dirty="0">
                <a:solidFill>
                  <a:schemeClr val="bg1"/>
                </a:solidFill>
              </a:rPr>
              <a:t>;</a:t>
            </a:r>
            <a:endParaRPr lang="en-US" altLang="zh-CN" sz="1800" dirty="0">
              <a:solidFill>
                <a:schemeClr val="bg1"/>
              </a:solidFill>
            </a:endParaRPr>
          </a:p>
          <a:p>
            <a:pPr algn="l"/>
            <a:r>
              <a:rPr lang="en-US" altLang="zh-CN" sz="1800" dirty="0" smtClean="0">
                <a:solidFill>
                  <a:schemeClr val="bg1"/>
                </a:solidFill>
              </a:rPr>
              <a:t>      }</a:t>
            </a:r>
            <a:endParaRPr lang="en-US" altLang="zh-CN" sz="1800" dirty="0">
              <a:solidFill>
                <a:schemeClr val="bg1"/>
              </a:solidFill>
            </a:endParaRPr>
          </a:p>
          <a:p>
            <a:pPr algn="l"/>
            <a:r>
              <a:rPr lang="en-US" altLang="zh-CN" sz="1800" dirty="0">
                <a:solidFill>
                  <a:schemeClr val="bg1"/>
                </a:solidFill>
              </a:rPr>
              <a:t>}</a:t>
            </a:r>
            <a:endParaRPr lang="zh-CN" altLang="en-US" sz="1800" dirty="0">
              <a:solidFill>
                <a:schemeClr val="bg1"/>
              </a:solidFill>
            </a:endParaRPr>
          </a:p>
        </p:txBody>
      </p:sp>
    </p:spTree>
  </p:cSld>
  <p:clrMapOvr>
    <a:masterClrMapping/>
  </p:clrMapOvr>
  <p:transition>
    <p:push/>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标题 1"/>
          <p:cNvSpPr>
            <a:spLocks noGrp="1"/>
          </p:cNvSpPr>
          <p:nvPr>
            <p:ph type="title"/>
          </p:nvPr>
        </p:nvSpPr>
        <p:spPr/>
        <p:txBody>
          <a:bodyPr/>
          <a:lstStyle/>
          <a:p>
            <a:r>
              <a:rPr lang="zh-CN" altLang="en-US" smtClean="0">
                <a:latin typeface="微软雅黑" panose="020B0503020204020204" pitchFamily="34" charset="-122"/>
                <a:ea typeface="微软雅黑" panose="020B0503020204020204" pitchFamily="34" charset="-122"/>
              </a:rPr>
              <a:t>类的关联关系</a:t>
            </a:r>
            <a:endParaRPr lang="zh-CN" altLang="en-US" smtClean="0">
              <a:latin typeface="微软雅黑" panose="020B0503020204020204" pitchFamily="34" charset="-122"/>
              <a:ea typeface="微软雅黑" panose="020B0503020204020204" pitchFamily="34" charset="-122"/>
            </a:endParaRPr>
          </a:p>
        </p:txBody>
      </p:sp>
      <p:sp>
        <p:nvSpPr>
          <p:cNvPr id="7" name="内容占位符 6"/>
          <p:cNvSpPr>
            <a:spLocks noGrp="1"/>
          </p:cNvSpPr>
          <p:nvPr>
            <p:ph idx="1"/>
          </p:nvPr>
        </p:nvSpPr>
        <p:spPr/>
        <p:txBody>
          <a:bodyPr/>
          <a:lstStyle/>
          <a:p>
            <a:endParaRPr lang="zh-CN" altLang="en-US" dirty="0"/>
          </a:p>
        </p:txBody>
      </p:sp>
      <p:pic>
        <p:nvPicPr>
          <p:cNvPr id="64516" name="图片 15"/>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919166" y="1212942"/>
            <a:ext cx="4462462"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4517" name="图片 1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86487" y="1212942"/>
            <a:ext cx="4741863" cy="1214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4518" name="图片 1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42309" y="3421133"/>
            <a:ext cx="2416175" cy="1714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4519" name="图片 1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689724" y="3421133"/>
            <a:ext cx="3108325" cy="1785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push/>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9" name="Rectangle 2"/>
          <p:cNvSpPr>
            <a:spLocks noGrp="1" noChangeArrowheads="1"/>
          </p:cNvSpPr>
          <p:nvPr>
            <p:ph type="title"/>
          </p:nvPr>
        </p:nvSpPr>
        <p:spPr/>
        <p:txBody>
          <a:bodyPr/>
          <a:lstStyle/>
          <a:p>
            <a:r>
              <a:rPr lang="zh-CN" altLang="en-US" dirty="0" smtClean="0"/>
              <a:t>关联关系</a:t>
            </a:r>
            <a:r>
              <a:rPr lang="zh-CN" altLang="en-US" dirty="0"/>
              <a:t>与</a:t>
            </a:r>
            <a:r>
              <a:rPr lang="en-US" altLang="zh-CN" dirty="0" smtClean="0"/>
              <a:t>Java</a:t>
            </a:r>
            <a:endParaRPr lang="zh-CN" altLang="en-US" dirty="0" smtClean="0"/>
          </a:p>
        </p:txBody>
      </p:sp>
      <p:pic>
        <p:nvPicPr>
          <p:cNvPr id="65540" name="Picture 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909199" y="1188000"/>
            <a:ext cx="4556568" cy="1169441"/>
          </a:xfrm>
          <a:prstGeom prst="rect">
            <a:avLst/>
          </a:prstGeom>
          <a:noFill/>
          <a:ln w="9525"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5541" name="Text Box 5"/>
          <p:cNvSpPr txBox="1">
            <a:spLocks noChangeArrowheads="1"/>
          </p:cNvSpPr>
          <p:nvPr/>
        </p:nvSpPr>
        <p:spPr bwMode="auto">
          <a:xfrm>
            <a:off x="918383" y="2636838"/>
            <a:ext cx="3384550" cy="3312442"/>
          </a:xfrm>
          <a:prstGeom prst="rect">
            <a:avLst/>
          </a:prstGeom>
          <a:noFill/>
          <a:ln w="9525" algn="ctr">
            <a:solidFill>
              <a:schemeClr val="bg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000">
                <a:solidFill>
                  <a:schemeClr val="tx1"/>
                </a:solidFill>
                <a:latin typeface="Arial" panose="020B0604020202020204" pitchFamily="34" charset="0"/>
                <a:ea typeface="华文细黑" panose="02010600040101010101" pitchFamily="2" charset="-122"/>
              </a:defRPr>
            </a:lvl1pPr>
            <a:lvl2pPr marL="742950" indent="-285750">
              <a:defRPr sz="2000">
                <a:solidFill>
                  <a:schemeClr val="tx1"/>
                </a:solidFill>
                <a:latin typeface="Arial" panose="020B0604020202020204" pitchFamily="34" charset="0"/>
                <a:ea typeface="华文细黑" panose="02010600040101010101" pitchFamily="2" charset="-122"/>
              </a:defRPr>
            </a:lvl2pPr>
            <a:lvl3pPr marL="1143000" indent="-228600">
              <a:defRPr sz="2000">
                <a:solidFill>
                  <a:schemeClr val="tx1"/>
                </a:solidFill>
                <a:latin typeface="Arial" panose="020B0604020202020204" pitchFamily="34" charset="0"/>
                <a:ea typeface="华文细黑" panose="02010600040101010101" pitchFamily="2" charset="-122"/>
              </a:defRPr>
            </a:lvl3pPr>
            <a:lvl4pPr marL="1600200" indent="-228600">
              <a:defRPr sz="2000">
                <a:solidFill>
                  <a:schemeClr val="tx1"/>
                </a:solidFill>
                <a:latin typeface="Arial" panose="020B0604020202020204" pitchFamily="34" charset="0"/>
                <a:ea typeface="华文细黑" panose="02010600040101010101" pitchFamily="2" charset="-122"/>
              </a:defRPr>
            </a:lvl4pPr>
            <a:lvl5pPr marL="2057400" indent="-228600">
              <a:defRPr sz="2000">
                <a:solidFill>
                  <a:schemeClr val="tx1"/>
                </a:solidFill>
                <a:latin typeface="Arial" panose="020B0604020202020204" pitchFamily="34" charset="0"/>
                <a:ea typeface="华文细黑" panose="02010600040101010101" pitchFamily="2" charset="-122"/>
              </a:defRPr>
            </a:lvl5pPr>
            <a:lvl6pPr marL="2514600" indent="-228600" algn="r" eaLnBrk="0" fontAlgn="base" hangingPunct="0">
              <a:lnSpc>
                <a:spcPct val="75000"/>
              </a:lnSpc>
              <a:spcBef>
                <a:spcPct val="0"/>
              </a:spcBef>
              <a:spcAft>
                <a:spcPct val="0"/>
              </a:spcAft>
              <a:defRPr sz="2000">
                <a:solidFill>
                  <a:schemeClr val="tx1"/>
                </a:solidFill>
                <a:latin typeface="Arial" panose="020B0604020202020204" pitchFamily="34" charset="0"/>
                <a:ea typeface="华文细黑" panose="02010600040101010101" pitchFamily="2" charset="-122"/>
              </a:defRPr>
            </a:lvl6pPr>
            <a:lvl7pPr marL="2971800" indent="-228600" algn="r" eaLnBrk="0" fontAlgn="base" hangingPunct="0">
              <a:lnSpc>
                <a:spcPct val="75000"/>
              </a:lnSpc>
              <a:spcBef>
                <a:spcPct val="0"/>
              </a:spcBef>
              <a:spcAft>
                <a:spcPct val="0"/>
              </a:spcAft>
              <a:defRPr sz="2000">
                <a:solidFill>
                  <a:schemeClr val="tx1"/>
                </a:solidFill>
                <a:latin typeface="Arial" panose="020B0604020202020204" pitchFamily="34" charset="0"/>
                <a:ea typeface="华文细黑" panose="02010600040101010101" pitchFamily="2" charset="-122"/>
              </a:defRPr>
            </a:lvl7pPr>
            <a:lvl8pPr marL="3429000" indent="-228600" algn="r" eaLnBrk="0" fontAlgn="base" hangingPunct="0">
              <a:lnSpc>
                <a:spcPct val="75000"/>
              </a:lnSpc>
              <a:spcBef>
                <a:spcPct val="0"/>
              </a:spcBef>
              <a:spcAft>
                <a:spcPct val="0"/>
              </a:spcAft>
              <a:defRPr sz="2000">
                <a:solidFill>
                  <a:schemeClr val="tx1"/>
                </a:solidFill>
                <a:latin typeface="Arial" panose="020B0604020202020204" pitchFamily="34" charset="0"/>
                <a:ea typeface="华文细黑" panose="02010600040101010101" pitchFamily="2" charset="-122"/>
              </a:defRPr>
            </a:lvl8pPr>
            <a:lvl9pPr marL="3886200" indent="-228600" algn="r" eaLnBrk="0" fontAlgn="base" hangingPunct="0">
              <a:lnSpc>
                <a:spcPct val="75000"/>
              </a:lnSpc>
              <a:spcBef>
                <a:spcPct val="0"/>
              </a:spcBef>
              <a:spcAft>
                <a:spcPct val="0"/>
              </a:spcAft>
              <a:defRPr sz="2000">
                <a:solidFill>
                  <a:schemeClr val="tx1"/>
                </a:solidFill>
                <a:latin typeface="Arial" panose="020B0604020202020204" pitchFamily="34" charset="0"/>
                <a:ea typeface="华文细黑" panose="02010600040101010101" pitchFamily="2" charset="-122"/>
              </a:defRPr>
            </a:lvl9pPr>
          </a:lstStyle>
          <a:p>
            <a:pPr algn="l">
              <a:lnSpc>
                <a:spcPct val="90000"/>
              </a:lnSpc>
              <a:spcBef>
                <a:spcPct val="20000"/>
              </a:spcBef>
            </a:pPr>
            <a:r>
              <a:rPr lang="en-US" altLang="zh-CN" sz="1800" dirty="0">
                <a:solidFill>
                  <a:schemeClr val="bg1"/>
                </a:solidFill>
              </a:rPr>
              <a:t>Public class student {</a:t>
            </a:r>
            <a:endParaRPr lang="en-US" altLang="zh-CN" sz="1800" dirty="0">
              <a:solidFill>
                <a:schemeClr val="bg1"/>
              </a:solidFill>
            </a:endParaRPr>
          </a:p>
          <a:p>
            <a:pPr algn="l">
              <a:lnSpc>
                <a:spcPct val="90000"/>
              </a:lnSpc>
              <a:spcBef>
                <a:spcPct val="20000"/>
              </a:spcBef>
            </a:pPr>
            <a:r>
              <a:rPr lang="en-US" altLang="zh-CN" sz="1800" dirty="0">
                <a:solidFill>
                  <a:schemeClr val="bg1"/>
                </a:solidFill>
              </a:rPr>
              <a:t>  private Book [ ] book;</a:t>
            </a:r>
            <a:endParaRPr lang="en-US" altLang="zh-CN" sz="1800" dirty="0">
              <a:solidFill>
                <a:schemeClr val="bg1"/>
              </a:solidFill>
            </a:endParaRPr>
          </a:p>
          <a:p>
            <a:pPr algn="l">
              <a:lnSpc>
                <a:spcPct val="90000"/>
              </a:lnSpc>
              <a:spcBef>
                <a:spcPct val="20000"/>
              </a:spcBef>
            </a:pPr>
            <a:r>
              <a:rPr lang="en-US" altLang="zh-CN" sz="1800" dirty="0">
                <a:solidFill>
                  <a:schemeClr val="bg1"/>
                </a:solidFill>
              </a:rPr>
              <a:t>  … // other attributes &amp; methods</a:t>
            </a:r>
            <a:endParaRPr lang="en-US" altLang="zh-CN" sz="1800" dirty="0">
              <a:solidFill>
                <a:schemeClr val="bg1"/>
              </a:solidFill>
            </a:endParaRPr>
          </a:p>
          <a:p>
            <a:pPr algn="l">
              <a:lnSpc>
                <a:spcPct val="90000"/>
              </a:lnSpc>
              <a:spcBef>
                <a:spcPct val="20000"/>
              </a:spcBef>
            </a:pPr>
            <a:r>
              <a:rPr lang="en-US" altLang="zh-CN" sz="1800" dirty="0">
                <a:solidFill>
                  <a:schemeClr val="bg1"/>
                </a:solidFill>
              </a:rPr>
              <a:t>} </a:t>
            </a:r>
            <a:endParaRPr lang="en-US" altLang="zh-CN" sz="1800" dirty="0">
              <a:solidFill>
                <a:schemeClr val="bg1"/>
              </a:solidFill>
            </a:endParaRPr>
          </a:p>
          <a:p>
            <a:pPr algn="l">
              <a:lnSpc>
                <a:spcPct val="90000"/>
              </a:lnSpc>
              <a:spcBef>
                <a:spcPct val="20000"/>
              </a:spcBef>
            </a:pPr>
            <a:endParaRPr lang="en-US" altLang="zh-CN" sz="1800" dirty="0">
              <a:solidFill>
                <a:schemeClr val="bg1"/>
              </a:solidFill>
            </a:endParaRPr>
          </a:p>
          <a:p>
            <a:pPr algn="l">
              <a:lnSpc>
                <a:spcPct val="90000"/>
              </a:lnSpc>
              <a:spcBef>
                <a:spcPct val="20000"/>
              </a:spcBef>
            </a:pPr>
            <a:r>
              <a:rPr lang="en-US" altLang="zh-CN" sz="1800" dirty="0">
                <a:solidFill>
                  <a:schemeClr val="bg1"/>
                </a:solidFill>
              </a:rPr>
              <a:t>Public class Book {</a:t>
            </a:r>
            <a:endParaRPr lang="en-US" altLang="zh-CN" sz="1800" dirty="0">
              <a:solidFill>
                <a:schemeClr val="bg1"/>
              </a:solidFill>
            </a:endParaRPr>
          </a:p>
          <a:p>
            <a:pPr algn="l">
              <a:lnSpc>
                <a:spcPct val="90000"/>
              </a:lnSpc>
              <a:spcBef>
                <a:spcPct val="20000"/>
              </a:spcBef>
            </a:pPr>
            <a:r>
              <a:rPr lang="en-US" altLang="zh-CN" sz="1800" dirty="0">
                <a:solidFill>
                  <a:schemeClr val="bg1"/>
                </a:solidFill>
              </a:rPr>
              <a:t>  private Student </a:t>
            </a:r>
            <a:r>
              <a:rPr lang="en-US" altLang="zh-CN" sz="1800" dirty="0" err="1">
                <a:solidFill>
                  <a:schemeClr val="bg1"/>
                </a:solidFill>
              </a:rPr>
              <a:t>student</a:t>
            </a:r>
            <a:r>
              <a:rPr lang="en-US" altLang="zh-CN" sz="1800" dirty="0">
                <a:solidFill>
                  <a:schemeClr val="bg1"/>
                </a:solidFill>
              </a:rPr>
              <a:t>;</a:t>
            </a:r>
            <a:endParaRPr lang="en-US" altLang="zh-CN" sz="1800" dirty="0">
              <a:solidFill>
                <a:schemeClr val="bg1"/>
              </a:solidFill>
            </a:endParaRPr>
          </a:p>
          <a:p>
            <a:pPr algn="l">
              <a:lnSpc>
                <a:spcPct val="90000"/>
              </a:lnSpc>
              <a:spcBef>
                <a:spcPct val="20000"/>
              </a:spcBef>
            </a:pPr>
            <a:r>
              <a:rPr lang="en-US" altLang="zh-CN" sz="1800" dirty="0">
                <a:solidFill>
                  <a:schemeClr val="bg1"/>
                </a:solidFill>
              </a:rPr>
              <a:t>  … // other attributes &amp; methods</a:t>
            </a:r>
            <a:endParaRPr lang="en-US" altLang="zh-CN" sz="1800" dirty="0">
              <a:solidFill>
                <a:schemeClr val="bg1"/>
              </a:solidFill>
            </a:endParaRPr>
          </a:p>
          <a:p>
            <a:pPr algn="l">
              <a:lnSpc>
                <a:spcPct val="90000"/>
              </a:lnSpc>
              <a:spcBef>
                <a:spcPct val="20000"/>
              </a:spcBef>
            </a:pPr>
            <a:r>
              <a:rPr lang="en-US" altLang="zh-CN" sz="1800" dirty="0">
                <a:solidFill>
                  <a:schemeClr val="bg1"/>
                </a:solidFill>
              </a:rPr>
              <a:t>}</a:t>
            </a:r>
            <a:endParaRPr lang="en-US" altLang="zh-CN" sz="1800" dirty="0">
              <a:solidFill>
                <a:schemeClr val="bg1"/>
              </a:solidFill>
            </a:endParaRPr>
          </a:p>
        </p:txBody>
      </p:sp>
      <p:pic>
        <p:nvPicPr>
          <p:cNvPr id="65542"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91358" y="1188000"/>
            <a:ext cx="4446814" cy="1141273"/>
          </a:xfrm>
          <a:prstGeom prst="rect">
            <a:avLst/>
          </a:prstGeom>
          <a:noFill/>
          <a:ln w="9525"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5543" name="Text Box 7"/>
          <p:cNvSpPr txBox="1">
            <a:spLocks noChangeArrowheads="1"/>
          </p:cNvSpPr>
          <p:nvPr/>
        </p:nvSpPr>
        <p:spPr bwMode="auto">
          <a:xfrm>
            <a:off x="6491358" y="2636838"/>
            <a:ext cx="3384550" cy="3312442"/>
          </a:xfrm>
          <a:prstGeom prst="rect">
            <a:avLst/>
          </a:prstGeom>
          <a:noFill/>
          <a:ln w="9525" algn="ctr">
            <a:solidFill>
              <a:schemeClr val="bg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000">
                <a:solidFill>
                  <a:schemeClr val="tx1"/>
                </a:solidFill>
                <a:latin typeface="Arial" panose="020B0604020202020204" pitchFamily="34" charset="0"/>
                <a:ea typeface="华文细黑" panose="02010600040101010101" pitchFamily="2" charset="-122"/>
              </a:defRPr>
            </a:lvl1pPr>
            <a:lvl2pPr marL="742950" indent="-285750">
              <a:defRPr sz="2000">
                <a:solidFill>
                  <a:schemeClr val="tx1"/>
                </a:solidFill>
                <a:latin typeface="Arial" panose="020B0604020202020204" pitchFamily="34" charset="0"/>
                <a:ea typeface="华文细黑" panose="02010600040101010101" pitchFamily="2" charset="-122"/>
              </a:defRPr>
            </a:lvl2pPr>
            <a:lvl3pPr marL="1143000" indent="-228600">
              <a:defRPr sz="2000">
                <a:solidFill>
                  <a:schemeClr val="tx1"/>
                </a:solidFill>
                <a:latin typeface="Arial" panose="020B0604020202020204" pitchFamily="34" charset="0"/>
                <a:ea typeface="华文细黑" panose="02010600040101010101" pitchFamily="2" charset="-122"/>
              </a:defRPr>
            </a:lvl3pPr>
            <a:lvl4pPr marL="1600200" indent="-228600">
              <a:defRPr sz="2000">
                <a:solidFill>
                  <a:schemeClr val="tx1"/>
                </a:solidFill>
                <a:latin typeface="Arial" panose="020B0604020202020204" pitchFamily="34" charset="0"/>
                <a:ea typeface="华文细黑" panose="02010600040101010101" pitchFamily="2" charset="-122"/>
              </a:defRPr>
            </a:lvl4pPr>
            <a:lvl5pPr marL="2057400" indent="-228600">
              <a:defRPr sz="2000">
                <a:solidFill>
                  <a:schemeClr val="tx1"/>
                </a:solidFill>
                <a:latin typeface="Arial" panose="020B0604020202020204" pitchFamily="34" charset="0"/>
                <a:ea typeface="华文细黑" panose="02010600040101010101" pitchFamily="2" charset="-122"/>
              </a:defRPr>
            </a:lvl5pPr>
            <a:lvl6pPr marL="2514600" indent="-228600" algn="r" eaLnBrk="0" fontAlgn="base" hangingPunct="0">
              <a:lnSpc>
                <a:spcPct val="75000"/>
              </a:lnSpc>
              <a:spcBef>
                <a:spcPct val="0"/>
              </a:spcBef>
              <a:spcAft>
                <a:spcPct val="0"/>
              </a:spcAft>
              <a:defRPr sz="2000">
                <a:solidFill>
                  <a:schemeClr val="tx1"/>
                </a:solidFill>
                <a:latin typeface="Arial" panose="020B0604020202020204" pitchFamily="34" charset="0"/>
                <a:ea typeface="华文细黑" panose="02010600040101010101" pitchFamily="2" charset="-122"/>
              </a:defRPr>
            </a:lvl6pPr>
            <a:lvl7pPr marL="2971800" indent="-228600" algn="r" eaLnBrk="0" fontAlgn="base" hangingPunct="0">
              <a:lnSpc>
                <a:spcPct val="75000"/>
              </a:lnSpc>
              <a:spcBef>
                <a:spcPct val="0"/>
              </a:spcBef>
              <a:spcAft>
                <a:spcPct val="0"/>
              </a:spcAft>
              <a:defRPr sz="2000">
                <a:solidFill>
                  <a:schemeClr val="tx1"/>
                </a:solidFill>
                <a:latin typeface="Arial" panose="020B0604020202020204" pitchFamily="34" charset="0"/>
                <a:ea typeface="华文细黑" panose="02010600040101010101" pitchFamily="2" charset="-122"/>
              </a:defRPr>
            </a:lvl7pPr>
            <a:lvl8pPr marL="3429000" indent="-228600" algn="r" eaLnBrk="0" fontAlgn="base" hangingPunct="0">
              <a:lnSpc>
                <a:spcPct val="75000"/>
              </a:lnSpc>
              <a:spcBef>
                <a:spcPct val="0"/>
              </a:spcBef>
              <a:spcAft>
                <a:spcPct val="0"/>
              </a:spcAft>
              <a:defRPr sz="2000">
                <a:solidFill>
                  <a:schemeClr val="tx1"/>
                </a:solidFill>
                <a:latin typeface="Arial" panose="020B0604020202020204" pitchFamily="34" charset="0"/>
                <a:ea typeface="华文细黑" panose="02010600040101010101" pitchFamily="2" charset="-122"/>
              </a:defRPr>
            </a:lvl8pPr>
            <a:lvl9pPr marL="3886200" indent="-228600" algn="r" eaLnBrk="0" fontAlgn="base" hangingPunct="0">
              <a:lnSpc>
                <a:spcPct val="75000"/>
              </a:lnSpc>
              <a:spcBef>
                <a:spcPct val="0"/>
              </a:spcBef>
              <a:spcAft>
                <a:spcPct val="0"/>
              </a:spcAft>
              <a:defRPr sz="2000">
                <a:solidFill>
                  <a:schemeClr val="tx1"/>
                </a:solidFill>
                <a:latin typeface="Arial" panose="020B0604020202020204" pitchFamily="34" charset="0"/>
                <a:ea typeface="华文细黑" panose="02010600040101010101" pitchFamily="2" charset="-122"/>
              </a:defRPr>
            </a:lvl9pPr>
          </a:lstStyle>
          <a:p>
            <a:pPr algn="l">
              <a:lnSpc>
                <a:spcPct val="90000"/>
              </a:lnSpc>
              <a:spcBef>
                <a:spcPct val="20000"/>
              </a:spcBef>
            </a:pPr>
            <a:r>
              <a:rPr lang="en-US" altLang="zh-CN" sz="1800" dirty="0">
                <a:solidFill>
                  <a:schemeClr val="bg1"/>
                </a:solidFill>
              </a:rPr>
              <a:t>Public class student {</a:t>
            </a:r>
            <a:endParaRPr lang="en-US" altLang="zh-CN" sz="1800" dirty="0">
              <a:solidFill>
                <a:schemeClr val="bg1"/>
              </a:solidFill>
            </a:endParaRPr>
          </a:p>
          <a:p>
            <a:pPr algn="l">
              <a:lnSpc>
                <a:spcPct val="90000"/>
              </a:lnSpc>
              <a:spcBef>
                <a:spcPct val="20000"/>
              </a:spcBef>
            </a:pPr>
            <a:r>
              <a:rPr lang="en-US" altLang="zh-CN" sz="1800" dirty="0">
                <a:solidFill>
                  <a:schemeClr val="bg1"/>
                </a:solidFill>
              </a:rPr>
              <a:t>  private Book [ ] book;</a:t>
            </a:r>
            <a:endParaRPr lang="en-US" altLang="zh-CN" sz="1800" dirty="0">
              <a:solidFill>
                <a:schemeClr val="bg1"/>
              </a:solidFill>
            </a:endParaRPr>
          </a:p>
          <a:p>
            <a:pPr algn="l">
              <a:lnSpc>
                <a:spcPct val="90000"/>
              </a:lnSpc>
              <a:spcBef>
                <a:spcPct val="20000"/>
              </a:spcBef>
            </a:pPr>
            <a:r>
              <a:rPr lang="en-US" altLang="zh-CN" sz="1800" dirty="0">
                <a:solidFill>
                  <a:schemeClr val="bg1"/>
                </a:solidFill>
              </a:rPr>
              <a:t>  … // other attributes &amp; methods</a:t>
            </a:r>
            <a:endParaRPr lang="en-US" altLang="zh-CN" sz="1800" dirty="0">
              <a:solidFill>
                <a:schemeClr val="bg1"/>
              </a:solidFill>
            </a:endParaRPr>
          </a:p>
          <a:p>
            <a:pPr algn="l">
              <a:lnSpc>
                <a:spcPct val="90000"/>
              </a:lnSpc>
              <a:spcBef>
                <a:spcPct val="20000"/>
              </a:spcBef>
            </a:pPr>
            <a:r>
              <a:rPr lang="en-US" altLang="zh-CN" sz="1800" dirty="0">
                <a:solidFill>
                  <a:schemeClr val="bg1"/>
                </a:solidFill>
              </a:rPr>
              <a:t>} </a:t>
            </a:r>
            <a:endParaRPr lang="en-US" altLang="zh-CN" sz="1800" dirty="0">
              <a:solidFill>
                <a:schemeClr val="bg1"/>
              </a:solidFill>
            </a:endParaRPr>
          </a:p>
          <a:p>
            <a:pPr algn="l">
              <a:lnSpc>
                <a:spcPct val="90000"/>
              </a:lnSpc>
              <a:spcBef>
                <a:spcPct val="20000"/>
              </a:spcBef>
            </a:pPr>
            <a:endParaRPr lang="en-US" altLang="zh-CN" sz="1800" dirty="0">
              <a:solidFill>
                <a:schemeClr val="bg1"/>
              </a:solidFill>
            </a:endParaRPr>
          </a:p>
          <a:p>
            <a:pPr algn="l">
              <a:lnSpc>
                <a:spcPct val="90000"/>
              </a:lnSpc>
              <a:spcBef>
                <a:spcPct val="20000"/>
              </a:spcBef>
            </a:pPr>
            <a:r>
              <a:rPr lang="en-US" altLang="zh-CN" sz="1800" dirty="0">
                <a:solidFill>
                  <a:schemeClr val="bg1"/>
                </a:solidFill>
              </a:rPr>
              <a:t>Public class Book {</a:t>
            </a:r>
            <a:endParaRPr lang="en-US" altLang="zh-CN" sz="1800" dirty="0">
              <a:solidFill>
                <a:schemeClr val="bg1"/>
              </a:solidFill>
            </a:endParaRPr>
          </a:p>
          <a:p>
            <a:pPr algn="l">
              <a:lnSpc>
                <a:spcPct val="90000"/>
              </a:lnSpc>
              <a:spcBef>
                <a:spcPct val="20000"/>
              </a:spcBef>
            </a:pPr>
            <a:r>
              <a:rPr lang="en-US" altLang="zh-CN" sz="1800" dirty="0">
                <a:solidFill>
                  <a:schemeClr val="bg1"/>
                </a:solidFill>
              </a:rPr>
              <a:t>  //  private Student </a:t>
            </a:r>
            <a:r>
              <a:rPr lang="en-US" altLang="zh-CN" sz="1800" dirty="0" err="1">
                <a:solidFill>
                  <a:schemeClr val="bg1"/>
                </a:solidFill>
              </a:rPr>
              <a:t>student</a:t>
            </a:r>
            <a:r>
              <a:rPr lang="en-US" altLang="zh-CN" sz="1800" dirty="0">
                <a:solidFill>
                  <a:schemeClr val="bg1"/>
                </a:solidFill>
              </a:rPr>
              <a:t>;</a:t>
            </a:r>
            <a:endParaRPr lang="en-US" altLang="zh-CN" sz="1800" dirty="0">
              <a:solidFill>
                <a:schemeClr val="bg1"/>
              </a:solidFill>
            </a:endParaRPr>
          </a:p>
          <a:p>
            <a:pPr algn="l">
              <a:lnSpc>
                <a:spcPct val="90000"/>
              </a:lnSpc>
              <a:spcBef>
                <a:spcPct val="20000"/>
              </a:spcBef>
            </a:pPr>
            <a:r>
              <a:rPr lang="en-US" altLang="zh-CN" sz="1800" dirty="0">
                <a:solidFill>
                  <a:schemeClr val="bg1"/>
                </a:solidFill>
              </a:rPr>
              <a:t>  … // other attributes &amp; methods</a:t>
            </a:r>
            <a:endParaRPr lang="en-US" altLang="zh-CN" sz="1800" dirty="0">
              <a:solidFill>
                <a:schemeClr val="bg1"/>
              </a:solidFill>
            </a:endParaRPr>
          </a:p>
          <a:p>
            <a:pPr algn="l">
              <a:lnSpc>
                <a:spcPct val="90000"/>
              </a:lnSpc>
              <a:spcBef>
                <a:spcPct val="20000"/>
              </a:spcBef>
            </a:pPr>
            <a:r>
              <a:rPr lang="en-US" altLang="zh-CN" sz="1800" dirty="0">
                <a:solidFill>
                  <a:schemeClr val="bg1"/>
                </a:solidFill>
              </a:rPr>
              <a:t>}</a:t>
            </a:r>
            <a:endParaRPr lang="en-US" altLang="zh-CN" sz="1800" dirty="0">
              <a:solidFill>
                <a:schemeClr val="bg1"/>
              </a:solidFill>
            </a:endParaRPr>
          </a:p>
        </p:txBody>
      </p:sp>
    </p:spTree>
  </p:cSld>
  <p:clrMapOvr>
    <a:masterClrMapping/>
  </p:clrMapOvr>
  <p:transition>
    <p:push/>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标题 1"/>
          <p:cNvSpPr>
            <a:spLocks noGrp="1"/>
          </p:cNvSpPr>
          <p:nvPr>
            <p:ph type="title"/>
          </p:nvPr>
        </p:nvSpPr>
        <p:spPr/>
        <p:txBody>
          <a:bodyPr/>
          <a:lstStyle/>
          <a:p>
            <a:r>
              <a:rPr lang="zh-CN" altLang="en-US" smtClean="0">
                <a:latin typeface="微软雅黑" panose="020B0503020204020204" pitchFamily="34" charset="-122"/>
                <a:ea typeface="微软雅黑" panose="020B0503020204020204" pitchFamily="34" charset="-122"/>
              </a:rPr>
              <a:t>类的聚合与组合</a:t>
            </a:r>
            <a:endParaRPr lang="zh-CN" altLang="en-US" smtClean="0">
              <a:latin typeface="微软雅黑" panose="020B0503020204020204" pitchFamily="34" charset="-122"/>
              <a:ea typeface="微软雅黑" panose="020B0503020204020204" pitchFamily="34" charset="-122"/>
            </a:endParaRPr>
          </a:p>
        </p:txBody>
      </p:sp>
      <p:sp>
        <p:nvSpPr>
          <p:cNvPr id="7" name="内容占位符 6"/>
          <p:cNvSpPr>
            <a:spLocks noGrp="1"/>
          </p:cNvSpPr>
          <p:nvPr>
            <p:ph idx="1"/>
          </p:nvPr>
        </p:nvSpPr>
        <p:spPr/>
        <p:txBody>
          <a:bodyPr/>
          <a:lstStyle/>
          <a:p>
            <a:endParaRPr lang="zh-CN" altLang="en-US"/>
          </a:p>
        </p:txBody>
      </p:sp>
      <p:pic>
        <p:nvPicPr>
          <p:cNvPr id="66564" name="图片 23"/>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309816" y="1571625"/>
            <a:ext cx="4929187" cy="1447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6565" name="图片 1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52938" y="3929063"/>
            <a:ext cx="5218112" cy="1643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push/>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标题 1"/>
          <p:cNvSpPr>
            <a:spLocks noGrp="1"/>
          </p:cNvSpPr>
          <p:nvPr>
            <p:ph type="title"/>
          </p:nvPr>
        </p:nvSpPr>
        <p:spPr/>
        <p:txBody>
          <a:bodyPr/>
          <a:lstStyle/>
          <a:p>
            <a:r>
              <a:rPr lang="zh-CN" altLang="en-US" smtClean="0"/>
              <a:t>聚合关系与</a:t>
            </a:r>
            <a:r>
              <a:rPr lang="en-US" altLang="zh-CN" smtClean="0"/>
              <a:t>Java</a:t>
            </a:r>
            <a:endParaRPr lang="zh-CN" altLang="en-US" smtClean="0"/>
          </a:p>
        </p:txBody>
      </p:sp>
      <p:pic>
        <p:nvPicPr>
          <p:cNvPr id="67588"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6419414" y="2276872"/>
            <a:ext cx="5334610" cy="2985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7589" name="矩形 5"/>
          <p:cNvSpPr>
            <a:spLocks noChangeArrowheads="1"/>
          </p:cNvSpPr>
          <p:nvPr/>
        </p:nvSpPr>
        <p:spPr bwMode="auto">
          <a:xfrm>
            <a:off x="1154906" y="909644"/>
            <a:ext cx="5214938" cy="532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ea typeface="华文细黑" panose="02010600040101010101" pitchFamily="2" charset="-122"/>
              </a:defRPr>
            </a:lvl1pPr>
            <a:lvl2pPr marL="742950" indent="-285750">
              <a:defRPr sz="2000">
                <a:solidFill>
                  <a:schemeClr val="tx1"/>
                </a:solidFill>
                <a:latin typeface="Arial" panose="020B0604020202020204" pitchFamily="34" charset="0"/>
                <a:ea typeface="华文细黑" panose="02010600040101010101" pitchFamily="2" charset="-122"/>
              </a:defRPr>
            </a:lvl2pPr>
            <a:lvl3pPr marL="1143000" indent="-228600">
              <a:defRPr sz="2000">
                <a:solidFill>
                  <a:schemeClr val="tx1"/>
                </a:solidFill>
                <a:latin typeface="Arial" panose="020B0604020202020204" pitchFamily="34" charset="0"/>
                <a:ea typeface="华文细黑" panose="02010600040101010101" pitchFamily="2" charset="-122"/>
              </a:defRPr>
            </a:lvl3pPr>
            <a:lvl4pPr marL="1600200" indent="-228600">
              <a:defRPr sz="2000">
                <a:solidFill>
                  <a:schemeClr val="tx1"/>
                </a:solidFill>
                <a:latin typeface="Arial" panose="020B0604020202020204" pitchFamily="34" charset="0"/>
                <a:ea typeface="华文细黑" panose="02010600040101010101" pitchFamily="2" charset="-122"/>
              </a:defRPr>
            </a:lvl4pPr>
            <a:lvl5pPr marL="2057400" indent="-228600">
              <a:defRPr sz="2000">
                <a:solidFill>
                  <a:schemeClr val="tx1"/>
                </a:solidFill>
                <a:latin typeface="Arial" panose="020B0604020202020204" pitchFamily="34" charset="0"/>
                <a:ea typeface="华文细黑" panose="02010600040101010101" pitchFamily="2" charset="-122"/>
              </a:defRPr>
            </a:lvl5pPr>
            <a:lvl6pPr marL="2514600" indent="-228600" algn="r" eaLnBrk="0" fontAlgn="base" hangingPunct="0">
              <a:lnSpc>
                <a:spcPct val="75000"/>
              </a:lnSpc>
              <a:spcBef>
                <a:spcPct val="0"/>
              </a:spcBef>
              <a:spcAft>
                <a:spcPct val="0"/>
              </a:spcAft>
              <a:defRPr sz="2000">
                <a:solidFill>
                  <a:schemeClr val="tx1"/>
                </a:solidFill>
                <a:latin typeface="Arial" panose="020B0604020202020204" pitchFamily="34" charset="0"/>
                <a:ea typeface="华文细黑" panose="02010600040101010101" pitchFamily="2" charset="-122"/>
              </a:defRPr>
            </a:lvl6pPr>
            <a:lvl7pPr marL="2971800" indent="-228600" algn="r" eaLnBrk="0" fontAlgn="base" hangingPunct="0">
              <a:lnSpc>
                <a:spcPct val="75000"/>
              </a:lnSpc>
              <a:spcBef>
                <a:spcPct val="0"/>
              </a:spcBef>
              <a:spcAft>
                <a:spcPct val="0"/>
              </a:spcAft>
              <a:defRPr sz="2000">
                <a:solidFill>
                  <a:schemeClr val="tx1"/>
                </a:solidFill>
                <a:latin typeface="Arial" panose="020B0604020202020204" pitchFamily="34" charset="0"/>
                <a:ea typeface="华文细黑" panose="02010600040101010101" pitchFamily="2" charset="-122"/>
              </a:defRPr>
            </a:lvl7pPr>
            <a:lvl8pPr marL="3429000" indent="-228600" algn="r" eaLnBrk="0" fontAlgn="base" hangingPunct="0">
              <a:lnSpc>
                <a:spcPct val="75000"/>
              </a:lnSpc>
              <a:spcBef>
                <a:spcPct val="0"/>
              </a:spcBef>
              <a:spcAft>
                <a:spcPct val="0"/>
              </a:spcAft>
              <a:defRPr sz="2000">
                <a:solidFill>
                  <a:schemeClr val="tx1"/>
                </a:solidFill>
                <a:latin typeface="Arial" panose="020B0604020202020204" pitchFamily="34" charset="0"/>
                <a:ea typeface="华文细黑" panose="02010600040101010101" pitchFamily="2" charset="-122"/>
              </a:defRPr>
            </a:lvl8pPr>
            <a:lvl9pPr marL="3886200" indent="-228600" algn="r" eaLnBrk="0" fontAlgn="base" hangingPunct="0">
              <a:lnSpc>
                <a:spcPct val="75000"/>
              </a:lnSpc>
              <a:spcBef>
                <a:spcPct val="0"/>
              </a:spcBef>
              <a:spcAft>
                <a:spcPct val="0"/>
              </a:spcAft>
              <a:defRPr sz="2000">
                <a:solidFill>
                  <a:schemeClr val="tx1"/>
                </a:solidFill>
                <a:latin typeface="Arial" panose="020B0604020202020204" pitchFamily="34" charset="0"/>
                <a:ea typeface="华文细黑" panose="02010600040101010101" pitchFamily="2" charset="-122"/>
              </a:defRPr>
            </a:lvl9pPr>
          </a:lstStyle>
          <a:p>
            <a:pPr algn="l">
              <a:lnSpc>
                <a:spcPct val="100000"/>
              </a:lnSpc>
            </a:pPr>
            <a:r>
              <a:rPr lang="en-US" altLang="zh-CN" dirty="0">
                <a:solidFill>
                  <a:schemeClr val="bg1"/>
                </a:solidFill>
              </a:rPr>
              <a:t>public class Shipment</a:t>
            </a:r>
            <a:endParaRPr lang="en-US" altLang="zh-CN" dirty="0">
              <a:solidFill>
                <a:schemeClr val="bg1"/>
              </a:solidFill>
            </a:endParaRPr>
          </a:p>
          <a:p>
            <a:pPr algn="l">
              <a:lnSpc>
                <a:spcPct val="100000"/>
              </a:lnSpc>
            </a:pPr>
            <a:r>
              <a:rPr lang="en-US" altLang="zh-CN" dirty="0">
                <a:solidFill>
                  <a:schemeClr val="bg1"/>
                </a:solidFill>
              </a:rPr>
              <a:t>{</a:t>
            </a:r>
            <a:endParaRPr lang="en-US" altLang="zh-CN" dirty="0">
              <a:solidFill>
                <a:schemeClr val="bg1"/>
              </a:solidFill>
            </a:endParaRPr>
          </a:p>
          <a:p>
            <a:pPr algn="l">
              <a:lnSpc>
                <a:spcPct val="100000"/>
              </a:lnSpc>
            </a:pPr>
            <a:r>
              <a:rPr lang="en-US" altLang="zh-CN" dirty="0">
                <a:solidFill>
                  <a:schemeClr val="bg1"/>
                </a:solidFill>
              </a:rPr>
              <a:t>	private Ship </a:t>
            </a:r>
            <a:r>
              <a:rPr lang="en-US" altLang="zh-CN" dirty="0" err="1">
                <a:solidFill>
                  <a:schemeClr val="bg1"/>
                </a:solidFill>
              </a:rPr>
              <a:t>ship</a:t>
            </a:r>
            <a:r>
              <a:rPr lang="en-US" altLang="zh-CN" dirty="0">
                <a:solidFill>
                  <a:schemeClr val="bg1"/>
                </a:solidFill>
              </a:rPr>
              <a:t>;</a:t>
            </a:r>
            <a:endParaRPr lang="en-US" altLang="zh-CN" dirty="0">
              <a:solidFill>
                <a:schemeClr val="bg1"/>
              </a:solidFill>
            </a:endParaRPr>
          </a:p>
          <a:p>
            <a:pPr algn="l">
              <a:lnSpc>
                <a:spcPct val="100000"/>
              </a:lnSpc>
            </a:pPr>
            <a:r>
              <a:rPr lang="en-US" altLang="zh-CN" dirty="0">
                <a:solidFill>
                  <a:schemeClr val="bg1"/>
                </a:solidFill>
              </a:rPr>
              <a:t>	private Customer[] customer;</a:t>
            </a:r>
            <a:endParaRPr lang="en-US" altLang="zh-CN" dirty="0">
              <a:solidFill>
                <a:schemeClr val="bg1"/>
              </a:solidFill>
            </a:endParaRPr>
          </a:p>
          <a:p>
            <a:pPr algn="l">
              <a:lnSpc>
                <a:spcPct val="100000"/>
              </a:lnSpc>
            </a:pPr>
            <a:r>
              <a:rPr lang="en-US" altLang="zh-CN" dirty="0">
                <a:solidFill>
                  <a:schemeClr val="bg1"/>
                </a:solidFill>
              </a:rPr>
              <a:t>}</a:t>
            </a:r>
            <a:endParaRPr lang="en-US" altLang="zh-CN" dirty="0">
              <a:solidFill>
                <a:schemeClr val="bg1"/>
              </a:solidFill>
            </a:endParaRPr>
          </a:p>
          <a:p>
            <a:pPr algn="l">
              <a:lnSpc>
                <a:spcPct val="100000"/>
              </a:lnSpc>
            </a:pPr>
            <a:endParaRPr lang="en-US" altLang="zh-CN" dirty="0">
              <a:solidFill>
                <a:schemeClr val="bg1"/>
              </a:solidFill>
            </a:endParaRPr>
          </a:p>
          <a:p>
            <a:pPr algn="l">
              <a:lnSpc>
                <a:spcPct val="100000"/>
              </a:lnSpc>
            </a:pPr>
            <a:r>
              <a:rPr lang="en-US" altLang="zh-CN" dirty="0">
                <a:solidFill>
                  <a:schemeClr val="bg1"/>
                </a:solidFill>
              </a:rPr>
              <a:t>public class Ship</a:t>
            </a:r>
            <a:endParaRPr lang="en-US" altLang="zh-CN" dirty="0">
              <a:solidFill>
                <a:schemeClr val="bg1"/>
              </a:solidFill>
            </a:endParaRPr>
          </a:p>
          <a:p>
            <a:pPr algn="l">
              <a:lnSpc>
                <a:spcPct val="100000"/>
              </a:lnSpc>
            </a:pPr>
            <a:r>
              <a:rPr lang="en-US" altLang="zh-CN" dirty="0">
                <a:solidFill>
                  <a:schemeClr val="bg1"/>
                </a:solidFill>
              </a:rPr>
              <a:t>{</a:t>
            </a:r>
            <a:endParaRPr lang="en-US" altLang="zh-CN" dirty="0">
              <a:solidFill>
                <a:schemeClr val="bg1"/>
              </a:solidFill>
            </a:endParaRPr>
          </a:p>
          <a:p>
            <a:pPr algn="l">
              <a:lnSpc>
                <a:spcPct val="100000"/>
              </a:lnSpc>
            </a:pPr>
            <a:r>
              <a:rPr lang="en-US" altLang="zh-CN" dirty="0">
                <a:solidFill>
                  <a:schemeClr val="bg1"/>
                </a:solidFill>
              </a:rPr>
              <a:t>	private String id;</a:t>
            </a:r>
            <a:endParaRPr lang="en-US" altLang="zh-CN" dirty="0">
              <a:solidFill>
                <a:schemeClr val="bg1"/>
              </a:solidFill>
            </a:endParaRPr>
          </a:p>
          <a:p>
            <a:pPr algn="l">
              <a:lnSpc>
                <a:spcPct val="100000"/>
              </a:lnSpc>
            </a:pPr>
            <a:r>
              <a:rPr lang="en-US" altLang="zh-CN" dirty="0">
                <a:solidFill>
                  <a:schemeClr val="bg1"/>
                </a:solidFill>
              </a:rPr>
              <a:t>	private String owner;</a:t>
            </a:r>
            <a:endParaRPr lang="en-US" altLang="zh-CN" dirty="0">
              <a:solidFill>
                <a:schemeClr val="bg1"/>
              </a:solidFill>
            </a:endParaRPr>
          </a:p>
          <a:p>
            <a:pPr algn="l">
              <a:lnSpc>
                <a:spcPct val="100000"/>
              </a:lnSpc>
            </a:pPr>
            <a:r>
              <a:rPr lang="en-US" altLang="zh-CN" dirty="0">
                <a:solidFill>
                  <a:schemeClr val="bg1"/>
                </a:solidFill>
              </a:rPr>
              <a:t>}</a:t>
            </a:r>
            <a:endParaRPr lang="en-US" altLang="zh-CN" dirty="0">
              <a:solidFill>
                <a:schemeClr val="bg1"/>
              </a:solidFill>
            </a:endParaRPr>
          </a:p>
          <a:p>
            <a:pPr algn="l">
              <a:lnSpc>
                <a:spcPct val="100000"/>
              </a:lnSpc>
            </a:pPr>
            <a:endParaRPr lang="en-US" altLang="zh-CN" dirty="0">
              <a:solidFill>
                <a:schemeClr val="bg1"/>
              </a:solidFill>
            </a:endParaRPr>
          </a:p>
          <a:p>
            <a:pPr algn="l">
              <a:lnSpc>
                <a:spcPct val="100000"/>
              </a:lnSpc>
            </a:pPr>
            <a:r>
              <a:rPr lang="en-US" altLang="zh-CN" dirty="0">
                <a:solidFill>
                  <a:schemeClr val="bg1"/>
                </a:solidFill>
              </a:rPr>
              <a:t>public class Customer</a:t>
            </a:r>
            <a:endParaRPr lang="en-US" altLang="zh-CN" dirty="0">
              <a:solidFill>
                <a:schemeClr val="bg1"/>
              </a:solidFill>
            </a:endParaRPr>
          </a:p>
          <a:p>
            <a:pPr algn="l">
              <a:lnSpc>
                <a:spcPct val="100000"/>
              </a:lnSpc>
            </a:pPr>
            <a:r>
              <a:rPr lang="en-US" altLang="zh-CN" dirty="0">
                <a:solidFill>
                  <a:schemeClr val="bg1"/>
                </a:solidFill>
              </a:rPr>
              <a:t>{</a:t>
            </a:r>
            <a:endParaRPr lang="en-US" altLang="zh-CN" dirty="0">
              <a:solidFill>
                <a:schemeClr val="bg1"/>
              </a:solidFill>
            </a:endParaRPr>
          </a:p>
          <a:p>
            <a:pPr algn="l">
              <a:lnSpc>
                <a:spcPct val="100000"/>
              </a:lnSpc>
            </a:pPr>
            <a:r>
              <a:rPr lang="en-US" altLang="zh-CN" dirty="0">
                <a:solidFill>
                  <a:schemeClr val="bg1"/>
                </a:solidFill>
              </a:rPr>
              <a:t>	private String Name;</a:t>
            </a:r>
            <a:endParaRPr lang="en-US" altLang="zh-CN" dirty="0">
              <a:solidFill>
                <a:schemeClr val="bg1"/>
              </a:solidFill>
            </a:endParaRPr>
          </a:p>
          <a:p>
            <a:pPr algn="l">
              <a:lnSpc>
                <a:spcPct val="100000"/>
              </a:lnSpc>
            </a:pPr>
            <a:r>
              <a:rPr lang="en-US" altLang="zh-CN" dirty="0">
                <a:solidFill>
                  <a:schemeClr val="bg1"/>
                </a:solidFill>
              </a:rPr>
              <a:t>	private String </a:t>
            </a:r>
            <a:r>
              <a:rPr lang="en-US" altLang="zh-CN" dirty="0" err="1">
                <a:solidFill>
                  <a:schemeClr val="bg1"/>
                </a:solidFill>
              </a:rPr>
              <a:t>creditCardNumber</a:t>
            </a:r>
            <a:r>
              <a:rPr lang="en-US" altLang="zh-CN" dirty="0">
                <a:solidFill>
                  <a:schemeClr val="bg1"/>
                </a:solidFill>
              </a:rPr>
              <a:t>;</a:t>
            </a:r>
            <a:endParaRPr lang="en-US" altLang="zh-CN" dirty="0">
              <a:solidFill>
                <a:schemeClr val="bg1"/>
              </a:solidFill>
            </a:endParaRPr>
          </a:p>
          <a:p>
            <a:pPr algn="l">
              <a:lnSpc>
                <a:spcPct val="100000"/>
              </a:lnSpc>
            </a:pPr>
            <a:r>
              <a:rPr lang="en-US" altLang="zh-CN" dirty="0">
                <a:solidFill>
                  <a:schemeClr val="bg1"/>
                </a:solidFill>
              </a:rPr>
              <a:t>}</a:t>
            </a:r>
            <a:endParaRPr lang="zh-CN" altLang="en-US" dirty="0">
              <a:solidFill>
                <a:schemeClr val="bg1"/>
              </a:solidFill>
            </a:endParaRPr>
          </a:p>
        </p:txBody>
      </p:sp>
    </p:spTree>
  </p:cSld>
  <p:clrMapOvr>
    <a:masterClrMapping/>
  </p:clrMapOvr>
  <p:transition>
    <p:push/>
  </p:transition>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标题 1"/>
          <p:cNvSpPr>
            <a:spLocks noGrp="1"/>
          </p:cNvSpPr>
          <p:nvPr>
            <p:ph type="title"/>
          </p:nvPr>
        </p:nvSpPr>
        <p:spPr/>
        <p:txBody>
          <a:bodyPr/>
          <a:lstStyle/>
          <a:p>
            <a:r>
              <a:rPr lang="zh-CN" altLang="en-US" smtClean="0"/>
              <a:t>组合关系与</a:t>
            </a:r>
            <a:r>
              <a:rPr lang="en-US" altLang="zh-CN" smtClean="0"/>
              <a:t>Java</a:t>
            </a:r>
            <a:endParaRPr lang="zh-CN" altLang="en-US" smtClean="0"/>
          </a:p>
        </p:txBody>
      </p:sp>
      <p:sp>
        <p:nvSpPr>
          <p:cNvPr id="68612" name="矩形 5"/>
          <p:cNvSpPr>
            <a:spLocks noChangeArrowheads="1"/>
          </p:cNvSpPr>
          <p:nvPr/>
        </p:nvSpPr>
        <p:spPr bwMode="auto">
          <a:xfrm>
            <a:off x="471464" y="1135714"/>
            <a:ext cx="5786438" cy="2786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ea typeface="华文细黑" panose="02010600040101010101" pitchFamily="2" charset="-122"/>
              </a:defRPr>
            </a:lvl1pPr>
            <a:lvl2pPr marL="742950" indent="-285750">
              <a:defRPr sz="2000">
                <a:solidFill>
                  <a:schemeClr val="tx1"/>
                </a:solidFill>
                <a:latin typeface="Arial" panose="020B0604020202020204" pitchFamily="34" charset="0"/>
                <a:ea typeface="华文细黑" panose="02010600040101010101" pitchFamily="2" charset="-122"/>
              </a:defRPr>
            </a:lvl2pPr>
            <a:lvl3pPr marL="1143000" indent="-228600">
              <a:defRPr sz="2000">
                <a:solidFill>
                  <a:schemeClr val="tx1"/>
                </a:solidFill>
                <a:latin typeface="Arial" panose="020B0604020202020204" pitchFamily="34" charset="0"/>
                <a:ea typeface="华文细黑" panose="02010600040101010101" pitchFamily="2" charset="-122"/>
              </a:defRPr>
            </a:lvl3pPr>
            <a:lvl4pPr marL="1600200" indent="-228600">
              <a:defRPr sz="2000">
                <a:solidFill>
                  <a:schemeClr val="tx1"/>
                </a:solidFill>
                <a:latin typeface="Arial" panose="020B0604020202020204" pitchFamily="34" charset="0"/>
                <a:ea typeface="华文细黑" panose="02010600040101010101" pitchFamily="2" charset="-122"/>
              </a:defRPr>
            </a:lvl4pPr>
            <a:lvl5pPr marL="2057400" indent="-228600">
              <a:defRPr sz="2000">
                <a:solidFill>
                  <a:schemeClr val="tx1"/>
                </a:solidFill>
                <a:latin typeface="Arial" panose="020B0604020202020204" pitchFamily="34" charset="0"/>
                <a:ea typeface="华文细黑" panose="02010600040101010101" pitchFamily="2" charset="-122"/>
              </a:defRPr>
            </a:lvl5pPr>
            <a:lvl6pPr marL="2514600" indent="-228600" algn="r" eaLnBrk="0" fontAlgn="base" hangingPunct="0">
              <a:lnSpc>
                <a:spcPct val="75000"/>
              </a:lnSpc>
              <a:spcBef>
                <a:spcPct val="0"/>
              </a:spcBef>
              <a:spcAft>
                <a:spcPct val="0"/>
              </a:spcAft>
              <a:defRPr sz="2000">
                <a:solidFill>
                  <a:schemeClr val="tx1"/>
                </a:solidFill>
                <a:latin typeface="Arial" panose="020B0604020202020204" pitchFamily="34" charset="0"/>
                <a:ea typeface="华文细黑" panose="02010600040101010101" pitchFamily="2" charset="-122"/>
              </a:defRPr>
            </a:lvl6pPr>
            <a:lvl7pPr marL="2971800" indent="-228600" algn="r" eaLnBrk="0" fontAlgn="base" hangingPunct="0">
              <a:lnSpc>
                <a:spcPct val="75000"/>
              </a:lnSpc>
              <a:spcBef>
                <a:spcPct val="0"/>
              </a:spcBef>
              <a:spcAft>
                <a:spcPct val="0"/>
              </a:spcAft>
              <a:defRPr sz="2000">
                <a:solidFill>
                  <a:schemeClr val="tx1"/>
                </a:solidFill>
                <a:latin typeface="Arial" panose="020B0604020202020204" pitchFamily="34" charset="0"/>
                <a:ea typeface="华文细黑" panose="02010600040101010101" pitchFamily="2" charset="-122"/>
              </a:defRPr>
            </a:lvl7pPr>
            <a:lvl8pPr marL="3429000" indent="-228600" algn="r" eaLnBrk="0" fontAlgn="base" hangingPunct="0">
              <a:lnSpc>
                <a:spcPct val="75000"/>
              </a:lnSpc>
              <a:spcBef>
                <a:spcPct val="0"/>
              </a:spcBef>
              <a:spcAft>
                <a:spcPct val="0"/>
              </a:spcAft>
              <a:defRPr sz="2000">
                <a:solidFill>
                  <a:schemeClr val="tx1"/>
                </a:solidFill>
                <a:latin typeface="Arial" panose="020B0604020202020204" pitchFamily="34" charset="0"/>
                <a:ea typeface="华文细黑" panose="02010600040101010101" pitchFamily="2" charset="-122"/>
              </a:defRPr>
            </a:lvl8pPr>
            <a:lvl9pPr marL="3886200" indent="-228600" algn="r" eaLnBrk="0" fontAlgn="base" hangingPunct="0">
              <a:lnSpc>
                <a:spcPct val="75000"/>
              </a:lnSpc>
              <a:spcBef>
                <a:spcPct val="0"/>
              </a:spcBef>
              <a:spcAft>
                <a:spcPct val="0"/>
              </a:spcAft>
              <a:defRPr sz="2000">
                <a:solidFill>
                  <a:schemeClr val="tx1"/>
                </a:solidFill>
                <a:latin typeface="Arial" panose="020B0604020202020204" pitchFamily="34" charset="0"/>
                <a:ea typeface="华文细黑" panose="02010600040101010101" pitchFamily="2" charset="-122"/>
              </a:defRPr>
            </a:lvl9pPr>
          </a:lstStyle>
          <a:p>
            <a:pPr algn="l">
              <a:spcAft>
                <a:spcPts val="600"/>
              </a:spcAft>
            </a:pPr>
            <a:r>
              <a:rPr lang="en-US" altLang="zh-CN" dirty="0">
                <a:solidFill>
                  <a:schemeClr val="bg1"/>
                </a:solidFill>
              </a:rPr>
              <a:t>public class Window extends Frame</a:t>
            </a:r>
            <a:endParaRPr lang="en-US" altLang="zh-CN" dirty="0">
              <a:solidFill>
                <a:schemeClr val="bg1"/>
              </a:solidFill>
            </a:endParaRPr>
          </a:p>
          <a:p>
            <a:pPr algn="l">
              <a:spcAft>
                <a:spcPts val="600"/>
              </a:spcAft>
            </a:pPr>
            <a:r>
              <a:rPr lang="en-US" altLang="zh-CN" dirty="0">
                <a:solidFill>
                  <a:schemeClr val="bg1"/>
                </a:solidFill>
              </a:rPr>
              <a:t>{</a:t>
            </a:r>
            <a:endParaRPr lang="en-US" altLang="zh-CN" dirty="0">
              <a:solidFill>
                <a:schemeClr val="bg1"/>
              </a:solidFill>
            </a:endParaRPr>
          </a:p>
          <a:p>
            <a:pPr algn="l">
              <a:spcAft>
                <a:spcPts val="600"/>
              </a:spcAft>
            </a:pPr>
            <a:r>
              <a:rPr lang="en-US" altLang="zh-CN" dirty="0">
                <a:solidFill>
                  <a:schemeClr val="bg1"/>
                </a:solidFill>
              </a:rPr>
              <a:t>	</a:t>
            </a:r>
            <a:r>
              <a:rPr lang="en-US" altLang="zh-CN" dirty="0" err="1">
                <a:solidFill>
                  <a:schemeClr val="bg1"/>
                </a:solidFill>
              </a:rPr>
              <a:t>TextField</a:t>
            </a:r>
            <a:r>
              <a:rPr lang="en-US" altLang="zh-CN" dirty="0">
                <a:solidFill>
                  <a:schemeClr val="bg1"/>
                </a:solidFill>
              </a:rPr>
              <a:t> txt = new </a:t>
            </a:r>
            <a:r>
              <a:rPr lang="en-US" altLang="zh-CN" dirty="0" err="1">
                <a:solidFill>
                  <a:schemeClr val="bg1"/>
                </a:solidFill>
              </a:rPr>
              <a:t>TextField</a:t>
            </a:r>
            <a:r>
              <a:rPr lang="en-US" altLang="zh-CN" dirty="0">
                <a:solidFill>
                  <a:schemeClr val="bg1"/>
                </a:solidFill>
              </a:rPr>
              <a:t>("hello");</a:t>
            </a:r>
            <a:endParaRPr lang="en-US" altLang="zh-CN" dirty="0">
              <a:solidFill>
                <a:schemeClr val="bg1"/>
              </a:solidFill>
            </a:endParaRPr>
          </a:p>
          <a:p>
            <a:pPr algn="l">
              <a:spcAft>
                <a:spcPts val="600"/>
              </a:spcAft>
            </a:pPr>
            <a:r>
              <a:rPr lang="en-US" altLang="zh-CN" dirty="0">
                <a:solidFill>
                  <a:schemeClr val="bg1"/>
                </a:solidFill>
              </a:rPr>
              <a:t>	Button </a:t>
            </a:r>
            <a:r>
              <a:rPr lang="en-US" altLang="zh-CN" dirty="0" err="1">
                <a:solidFill>
                  <a:schemeClr val="bg1"/>
                </a:solidFill>
              </a:rPr>
              <a:t>btn</a:t>
            </a:r>
            <a:r>
              <a:rPr lang="en-US" altLang="zh-CN" dirty="0">
                <a:solidFill>
                  <a:schemeClr val="bg1"/>
                </a:solidFill>
              </a:rPr>
              <a:t> = new Button("ok");</a:t>
            </a:r>
            <a:endParaRPr lang="en-US" altLang="zh-CN" dirty="0">
              <a:solidFill>
                <a:schemeClr val="bg1"/>
              </a:solidFill>
            </a:endParaRPr>
          </a:p>
          <a:p>
            <a:pPr algn="l">
              <a:spcAft>
                <a:spcPts val="600"/>
              </a:spcAft>
            </a:pPr>
            <a:r>
              <a:rPr lang="en-US" altLang="zh-CN" dirty="0">
                <a:solidFill>
                  <a:schemeClr val="bg1"/>
                </a:solidFill>
              </a:rPr>
              <a:t>	</a:t>
            </a:r>
            <a:r>
              <a:rPr lang="en-US" altLang="zh-CN" dirty="0" err="1">
                <a:solidFill>
                  <a:schemeClr val="bg1"/>
                </a:solidFill>
              </a:rPr>
              <a:t>MenuBar</a:t>
            </a:r>
            <a:r>
              <a:rPr lang="en-US" altLang="zh-CN" dirty="0">
                <a:solidFill>
                  <a:schemeClr val="bg1"/>
                </a:solidFill>
              </a:rPr>
              <a:t> </a:t>
            </a:r>
            <a:r>
              <a:rPr lang="en-US" altLang="zh-CN" dirty="0" err="1">
                <a:solidFill>
                  <a:schemeClr val="bg1"/>
                </a:solidFill>
              </a:rPr>
              <a:t>mbr</a:t>
            </a:r>
            <a:r>
              <a:rPr lang="en-US" altLang="zh-CN" dirty="0">
                <a:solidFill>
                  <a:schemeClr val="bg1"/>
                </a:solidFill>
              </a:rPr>
              <a:t> = new </a:t>
            </a:r>
            <a:r>
              <a:rPr lang="en-US" altLang="zh-CN" dirty="0" err="1">
                <a:solidFill>
                  <a:schemeClr val="bg1"/>
                </a:solidFill>
              </a:rPr>
              <a:t>MenuBar</a:t>
            </a:r>
            <a:r>
              <a:rPr lang="en-US" altLang="zh-CN" dirty="0">
                <a:solidFill>
                  <a:schemeClr val="bg1"/>
                </a:solidFill>
              </a:rPr>
              <a:t>();</a:t>
            </a:r>
            <a:endParaRPr lang="en-US" altLang="zh-CN" dirty="0">
              <a:solidFill>
                <a:schemeClr val="bg1"/>
              </a:solidFill>
            </a:endParaRPr>
          </a:p>
          <a:p>
            <a:pPr algn="l">
              <a:spcAft>
                <a:spcPts val="600"/>
              </a:spcAft>
            </a:pPr>
            <a:r>
              <a:rPr lang="en-US" altLang="zh-CN" dirty="0">
                <a:solidFill>
                  <a:schemeClr val="bg1"/>
                </a:solidFill>
              </a:rPr>
              <a:t>	</a:t>
            </a:r>
            <a:r>
              <a:rPr lang="en-US" altLang="zh-CN" dirty="0" err="1">
                <a:solidFill>
                  <a:schemeClr val="bg1"/>
                </a:solidFill>
              </a:rPr>
              <a:t>MenuItem</a:t>
            </a:r>
            <a:r>
              <a:rPr lang="en-US" altLang="zh-CN" dirty="0">
                <a:solidFill>
                  <a:schemeClr val="bg1"/>
                </a:solidFill>
              </a:rPr>
              <a:t> item = new </a:t>
            </a:r>
            <a:r>
              <a:rPr lang="en-US" altLang="zh-CN" dirty="0" err="1">
                <a:solidFill>
                  <a:schemeClr val="bg1"/>
                </a:solidFill>
              </a:rPr>
              <a:t>MenuItem</a:t>
            </a:r>
            <a:r>
              <a:rPr lang="en-US" altLang="zh-CN" dirty="0">
                <a:solidFill>
                  <a:schemeClr val="bg1"/>
                </a:solidFill>
              </a:rPr>
              <a:t>("Exit");</a:t>
            </a:r>
            <a:endParaRPr lang="en-US" altLang="zh-CN" dirty="0">
              <a:solidFill>
                <a:schemeClr val="bg1"/>
              </a:solidFill>
            </a:endParaRPr>
          </a:p>
          <a:p>
            <a:pPr algn="l">
              <a:spcAft>
                <a:spcPts val="600"/>
              </a:spcAft>
            </a:pPr>
            <a:r>
              <a:rPr lang="en-US" altLang="zh-CN" dirty="0">
                <a:solidFill>
                  <a:schemeClr val="bg1"/>
                </a:solidFill>
              </a:rPr>
              <a:t>	Menu m = new Menu("File");</a:t>
            </a:r>
            <a:endParaRPr lang="en-US" altLang="zh-CN" dirty="0">
              <a:solidFill>
                <a:schemeClr val="bg1"/>
              </a:solidFill>
            </a:endParaRPr>
          </a:p>
          <a:p>
            <a:pPr algn="l">
              <a:spcAft>
                <a:spcPts val="600"/>
              </a:spcAft>
            </a:pPr>
            <a:r>
              <a:rPr lang="en-US" altLang="zh-CN" dirty="0">
                <a:solidFill>
                  <a:schemeClr val="bg1"/>
                </a:solidFill>
              </a:rPr>
              <a:t>......</a:t>
            </a:r>
            <a:endParaRPr lang="en-US" altLang="zh-CN" dirty="0">
              <a:solidFill>
                <a:schemeClr val="bg1"/>
              </a:solidFill>
            </a:endParaRPr>
          </a:p>
          <a:p>
            <a:pPr algn="l">
              <a:spcAft>
                <a:spcPts val="600"/>
              </a:spcAft>
            </a:pPr>
            <a:r>
              <a:rPr lang="en-US" altLang="zh-CN" dirty="0">
                <a:solidFill>
                  <a:schemeClr val="bg1"/>
                </a:solidFill>
              </a:rPr>
              <a:t>}</a:t>
            </a:r>
            <a:endParaRPr lang="zh-CN" altLang="en-US" dirty="0">
              <a:solidFill>
                <a:schemeClr val="bg1"/>
              </a:solidFill>
            </a:endParaRPr>
          </a:p>
        </p:txBody>
      </p:sp>
      <p:pic>
        <p:nvPicPr>
          <p:cNvPr id="68613" name="Picture 3"/>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6672064" y="1130412"/>
            <a:ext cx="5051266" cy="37387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push/>
  </p:transition>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标题 1"/>
          <p:cNvSpPr>
            <a:spLocks noGrp="1"/>
          </p:cNvSpPr>
          <p:nvPr>
            <p:ph type="title"/>
          </p:nvPr>
        </p:nvSpPr>
        <p:spPr/>
        <p:txBody>
          <a:bodyPr/>
          <a:lstStyle/>
          <a:p>
            <a:r>
              <a:rPr lang="zh-CN" altLang="en-US" smtClean="0">
                <a:latin typeface="微软雅黑" panose="020B0503020204020204" pitchFamily="34" charset="-122"/>
                <a:ea typeface="微软雅黑" panose="020B0503020204020204" pitchFamily="34" charset="-122"/>
              </a:rPr>
              <a:t>类的继承</a:t>
            </a:r>
            <a:endParaRPr lang="zh-CN" altLang="en-US" smtClean="0">
              <a:latin typeface="微软雅黑" panose="020B0503020204020204" pitchFamily="34" charset="-122"/>
              <a:ea typeface="微软雅黑" panose="020B0503020204020204" pitchFamily="34" charset="-122"/>
            </a:endParaRPr>
          </a:p>
        </p:txBody>
      </p:sp>
      <p:sp>
        <p:nvSpPr>
          <p:cNvPr id="7" name="内容占位符 6"/>
          <p:cNvSpPr>
            <a:spLocks noGrp="1"/>
          </p:cNvSpPr>
          <p:nvPr>
            <p:ph idx="1"/>
          </p:nvPr>
        </p:nvSpPr>
        <p:spPr/>
        <p:txBody>
          <a:bodyPr/>
          <a:lstStyle/>
          <a:p>
            <a:endParaRPr lang="zh-CN" altLang="en-US" dirty="0"/>
          </a:p>
        </p:txBody>
      </p:sp>
      <p:pic>
        <p:nvPicPr>
          <p:cNvPr id="69636" name="图片 10"/>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468000" y="1188000"/>
            <a:ext cx="4675674" cy="20988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963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98937" y="3687447"/>
            <a:ext cx="7454863" cy="21570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push/>
  </p:transition>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标题 1"/>
          <p:cNvSpPr>
            <a:spLocks noGrp="1"/>
          </p:cNvSpPr>
          <p:nvPr>
            <p:ph type="title"/>
          </p:nvPr>
        </p:nvSpPr>
        <p:spPr/>
        <p:txBody>
          <a:bodyPr/>
          <a:lstStyle/>
          <a:p>
            <a:r>
              <a:rPr lang="zh-CN" altLang="en-US" smtClean="0"/>
              <a:t>关联类</a:t>
            </a:r>
            <a:endParaRPr lang="zh-CN" altLang="en-US" smtClean="0"/>
          </a:p>
        </p:txBody>
      </p:sp>
      <p:sp>
        <p:nvSpPr>
          <p:cNvPr id="70659" name="内容占位符 2"/>
          <p:cNvSpPr>
            <a:spLocks noGrp="1"/>
          </p:cNvSpPr>
          <p:nvPr>
            <p:ph idx="1"/>
          </p:nvPr>
        </p:nvSpPr>
        <p:spPr/>
        <p:txBody>
          <a:bodyPr/>
          <a:lstStyle/>
          <a:p>
            <a:r>
              <a:rPr lang="zh-CN" altLang="zh-CN" sz="2800"/>
              <a:t>在关联建模中，存在一些情况下，需要包括其它类，因为它包含了关于关联的有价值的信息。</a:t>
            </a:r>
            <a:endParaRPr lang="en-US" altLang="zh-CN" sz="2800"/>
          </a:p>
          <a:p>
            <a:r>
              <a:rPr lang="zh-CN" altLang="zh-CN" sz="2800"/>
              <a:t>对于这种情况，使用关联类来绑定这些基本关联。关联类和一般类一样表示。不同的是，主类和关联类之间用一条相交的点线连接</a:t>
            </a:r>
            <a:r>
              <a:rPr lang="zh-CN" altLang="en-US" sz="2800"/>
              <a:t>。</a:t>
            </a:r>
            <a:endParaRPr lang="zh-CN" altLang="en-US" sz="2800"/>
          </a:p>
        </p:txBody>
      </p:sp>
      <p:pic>
        <p:nvPicPr>
          <p:cNvPr id="70661" name="图片 1"/>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177950" y="3678420"/>
            <a:ext cx="6017074" cy="194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push/>
  </p:transition>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3" name="Rectangle 2"/>
          <p:cNvSpPr>
            <a:spLocks noGrp="1" noChangeArrowheads="1"/>
          </p:cNvSpPr>
          <p:nvPr>
            <p:ph type="title"/>
          </p:nvPr>
        </p:nvSpPr>
        <p:spPr/>
        <p:txBody>
          <a:bodyPr/>
          <a:lstStyle/>
          <a:p>
            <a:r>
              <a:rPr lang="zh-CN" altLang="en-US" smtClean="0"/>
              <a:t>保险业务 案例</a:t>
            </a:r>
            <a:endParaRPr lang="zh-CN" altLang="en-US" smtClean="0"/>
          </a:p>
        </p:txBody>
      </p:sp>
      <p:sp>
        <p:nvSpPr>
          <p:cNvPr id="71684" name="Rectangle 3"/>
          <p:cNvSpPr>
            <a:spLocks noGrp="1" noChangeArrowheads="1"/>
          </p:cNvSpPr>
          <p:nvPr>
            <p:ph idx="1"/>
          </p:nvPr>
        </p:nvSpPr>
        <p:spPr>
          <a:xfrm>
            <a:off x="468000" y="974924"/>
            <a:ext cx="11160000" cy="5193916"/>
          </a:xfrm>
        </p:spPr>
        <p:txBody>
          <a:bodyPr/>
          <a:lstStyle/>
          <a:p>
            <a:r>
              <a:rPr lang="zh-CN" altLang="en-US" sz="2400" dirty="0">
                <a:solidFill>
                  <a:srgbClr val="FFFF00"/>
                </a:solidFill>
              </a:rPr>
              <a:t>保险公司</a:t>
            </a:r>
            <a:r>
              <a:rPr lang="zh-CN" altLang="en-US" sz="2400" dirty="0"/>
              <a:t>使用</a:t>
            </a:r>
            <a:r>
              <a:rPr lang="zh-CN" altLang="en-US" sz="2400" dirty="0">
                <a:solidFill>
                  <a:srgbClr val="FFFF00"/>
                </a:solidFill>
              </a:rPr>
              <a:t>保险合同</a:t>
            </a:r>
            <a:r>
              <a:rPr lang="zh-CN" altLang="en-US" sz="2400" dirty="0"/>
              <a:t>来代表</a:t>
            </a:r>
            <a:r>
              <a:rPr lang="zh-CN" altLang="en-US" sz="2400" dirty="0">
                <a:solidFill>
                  <a:srgbClr val="FFFF00"/>
                </a:solidFill>
              </a:rPr>
              <a:t>保险业务</a:t>
            </a:r>
            <a:r>
              <a:rPr lang="zh-CN" altLang="en-US" sz="2400" dirty="0"/>
              <a:t>，这些合同与</a:t>
            </a:r>
            <a:r>
              <a:rPr lang="zh-CN" altLang="en-US" sz="2400" dirty="0">
                <a:solidFill>
                  <a:srgbClr val="FFFF00"/>
                </a:solidFill>
              </a:rPr>
              <a:t>客户</a:t>
            </a:r>
            <a:r>
              <a:rPr lang="zh-CN" altLang="en-US" sz="2400" dirty="0"/>
              <a:t>有关。客户可没有或者具有多个保险合同，这些合同至少与一个保险公司有关。</a:t>
            </a:r>
            <a:endParaRPr lang="zh-CN" altLang="en-US" sz="2400" dirty="0"/>
          </a:p>
          <a:p>
            <a:pPr lvl="1"/>
            <a:r>
              <a:rPr lang="zh-CN" altLang="en-US" sz="2000" dirty="0"/>
              <a:t>保险合同位于一家保险公司和一个或多个客户之间，用它建立保险公司和客户之间的保险关系</a:t>
            </a:r>
            <a:endParaRPr lang="zh-CN" altLang="en-US" sz="2000" dirty="0"/>
          </a:p>
          <a:p>
            <a:pPr lvl="1"/>
            <a:r>
              <a:rPr lang="zh-CN" altLang="en-US" sz="2000" dirty="0"/>
              <a:t>保险合同使用</a:t>
            </a:r>
            <a:r>
              <a:rPr lang="zh-CN" altLang="en-US" sz="2000" dirty="0">
                <a:solidFill>
                  <a:srgbClr val="FFFF00"/>
                </a:solidFill>
              </a:rPr>
              <a:t>保险单</a:t>
            </a:r>
            <a:r>
              <a:rPr lang="zh-CN" altLang="en-US" sz="2000" dirty="0"/>
              <a:t>表示，也就是合同的书面表示</a:t>
            </a:r>
            <a:r>
              <a:rPr lang="en-US" altLang="zh-CN" sz="2000" dirty="0"/>
              <a:t>,</a:t>
            </a:r>
            <a:r>
              <a:rPr lang="zh-CN" altLang="en-US" sz="2000" dirty="0"/>
              <a:t>一个保险单表示一份保险合同。</a:t>
            </a:r>
            <a:endParaRPr lang="zh-CN" altLang="en-US" sz="2000" dirty="0"/>
          </a:p>
          <a:p>
            <a:endParaRPr lang="en-US" altLang="zh-CN" sz="2400" dirty="0"/>
          </a:p>
        </p:txBody>
      </p:sp>
      <p:pic>
        <p:nvPicPr>
          <p:cNvPr id="71685" name="Picture 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804674" y="3258949"/>
            <a:ext cx="5805926" cy="29098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p:push/>
  </p:transition>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7" name="Rectangle 2"/>
          <p:cNvSpPr>
            <a:spLocks noGrp="1" noChangeArrowheads="1"/>
          </p:cNvSpPr>
          <p:nvPr>
            <p:ph type="title"/>
          </p:nvPr>
        </p:nvSpPr>
        <p:spPr/>
        <p:txBody>
          <a:bodyPr/>
          <a:lstStyle/>
          <a:p>
            <a:r>
              <a:rPr lang="zh-CN" altLang="en-US" smtClean="0"/>
              <a:t>例子：油画</a:t>
            </a:r>
            <a:endParaRPr lang="zh-CN" altLang="en-US" smtClean="0"/>
          </a:p>
        </p:txBody>
      </p:sp>
      <p:sp>
        <p:nvSpPr>
          <p:cNvPr id="72708" name="Rectangle 3"/>
          <p:cNvSpPr>
            <a:spLocks noGrp="1" noChangeArrowheads="1"/>
          </p:cNvSpPr>
          <p:nvPr>
            <p:ph idx="1"/>
          </p:nvPr>
        </p:nvSpPr>
        <p:spPr/>
        <p:txBody>
          <a:bodyPr>
            <a:normAutofit/>
          </a:bodyPr>
          <a:lstStyle/>
          <a:p>
            <a:r>
              <a:rPr lang="zh-CN" altLang="en-US" sz="2400" dirty="0" smtClean="0"/>
              <a:t>一幅油画由许多图形组成，图形可以由直线、圆、多边形和各种线型混合而成的组合图等。</a:t>
            </a:r>
            <a:endParaRPr lang="zh-CN" altLang="en-US" sz="2400" dirty="0" smtClean="0"/>
          </a:p>
        </p:txBody>
      </p:sp>
      <p:pic>
        <p:nvPicPr>
          <p:cNvPr id="72709" name="Picture 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328285" y="2348880"/>
            <a:ext cx="9685205" cy="2932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push/>
  </p:transition>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用例模型</a:t>
            </a:r>
            <a:endParaRPr lang="zh-CN" altLang="en-US" dirty="0"/>
          </a:p>
        </p:txBody>
      </p:sp>
      <p:sp>
        <p:nvSpPr>
          <p:cNvPr id="3" name="内容占位符 2"/>
          <p:cNvSpPr>
            <a:spLocks noGrp="1"/>
          </p:cNvSpPr>
          <p:nvPr>
            <p:ph idx="1"/>
          </p:nvPr>
        </p:nvSpPr>
        <p:spPr/>
        <p:txBody>
          <a:bodyPr/>
          <a:lstStyle/>
          <a:p>
            <a:r>
              <a:rPr lang="zh-CN" altLang="en-US" sz="2400" dirty="0" smtClean="0"/>
              <a:t>用例模型由以下四个部分组成：</a:t>
            </a:r>
            <a:endParaRPr lang="en-US" altLang="zh-CN" sz="2400" dirty="0" smtClean="0"/>
          </a:p>
          <a:p>
            <a:pPr lvl="1"/>
            <a:r>
              <a:rPr lang="zh-CN" altLang="en-US" sz="2000" dirty="0" smtClean="0"/>
              <a:t>用例图；</a:t>
            </a:r>
            <a:endParaRPr lang="en-US" altLang="zh-CN" sz="2000" dirty="0" smtClean="0"/>
          </a:p>
          <a:p>
            <a:pPr lvl="1"/>
            <a:r>
              <a:rPr lang="zh-CN" altLang="en-US" sz="2000" dirty="0" smtClean="0"/>
              <a:t>用例说明；</a:t>
            </a:r>
            <a:endParaRPr lang="en-US" altLang="zh-CN" sz="2000" dirty="0" smtClean="0"/>
          </a:p>
          <a:p>
            <a:pPr lvl="1"/>
            <a:r>
              <a:rPr lang="zh-CN" altLang="en-US" sz="2000" dirty="0"/>
              <a:t>系统顺序</a:t>
            </a:r>
            <a:r>
              <a:rPr lang="zh-CN" altLang="en-US" sz="2000" dirty="0" smtClean="0"/>
              <a:t>图（</a:t>
            </a:r>
            <a:r>
              <a:rPr lang="en-US" altLang="zh-CN" sz="2000" dirty="0" smtClean="0"/>
              <a:t>system sequence diagram</a:t>
            </a:r>
            <a:r>
              <a:rPr lang="zh-CN" altLang="en-US" sz="2000" dirty="0" smtClean="0"/>
              <a:t>，</a:t>
            </a:r>
            <a:r>
              <a:rPr lang="en-US" altLang="zh-CN" sz="2000" dirty="0" smtClean="0"/>
              <a:t>option</a:t>
            </a:r>
            <a:r>
              <a:rPr lang="zh-CN" altLang="en-US" sz="2000" dirty="0" smtClean="0"/>
              <a:t>）；</a:t>
            </a:r>
            <a:endParaRPr lang="en-US" altLang="zh-CN" sz="2000" dirty="0" smtClean="0"/>
          </a:p>
          <a:p>
            <a:pPr lvl="1"/>
            <a:r>
              <a:rPr lang="zh-CN" altLang="en-US" sz="2000" dirty="0"/>
              <a:t>操作</a:t>
            </a:r>
            <a:r>
              <a:rPr lang="zh-CN" altLang="en-US" sz="2000" dirty="0" smtClean="0"/>
              <a:t>契约（</a:t>
            </a:r>
            <a:r>
              <a:rPr lang="en-US" altLang="zh-CN" sz="2000" dirty="0" smtClean="0"/>
              <a:t>operation contract</a:t>
            </a:r>
            <a:r>
              <a:rPr lang="zh-CN" altLang="en-US" sz="2000" dirty="0" smtClean="0"/>
              <a:t>，</a:t>
            </a:r>
            <a:r>
              <a:rPr lang="en-US" altLang="zh-CN" sz="2000" dirty="0" smtClean="0"/>
              <a:t>option</a:t>
            </a:r>
            <a:r>
              <a:rPr lang="zh-CN" altLang="en-US" sz="2000" dirty="0" smtClean="0"/>
              <a:t>）</a:t>
            </a:r>
            <a:r>
              <a:rPr lang="en-US" altLang="zh-CN" sz="2000" dirty="0" smtClean="0"/>
              <a:t>;</a:t>
            </a:r>
            <a:endParaRPr lang="en-US" altLang="zh-CN" sz="2000" dirty="0" smtClean="0"/>
          </a:p>
          <a:p>
            <a:r>
              <a:rPr lang="zh-CN" altLang="en-US" sz="2400" dirty="0"/>
              <a:t>以</a:t>
            </a:r>
            <a:r>
              <a:rPr lang="zh-CN" altLang="en-US" sz="2400" dirty="0" smtClean="0"/>
              <a:t>用例为核心从使用者的角度描述和解释待构建系统的功能需求</a:t>
            </a:r>
            <a:endParaRPr lang="en-US" altLang="zh-CN" sz="2400" dirty="0" smtClean="0"/>
          </a:p>
          <a:p>
            <a:endParaRPr lang="zh-CN" altLang="en-US" dirty="0"/>
          </a:p>
        </p:txBody>
      </p:sp>
    </p:spTree>
  </p:cSld>
  <p:clrMapOvr>
    <a:masterClrMapping/>
  </p:clrMapOvr>
  <p:transition>
    <p:push/>
  </p:transition>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用例模型的基本结构</a:t>
            </a:r>
            <a:endParaRPr lang="zh-CN" altLang="en-US" dirty="0"/>
          </a:p>
        </p:txBody>
      </p:sp>
      <p:sp>
        <p:nvSpPr>
          <p:cNvPr id="3" name="内容占位符 2"/>
          <p:cNvSpPr>
            <a:spLocks noGrp="1"/>
          </p:cNvSpPr>
          <p:nvPr>
            <p:ph idx="1"/>
          </p:nvPr>
        </p:nvSpPr>
        <p:spPr/>
        <p:txBody>
          <a:bodyPr/>
          <a:lstStyle/>
          <a:p>
            <a:endParaRPr lang="zh-CN" altLang="en-US"/>
          </a:p>
        </p:txBody>
      </p:sp>
      <p:pic>
        <p:nvPicPr>
          <p:cNvPr id="95234" name="图片 1"/>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703512" y="792142"/>
            <a:ext cx="8578552" cy="53766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push/>
  </p:transition>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标题 1"/>
          <p:cNvSpPr>
            <a:spLocks noGrp="1"/>
          </p:cNvSpPr>
          <p:nvPr>
            <p:ph type="title"/>
          </p:nvPr>
        </p:nvSpPr>
        <p:spPr/>
        <p:txBody>
          <a:bodyPr/>
          <a:lstStyle/>
          <a:p>
            <a:r>
              <a:rPr lang="zh-CN" altLang="en-US" smtClean="0"/>
              <a:t>用例图</a:t>
            </a:r>
            <a:endParaRPr lang="zh-CN" altLang="en-US" smtClean="0"/>
          </a:p>
        </p:txBody>
      </p:sp>
      <p:sp>
        <p:nvSpPr>
          <p:cNvPr id="17411" name="内容占位符 2"/>
          <p:cNvSpPr>
            <a:spLocks noGrp="1"/>
          </p:cNvSpPr>
          <p:nvPr>
            <p:ph idx="1"/>
          </p:nvPr>
        </p:nvSpPr>
        <p:spPr/>
        <p:txBody>
          <a:bodyPr/>
          <a:lstStyle/>
          <a:p>
            <a:r>
              <a:rPr lang="zh-CN" altLang="en-US" sz="2800" dirty="0"/>
              <a:t>用例图由三个基本元素组成</a:t>
            </a:r>
            <a:endParaRPr lang="en-US" altLang="zh-CN" sz="2800" dirty="0"/>
          </a:p>
          <a:p>
            <a:pPr lvl="1"/>
            <a:r>
              <a:rPr lang="en-US" altLang="zh-CN" sz="2400" dirty="0"/>
              <a:t>Actor</a:t>
            </a:r>
            <a:r>
              <a:rPr lang="zh-CN" altLang="en-US" sz="2400" dirty="0"/>
              <a:t>：称为角色或者参与者，表示使用系统的对象，代表角色的不一定是人，也可以是组织、系统或设备；</a:t>
            </a:r>
            <a:endParaRPr lang="en-US" altLang="zh-CN" sz="2400" dirty="0"/>
          </a:p>
          <a:p>
            <a:pPr lvl="1"/>
            <a:r>
              <a:rPr lang="en-US" altLang="zh-CN" sz="2400" dirty="0" err="1"/>
              <a:t>Use_case</a:t>
            </a:r>
            <a:r>
              <a:rPr lang="zh-CN" altLang="en-US" sz="2400" dirty="0"/>
              <a:t>：称为用例，描述角色如何使用</a:t>
            </a:r>
            <a:r>
              <a:rPr lang="zh-CN" altLang="en-US" sz="2400" dirty="0">
                <a:solidFill>
                  <a:srgbClr val="FFFF00"/>
                </a:solidFill>
              </a:rPr>
              <a:t>系统功能实现需求目标</a:t>
            </a:r>
            <a:r>
              <a:rPr lang="zh-CN" altLang="en-US" sz="2400" dirty="0"/>
              <a:t>的一组成功场景和一系列失败场景的集合；</a:t>
            </a:r>
            <a:endParaRPr lang="en-US" altLang="zh-CN" sz="2400" dirty="0"/>
          </a:p>
          <a:p>
            <a:pPr lvl="1"/>
            <a:r>
              <a:rPr lang="en-US" altLang="zh-CN" sz="2400" dirty="0"/>
              <a:t>Association</a:t>
            </a:r>
            <a:r>
              <a:rPr lang="zh-CN" altLang="en-US" sz="2400" dirty="0"/>
              <a:t>：表示角色与用例之间的关系，以及用例和子用例之间的关系；</a:t>
            </a:r>
            <a:endParaRPr lang="zh-CN" altLang="en-US" sz="2400" dirty="0"/>
          </a:p>
        </p:txBody>
      </p:sp>
      <p:pic>
        <p:nvPicPr>
          <p:cNvPr id="17413"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4129087" y="4043260"/>
            <a:ext cx="3743998" cy="21227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push/>
  </p:transition>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标题 1"/>
          <p:cNvSpPr>
            <a:spLocks noGrp="1"/>
          </p:cNvSpPr>
          <p:nvPr>
            <p:ph type="title"/>
          </p:nvPr>
        </p:nvSpPr>
        <p:spPr/>
        <p:txBody>
          <a:bodyPr/>
          <a:lstStyle/>
          <a:p>
            <a:r>
              <a:rPr lang="zh-CN" altLang="en-US" smtClean="0"/>
              <a:t>案例：需求定义</a:t>
            </a:r>
            <a:endParaRPr lang="zh-CN" altLang="en-US" smtClean="0"/>
          </a:p>
        </p:txBody>
      </p:sp>
      <p:sp>
        <p:nvSpPr>
          <p:cNvPr id="18435" name="内容占位符 2"/>
          <p:cNvSpPr>
            <a:spLocks noGrp="1"/>
          </p:cNvSpPr>
          <p:nvPr>
            <p:ph idx="1"/>
          </p:nvPr>
        </p:nvSpPr>
        <p:spPr/>
        <p:txBody>
          <a:bodyPr>
            <a:normAutofit fontScale="92500" lnSpcReduction="10000"/>
          </a:bodyPr>
          <a:lstStyle/>
          <a:p>
            <a:r>
              <a:rPr lang="zh-CN" altLang="en-US" sz="2400" dirty="0"/>
              <a:t>需求定义中的银行柜台取款的场景：</a:t>
            </a:r>
            <a:endParaRPr lang="en-US" altLang="zh-CN" sz="2400" dirty="0"/>
          </a:p>
          <a:p>
            <a:pPr lvl="1"/>
            <a:r>
              <a:rPr lang="zh-CN" altLang="en-US" sz="2000" dirty="0"/>
              <a:t>某储户到银行柜台取钱，人多排队；</a:t>
            </a:r>
            <a:endParaRPr lang="en-US" altLang="zh-CN" sz="2000" dirty="0"/>
          </a:p>
          <a:p>
            <a:pPr lvl="1"/>
            <a:r>
              <a:rPr lang="zh-CN" altLang="en-US" sz="2000" dirty="0"/>
              <a:t>等到柜台窗口时，将存折或银行卡交给窗口的营业员；</a:t>
            </a:r>
            <a:endParaRPr lang="en-US" altLang="zh-CN" sz="2000" dirty="0"/>
          </a:p>
          <a:p>
            <a:pPr lvl="1"/>
            <a:r>
              <a:rPr lang="zh-CN" altLang="en-US" sz="2000" dirty="0"/>
              <a:t>营业员通过刷卡器读入账号信息，并提示储户输入密码；</a:t>
            </a:r>
            <a:endParaRPr lang="en-US" altLang="zh-CN" sz="2000" dirty="0"/>
          </a:p>
          <a:p>
            <a:pPr lvl="1"/>
            <a:r>
              <a:rPr lang="zh-CN" altLang="en-US" sz="2000" dirty="0"/>
              <a:t>密码验证通过后营业员询问储户需提取多少钱？</a:t>
            </a:r>
            <a:endParaRPr lang="en-US" altLang="zh-CN" sz="2000" dirty="0"/>
          </a:p>
          <a:p>
            <a:pPr lvl="1"/>
            <a:r>
              <a:rPr lang="zh-CN" altLang="en-US" sz="2000" dirty="0"/>
              <a:t>储户告知具体的提款金额；</a:t>
            </a:r>
            <a:endParaRPr lang="en-US" altLang="zh-CN" sz="2000" dirty="0"/>
          </a:p>
          <a:p>
            <a:pPr lvl="1"/>
            <a:r>
              <a:rPr lang="zh-CN" altLang="en-US" sz="2000" dirty="0"/>
              <a:t>营业员通过系统输入取款金额，并打印本次取款的操作记录，交给储户签字认可；</a:t>
            </a:r>
            <a:endParaRPr lang="en-US" altLang="zh-CN" sz="2000" dirty="0"/>
          </a:p>
          <a:p>
            <a:pPr lvl="1"/>
            <a:r>
              <a:rPr lang="zh-CN" altLang="en-US" sz="2000" dirty="0"/>
              <a:t>营业员核对无误后将取款的现金和银行卡交给储户；</a:t>
            </a:r>
            <a:endParaRPr lang="en-US" altLang="zh-CN" sz="2000" dirty="0"/>
          </a:p>
          <a:p>
            <a:pPr lvl="1"/>
            <a:r>
              <a:rPr lang="zh-CN" altLang="en-US" sz="2000" dirty="0"/>
              <a:t>储户接收现金和银行卡，起身离开；</a:t>
            </a:r>
            <a:endParaRPr lang="en-US" altLang="zh-CN" sz="2000" dirty="0"/>
          </a:p>
          <a:p>
            <a:pPr lvl="1"/>
            <a:r>
              <a:rPr lang="zh-CN" altLang="en-US" sz="2000" dirty="0"/>
              <a:t>完成一次银行柜台取钱的交易。</a:t>
            </a:r>
            <a:endParaRPr lang="en-US" altLang="zh-CN" sz="2000" dirty="0"/>
          </a:p>
          <a:p>
            <a:r>
              <a:rPr lang="zh-CN" altLang="en-US" sz="2400" dirty="0"/>
              <a:t>由于柜台人数限制，该银行希望开发</a:t>
            </a:r>
            <a:r>
              <a:rPr lang="en-US" altLang="zh-CN" sz="2400" dirty="0"/>
              <a:t>ATM</a:t>
            </a:r>
            <a:r>
              <a:rPr lang="zh-CN" altLang="en-US" sz="2400" dirty="0"/>
              <a:t>系统，并要求具有余额查询、取款、更改登录密码的功能</a:t>
            </a:r>
            <a:endParaRPr lang="zh-CN" altLang="en-US" sz="2400" dirty="0"/>
          </a:p>
        </p:txBody>
      </p:sp>
    </p:spTree>
  </p:cSld>
  <p:clrMapOvr>
    <a:masterClrMapping/>
  </p:clrMapOvr>
  <p:transition>
    <p:push/>
  </p:transition>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标题 1"/>
          <p:cNvSpPr>
            <a:spLocks noGrp="1"/>
          </p:cNvSpPr>
          <p:nvPr>
            <p:ph type="title"/>
          </p:nvPr>
        </p:nvSpPr>
        <p:spPr/>
        <p:txBody>
          <a:bodyPr/>
          <a:lstStyle/>
          <a:p>
            <a:r>
              <a:rPr lang="zh-CN" altLang="en-US" smtClean="0"/>
              <a:t>案例：需求分析</a:t>
            </a:r>
            <a:endParaRPr lang="zh-CN" altLang="en-US" smtClean="0"/>
          </a:p>
        </p:txBody>
      </p:sp>
      <p:sp>
        <p:nvSpPr>
          <p:cNvPr id="19459" name="内容占位符 2"/>
          <p:cNvSpPr>
            <a:spLocks noGrp="1"/>
          </p:cNvSpPr>
          <p:nvPr>
            <p:ph idx="1"/>
          </p:nvPr>
        </p:nvSpPr>
        <p:spPr/>
        <p:txBody>
          <a:bodyPr>
            <a:normAutofit/>
          </a:bodyPr>
          <a:lstStyle/>
          <a:p>
            <a:r>
              <a:rPr lang="zh-CN" altLang="en-US" sz="2400" dirty="0"/>
              <a:t>根据需求定义以及银行柜台的</a:t>
            </a:r>
            <a:r>
              <a:rPr lang="zh-CN" altLang="en-US" sz="2400" dirty="0">
                <a:solidFill>
                  <a:srgbClr val="FFFF00"/>
                </a:solidFill>
              </a:rPr>
              <a:t>取款场景</a:t>
            </a:r>
            <a:r>
              <a:rPr lang="zh-CN" altLang="en-US" sz="2400" dirty="0"/>
              <a:t>，可以设计如下使用</a:t>
            </a:r>
            <a:r>
              <a:rPr lang="en-US" altLang="zh-CN" sz="2400" dirty="0"/>
              <a:t>ATM</a:t>
            </a:r>
            <a:r>
              <a:rPr lang="zh-CN" altLang="en-US" sz="2400" dirty="0"/>
              <a:t>取款的场景：</a:t>
            </a:r>
            <a:endParaRPr lang="en-US" altLang="zh-CN" sz="2400" dirty="0"/>
          </a:p>
          <a:p>
            <a:pPr lvl="1"/>
            <a:r>
              <a:rPr lang="zh-CN" altLang="en-US" sz="2000" dirty="0"/>
              <a:t>储户将银行卡</a:t>
            </a:r>
            <a:r>
              <a:rPr lang="zh-CN" altLang="en-US" sz="2000" dirty="0">
                <a:solidFill>
                  <a:srgbClr val="FFFF00"/>
                </a:solidFill>
              </a:rPr>
              <a:t>插入</a:t>
            </a:r>
            <a:r>
              <a:rPr lang="en-US" altLang="zh-CN" sz="2000" dirty="0"/>
              <a:t>ATM</a:t>
            </a:r>
            <a:r>
              <a:rPr lang="zh-CN" altLang="en-US" sz="2000" dirty="0"/>
              <a:t>；</a:t>
            </a:r>
            <a:endParaRPr lang="en-US" altLang="zh-CN" sz="2000" dirty="0"/>
          </a:p>
          <a:p>
            <a:pPr lvl="1"/>
            <a:r>
              <a:rPr lang="zh-CN" altLang="en-US" sz="2000" dirty="0"/>
              <a:t>储户根据提示</a:t>
            </a:r>
            <a:r>
              <a:rPr lang="zh-CN" altLang="en-US" sz="2000" dirty="0">
                <a:solidFill>
                  <a:srgbClr val="FFFF00"/>
                </a:solidFill>
              </a:rPr>
              <a:t>输入</a:t>
            </a:r>
            <a:r>
              <a:rPr lang="zh-CN" altLang="en-US" sz="2000" dirty="0"/>
              <a:t>密码；</a:t>
            </a:r>
            <a:endParaRPr lang="en-US" altLang="zh-CN" sz="2000" dirty="0"/>
          </a:p>
          <a:p>
            <a:pPr lvl="1"/>
            <a:r>
              <a:rPr lang="zh-CN" altLang="en-US" sz="2000" dirty="0"/>
              <a:t>储户根据系统的操作提示</a:t>
            </a:r>
            <a:r>
              <a:rPr lang="zh-CN" altLang="en-US" sz="2000" dirty="0">
                <a:solidFill>
                  <a:srgbClr val="FFFF00"/>
                </a:solidFill>
              </a:rPr>
              <a:t>选择</a:t>
            </a:r>
            <a:r>
              <a:rPr lang="zh-CN" altLang="en-US" sz="2000" dirty="0"/>
              <a:t>取款；</a:t>
            </a:r>
            <a:endParaRPr lang="en-US" altLang="zh-CN" sz="2000" dirty="0"/>
          </a:p>
          <a:p>
            <a:pPr lvl="1"/>
            <a:r>
              <a:rPr lang="zh-CN" altLang="en-US" sz="2000" dirty="0"/>
              <a:t>储户根据提示</a:t>
            </a:r>
            <a:r>
              <a:rPr lang="zh-CN" altLang="en-US" sz="2000" dirty="0">
                <a:solidFill>
                  <a:srgbClr val="FFFF00"/>
                </a:solidFill>
              </a:rPr>
              <a:t>确定</a:t>
            </a:r>
            <a:r>
              <a:rPr lang="zh-CN" altLang="en-US" sz="2000" dirty="0"/>
              <a:t>取款金额；</a:t>
            </a:r>
            <a:endParaRPr lang="en-US" altLang="zh-CN" sz="2000" dirty="0"/>
          </a:p>
          <a:p>
            <a:pPr lvl="1"/>
            <a:r>
              <a:rPr lang="zh-CN" altLang="en-US" sz="2000" dirty="0"/>
              <a:t>储户从取款箱中</a:t>
            </a:r>
            <a:r>
              <a:rPr lang="zh-CN" altLang="en-US" sz="2000" dirty="0">
                <a:solidFill>
                  <a:srgbClr val="FFFF00"/>
                </a:solidFill>
              </a:rPr>
              <a:t>取出</a:t>
            </a:r>
            <a:r>
              <a:rPr lang="zh-CN" altLang="en-US" sz="2000" dirty="0"/>
              <a:t>现金；</a:t>
            </a:r>
            <a:endParaRPr lang="en-US" altLang="zh-CN" sz="2000" dirty="0"/>
          </a:p>
          <a:p>
            <a:pPr lvl="1"/>
            <a:r>
              <a:rPr lang="zh-CN" altLang="en-US" sz="2000" dirty="0"/>
              <a:t>储户选择是否</a:t>
            </a:r>
            <a:r>
              <a:rPr lang="zh-CN" altLang="en-US" sz="2000" dirty="0">
                <a:solidFill>
                  <a:srgbClr val="FFFF00"/>
                </a:solidFill>
              </a:rPr>
              <a:t>打印</a:t>
            </a:r>
            <a:r>
              <a:rPr lang="zh-CN" altLang="en-US" sz="2000" dirty="0"/>
              <a:t>操作凭据；</a:t>
            </a:r>
            <a:endParaRPr lang="en-US" altLang="zh-CN" sz="2000" dirty="0"/>
          </a:p>
          <a:p>
            <a:pPr lvl="1"/>
            <a:r>
              <a:rPr lang="zh-CN" altLang="en-US" sz="2000" dirty="0"/>
              <a:t>储户根据系统提示</a:t>
            </a:r>
            <a:r>
              <a:rPr lang="zh-CN" altLang="en-US" sz="2000" dirty="0">
                <a:solidFill>
                  <a:srgbClr val="FFFF00"/>
                </a:solidFill>
              </a:rPr>
              <a:t>选择</a:t>
            </a:r>
            <a:r>
              <a:rPr lang="zh-CN" altLang="en-US" sz="2000" dirty="0"/>
              <a:t>退出；</a:t>
            </a:r>
            <a:endParaRPr lang="en-US" altLang="zh-CN" sz="2000" dirty="0"/>
          </a:p>
          <a:p>
            <a:pPr lvl="1"/>
            <a:r>
              <a:rPr lang="en-US" altLang="zh-CN" sz="2000" dirty="0"/>
              <a:t>ATM</a:t>
            </a:r>
            <a:r>
              <a:rPr lang="zh-CN" altLang="en-US" sz="2000" dirty="0">
                <a:solidFill>
                  <a:srgbClr val="FFFF00"/>
                </a:solidFill>
              </a:rPr>
              <a:t>退出</a:t>
            </a:r>
            <a:r>
              <a:rPr lang="zh-CN" altLang="en-US" sz="2000" dirty="0"/>
              <a:t>银行卡；</a:t>
            </a:r>
            <a:endParaRPr lang="en-US" altLang="zh-CN" sz="2000" dirty="0"/>
          </a:p>
          <a:p>
            <a:pPr lvl="1"/>
            <a:r>
              <a:rPr lang="zh-CN" altLang="en-US" sz="2000" dirty="0"/>
              <a:t>储户</a:t>
            </a:r>
            <a:r>
              <a:rPr lang="zh-CN" altLang="en-US" sz="2000" dirty="0">
                <a:solidFill>
                  <a:srgbClr val="FFFF00"/>
                </a:solidFill>
              </a:rPr>
              <a:t>取卡</a:t>
            </a:r>
            <a:r>
              <a:rPr lang="zh-CN" altLang="en-US" sz="2000" dirty="0"/>
              <a:t>离开；</a:t>
            </a:r>
            <a:endParaRPr lang="en-US" altLang="zh-CN" sz="2000" dirty="0"/>
          </a:p>
          <a:p>
            <a:pPr lvl="1"/>
            <a:r>
              <a:rPr lang="en-US" altLang="zh-CN" sz="2000" dirty="0"/>
              <a:t>ATM</a:t>
            </a:r>
            <a:r>
              <a:rPr lang="zh-CN" altLang="en-US" sz="2000" dirty="0">
                <a:solidFill>
                  <a:srgbClr val="FFFF00"/>
                </a:solidFill>
              </a:rPr>
              <a:t>完成</a:t>
            </a:r>
            <a:r>
              <a:rPr lang="zh-CN" altLang="en-US" sz="2000" dirty="0"/>
              <a:t>一次取款</a:t>
            </a:r>
            <a:r>
              <a:rPr lang="zh-CN" altLang="en-US" sz="2000" dirty="0" smtClean="0"/>
              <a:t>交易</a:t>
            </a:r>
            <a:r>
              <a:rPr lang="zh-CN" altLang="en-US" sz="2000" dirty="0"/>
              <a:t>。</a:t>
            </a:r>
            <a:endParaRPr lang="zh-CN" altLang="en-US" sz="2000" dirty="0"/>
          </a:p>
        </p:txBody>
      </p:sp>
    </p:spTree>
  </p:cSld>
  <p:clrMapOvr>
    <a:masterClrMapping/>
  </p:clrMapOvr>
  <p:transition>
    <p:push/>
  </p:transition>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标题 1"/>
          <p:cNvSpPr>
            <a:spLocks noGrp="1"/>
          </p:cNvSpPr>
          <p:nvPr>
            <p:ph type="title"/>
          </p:nvPr>
        </p:nvSpPr>
        <p:spPr/>
        <p:txBody>
          <a:bodyPr/>
          <a:lstStyle/>
          <a:p>
            <a:r>
              <a:rPr lang="zh-CN" altLang="en-US" smtClean="0"/>
              <a:t>用例获取</a:t>
            </a:r>
            <a:endParaRPr lang="zh-CN" altLang="en-US" smtClean="0"/>
          </a:p>
        </p:txBody>
      </p:sp>
      <p:sp>
        <p:nvSpPr>
          <p:cNvPr id="20483" name="内容占位符 2"/>
          <p:cNvSpPr>
            <a:spLocks noGrp="1"/>
          </p:cNvSpPr>
          <p:nvPr>
            <p:ph idx="1"/>
          </p:nvPr>
        </p:nvSpPr>
        <p:spPr/>
        <p:txBody>
          <a:bodyPr>
            <a:normAutofit lnSpcReduction="10000"/>
          </a:bodyPr>
          <a:lstStyle/>
          <a:p>
            <a:r>
              <a:rPr lang="zh-CN" altLang="en-US" sz="2400" dirty="0"/>
              <a:t>根据需求定义及</a:t>
            </a:r>
            <a:r>
              <a:rPr lang="en-US" altLang="zh-CN" sz="2400" dirty="0"/>
              <a:t>ATM</a:t>
            </a:r>
            <a:r>
              <a:rPr lang="zh-CN" altLang="en-US" sz="2400" dirty="0"/>
              <a:t>取款的场景描述，有以下可以表示功能的动词：</a:t>
            </a:r>
            <a:endParaRPr lang="en-US" altLang="zh-CN" sz="2400" dirty="0"/>
          </a:p>
          <a:p>
            <a:pPr lvl="1"/>
            <a:r>
              <a:rPr lang="zh-CN" altLang="en-US" sz="2000" dirty="0"/>
              <a:t>取款，插入，输入，选择，确定，取出，</a:t>
            </a:r>
            <a:r>
              <a:rPr lang="zh-CN" altLang="en-US" sz="2000" dirty="0" smtClean="0"/>
              <a:t>退出、取卡和完成；</a:t>
            </a:r>
            <a:endParaRPr lang="en-US" altLang="zh-CN" sz="2000" dirty="0"/>
          </a:p>
          <a:p>
            <a:pPr lvl="1"/>
            <a:r>
              <a:rPr lang="zh-CN" altLang="en-US" sz="2000" dirty="0"/>
              <a:t>插入银行卡：表示验证银行卡的有效性；</a:t>
            </a:r>
            <a:endParaRPr lang="en-US" altLang="zh-CN" sz="2000" dirty="0"/>
          </a:p>
          <a:p>
            <a:pPr lvl="1"/>
            <a:r>
              <a:rPr lang="zh-CN" altLang="en-US" sz="2000" dirty="0"/>
              <a:t>输入密码：表示进行身份验证；</a:t>
            </a:r>
            <a:endParaRPr lang="en-US" altLang="zh-CN" sz="2000" dirty="0"/>
          </a:p>
          <a:p>
            <a:pPr lvl="1"/>
            <a:r>
              <a:rPr lang="zh-CN" altLang="en-US" sz="2000" dirty="0"/>
              <a:t>选择操作：表示储户本次操作的目的性，取款；</a:t>
            </a:r>
            <a:endParaRPr lang="en-US" altLang="zh-CN" sz="2000" dirty="0"/>
          </a:p>
          <a:p>
            <a:pPr lvl="1"/>
            <a:r>
              <a:rPr lang="zh-CN" altLang="en-US" sz="2000" dirty="0"/>
              <a:t>确定金额：表示目的性的具体数值；</a:t>
            </a:r>
            <a:endParaRPr lang="en-US" altLang="zh-CN" sz="2000" dirty="0"/>
          </a:p>
          <a:p>
            <a:pPr lvl="1"/>
            <a:r>
              <a:rPr lang="zh-CN" altLang="en-US" sz="2000" dirty="0"/>
              <a:t>取出现金：表示本次操作是否正确；</a:t>
            </a:r>
            <a:endParaRPr lang="en-US" altLang="zh-CN" sz="2000" dirty="0"/>
          </a:p>
          <a:p>
            <a:pPr lvl="1"/>
            <a:r>
              <a:rPr lang="zh-CN" altLang="en-US" sz="2000" dirty="0"/>
              <a:t>退出银行卡：表示系统已经确认本次操作的结束；</a:t>
            </a:r>
            <a:endParaRPr lang="en-US" altLang="zh-CN" sz="2000" dirty="0"/>
          </a:p>
          <a:p>
            <a:pPr lvl="1"/>
            <a:r>
              <a:rPr lang="zh-CN" altLang="en-US" sz="2000" dirty="0"/>
              <a:t>储户取卡：表示本次交易结束；</a:t>
            </a:r>
            <a:endParaRPr lang="en-US" altLang="zh-CN" sz="2000" dirty="0"/>
          </a:p>
          <a:p>
            <a:r>
              <a:rPr lang="zh-CN" altLang="en-US" sz="2400" dirty="0" smtClean="0">
                <a:solidFill>
                  <a:srgbClr val="FFFF00"/>
                </a:solidFill>
              </a:rPr>
              <a:t>代表</a:t>
            </a:r>
            <a:r>
              <a:rPr lang="zh-CN" altLang="en-US" sz="2400" dirty="0">
                <a:solidFill>
                  <a:srgbClr val="FFFF00"/>
                </a:solidFill>
              </a:rPr>
              <a:t>该</a:t>
            </a:r>
            <a:r>
              <a:rPr lang="zh-CN" altLang="en-US" sz="2400" dirty="0" smtClean="0">
                <a:solidFill>
                  <a:srgbClr val="FFFF00"/>
                </a:solidFill>
              </a:rPr>
              <a:t>角色  目的性  功能的用例：</a:t>
            </a:r>
            <a:r>
              <a:rPr lang="zh-CN" altLang="en-US" sz="2400" dirty="0">
                <a:solidFill>
                  <a:srgbClr val="FFFF00"/>
                </a:solidFill>
              </a:rPr>
              <a:t>取款</a:t>
            </a:r>
            <a:endParaRPr lang="en-US" altLang="zh-CN" sz="2400" dirty="0">
              <a:solidFill>
                <a:srgbClr val="FFFF00"/>
              </a:solidFill>
            </a:endParaRPr>
          </a:p>
          <a:p>
            <a:r>
              <a:rPr lang="zh-CN" altLang="en-US" sz="2400" dirty="0">
                <a:solidFill>
                  <a:srgbClr val="FFFF00"/>
                </a:solidFill>
              </a:rPr>
              <a:t>请大家练习描述查询余额以及更改密码的场景！</a:t>
            </a:r>
            <a:endParaRPr lang="zh-CN" altLang="en-US" sz="2400" dirty="0">
              <a:solidFill>
                <a:srgbClr val="FFFF00"/>
              </a:solidFill>
            </a:endParaRPr>
          </a:p>
        </p:txBody>
      </p:sp>
    </p:spTree>
  </p:cSld>
  <p:clrMapOvr>
    <a:masterClrMapping/>
  </p:clrMapOvr>
  <p:transition>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0483">
                                            <p:txEl>
                                              <p:pRg st="9" end="9"/>
                                            </p:txEl>
                                          </p:spTgt>
                                        </p:tgtEl>
                                        <p:attrNameLst>
                                          <p:attrName>style.visibility</p:attrName>
                                        </p:attrNameLst>
                                      </p:cBhvr>
                                      <p:to>
                                        <p:strVal val="visible"/>
                                      </p:to>
                                    </p:set>
                                    <p:animEffect transition="in" filter="fade">
                                      <p:cBhvr>
                                        <p:cTn id="7" dur="500"/>
                                        <p:tgtEl>
                                          <p:spTgt spid="20483">
                                            <p:txEl>
                                              <p:pRg st="9" end="9"/>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0483">
                                            <p:txEl>
                                              <p:pRg st="10" end="10"/>
                                            </p:txEl>
                                          </p:spTgt>
                                        </p:tgtEl>
                                        <p:attrNameLst>
                                          <p:attrName>style.visibility</p:attrName>
                                        </p:attrNameLst>
                                      </p:cBhvr>
                                      <p:to>
                                        <p:strVal val="visible"/>
                                      </p:to>
                                    </p:set>
                                    <p:animEffect transition="in" filter="fade">
                                      <p:cBhvr>
                                        <p:cTn id="12" dur="500"/>
                                        <p:tgtEl>
                                          <p:spTgt spid="20483">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标题 1"/>
          <p:cNvSpPr>
            <a:spLocks noGrp="1"/>
          </p:cNvSpPr>
          <p:nvPr>
            <p:ph type="title"/>
          </p:nvPr>
        </p:nvSpPr>
        <p:spPr/>
        <p:txBody>
          <a:bodyPr/>
          <a:lstStyle/>
          <a:p>
            <a:r>
              <a:rPr lang="zh-CN" altLang="en-US" smtClean="0"/>
              <a:t>基本用例与子用例</a:t>
            </a:r>
            <a:endParaRPr lang="zh-CN" altLang="en-US" smtClean="0"/>
          </a:p>
        </p:txBody>
      </p:sp>
      <p:sp>
        <p:nvSpPr>
          <p:cNvPr id="21507" name="内容占位符 2"/>
          <p:cNvSpPr>
            <a:spLocks noGrp="1"/>
          </p:cNvSpPr>
          <p:nvPr>
            <p:ph idx="1"/>
          </p:nvPr>
        </p:nvSpPr>
        <p:spPr>
          <a:xfrm>
            <a:off x="468000" y="908720"/>
            <a:ext cx="11160000" cy="5260120"/>
          </a:xfrm>
        </p:spPr>
        <p:txBody>
          <a:bodyPr/>
          <a:lstStyle/>
          <a:p>
            <a:r>
              <a:rPr lang="zh-CN" altLang="en-US" sz="2400" dirty="0"/>
              <a:t>基本用例：与角色直接相关的用例，表示系统的功能需求；</a:t>
            </a:r>
            <a:endParaRPr lang="en-US" altLang="zh-CN" sz="2400" dirty="0"/>
          </a:p>
          <a:p>
            <a:r>
              <a:rPr lang="zh-CN" altLang="en-US" sz="2400" dirty="0"/>
              <a:t>子用例：通过场景描述分析归纳出的用例，也表示了系统的功能，但这些用例与角色无直接关系，而与基本用例存在关联关系；</a:t>
            </a:r>
            <a:endParaRPr lang="en-US" altLang="zh-CN" sz="2400" dirty="0"/>
          </a:p>
          <a:p>
            <a:pPr lvl="1"/>
            <a:r>
              <a:rPr lang="zh-CN" altLang="en-US" sz="2000" dirty="0"/>
              <a:t>包含子用例：多个基本用例中的某个与角色交互的场景具有相同的操作，且这些场景都是基本用例中必须执行的步骤，可以将其抽取出来作为基本用例的子用例；</a:t>
            </a:r>
            <a:endParaRPr lang="en-US" altLang="zh-CN" sz="2000" dirty="0"/>
          </a:p>
          <a:p>
            <a:pPr lvl="1"/>
            <a:endParaRPr lang="en-US" altLang="zh-CN" sz="2000" dirty="0"/>
          </a:p>
          <a:p>
            <a:pPr lvl="1"/>
            <a:endParaRPr lang="en-US" altLang="zh-CN" sz="2000" dirty="0" smtClean="0"/>
          </a:p>
          <a:p>
            <a:pPr lvl="1"/>
            <a:endParaRPr lang="en-US" altLang="zh-CN" sz="2000" dirty="0"/>
          </a:p>
          <a:p>
            <a:pPr lvl="1"/>
            <a:r>
              <a:rPr lang="zh-CN" altLang="en-US" sz="2000" dirty="0"/>
              <a:t>扩展子用例：（多个）基本用例中的某些场景存在相同的条件判断的情况，可以将其抽取出来作为基本用例的子用例；</a:t>
            </a:r>
            <a:endParaRPr lang="zh-CN" altLang="en-US" sz="2000" dirty="0"/>
          </a:p>
        </p:txBody>
      </p:sp>
      <p:pic>
        <p:nvPicPr>
          <p:cNvPr id="21509"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6314032" y="3068960"/>
            <a:ext cx="3653217" cy="13788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1510"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14032" y="4849572"/>
            <a:ext cx="3859709" cy="14130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push/>
  </p:transition>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标题 1"/>
          <p:cNvSpPr>
            <a:spLocks noGrp="1"/>
          </p:cNvSpPr>
          <p:nvPr>
            <p:ph type="title"/>
          </p:nvPr>
        </p:nvSpPr>
        <p:spPr/>
        <p:txBody>
          <a:bodyPr/>
          <a:lstStyle/>
          <a:p>
            <a:r>
              <a:rPr lang="zh-CN" altLang="en-US" smtClean="0"/>
              <a:t>案例：包含子用例</a:t>
            </a:r>
            <a:endParaRPr lang="zh-CN" altLang="en-US" smtClean="0"/>
          </a:p>
        </p:txBody>
      </p:sp>
      <p:sp>
        <p:nvSpPr>
          <p:cNvPr id="22531" name="内容占位符 2"/>
          <p:cNvSpPr>
            <a:spLocks noGrp="1"/>
          </p:cNvSpPr>
          <p:nvPr>
            <p:ph idx="1"/>
          </p:nvPr>
        </p:nvSpPr>
        <p:spPr/>
        <p:txBody>
          <a:bodyPr/>
          <a:lstStyle/>
          <a:p>
            <a:r>
              <a:rPr lang="zh-CN" altLang="en-US" sz="2400"/>
              <a:t>在</a:t>
            </a:r>
            <a:r>
              <a:rPr lang="en-US" altLang="zh-CN" sz="2400"/>
              <a:t>ATM</a:t>
            </a:r>
            <a:r>
              <a:rPr lang="zh-CN" altLang="en-US" sz="2400"/>
              <a:t>的取款、查询余额、更改密码的操作场景中，经分析都存在一段验证银行卡有效性及身份验证的场景，而且都是基本用例必须执行的操作，为此可以将其抽取出来作为基本用例的包含子用例。</a:t>
            </a:r>
            <a:endParaRPr lang="zh-CN" altLang="en-US" sz="2400"/>
          </a:p>
        </p:txBody>
      </p:sp>
      <p:pic>
        <p:nvPicPr>
          <p:cNvPr id="22533" name="Picture 3"/>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100306" y="2708920"/>
            <a:ext cx="5706875" cy="31683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push/>
  </p:transition>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标题 1"/>
          <p:cNvSpPr>
            <a:spLocks noGrp="1"/>
          </p:cNvSpPr>
          <p:nvPr>
            <p:ph type="title"/>
          </p:nvPr>
        </p:nvSpPr>
        <p:spPr/>
        <p:txBody>
          <a:bodyPr/>
          <a:lstStyle/>
          <a:p>
            <a:r>
              <a:rPr lang="zh-CN" altLang="en-US" smtClean="0"/>
              <a:t>案例：扩展子用例</a:t>
            </a:r>
            <a:endParaRPr lang="zh-CN" altLang="en-US" smtClean="0"/>
          </a:p>
        </p:txBody>
      </p:sp>
      <p:sp>
        <p:nvSpPr>
          <p:cNvPr id="23555" name="内容占位符 2"/>
          <p:cNvSpPr>
            <a:spLocks noGrp="1"/>
          </p:cNvSpPr>
          <p:nvPr>
            <p:ph idx="1"/>
          </p:nvPr>
        </p:nvSpPr>
        <p:spPr/>
        <p:txBody>
          <a:bodyPr/>
          <a:lstStyle/>
          <a:p>
            <a:r>
              <a:rPr lang="zh-CN" altLang="en-US" sz="2400" dirty="0"/>
              <a:t>在取款和查询余额的操作场景中，存在一段是否打印操作凭据的情景，经分析该功能可以成为一个子用例，且符合在某种条件下可以执行的用例，为此该子用例应为基本用例的扩展子用例。</a:t>
            </a:r>
            <a:endParaRPr lang="en-US" altLang="zh-CN" sz="2400" dirty="0"/>
          </a:p>
          <a:p>
            <a:endParaRPr lang="en-US" altLang="zh-CN" sz="2400" dirty="0"/>
          </a:p>
          <a:p>
            <a:endParaRPr lang="en-US" altLang="zh-CN" sz="2400" dirty="0"/>
          </a:p>
          <a:p>
            <a:endParaRPr lang="en-US" altLang="zh-CN" sz="2400" dirty="0"/>
          </a:p>
          <a:p>
            <a:endParaRPr lang="en-US" altLang="zh-CN" sz="2400" dirty="0" smtClean="0">
              <a:solidFill>
                <a:srgbClr val="FFFF00"/>
              </a:solidFill>
            </a:endParaRPr>
          </a:p>
          <a:p>
            <a:endParaRPr lang="en-US" altLang="zh-CN" sz="2400" dirty="0">
              <a:solidFill>
                <a:srgbClr val="FFFF00"/>
              </a:solidFill>
            </a:endParaRPr>
          </a:p>
          <a:p>
            <a:r>
              <a:rPr lang="zh-CN" altLang="en-US" sz="2400" dirty="0" smtClean="0">
                <a:solidFill>
                  <a:srgbClr val="FFFF00"/>
                </a:solidFill>
              </a:rPr>
              <a:t>请</a:t>
            </a:r>
            <a:r>
              <a:rPr lang="zh-CN" altLang="en-US" sz="2400" dirty="0">
                <a:solidFill>
                  <a:srgbClr val="FFFF00"/>
                </a:solidFill>
              </a:rPr>
              <a:t>同学们考虑更改密码与取款用例的关系</a:t>
            </a:r>
            <a:endParaRPr lang="zh-CN" altLang="en-US" sz="2400" dirty="0">
              <a:solidFill>
                <a:srgbClr val="FFFF00"/>
              </a:solidFill>
            </a:endParaRPr>
          </a:p>
        </p:txBody>
      </p:sp>
      <p:pic>
        <p:nvPicPr>
          <p:cNvPr id="23557"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231904" y="2636912"/>
            <a:ext cx="5621807" cy="21022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push/>
  </p:transition>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标题 1"/>
          <p:cNvSpPr>
            <a:spLocks noGrp="1"/>
          </p:cNvSpPr>
          <p:nvPr>
            <p:ph type="title"/>
          </p:nvPr>
        </p:nvSpPr>
        <p:spPr/>
        <p:txBody>
          <a:bodyPr/>
          <a:lstStyle/>
          <a:p>
            <a:r>
              <a:rPr lang="zh-CN" altLang="en-US" smtClean="0"/>
              <a:t>用例说明</a:t>
            </a:r>
            <a:endParaRPr lang="zh-CN" altLang="en-US" smtClean="0"/>
          </a:p>
        </p:txBody>
      </p:sp>
      <p:sp>
        <p:nvSpPr>
          <p:cNvPr id="24579" name="内容占位符 2"/>
          <p:cNvSpPr>
            <a:spLocks noGrp="1"/>
          </p:cNvSpPr>
          <p:nvPr>
            <p:ph idx="1"/>
          </p:nvPr>
        </p:nvSpPr>
        <p:spPr/>
        <p:txBody>
          <a:bodyPr/>
          <a:lstStyle/>
          <a:p>
            <a:r>
              <a:rPr lang="zh-CN" altLang="en-US" sz="2400"/>
              <a:t>基于已经找到的用例和子用例，并参考之前的需求定义以及场景描述的内容，将用例交互的成功场景和失败场景以标准的格式归纳描述。</a:t>
            </a:r>
            <a:endParaRPr lang="zh-CN" altLang="en-US" sz="2400"/>
          </a:p>
        </p:txBody>
      </p:sp>
      <p:graphicFrame>
        <p:nvGraphicFramePr>
          <p:cNvPr id="5" name="表格 4"/>
          <p:cNvGraphicFramePr>
            <a:graphicFrameLocks noGrp="1"/>
          </p:cNvGraphicFramePr>
          <p:nvPr/>
        </p:nvGraphicFramePr>
        <p:xfrm>
          <a:off x="1578204" y="2420888"/>
          <a:ext cx="9126307" cy="2926080"/>
        </p:xfrm>
        <a:graphic>
          <a:graphicData uri="http://schemas.openxmlformats.org/drawingml/2006/table">
            <a:tbl>
              <a:tblPr/>
              <a:tblGrid>
                <a:gridCol w="3015827"/>
                <a:gridCol w="6110480"/>
              </a:tblGrid>
              <a:tr h="349852">
                <a:tc>
                  <a:txBody>
                    <a:bodyPr/>
                    <a:lstStyle/>
                    <a:p>
                      <a:pPr marL="450850" marR="0" lvl="0" indent="-450850" algn="l" defTabSz="914400" rtl="0" eaLnBrk="1" fontAlgn="base" latinLnBrk="0" hangingPunct="1">
                        <a:lnSpc>
                          <a:spcPct val="100000"/>
                        </a:lnSpc>
                        <a:spcBef>
                          <a:spcPct val="0"/>
                        </a:spcBef>
                        <a:spcAft>
                          <a:spcPct val="0"/>
                        </a:spcAft>
                        <a:buClrTx/>
                        <a:buSzTx/>
                        <a:buFontTx/>
                        <a:buNone/>
                      </a:pPr>
                      <a:r>
                        <a:rPr kumimoji="0" lang="zh-CN" altLang="en-US" sz="1800" b="1" i="0" u="none" strike="noStrike" cap="none" normalizeH="0" baseline="0" dirty="0" smtClean="0">
                          <a:ln>
                            <a:noFill/>
                          </a:ln>
                          <a:solidFill>
                            <a:srgbClr val="FFFF00"/>
                          </a:solidFill>
                          <a:effectLst/>
                          <a:latin typeface="微软雅黑" panose="020B0503020204020204" pitchFamily="34" charset="-122"/>
                          <a:ea typeface="微软雅黑" panose="020B0503020204020204" pitchFamily="34" charset="-122"/>
                          <a:cs typeface="Times New Roman" panose="02020603050405020304" pitchFamily="18" charset="0"/>
                        </a:rPr>
                        <a:t>用例编号</a:t>
                      </a:r>
                      <a:r>
                        <a:rPr kumimoji="0" lang="en-US" altLang="zh-CN" sz="1800" b="1" i="0" u="none" strike="noStrike" cap="none" normalizeH="0" baseline="0" dirty="0" smtClean="0">
                          <a:ln>
                            <a:noFill/>
                          </a:ln>
                          <a:solidFill>
                            <a:srgbClr val="FFFF00"/>
                          </a:solidFill>
                          <a:effectLst/>
                          <a:latin typeface="微软雅黑" panose="020B0503020204020204" pitchFamily="34" charset="-122"/>
                          <a:ea typeface="微软雅黑" panose="020B0503020204020204" pitchFamily="34" charset="-122"/>
                          <a:cs typeface="Times New Roman" panose="02020603050405020304" pitchFamily="18" charset="0"/>
                        </a:rPr>
                        <a:t>:</a:t>
                      </a:r>
                      <a:endParaRPr kumimoji="0" lang="en-US" altLang="zh-CN" sz="1800" b="0" i="0" u="none" strike="noStrike" cap="none" normalizeH="0" baseline="0" dirty="0" smtClean="0">
                        <a:ln>
                          <a:noFill/>
                        </a:ln>
                        <a:solidFill>
                          <a:srgbClr val="FFFF00"/>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91450" marR="9145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450850" marR="0" lvl="0" indent="-450850" algn="l" defTabSz="914400" rtl="0" eaLnBrk="1" fontAlgn="base" latinLnBrk="0" hangingPunct="1">
                        <a:lnSpc>
                          <a:spcPct val="100000"/>
                        </a:lnSpc>
                        <a:spcBef>
                          <a:spcPct val="0"/>
                        </a:spcBef>
                        <a:spcAft>
                          <a:spcPct val="0"/>
                        </a:spcAft>
                        <a:buClrTx/>
                        <a:buSzTx/>
                        <a:buFontTx/>
                        <a:buNone/>
                      </a:pPr>
                      <a:r>
                        <a:rPr kumimoji="0" lang="zh-CN" altLang="en-US" sz="1800" b="1" i="0" u="none" strike="noStrike" cap="none" normalizeH="0" baseline="0" dirty="0" smtClean="0">
                          <a:ln>
                            <a:noFill/>
                          </a:ln>
                          <a:solidFill>
                            <a:srgbClr val="FFFF00"/>
                          </a:solidFill>
                          <a:effectLst/>
                          <a:latin typeface="微软雅黑" panose="020B0503020204020204" pitchFamily="34" charset="-122"/>
                          <a:ea typeface="微软雅黑" panose="020B0503020204020204" pitchFamily="34" charset="-122"/>
                          <a:cs typeface="Times New Roman" panose="02020603050405020304" pitchFamily="18" charset="0"/>
                        </a:rPr>
                        <a:t>每一个用例一个唯一的编号，方便在文档中索引。 </a:t>
                      </a:r>
                      <a:endParaRPr kumimoji="0" lang="zh-CN" altLang="en-US" sz="1800" b="1" i="0" u="none" strike="noStrike" cap="none" normalizeH="0" baseline="0" dirty="0" smtClean="0">
                        <a:ln>
                          <a:noFill/>
                        </a:ln>
                        <a:solidFill>
                          <a:srgbClr val="FFFF00"/>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91450" marR="9145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r>
              <a:tr h="349852">
                <a:tc>
                  <a:txBody>
                    <a:bodyPr/>
                    <a:lstStyle/>
                    <a:p>
                      <a:pPr marL="450850" marR="0" lvl="0" indent="-450850" algn="l" defTabSz="914400" rtl="0" eaLnBrk="1" fontAlgn="base" latinLnBrk="0" hangingPunct="1">
                        <a:lnSpc>
                          <a:spcPct val="100000"/>
                        </a:lnSpc>
                        <a:spcBef>
                          <a:spcPct val="0"/>
                        </a:spcBef>
                        <a:spcAft>
                          <a:spcPct val="0"/>
                        </a:spcAft>
                        <a:buClrTx/>
                        <a:buSzTx/>
                        <a:buFontTx/>
                        <a:buNone/>
                      </a:pPr>
                      <a:r>
                        <a:rPr kumimoji="0" lang="zh-CN" altLang="en-US" sz="1800" b="1"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cs typeface="Arial" panose="020B0604020202020204" pitchFamily="34" charset="0"/>
                        </a:rPr>
                        <a:t>用例名称</a:t>
                      </a:r>
                      <a:r>
                        <a:rPr kumimoji="0" lang="en-US" altLang="zh-CN" sz="1800" b="1"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cs typeface="Arial" panose="020B0604020202020204" pitchFamily="34" charset="0"/>
                        </a:rPr>
                        <a:t>:</a:t>
                      </a:r>
                      <a:endParaRPr kumimoji="0" lang="en-US" altLang="zh-CN" sz="1800" b="0"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cs typeface="Arial" panose="020B0604020202020204" pitchFamily="34" charset="0"/>
                      </a:endParaRPr>
                    </a:p>
                  </a:txBody>
                  <a:tcPr marL="91450" marR="9145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450850" marR="0" lvl="0" indent="-450850" algn="l" defTabSz="914400" rtl="0" eaLnBrk="1" fontAlgn="base" latinLnBrk="0" hangingPunct="1">
                        <a:lnSpc>
                          <a:spcPct val="100000"/>
                        </a:lnSpc>
                        <a:spcBef>
                          <a:spcPct val="0"/>
                        </a:spcBef>
                        <a:spcAft>
                          <a:spcPct val="0"/>
                        </a:spcAft>
                        <a:buClrTx/>
                        <a:buSzTx/>
                        <a:buFontTx/>
                        <a:buNone/>
                      </a:pPr>
                      <a:r>
                        <a:rPr kumimoji="0" lang="zh-CN" altLang="en-US" sz="1800" b="1"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rPr>
                        <a:t>（状语＋）动词＋（定语＋）宾语，体现参与者的目标。</a:t>
                      </a:r>
                      <a:endParaRPr kumimoji="0" lang="zh-CN" altLang="en-US" sz="1800" b="1"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91450" marR="9145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r>
              <a:tr h="349852">
                <a:tc>
                  <a:txBody>
                    <a:bodyPr/>
                    <a:lstStyle/>
                    <a:p>
                      <a:pPr marL="450850" marR="0" lvl="0" indent="-450850" algn="l" defTabSz="914400" rtl="0" eaLnBrk="1" fontAlgn="base" latinLnBrk="0" hangingPunct="1">
                        <a:lnSpc>
                          <a:spcPct val="100000"/>
                        </a:lnSpc>
                        <a:spcBef>
                          <a:spcPct val="0"/>
                        </a:spcBef>
                        <a:spcAft>
                          <a:spcPct val="0"/>
                        </a:spcAft>
                        <a:buClrTx/>
                        <a:buSzTx/>
                        <a:buFontTx/>
                        <a:buNone/>
                      </a:pPr>
                      <a:r>
                        <a:rPr kumimoji="0" lang="zh-CN" altLang="en-US" sz="1800" b="1"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cs typeface="Arial" panose="020B0604020202020204" pitchFamily="34" charset="0"/>
                        </a:rPr>
                        <a:t>范围：</a:t>
                      </a:r>
                      <a:endParaRPr kumimoji="0" lang="zh-CN" altLang="en-US" sz="1800" b="0"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cs typeface="Arial" panose="020B0604020202020204" pitchFamily="34" charset="0"/>
                      </a:endParaRPr>
                    </a:p>
                  </a:txBody>
                  <a:tcPr marL="91450" marR="9145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450850" marR="0" lvl="0" indent="-450850" algn="l" defTabSz="914400" rtl="0" eaLnBrk="1" fontAlgn="base" latinLnBrk="0" hangingPunct="1">
                        <a:lnSpc>
                          <a:spcPct val="100000"/>
                        </a:lnSpc>
                        <a:spcBef>
                          <a:spcPct val="0"/>
                        </a:spcBef>
                        <a:spcAft>
                          <a:spcPct val="0"/>
                        </a:spcAft>
                        <a:buClrTx/>
                        <a:buSzTx/>
                        <a:buFontTx/>
                        <a:buNone/>
                      </a:pPr>
                      <a:r>
                        <a:rPr kumimoji="0" lang="zh-CN" altLang="en-US" sz="1800" b="1"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rPr>
                        <a:t>应用的软件系统范围</a:t>
                      </a:r>
                      <a:endParaRPr kumimoji="0" lang="zh-CN" altLang="en-US" sz="1800" b="1"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91450" marR="9145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r>
              <a:tr h="349852">
                <a:tc>
                  <a:txBody>
                    <a:bodyPr/>
                    <a:lstStyle/>
                    <a:p>
                      <a:pPr marL="450850" marR="0" lvl="0" indent="-450850" algn="l" defTabSz="914400" rtl="0" eaLnBrk="1" fontAlgn="base" latinLnBrk="0" hangingPunct="1">
                        <a:lnSpc>
                          <a:spcPct val="100000"/>
                        </a:lnSpc>
                        <a:spcBef>
                          <a:spcPct val="0"/>
                        </a:spcBef>
                        <a:spcAft>
                          <a:spcPct val="0"/>
                        </a:spcAft>
                        <a:buClrTx/>
                        <a:buSzTx/>
                        <a:buFontTx/>
                        <a:buNone/>
                      </a:pPr>
                      <a:r>
                        <a:rPr kumimoji="0" lang="zh-CN" altLang="en-US" sz="1800" b="1"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cs typeface="Arial" panose="020B0604020202020204" pitchFamily="34" charset="0"/>
                        </a:rPr>
                        <a:t>级别：</a:t>
                      </a:r>
                      <a:endParaRPr kumimoji="0" lang="zh-CN" altLang="en-US" sz="1800" b="0"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cs typeface="Arial" panose="020B0604020202020204" pitchFamily="34" charset="0"/>
                      </a:endParaRPr>
                    </a:p>
                  </a:txBody>
                  <a:tcPr marL="91450" marR="9145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450850" marR="0" lvl="0" indent="-450850" algn="l" defTabSz="914400" rtl="0" eaLnBrk="1" fontAlgn="base" latinLnBrk="0" hangingPunct="1">
                        <a:lnSpc>
                          <a:spcPct val="100000"/>
                        </a:lnSpc>
                        <a:spcBef>
                          <a:spcPct val="0"/>
                        </a:spcBef>
                        <a:spcAft>
                          <a:spcPct val="0"/>
                        </a:spcAft>
                        <a:buClrTx/>
                        <a:buSzTx/>
                        <a:buFontTx/>
                        <a:buNone/>
                      </a:pPr>
                      <a:r>
                        <a:rPr kumimoji="0" lang="zh-CN" altLang="en-US" sz="1800" b="1" i="0" u="none" strike="noStrike" cap="none" normalizeH="0" baseline="0" dirty="0" smtClean="0">
                          <a:ln>
                            <a:noFill/>
                          </a:ln>
                          <a:solidFill>
                            <a:srgbClr val="FFFF00"/>
                          </a:solidFill>
                          <a:effectLst/>
                          <a:latin typeface="微软雅黑" panose="020B0503020204020204" pitchFamily="34" charset="-122"/>
                          <a:ea typeface="微软雅黑" panose="020B0503020204020204" pitchFamily="34" charset="-122"/>
                          <a:cs typeface="Times New Roman" panose="02020603050405020304" pitchFamily="18" charset="0"/>
                        </a:rPr>
                        <a:t>用例</a:t>
                      </a:r>
                      <a:r>
                        <a:rPr kumimoji="0" lang="en-US" altLang="zh-CN" sz="1800" b="1" i="0" u="none" strike="noStrike" cap="none" normalizeH="0" baseline="0" dirty="0" smtClean="0">
                          <a:ln>
                            <a:noFill/>
                          </a:ln>
                          <a:solidFill>
                            <a:srgbClr val="FFFF00"/>
                          </a:solidFill>
                          <a:effectLst/>
                          <a:latin typeface="微软雅黑" panose="020B0503020204020204" pitchFamily="34" charset="-122"/>
                          <a:ea typeface="微软雅黑" panose="020B0503020204020204" pitchFamily="34" charset="-122"/>
                          <a:cs typeface="Times New Roman" panose="02020603050405020304" pitchFamily="18" charset="0"/>
                        </a:rPr>
                        <a:t>/</a:t>
                      </a:r>
                      <a:r>
                        <a:rPr kumimoji="0" lang="zh-CN" altLang="en-US" sz="1800" b="1" i="0" u="none" strike="noStrike" cap="none" normalizeH="0" baseline="0" dirty="0" smtClean="0">
                          <a:ln>
                            <a:noFill/>
                          </a:ln>
                          <a:solidFill>
                            <a:srgbClr val="FFFF00"/>
                          </a:solidFill>
                          <a:effectLst/>
                          <a:latin typeface="微软雅黑" panose="020B0503020204020204" pitchFamily="34" charset="-122"/>
                          <a:ea typeface="微软雅黑" panose="020B0503020204020204" pitchFamily="34" charset="-122"/>
                          <a:cs typeface="Times New Roman" panose="02020603050405020304" pitchFamily="18" charset="0"/>
                        </a:rPr>
                        <a:t>子用例</a:t>
                      </a:r>
                      <a:endParaRPr kumimoji="0" lang="zh-CN" altLang="en-US" sz="1800" b="1" i="0" u="none" strike="noStrike" cap="none" normalizeH="0" baseline="0" dirty="0" smtClean="0">
                        <a:ln>
                          <a:noFill/>
                        </a:ln>
                        <a:solidFill>
                          <a:srgbClr val="FFFF00"/>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91450" marR="9145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r>
              <a:tr h="349852">
                <a:tc>
                  <a:txBody>
                    <a:bodyPr/>
                    <a:lstStyle/>
                    <a:p>
                      <a:pPr marL="450850" marR="0" lvl="0" indent="-450850" algn="l" defTabSz="914400" rtl="0" eaLnBrk="1" fontAlgn="base" latinLnBrk="0" hangingPunct="1">
                        <a:lnSpc>
                          <a:spcPct val="100000"/>
                        </a:lnSpc>
                        <a:spcBef>
                          <a:spcPct val="0"/>
                        </a:spcBef>
                        <a:spcAft>
                          <a:spcPct val="0"/>
                        </a:spcAft>
                        <a:buClrTx/>
                        <a:buSzTx/>
                        <a:buFontTx/>
                        <a:buNone/>
                      </a:pPr>
                      <a:r>
                        <a:rPr kumimoji="0" lang="zh-CN" altLang="en-US" sz="1800" b="1" i="0" u="none" strike="noStrike" cap="none" normalizeH="0" baseline="0" dirty="0" smtClean="0">
                          <a:ln>
                            <a:noFill/>
                          </a:ln>
                          <a:solidFill>
                            <a:srgbClr val="FFFF00"/>
                          </a:solidFill>
                          <a:effectLst/>
                          <a:latin typeface="微软雅黑" panose="020B0503020204020204" pitchFamily="34" charset="-122"/>
                          <a:ea typeface="微软雅黑" panose="020B0503020204020204" pitchFamily="34" charset="-122"/>
                          <a:cs typeface="Times New Roman" panose="02020603050405020304" pitchFamily="18" charset="0"/>
                        </a:rPr>
                        <a:t>参与者</a:t>
                      </a:r>
                      <a:r>
                        <a:rPr kumimoji="0" lang="en-US" altLang="zh-CN" sz="1800" b="1" i="0" u="none" strike="noStrike" cap="none" normalizeH="0" baseline="0" dirty="0" smtClean="0">
                          <a:ln>
                            <a:noFill/>
                          </a:ln>
                          <a:solidFill>
                            <a:srgbClr val="FFFF00"/>
                          </a:solidFill>
                          <a:effectLst/>
                          <a:latin typeface="微软雅黑" panose="020B0503020204020204" pitchFamily="34" charset="-122"/>
                          <a:ea typeface="微软雅黑" panose="020B0503020204020204" pitchFamily="34" charset="-122"/>
                          <a:cs typeface="Times New Roman" panose="02020603050405020304" pitchFamily="18" charset="0"/>
                        </a:rPr>
                        <a:t>:</a:t>
                      </a:r>
                      <a:endParaRPr kumimoji="0" lang="en-US" altLang="zh-CN" sz="1800" b="1" i="0" u="none" strike="noStrike" cap="none" normalizeH="0" baseline="0" dirty="0" smtClean="0">
                        <a:ln>
                          <a:noFill/>
                        </a:ln>
                        <a:solidFill>
                          <a:srgbClr val="FFFF00"/>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91450" marR="9145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450850" marR="0" lvl="0" indent="-450850" algn="l" defTabSz="914400" rtl="0" eaLnBrk="1" fontAlgn="base" latinLnBrk="0" hangingPunct="1">
                        <a:lnSpc>
                          <a:spcPct val="100000"/>
                        </a:lnSpc>
                        <a:spcBef>
                          <a:spcPct val="0"/>
                        </a:spcBef>
                        <a:spcAft>
                          <a:spcPct val="0"/>
                        </a:spcAft>
                        <a:buClrTx/>
                        <a:buSzTx/>
                        <a:buFontTx/>
                        <a:buNone/>
                      </a:pPr>
                      <a:r>
                        <a:rPr kumimoji="0" lang="zh-CN" altLang="en-US" sz="1800" b="1" i="0" u="none" strike="noStrike" cap="none" normalizeH="0" baseline="0" dirty="0" smtClean="0">
                          <a:ln>
                            <a:noFill/>
                          </a:ln>
                          <a:solidFill>
                            <a:srgbClr val="FFFF00"/>
                          </a:solidFill>
                          <a:effectLst/>
                          <a:latin typeface="微软雅黑" panose="020B0503020204020204" pitchFamily="34" charset="-122"/>
                          <a:ea typeface="微软雅黑" panose="020B0503020204020204" pitchFamily="34" charset="-122"/>
                          <a:cs typeface="Times New Roman" panose="02020603050405020304" pitchFamily="18" charset="0"/>
                        </a:rPr>
                        <a:t>参与者的名称</a:t>
                      </a:r>
                      <a:endParaRPr kumimoji="0" lang="zh-CN" altLang="en-US" sz="1800" b="1" i="0" u="none" strike="noStrike" cap="none" normalizeH="0" baseline="0" dirty="0" smtClean="0">
                        <a:ln>
                          <a:noFill/>
                        </a:ln>
                        <a:solidFill>
                          <a:srgbClr val="FFFF00"/>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91450" marR="9145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r>
              <a:tr h="349852">
                <a:tc>
                  <a:txBody>
                    <a:bodyPr/>
                    <a:lstStyle/>
                    <a:p>
                      <a:pPr marL="450850" marR="0" lvl="0" indent="-450850" algn="l" defTabSz="914400" rtl="0" eaLnBrk="1" fontAlgn="base" latinLnBrk="0" hangingPunct="1">
                        <a:lnSpc>
                          <a:spcPct val="100000"/>
                        </a:lnSpc>
                        <a:spcBef>
                          <a:spcPct val="0"/>
                        </a:spcBef>
                        <a:spcAft>
                          <a:spcPct val="0"/>
                        </a:spcAft>
                        <a:buClrTx/>
                        <a:buSzTx/>
                        <a:buFontTx/>
                        <a:buNone/>
                      </a:pPr>
                      <a:r>
                        <a:rPr kumimoji="0" lang="zh-CN" altLang="en-US" sz="1800" b="1"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cs typeface="Arial" panose="020B0604020202020204" pitchFamily="34" charset="0"/>
                        </a:rPr>
                        <a:t>项目相关人员及其兴趣</a:t>
                      </a:r>
                      <a:r>
                        <a:rPr kumimoji="0" lang="en-US" altLang="zh-CN" sz="1800" b="1"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cs typeface="Arial" panose="020B0604020202020204" pitchFamily="34" charset="0"/>
                        </a:rPr>
                        <a:t>:</a:t>
                      </a:r>
                      <a:r>
                        <a:rPr kumimoji="0" lang="en-US" altLang="zh-CN" sz="1800" b="0"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rPr>
                        <a:t> </a:t>
                      </a:r>
                      <a:endParaRPr kumimoji="0" lang="en-US" altLang="zh-CN" sz="1800" b="0"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endParaRPr>
                    </a:p>
                  </a:txBody>
                  <a:tcPr marL="91450" marR="9145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450850" marR="0" lvl="0" indent="-450850" algn="l" defTabSz="914400" rtl="0" eaLnBrk="1" fontAlgn="base" latinLnBrk="0" hangingPunct="1">
                        <a:lnSpc>
                          <a:spcPct val="100000"/>
                        </a:lnSpc>
                        <a:spcBef>
                          <a:spcPct val="0"/>
                        </a:spcBef>
                        <a:spcAft>
                          <a:spcPct val="0"/>
                        </a:spcAft>
                        <a:buClrTx/>
                        <a:buSzTx/>
                        <a:buFontTx/>
                        <a:buNone/>
                      </a:pPr>
                      <a:r>
                        <a:rPr kumimoji="0" lang="zh-CN" altLang="en-US" sz="1800" b="1"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rPr>
                        <a:t>用户应包含满足所有相关人员兴趣的内容</a:t>
                      </a:r>
                      <a:endParaRPr kumimoji="0" lang="zh-CN" altLang="en-US" sz="1800" b="1"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91450" marR="9145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r>
              <a:tr h="349852">
                <a:tc>
                  <a:txBody>
                    <a:bodyPr/>
                    <a:lstStyle/>
                    <a:p>
                      <a:pPr marL="450850" marR="0" lvl="0" indent="-450850" algn="l" defTabSz="914400" rtl="0" eaLnBrk="1" fontAlgn="base" latinLnBrk="0" hangingPunct="1">
                        <a:lnSpc>
                          <a:spcPct val="100000"/>
                        </a:lnSpc>
                        <a:spcBef>
                          <a:spcPct val="0"/>
                        </a:spcBef>
                        <a:spcAft>
                          <a:spcPct val="0"/>
                        </a:spcAft>
                        <a:buClrTx/>
                        <a:buSzTx/>
                        <a:buFontTx/>
                        <a:buNone/>
                      </a:pPr>
                      <a:r>
                        <a:rPr kumimoji="0" lang="zh-CN" altLang="en-US" sz="1800" b="1"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cs typeface="Arial" panose="020B0604020202020204" pitchFamily="34" charset="0"/>
                        </a:rPr>
                        <a:t>前置条件</a:t>
                      </a:r>
                      <a:r>
                        <a:rPr kumimoji="0" lang="en-US" altLang="zh-CN" sz="1800" b="1"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cs typeface="Arial" panose="020B0604020202020204" pitchFamily="34" charset="0"/>
                        </a:rPr>
                        <a:t>:</a:t>
                      </a:r>
                      <a:endParaRPr kumimoji="0" lang="en-US" altLang="zh-CN" sz="1800" b="0"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cs typeface="Arial" panose="020B0604020202020204" pitchFamily="34" charset="0"/>
                      </a:endParaRPr>
                    </a:p>
                  </a:txBody>
                  <a:tcPr marL="91450" marR="9145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450850" marR="0" lvl="0" indent="-450850" algn="l" defTabSz="914400" rtl="0" eaLnBrk="1" fontAlgn="base" latinLnBrk="0" hangingPunct="1">
                        <a:lnSpc>
                          <a:spcPct val="100000"/>
                        </a:lnSpc>
                        <a:spcBef>
                          <a:spcPct val="0"/>
                        </a:spcBef>
                        <a:spcAft>
                          <a:spcPct val="0"/>
                        </a:spcAft>
                        <a:buClrTx/>
                        <a:buSzTx/>
                        <a:buFontTx/>
                        <a:buNone/>
                      </a:pPr>
                      <a:r>
                        <a:rPr kumimoji="0" lang="zh-CN" altLang="en-US" sz="1800" b="1"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rPr>
                        <a:t>规定了在用例中的一个场景开始之前必须为“真”的条件。</a:t>
                      </a:r>
                      <a:endParaRPr kumimoji="0" lang="zh-CN" altLang="en-US" sz="1800" b="1"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91450" marR="9145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r>
              <a:tr h="349852">
                <a:tc>
                  <a:txBody>
                    <a:bodyPr/>
                    <a:lstStyle/>
                    <a:p>
                      <a:pPr marL="450850" marR="0" lvl="0" indent="-450850" algn="l" defTabSz="914400" rtl="0" eaLnBrk="1" fontAlgn="base" latinLnBrk="0" hangingPunct="1">
                        <a:lnSpc>
                          <a:spcPct val="100000"/>
                        </a:lnSpc>
                        <a:spcBef>
                          <a:spcPct val="0"/>
                        </a:spcBef>
                        <a:spcAft>
                          <a:spcPct val="0"/>
                        </a:spcAft>
                        <a:buClrTx/>
                        <a:buSzTx/>
                        <a:buFontTx/>
                        <a:buNone/>
                      </a:pPr>
                      <a:r>
                        <a:rPr kumimoji="0" lang="zh-CN" altLang="en-US" sz="1800" b="1"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rPr>
                        <a:t>后置条件：</a:t>
                      </a:r>
                      <a:endParaRPr kumimoji="0" lang="zh-CN" altLang="en-US" sz="1800" b="0"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91450" marR="9145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450850" marR="0" lvl="0" indent="-450850" algn="l" defTabSz="914400" rtl="0" eaLnBrk="1" fontAlgn="base" latinLnBrk="0" hangingPunct="1">
                        <a:lnSpc>
                          <a:spcPct val="100000"/>
                        </a:lnSpc>
                        <a:spcBef>
                          <a:spcPct val="0"/>
                        </a:spcBef>
                        <a:spcAft>
                          <a:spcPct val="0"/>
                        </a:spcAft>
                        <a:buClrTx/>
                        <a:buSzTx/>
                        <a:buFontTx/>
                        <a:buNone/>
                      </a:pPr>
                      <a:r>
                        <a:rPr kumimoji="0" lang="zh-CN" altLang="en-US" sz="1800" b="1"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rPr>
                        <a:t>规定了用例成功结束后必须为“真”的条件。</a:t>
                      </a:r>
                      <a:endParaRPr kumimoji="0" lang="zh-CN" altLang="en-US" sz="1800" b="1"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91450" marR="9145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r>
            </a:tbl>
          </a:graphicData>
        </a:graphic>
      </p:graphicFrame>
    </p:spTree>
  </p:cSld>
  <p:clrMapOvr>
    <a:masterClrMapping/>
  </p:clrMapOvr>
  <p:transition>
    <p:push/>
  </p:transition>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标题 1"/>
          <p:cNvSpPr>
            <a:spLocks noGrp="1"/>
          </p:cNvSpPr>
          <p:nvPr>
            <p:ph type="title"/>
          </p:nvPr>
        </p:nvSpPr>
        <p:spPr/>
        <p:txBody>
          <a:bodyPr/>
          <a:lstStyle/>
          <a:p>
            <a:r>
              <a:rPr lang="zh-CN" altLang="en-US" smtClean="0"/>
              <a:t>用例说明模板</a:t>
            </a:r>
            <a:endParaRPr lang="zh-CN" altLang="en-US" smtClean="0"/>
          </a:p>
        </p:txBody>
      </p:sp>
      <p:graphicFrame>
        <p:nvGraphicFramePr>
          <p:cNvPr id="5" name="表格 4"/>
          <p:cNvGraphicFramePr>
            <a:graphicFrameLocks noGrp="1"/>
          </p:cNvGraphicFramePr>
          <p:nvPr/>
        </p:nvGraphicFramePr>
        <p:xfrm>
          <a:off x="1127448" y="908720"/>
          <a:ext cx="9916591" cy="5108763"/>
        </p:xfrm>
        <a:graphic>
          <a:graphicData uri="http://schemas.openxmlformats.org/drawingml/2006/table">
            <a:tbl>
              <a:tblPr/>
              <a:tblGrid>
                <a:gridCol w="949580"/>
                <a:gridCol w="1752068"/>
                <a:gridCol w="7214943"/>
              </a:tblGrid>
              <a:tr h="699212">
                <a:tc gridSpan="3">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800" b="1" i="0" u="none" strike="noStrike" cap="none" normalizeH="0" baseline="0" dirty="0" smtClean="0">
                          <a:ln>
                            <a:noFill/>
                          </a:ln>
                          <a:solidFill>
                            <a:srgbClr val="FFFF00"/>
                          </a:solidFill>
                          <a:effectLst/>
                          <a:latin typeface="微软雅黑" panose="020B0503020204020204" pitchFamily="34" charset="-122"/>
                          <a:ea typeface="微软雅黑" panose="020B0503020204020204" pitchFamily="34" charset="-122"/>
                          <a:cs typeface="Times New Roman" panose="02020603050405020304" pitchFamily="18" charset="0"/>
                        </a:rPr>
                        <a:t>主要成功场景</a:t>
                      </a:r>
                      <a:r>
                        <a:rPr kumimoji="0" lang="en-US" altLang="zh-CN" sz="1800" b="1" i="0" u="none" strike="noStrike" cap="none" normalizeH="0" baseline="0" dirty="0" smtClean="0">
                          <a:ln>
                            <a:noFill/>
                          </a:ln>
                          <a:solidFill>
                            <a:srgbClr val="FFFF00"/>
                          </a:solidFill>
                          <a:effectLst/>
                          <a:latin typeface="微软雅黑" panose="020B0503020204020204" pitchFamily="34" charset="-122"/>
                          <a:ea typeface="微软雅黑" panose="020B0503020204020204" pitchFamily="34" charset="-122"/>
                          <a:cs typeface="Times New Roman" panose="02020603050405020304" pitchFamily="18" charset="0"/>
                        </a:rPr>
                        <a:t>:</a:t>
                      </a:r>
                      <a:r>
                        <a:rPr kumimoji="0" lang="zh-CN" altLang="en-US" sz="1800" b="1" i="0" u="none" strike="noStrike" cap="none" normalizeH="0" baseline="0" dirty="0" smtClean="0">
                          <a:ln>
                            <a:noFill/>
                          </a:ln>
                          <a:solidFill>
                            <a:srgbClr val="FFFF00"/>
                          </a:solidFill>
                          <a:effectLst/>
                          <a:latin typeface="微软雅黑" panose="020B0503020204020204" pitchFamily="34" charset="-122"/>
                          <a:ea typeface="微软雅黑" panose="020B0503020204020204" pitchFamily="34" charset="-122"/>
                          <a:cs typeface="Times New Roman" panose="02020603050405020304" pitchFamily="18" charset="0"/>
                        </a:rPr>
                        <a:t>描述能够满足项目相关人员兴趣的一个典型的成功路径。不包括条件和分支</a:t>
                      </a:r>
                      <a:endParaRPr kumimoji="0" lang="zh-CN" altLang="en-US" sz="1800" b="1" i="0" u="none" strike="noStrike" cap="none" normalizeH="0" baseline="0" dirty="0" smtClean="0">
                        <a:ln>
                          <a:noFill/>
                        </a:ln>
                        <a:solidFill>
                          <a:srgbClr val="FFFF00"/>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91435" marR="91435"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hMerge="1">
                  <a:tcPr/>
                </a:tc>
                <a:tc hMerge="1">
                  <a:tcPr/>
                </a:tc>
              </a:tr>
              <a:tr h="414051">
                <a:tc>
                  <a:txBody>
                    <a:bodyPr/>
                    <a:lstStyle/>
                    <a:p>
                      <a:pPr marL="450850" marR="0" lvl="0" indent="-450850" algn="l"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cs typeface="Arial" panose="020B0604020202020204" pitchFamily="34" charset="0"/>
                        </a:rPr>
                        <a:t>1</a:t>
                      </a:r>
                      <a:r>
                        <a:rPr kumimoji="0" lang="zh-CN" altLang="en-US" sz="1800" b="1"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cs typeface="Arial" panose="020B0604020202020204" pitchFamily="34" charset="0"/>
                        </a:rPr>
                        <a:t>．</a:t>
                      </a:r>
                      <a:endParaRPr kumimoji="0" lang="zh-CN" altLang="en-US" sz="1800" b="0"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cs typeface="Arial" panose="020B0604020202020204" pitchFamily="34" charset="0"/>
                      </a:endParaRPr>
                    </a:p>
                  </a:txBody>
                  <a:tcPr marL="91435" marR="91435"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gridSpan="2">
                  <a:txBody>
                    <a:bodyPr/>
                    <a:lstStyle/>
                    <a:p>
                      <a:pPr marL="450850" marR="0" lvl="0" indent="-450850" algn="l" defTabSz="914400" rtl="0" eaLnBrk="1" fontAlgn="base" latinLnBrk="0" hangingPunct="1">
                        <a:lnSpc>
                          <a:spcPct val="100000"/>
                        </a:lnSpc>
                        <a:spcBef>
                          <a:spcPct val="0"/>
                        </a:spcBef>
                        <a:spcAft>
                          <a:spcPct val="0"/>
                        </a:spcAft>
                        <a:buClrTx/>
                        <a:buSzTx/>
                        <a:buFontTx/>
                        <a:buNone/>
                      </a:pPr>
                      <a:endParaRPr kumimoji="0" lang="zh-CN" altLang="zh-CN" sz="1800" b="1"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91435" marR="91435"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hMerge="1">
                  <a:tcPr/>
                </a:tc>
              </a:tr>
              <a:tr h="399550">
                <a:tc>
                  <a:txBody>
                    <a:bodyPr/>
                    <a:lstStyle/>
                    <a:p>
                      <a:pPr marL="450850" marR="0" lvl="0" indent="-450850" algn="l"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cs typeface="Arial" panose="020B0604020202020204" pitchFamily="34" charset="0"/>
                        </a:rPr>
                        <a:t>……</a:t>
                      </a:r>
                      <a:endParaRPr kumimoji="0" lang="en-US" altLang="zh-CN" sz="1800" b="0"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cs typeface="Arial" panose="020B0604020202020204" pitchFamily="34" charset="0"/>
                      </a:endParaRPr>
                    </a:p>
                  </a:txBody>
                  <a:tcPr marL="91435" marR="91435"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gridSpan="2">
                  <a:txBody>
                    <a:bodyPr/>
                    <a:lstStyle/>
                    <a:p>
                      <a:pPr marL="450850" marR="0" lvl="0" indent="-450850" algn="l" defTabSz="914400" rtl="0" eaLnBrk="1" fontAlgn="base" latinLnBrk="0" hangingPunct="1">
                        <a:lnSpc>
                          <a:spcPct val="100000"/>
                        </a:lnSpc>
                        <a:spcBef>
                          <a:spcPct val="0"/>
                        </a:spcBef>
                        <a:spcAft>
                          <a:spcPct val="0"/>
                        </a:spcAft>
                        <a:buClrTx/>
                        <a:buSzTx/>
                        <a:buFontTx/>
                        <a:buNone/>
                      </a:pPr>
                      <a:endParaRPr kumimoji="0" lang="en-US" altLang="zh-CN" sz="1800" b="1"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91435" marR="91435"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hMerge="1">
                  <a:tcPr/>
                </a:tc>
              </a:tr>
              <a:tr h="399550">
                <a:tc>
                  <a:txBody>
                    <a:bodyPr/>
                    <a:lstStyle/>
                    <a:p>
                      <a:pPr marL="450850" marR="0" lvl="0" indent="-450850" algn="l"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cs typeface="Arial" panose="020B0604020202020204" pitchFamily="34" charset="0"/>
                        </a:rPr>
                        <a:t>……</a:t>
                      </a:r>
                      <a:endParaRPr kumimoji="0" lang="zh-CN" altLang="en-US" sz="1800" b="0"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cs typeface="Arial" panose="020B0604020202020204" pitchFamily="34" charset="0"/>
                      </a:endParaRPr>
                    </a:p>
                  </a:txBody>
                  <a:tcPr marL="91435" marR="91435"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gridSpan="2">
                  <a:txBody>
                    <a:bodyPr/>
                    <a:lstStyle/>
                    <a:p>
                      <a:pPr marL="450850" marR="0" lvl="0" indent="-450850" algn="l" defTabSz="914400" rtl="0" eaLnBrk="1" fontAlgn="base" latinLnBrk="0" hangingPunct="1">
                        <a:lnSpc>
                          <a:spcPct val="100000"/>
                        </a:lnSpc>
                        <a:spcBef>
                          <a:spcPct val="0"/>
                        </a:spcBef>
                        <a:spcAft>
                          <a:spcPct val="0"/>
                        </a:spcAft>
                        <a:buClrTx/>
                        <a:buSzTx/>
                        <a:buFontTx/>
                        <a:buNone/>
                      </a:pPr>
                      <a:r>
                        <a:rPr kumimoji="0" lang="zh-CN" altLang="en-US" sz="1800" b="1"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rPr>
                        <a:t>包含子用例的名称 或者 扩展子用例的名称</a:t>
                      </a:r>
                      <a:endParaRPr kumimoji="0" lang="zh-CN" altLang="zh-CN" sz="1800" b="1"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91435" marR="91435"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hMerge="1">
                  <a:tcPr/>
                </a:tc>
              </a:tr>
              <a:tr h="399550">
                <a:tc>
                  <a:txBody>
                    <a:bodyPr/>
                    <a:lstStyle/>
                    <a:p>
                      <a:pPr marL="450850" marR="0" lvl="0" indent="-450850" algn="l"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cs typeface="Arial" panose="020B0604020202020204" pitchFamily="34" charset="0"/>
                        </a:rPr>
                        <a:t>n</a:t>
                      </a:r>
                      <a:r>
                        <a:rPr kumimoji="0" lang="zh-CN" altLang="en-US" sz="1800" b="1"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cs typeface="Arial" panose="020B0604020202020204" pitchFamily="34" charset="0"/>
                        </a:rPr>
                        <a:t>．</a:t>
                      </a:r>
                      <a:endParaRPr kumimoji="0" lang="zh-CN" altLang="en-US" sz="1800" b="0"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cs typeface="Arial" panose="020B0604020202020204" pitchFamily="34" charset="0"/>
                      </a:endParaRPr>
                    </a:p>
                  </a:txBody>
                  <a:tcPr marL="91435" marR="91435"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gridSpan="2">
                  <a:txBody>
                    <a:bodyPr/>
                    <a:lstStyle/>
                    <a:p>
                      <a:pPr marL="450850" marR="0" lvl="0" indent="-450850" algn="l" defTabSz="914400" rtl="0" eaLnBrk="1" fontAlgn="base" latinLnBrk="0" hangingPunct="1">
                        <a:lnSpc>
                          <a:spcPct val="100000"/>
                        </a:lnSpc>
                        <a:spcBef>
                          <a:spcPct val="0"/>
                        </a:spcBef>
                        <a:spcAft>
                          <a:spcPct val="0"/>
                        </a:spcAft>
                        <a:buClrTx/>
                        <a:buSzTx/>
                        <a:buFontTx/>
                        <a:buNone/>
                      </a:pPr>
                      <a:endParaRPr kumimoji="0" lang="zh-CN" altLang="zh-CN" sz="1800" b="1"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91435" marR="91435"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hMerge="1">
                  <a:tcPr/>
                </a:tc>
              </a:tr>
              <a:tr h="399550">
                <a:tc gridSpan="3">
                  <a:txBody>
                    <a:bodyPr/>
                    <a:lstStyle/>
                    <a:p>
                      <a:pPr marL="450850" marR="0" lvl="0" indent="-450850" algn="l" defTabSz="914400" rtl="0" eaLnBrk="1" fontAlgn="base" latinLnBrk="0" hangingPunct="1">
                        <a:lnSpc>
                          <a:spcPct val="100000"/>
                        </a:lnSpc>
                        <a:spcBef>
                          <a:spcPct val="0"/>
                        </a:spcBef>
                        <a:spcAft>
                          <a:spcPct val="0"/>
                        </a:spcAft>
                        <a:buClrTx/>
                        <a:buSzTx/>
                        <a:buFontTx/>
                        <a:buNone/>
                      </a:pPr>
                      <a:r>
                        <a:rPr kumimoji="0" lang="zh-CN" altLang="en-US" sz="1800" b="1" i="0" u="none" strike="noStrike" cap="none" normalizeH="0" baseline="0" dirty="0" smtClean="0">
                          <a:ln>
                            <a:noFill/>
                          </a:ln>
                          <a:solidFill>
                            <a:srgbClr val="FFFF00"/>
                          </a:solidFill>
                          <a:effectLst/>
                          <a:latin typeface="微软雅黑" panose="020B0503020204020204" pitchFamily="34" charset="-122"/>
                          <a:ea typeface="微软雅黑" panose="020B0503020204020204" pitchFamily="34" charset="-122"/>
                          <a:cs typeface="Times New Roman" panose="02020603050405020304" pitchFamily="18" charset="0"/>
                        </a:rPr>
                        <a:t>扩展（或替代流程）</a:t>
                      </a:r>
                      <a:r>
                        <a:rPr kumimoji="0" lang="en-US" altLang="zh-CN" sz="1800" b="1" i="0" u="none" strike="noStrike" cap="none" normalizeH="0" baseline="0" dirty="0" smtClean="0">
                          <a:ln>
                            <a:noFill/>
                          </a:ln>
                          <a:solidFill>
                            <a:srgbClr val="FFFF00"/>
                          </a:solidFill>
                          <a:effectLst/>
                          <a:latin typeface="微软雅黑" panose="020B0503020204020204" pitchFamily="34" charset="-122"/>
                          <a:ea typeface="微软雅黑" panose="020B0503020204020204" pitchFamily="34" charset="-122"/>
                          <a:cs typeface="Times New Roman" panose="02020603050405020304" pitchFamily="18" charset="0"/>
                        </a:rPr>
                        <a:t>: </a:t>
                      </a:r>
                      <a:r>
                        <a:rPr kumimoji="0" lang="zh-CN" altLang="en-US" sz="1800" b="1" i="0" u="none" strike="noStrike" cap="none" normalizeH="0" baseline="0" dirty="0" smtClean="0">
                          <a:ln>
                            <a:noFill/>
                          </a:ln>
                          <a:solidFill>
                            <a:srgbClr val="FFFF00"/>
                          </a:solidFill>
                          <a:effectLst/>
                          <a:latin typeface="微软雅黑" panose="020B0503020204020204" pitchFamily="34" charset="-122"/>
                          <a:ea typeface="微软雅黑" panose="020B0503020204020204" pitchFamily="34" charset="-122"/>
                          <a:cs typeface="Times New Roman" panose="02020603050405020304" pitchFamily="18" charset="0"/>
                        </a:rPr>
                        <a:t>（备选路径）说明了基本路径以外的所有其他场景或分支</a:t>
                      </a:r>
                      <a:endParaRPr kumimoji="0" lang="zh-CN" altLang="en-US" sz="1800" b="1" i="0" u="none" strike="noStrike" cap="none" normalizeH="0" baseline="0" dirty="0" smtClean="0">
                        <a:ln>
                          <a:noFill/>
                        </a:ln>
                        <a:solidFill>
                          <a:srgbClr val="FFFF00"/>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91435" marR="91435"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hMerge="1">
                  <a:tcPr/>
                </a:tc>
                <a:tc hMerge="1">
                  <a:tcPr/>
                </a:tc>
              </a:tr>
              <a:tr h="399550">
                <a:tc>
                  <a:txBody>
                    <a:bodyPr/>
                    <a:lstStyle/>
                    <a:p>
                      <a:pPr marL="450850" marR="0" lvl="0" indent="-450850" algn="l"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rPr>
                        <a:t>*a.</a:t>
                      </a:r>
                      <a:endParaRPr kumimoji="0" lang="en-US" altLang="zh-CN" sz="1800" b="0"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91435" marR="91435"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gridSpan="2">
                  <a:txBody>
                    <a:bodyPr/>
                    <a:lstStyle/>
                    <a:p>
                      <a:pPr marL="450850" marR="0" lvl="0" indent="-450850" algn="l" defTabSz="914400" rtl="0" eaLnBrk="1" fontAlgn="base" latinLnBrk="0" hangingPunct="1">
                        <a:lnSpc>
                          <a:spcPct val="100000"/>
                        </a:lnSpc>
                        <a:spcBef>
                          <a:spcPct val="0"/>
                        </a:spcBef>
                        <a:spcAft>
                          <a:spcPct val="0"/>
                        </a:spcAft>
                        <a:buClrTx/>
                        <a:buSzTx/>
                        <a:buFontTx/>
                        <a:buNone/>
                      </a:pPr>
                      <a:r>
                        <a:rPr kumimoji="0" lang="zh-CN" altLang="en-US" sz="1800" b="1"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rPr>
                        <a:t>描述任何一个步骤都有可能发生的条件，前边加*</a:t>
                      </a:r>
                      <a:endParaRPr kumimoji="0" lang="zh-CN" altLang="en-US" sz="1800" b="1"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91435" marR="91435"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hMerge="1">
                  <a:tcPr/>
                </a:tc>
              </a:tr>
              <a:tr h="399550">
                <a:tc>
                  <a:txBody>
                    <a:bodyPr/>
                    <a:lstStyle/>
                    <a:p>
                      <a:pPr marL="450850" marR="0" lvl="0" indent="-450850" algn="l"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rPr>
                        <a:t>5a.</a:t>
                      </a:r>
                      <a:endParaRPr kumimoji="0" lang="en-US" altLang="zh-CN" sz="1800" b="1"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91435" marR="91435"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gridSpan="2">
                  <a:txBody>
                    <a:bodyPr/>
                    <a:lstStyle/>
                    <a:p>
                      <a:pPr marL="450850" marR="0" lvl="0" indent="-450850" algn="l" defTabSz="914400" rtl="0" eaLnBrk="1" fontAlgn="base" latinLnBrk="0" hangingPunct="1">
                        <a:lnSpc>
                          <a:spcPct val="100000"/>
                        </a:lnSpc>
                        <a:spcBef>
                          <a:spcPct val="0"/>
                        </a:spcBef>
                        <a:spcAft>
                          <a:spcPct val="0"/>
                        </a:spcAft>
                        <a:buClrTx/>
                        <a:buSzTx/>
                        <a:buFontTx/>
                        <a:buNone/>
                      </a:pPr>
                      <a:r>
                        <a:rPr kumimoji="0" lang="zh-CN" altLang="en-US" sz="1800" b="1" i="0" u="none" strike="noStrike" cap="none" normalizeH="0" baseline="0" dirty="0" smtClean="0">
                          <a:ln>
                            <a:noFill/>
                          </a:ln>
                          <a:solidFill>
                            <a:srgbClr val="FFFF00"/>
                          </a:solidFill>
                          <a:effectLst/>
                          <a:latin typeface="微软雅黑" panose="020B0503020204020204" pitchFamily="34" charset="-122"/>
                          <a:ea typeface="微软雅黑" panose="020B0503020204020204" pitchFamily="34" charset="-122"/>
                          <a:cs typeface="Times New Roman" panose="02020603050405020304" pitchFamily="18" charset="0"/>
                        </a:rPr>
                        <a:t>对基本路径中某个步骤的扩展描述，前边加基本路径编号</a:t>
                      </a:r>
                      <a:endParaRPr kumimoji="0" lang="zh-CN" altLang="en-US" sz="1800" b="1" i="0" u="none" strike="noStrike" cap="none" normalizeH="0" baseline="0" dirty="0" smtClean="0">
                        <a:ln>
                          <a:noFill/>
                        </a:ln>
                        <a:solidFill>
                          <a:srgbClr val="FFFF00"/>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91435" marR="91435"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hMerge="1">
                  <a:tcPr/>
                </a:tc>
              </a:tr>
              <a:tr h="399550">
                <a:tc gridSpan="2">
                  <a:txBody>
                    <a:bodyPr/>
                    <a:lstStyle/>
                    <a:p>
                      <a:pPr marL="450850" marR="0" lvl="0" indent="-450850" algn="l" defTabSz="914400" rtl="0" eaLnBrk="1" fontAlgn="base" latinLnBrk="0" hangingPunct="1">
                        <a:lnSpc>
                          <a:spcPct val="100000"/>
                        </a:lnSpc>
                        <a:spcBef>
                          <a:spcPct val="0"/>
                        </a:spcBef>
                        <a:spcAft>
                          <a:spcPct val="0"/>
                        </a:spcAft>
                        <a:buClrTx/>
                        <a:buSzTx/>
                        <a:buFontTx/>
                        <a:buNone/>
                      </a:pPr>
                      <a:r>
                        <a:rPr kumimoji="0" lang="zh-CN" altLang="en-US" sz="1800" b="1"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rPr>
                        <a:t>特殊需求：</a:t>
                      </a:r>
                      <a:endParaRPr kumimoji="0" lang="zh-CN" altLang="en-US" sz="1800" b="0"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91435" marR="91435"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hMerge="1">
                  <a:tcPr/>
                </a:tc>
                <a:tc>
                  <a:txBody>
                    <a:bodyPr/>
                    <a:lstStyle/>
                    <a:p>
                      <a:pPr marL="450850" marR="0" lvl="0" indent="-450850" algn="l" defTabSz="914400" rtl="0" eaLnBrk="1" fontAlgn="base" latinLnBrk="0" hangingPunct="1">
                        <a:lnSpc>
                          <a:spcPct val="100000"/>
                        </a:lnSpc>
                        <a:spcBef>
                          <a:spcPct val="0"/>
                        </a:spcBef>
                        <a:spcAft>
                          <a:spcPct val="0"/>
                        </a:spcAft>
                        <a:buClrTx/>
                        <a:buSzTx/>
                        <a:buFontTx/>
                        <a:buNone/>
                      </a:pPr>
                      <a:r>
                        <a:rPr kumimoji="0" lang="zh-CN" altLang="en-US" sz="1800" b="1"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rPr>
                        <a:t>与用例相关的非功能性需求</a:t>
                      </a:r>
                      <a:endParaRPr kumimoji="0" lang="zh-CN" altLang="en-US" sz="1800" b="1"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91435" marR="91435"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r>
              <a:tr h="399550">
                <a:tc gridSpan="2">
                  <a:txBody>
                    <a:bodyPr/>
                    <a:lstStyle/>
                    <a:p>
                      <a:pPr marL="450850" marR="0" lvl="0" indent="-450850" algn="l" defTabSz="914400" rtl="0" eaLnBrk="1" fontAlgn="base" latinLnBrk="0" hangingPunct="1">
                        <a:lnSpc>
                          <a:spcPct val="100000"/>
                        </a:lnSpc>
                        <a:spcBef>
                          <a:spcPct val="0"/>
                        </a:spcBef>
                        <a:spcAft>
                          <a:spcPct val="0"/>
                        </a:spcAft>
                        <a:buClrTx/>
                        <a:buSzTx/>
                        <a:buFontTx/>
                        <a:buNone/>
                      </a:pPr>
                      <a:r>
                        <a:rPr kumimoji="0" lang="zh-CN" altLang="en-US" sz="1800" b="1"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rPr>
                        <a:t>技术与数据的变化列表：</a:t>
                      </a:r>
                      <a:endParaRPr kumimoji="0" lang="zh-CN" altLang="en-US" sz="1800" b="0"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91435" marR="91435"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hMerge="1">
                  <a:tcPr/>
                </a:tc>
                <a:tc>
                  <a:txBody>
                    <a:bodyPr/>
                    <a:lstStyle/>
                    <a:p>
                      <a:pPr marL="450850" marR="0" lvl="0" indent="-450850" algn="l" defTabSz="914400" rtl="0" eaLnBrk="1" fontAlgn="base" latinLnBrk="0" hangingPunct="1">
                        <a:lnSpc>
                          <a:spcPct val="100000"/>
                        </a:lnSpc>
                        <a:spcBef>
                          <a:spcPct val="0"/>
                        </a:spcBef>
                        <a:spcAft>
                          <a:spcPct val="0"/>
                        </a:spcAft>
                        <a:buClrTx/>
                        <a:buSzTx/>
                        <a:buFontTx/>
                        <a:buNone/>
                      </a:pPr>
                      <a:r>
                        <a:rPr kumimoji="0" lang="zh-CN" altLang="en-US" sz="1800" b="1"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rPr>
                        <a:t>输入输出方式上的变化以及数据格式的变化。 </a:t>
                      </a:r>
                      <a:endParaRPr kumimoji="0" lang="zh-CN" altLang="en-US" sz="1800" b="1"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91435" marR="91435"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r>
              <a:tr h="399550">
                <a:tc gridSpan="2">
                  <a:txBody>
                    <a:bodyPr/>
                    <a:lstStyle/>
                    <a:p>
                      <a:pPr marL="450850" marR="0" lvl="0" indent="-450850" algn="l" defTabSz="914400" rtl="0" eaLnBrk="1" fontAlgn="base" latinLnBrk="0" hangingPunct="1">
                        <a:lnSpc>
                          <a:spcPct val="100000"/>
                        </a:lnSpc>
                        <a:spcBef>
                          <a:spcPct val="0"/>
                        </a:spcBef>
                        <a:spcAft>
                          <a:spcPct val="0"/>
                        </a:spcAft>
                        <a:buClrTx/>
                        <a:buSzTx/>
                        <a:buFontTx/>
                        <a:buNone/>
                      </a:pPr>
                      <a:r>
                        <a:rPr kumimoji="0" lang="zh-CN" altLang="en-US" sz="1800" b="1"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cs typeface="Arial" panose="020B0604020202020204" pitchFamily="34" charset="0"/>
                        </a:rPr>
                        <a:t>发生频率：</a:t>
                      </a:r>
                      <a:endParaRPr kumimoji="0" lang="zh-CN" altLang="en-US" sz="1800" b="0"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cs typeface="Arial" panose="020B0604020202020204" pitchFamily="34" charset="0"/>
                      </a:endParaRPr>
                    </a:p>
                  </a:txBody>
                  <a:tcPr marL="91435" marR="91435"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hMerge="1">
                  <a:tcPr/>
                </a:tc>
                <a:tc>
                  <a:txBody>
                    <a:bodyPr/>
                    <a:lstStyle/>
                    <a:p>
                      <a:pPr marL="450850" marR="0" lvl="0" indent="-450850" algn="l" defTabSz="914400" rtl="0" eaLnBrk="1" fontAlgn="base" latinLnBrk="0" hangingPunct="1">
                        <a:lnSpc>
                          <a:spcPct val="100000"/>
                        </a:lnSpc>
                        <a:spcBef>
                          <a:spcPct val="0"/>
                        </a:spcBef>
                        <a:spcAft>
                          <a:spcPct val="0"/>
                        </a:spcAft>
                        <a:buClrTx/>
                        <a:buSzTx/>
                        <a:buFontTx/>
                        <a:buNone/>
                      </a:pPr>
                      <a:r>
                        <a:rPr kumimoji="0" lang="zh-CN" altLang="en-US" sz="1800" b="1"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rPr>
                        <a:t>用例执行的频率。 </a:t>
                      </a:r>
                      <a:endParaRPr kumimoji="0" lang="zh-CN" altLang="en-US" sz="1800" b="1"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91435" marR="91435"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r>
              <a:tr h="399550">
                <a:tc gridSpan="2">
                  <a:txBody>
                    <a:bodyPr/>
                    <a:lstStyle/>
                    <a:p>
                      <a:pPr marL="450850" marR="0" lvl="0" indent="-450850" algn="l" defTabSz="914400" rtl="0" eaLnBrk="1" fontAlgn="base" latinLnBrk="0" hangingPunct="1">
                        <a:lnSpc>
                          <a:spcPct val="100000"/>
                        </a:lnSpc>
                        <a:spcBef>
                          <a:spcPct val="0"/>
                        </a:spcBef>
                        <a:spcAft>
                          <a:spcPct val="0"/>
                        </a:spcAft>
                        <a:buClrTx/>
                        <a:buSzTx/>
                        <a:buFontTx/>
                        <a:buNone/>
                      </a:pPr>
                      <a:r>
                        <a:rPr kumimoji="0" lang="zh-CN" altLang="en-US" sz="1800" b="1"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cs typeface="Arial" panose="020B0604020202020204" pitchFamily="34" charset="0"/>
                        </a:rPr>
                        <a:t>待解决的问题：</a:t>
                      </a:r>
                      <a:endParaRPr kumimoji="0" lang="zh-CN" altLang="en-US" sz="1800" b="0"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cs typeface="Arial" panose="020B0604020202020204" pitchFamily="34" charset="0"/>
                      </a:endParaRPr>
                    </a:p>
                  </a:txBody>
                  <a:tcPr marL="91435" marR="91435"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hMerge="1">
                  <a:tcPr/>
                </a:tc>
                <a:tc>
                  <a:txBody>
                    <a:bodyPr/>
                    <a:lstStyle/>
                    <a:p>
                      <a:pPr marL="450850" marR="0" lvl="0" indent="-450850" algn="l" defTabSz="914400" rtl="0" eaLnBrk="1" fontAlgn="base" latinLnBrk="0" hangingPunct="1">
                        <a:lnSpc>
                          <a:spcPct val="100000"/>
                        </a:lnSpc>
                        <a:spcBef>
                          <a:spcPct val="0"/>
                        </a:spcBef>
                        <a:spcAft>
                          <a:spcPct val="0"/>
                        </a:spcAft>
                        <a:buClrTx/>
                        <a:buSzTx/>
                        <a:buFontTx/>
                        <a:buNone/>
                      </a:pPr>
                      <a:r>
                        <a:rPr kumimoji="0" lang="zh-CN" altLang="en-US" sz="1800" b="1"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rPr>
                        <a:t>不清楚的、尚待解决的问题可集中在此进行罗列 </a:t>
                      </a:r>
                      <a:endParaRPr kumimoji="0" lang="zh-CN" altLang="en-US" sz="1800" b="1"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91435" marR="91435"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r>
            </a:tbl>
          </a:graphicData>
        </a:graphic>
      </p:graphicFrame>
    </p:spTree>
  </p:cSld>
  <p:clrMapOvr>
    <a:masterClrMapping/>
  </p:clrMapOvr>
  <p:transition>
    <p:push/>
  </p:transition>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标题 1"/>
          <p:cNvSpPr>
            <a:spLocks noGrp="1"/>
          </p:cNvSpPr>
          <p:nvPr>
            <p:ph type="title"/>
          </p:nvPr>
        </p:nvSpPr>
        <p:spPr/>
        <p:txBody>
          <a:bodyPr/>
          <a:lstStyle/>
          <a:p>
            <a:r>
              <a:rPr lang="zh-CN" altLang="en-US" smtClean="0"/>
              <a:t>系统顺序图</a:t>
            </a:r>
            <a:endParaRPr lang="zh-CN" altLang="en-US" smtClean="0"/>
          </a:p>
        </p:txBody>
      </p:sp>
      <p:sp>
        <p:nvSpPr>
          <p:cNvPr id="26627" name="内容占位符 2"/>
          <p:cNvSpPr>
            <a:spLocks noGrp="1"/>
          </p:cNvSpPr>
          <p:nvPr>
            <p:ph idx="1"/>
          </p:nvPr>
        </p:nvSpPr>
        <p:spPr>
          <a:xfrm>
            <a:off x="335360" y="861668"/>
            <a:ext cx="6120680" cy="4980840"/>
          </a:xfrm>
        </p:spPr>
        <p:txBody>
          <a:bodyPr/>
          <a:lstStyle/>
          <a:p>
            <a:r>
              <a:rPr lang="zh-CN" altLang="en-US" sz="2400" dirty="0"/>
              <a:t>在用例描述的基础上需要进一步确定角色与系统之间的交互信息，并以可编程的方式将其命名；</a:t>
            </a:r>
            <a:endParaRPr lang="en-US" altLang="zh-CN" sz="2400" dirty="0"/>
          </a:p>
          <a:p>
            <a:r>
              <a:rPr lang="zh-CN" altLang="en-US" sz="2400" dirty="0"/>
              <a:t>系统顺序图中“一般”只需要三个</a:t>
            </a:r>
            <a:r>
              <a:rPr lang="en-US" altLang="zh-CN" sz="2400" dirty="0"/>
              <a:t>UML</a:t>
            </a:r>
            <a:r>
              <a:rPr lang="zh-CN" altLang="en-US" sz="2400" dirty="0"/>
              <a:t>的符号元素</a:t>
            </a:r>
            <a:endParaRPr lang="en-US" altLang="zh-CN" sz="2400" dirty="0"/>
          </a:p>
          <a:p>
            <a:pPr lvl="1"/>
            <a:r>
              <a:rPr lang="zh-CN" altLang="en-US" sz="2000" dirty="0"/>
              <a:t>角色；</a:t>
            </a:r>
            <a:endParaRPr lang="en-US" altLang="zh-CN" sz="2000" dirty="0"/>
          </a:p>
          <a:p>
            <a:pPr lvl="1"/>
            <a:r>
              <a:rPr lang="zh-CN" altLang="en-US" sz="2000" dirty="0"/>
              <a:t>代表软件系统的对象，一般使用</a:t>
            </a:r>
            <a:r>
              <a:rPr lang="en-US" altLang="zh-CN" sz="2000" dirty="0"/>
              <a:t>system</a:t>
            </a:r>
            <a:r>
              <a:rPr lang="zh-CN" altLang="en-US" sz="2000" dirty="0"/>
              <a:t>或者系统命名；</a:t>
            </a:r>
            <a:endParaRPr lang="en-US" altLang="zh-CN" sz="2000" dirty="0"/>
          </a:p>
          <a:p>
            <a:pPr lvl="1"/>
            <a:r>
              <a:rPr lang="zh-CN" altLang="en-US" sz="2000" dirty="0"/>
              <a:t>角色与</a:t>
            </a:r>
            <a:r>
              <a:rPr lang="en-US" altLang="zh-CN" sz="2000" dirty="0"/>
              <a:t>system</a:t>
            </a:r>
            <a:r>
              <a:rPr lang="zh-CN" altLang="en-US" sz="2000" dirty="0"/>
              <a:t>之间的交互信息，简称消息或操作；</a:t>
            </a:r>
            <a:endParaRPr lang="zh-CN" altLang="en-US" sz="2000" dirty="0"/>
          </a:p>
        </p:txBody>
      </p:sp>
      <p:pic>
        <p:nvPicPr>
          <p:cNvPr id="26629"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6528048" y="1944992"/>
            <a:ext cx="5498022" cy="32644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push/>
  </p:transition>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示例</a:t>
            </a:r>
            <a:endParaRPr lang="zh-CN" altLang="en-US" dirty="0"/>
          </a:p>
        </p:txBody>
      </p:sp>
      <p:sp>
        <p:nvSpPr>
          <p:cNvPr id="3" name="内容占位符 2"/>
          <p:cNvSpPr>
            <a:spLocks noGrp="1"/>
          </p:cNvSpPr>
          <p:nvPr>
            <p:ph idx="1"/>
          </p:nvPr>
        </p:nvSpPr>
        <p:spPr/>
        <p:txBody>
          <a:bodyPr/>
          <a:lstStyle/>
          <a:p>
            <a:endParaRPr lang="zh-CN" altLang="en-US" dirty="0"/>
          </a:p>
        </p:txBody>
      </p:sp>
      <p:pic>
        <p:nvPicPr>
          <p:cNvPr id="95234"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603130" y="0"/>
            <a:ext cx="5463153"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5235"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6990" y="1188000"/>
            <a:ext cx="5710900" cy="4113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push/>
  </p:transition>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9" name="Rectangle 2"/>
          <p:cNvSpPr>
            <a:spLocks noGrp="1" noChangeArrowheads="1"/>
          </p:cNvSpPr>
          <p:nvPr>
            <p:ph type="title"/>
          </p:nvPr>
        </p:nvSpPr>
        <p:spPr/>
        <p:txBody>
          <a:bodyPr/>
          <a:lstStyle/>
          <a:p>
            <a:r>
              <a:rPr lang="zh-CN" altLang="en-US" dirty="0" smtClean="0"/>
              <a:t>操作契约</a:t>
            </a:r>
            <a:endParaRPr lang="zh-CN" altLang="en-US" dirty="0" smtClean="0"/>
          </a:p>
        </p:txBody>
      </p:sp>
      <p:graphicFrame>
        <p:nvGraphicFramePr>
          <p:cNvPr id="17469" name="Group 61"/>
          <p:cNvGraphicFramePr>
            <a:graphicFrameLocks noGrp="1"/>
          </p:cNvGraphicFramePr>
          <p:nvPr>
            <p:ph idx="1"/>
          </p:nvPr>
        </p:nvGraphicFramePr>
        <p:xfrm>
          <a:off x="1583501" y="3356992"/>
          <a:ext cx="8712968" cy="2606798"/>
        </p:xfrm>
        <a:graphic>
          <a:graphicData uri="http://schemas.openxmlformats.org/drawingml/2006/table">
            <a:tbl>
              <a:tblPr/>
              <a:tblGrid>
                <a:gridCol w="1544933"/>
                <a:gridCol w="7168035"/>
              </a:tblGrid>
              <a:tr h="396297">
                <a:tc>
                  <a:txBody>
                    <a:bodyPr/>
                    <a:lstStyle/>
                    <a:p>
                      <a:pPr marL="450850" marR="0" lvl="0" indent="-450850" algn="l" defTabSz="914400" rtl="0" eaLnBrk="1" fontAlgn="base" latinLnBrk="0" hangingPunct="1">
                        <a:lnSpc>
                          <a:spcPct val="100000"/>
                        </a:lnSpc>
                        <a:spcBef>
                          <a:spcPct val="0"/>
                        </a:spcBef>
                        <a:spcAft>
                          <a:spcPct val="0"/>
                        </a:spcAft>
                        <a:buClrTx/>
                        <a:buSzTx/>
                        <a:buFontTx/>
                        <a:buNone/>
                      </a:pPr>
                      <a:r>
                        <a:rPr kumimoji="0" lang="zh-CN" altLang="en-US" sz="2000" b="1" i="0" u="none" strike="noStrike" cap="none" normalizeH="0" baseline="0" dirty="0" smtClean="0">
                          <a:ln>
                            <a:noFill/>
                          </a:ln>
                          <a:solidFill>
                            <a:schemeClr val="bg1"/>
                          </a:solidFill>
                          <a:effectLst/>
                          <a:latin typeface="Times New Roman" panose="02020603050405020304" pitchFamily="18" charset="0"/>
                          <a:ea typeface="华文细黑" panose="02010600040101010101" pitchFamily="2" charset="-122"/>
                          <a:cs typeface="Times New Roman" panose="02020603050405020304" pitchFamily="18" charset="0"/>
                        </a:rPr>
                        <a:t>操作：</a:t>
                      </a:r>
                      <a:endParaRPr kumimoji="0" lang="zh-CN" altLang="en-US" sz="2000" b="1" i="0" u="none" strike="noStrike" cap="none" normalizeH="0" baseline="0" dirty="0" smtClean="0">
                        <a:ln>
                          <a:noFill/>
                        </a:ln>
                        <a:solidFill>
                          <a:schemeClr val="bg1"/>
                        </a:solidFill>
                        <a:effectLst/>
                        <a:latin typeface="Arial" panose="020B0604020202020204" pitchFamily="34" charset="0"/>
                        <a:ea typeface="华文细黑" panose="02010600040101010101" pitchFamily="2" charset="-122"/>
                        <a:cs typeface="Times New Roman" panose="02020603050405020304" pitchFamily="18" charset="0"/>
                      </a:endParaRPr>
                    </a:p>
                  </a:txBody>
                  <a:tcPr marL="119729" marR="119729" marT="45727" marB="4572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450850" marR="0" lvl="0" indent="-450850" algn="l" defTabSz="914400" rtl="0" eaLnBrk="1" fontAlgn="base" latinLnBrk="0" hangingPunct="1">
                        <a:lnSpc>
                          <a:spcPct val="100000"/>
                        </a:lnSpc>
                        <a:spcBef>
                          <a:spcPct val="0"/>
                        </a:spcBef>
                        <a:spcAft>
                          <a:spcPct val="0"/>
                        </a:spcAft>
                        <a:buClrTx/>
                        <a:buSzTx/>
                        <a:buFontTx/>
                        <a:buNone/>
                      </a:pPr>
                      <a:r>
                        <a:rPr kumimoji="0" lang="zh-CN" altLang="en-US" sz="2000" b="1" i="0" u="none" strike="noStrike" cap="none" normalizeH="0" baseline="0" smtClean="0">
                          <a:ln>
                            <a:noFill/>
                          </a:ln>
                          <a:solidFill>
                            <a:schemeClr val="bg1"/>
                          </a:solidFill>
                          <a:effectLst/>
                          <a:latin typeface="Times New Roman" panose="02020603050405020304" pitchFamily="18" charset="0"/>
                          <a:ea typeface="华文细黑" panose="02010600040101010101" pitchFamily="2" charset="-122"/>
                          <a:cs typeface="Times New Roman" panose="02020603050405020304" pitchFamily="18" charset="0"/>
                        </a:rPr>
                        <a:t>操作以及参数的名称</a:t>
                      </a:r>
                      <a:endParaRPr kumimoji="0" lang="zh-CN" altLang="en-US" sz="2000" b="1" i="0" u="none" strike="noStrike" cap="none" normalizeH="0" baseline="0" smtClean="0">
                        <a:ln>
                          <a:noFill/>
                        </a:ln>
                        <a:solidFill>
                          <a:schemeClr val="bg1"/>
                        </a:solidFill>
                        <a:effectLst/>
                        <a:latin typeface="Arial" panose="020B0604020202020204" pitchFamily="34" charset="0"/>
                        <a:ea typeface="华文细黑" panose="02010600040101010101" pitchFamily="2" charset="-122"/>
                        <a:cs typeface="Times New Roman" panose="02020603050405020304" pitchFamily="18" charset="0"/>
                      </a:endParaRPr>
                    </a:p>
                  </a:txBody>
                  <a:tcPr marL="119729" marR="119729" marT="45727" marB="4572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r>
              <a:tr h="396932">
                <a:tc>
                  <a:txBody>
                    <a:bodyPr/>
                    <a:lstStyle/>
                    <a:p>
                      <a:pPr marL="450850" marR="0" lvl="0" indent="-450850" algn="l" defTabSz="914400" rtl="0" eaLnBrk="1" fontAlgn="base" latinLnBrk="0" hangingPunct="1">
                        <a:lnSpc>
                          <a:spcPct val="100000"/>
                        </a:lnSpc>
                        <a:spcBef>
                          <a:spcPct val="0"/>
                        </a:spcBef>
                        <a:spcAft>
                          <a:spcPct val="0"/>
                        </a:spcAft>
                        <a:buClrTx/>
                        <a:buSzTx/>
                        <a:buFontTx/>
                        <a:buNone/>
                      </a:pPr>
                      <a:r>
                        <a:rPr kumimoji="0" lang="zh-CN" altLang="en-US" sz="2000" b="1" i="0" u="none" strike="noStrike" cap="none" normalizeH="0" baseline="0" smtClean="0">
                          <a:ln>
                            <a:noFill/>
                          </a:ln>
                          <a:solidFill>
                            <a:schemeClr val="bg1"/>
                          </a:solidFill>
                          <a:effectLst/>
                          <a:latin typeface="Times New Roman" panose="02020603050405020304" pitchFamily="18" charset="0"/>
                          <a:ea typeface="华文细黑" panose="02010600040101010101" pitchFamily="2" charset="-122"/>
                          <a:cs typeface="Times New Roman" panose="02020603050405020304" pitchFamily="18" charset="0"/>
                        </a:rPr>
                        <a:t>交叉引用：</a:t>
                      </a:r>
                      <a:endParaRPr kumimoji="0" lang="zh-CN" altLang="en-US" sz="2000" b="1" i="0" u="none" strike="noStrike" cap="none" normalizeH="0" baseline="0" smtClean="0">
                        <a:ln>
                          <a:noFill/>
                        </a:ln>
                        <a:solidFill>
                          <a:schemeClr val="bg1"/>
                        </a:solidFill>
                        <a:effectLst/>
                        <a:latin typeface="Arial" panose="020B0604020202020204" pitchFamily="34" charset="0"/>
                        <a:ea typeface="华文细黑" panose="02010600040101010101" pitchFamily="2" charset="-122"/>
                        <a:cs typeface="Times New Roman" panose="02020603050405020304" pitchFamily="18" charset="0"/>
                      </a:endParaRPr>
                    </a:p>
                  </a:txBody>
                  <a:tcPr marL="119729" marR="119729" marT="45727" marB="4572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450850" marR="0" lvl="0" indent="-450850" algn="l" defTabSz="914400" rtl="0" eaLnBrk="1" fontAlgn="base" latinLnBrk="0" hangingPunct="1">
                        <a:lnSpc>
                          <a:spcPct val="100000"/>
                        </a:lnSpc>
                        <a:spcBef>
                          <a:spcPct val="0"/>
                        </a:spcBef>
                        <a:spcAft>
                          <a:spcPct val="0"/>
                        </a:spcAft>
                        <a:buClrTx/>
                        <a:buSzTx/>
                        <a:buFontTx/>
                        <a:buNone/>
                      </a:pPr>
                      <a:r>
                        <a:rPr kumimoji="0" lang="zh-CN" altLang="en-US" sz="2000" b="1" i="0" u="none" strike="noStrike" cap="none" normalizeH="0" baseline="0" smtClean="0">
                          <a:ln>
                            <a:noFill/>
                          </a:ln>
                          <a:solidFill>
                            <a:schemeClr val="bg1"/>
                          </a:solidFill>
                          <a:effectLst/>
                          <a:latin typeface="Times New Roman" panose="02020603050405020304" pitchFamily="18" charset="0"/>
                          <a:ea typeface="华文细黑" panose="02010600040101010101" pitchFamily="2" charset="-122"/>
                          <a:cs typeface="Times New Roman" panose="02020603050405020304" pitchFamily="18" charset="0"/>
                        </a:rPr>
                        <a:t>（可选择）可能发生此操作的用例</a:t>
                      </a:r>
                      <a:endParaRPr kumimoji="0" lang="zh-CN" altLang="en-US" sz="2000" b="1" i="0" u="none" strike="noStrike" cap="none" normalizeH="0" baseline="0" smtClean="0">
                        <a:ln>
                          <a:noFill/>
                        </a:ln>
                        <a:solidFill>
                          <a:schemeClr val="bg1"/>
                        </a:solidFill>
                        <a:effectLst/>
                        <a:latin typeface="Arial" panose="020B0604020202020204" pitchFamily="34" charset="0"/>
                        <a:ea typeface="华文细黑" panose="02010600040101010101" pitchFamily="2" charset="-122"/>
                        <a:cs typeface="Times New Roman" panose="02020603050405020304" pitchFamily="18" charset="0"/>
                      </a:endParaRPr>
                    </a:p>
                  </a:txBody>
                  <a:tcPr marL="119729" marR="119729" marT="45727" marB="4572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r>
              <a:tr h="502915">
                <a:tc>
                  <a:txBody>
                    <a:bodyPr/>
                    <a:lstStyle/>
                    <a:p>
                      <a:pPr marL="450850" marR="0" lvl="0" indent="-450850" algn="l" defTabSz="914400" rtl="0" eaLnBrk="1" fontAlgn="base" latinLnBrk="0" hangingPunct="1">
                        <a:lnSpc>
                          <a:spcPct val="100000"/>
                        </a:lnSpc>
                        <a:spcBef>
                          <a:spcPct val="0"/>
                        </a:spcBef>
                        <a:spcAft>
                          <a:spcPct val="0"/>
                        </a:spcAft>
                        <a:buClrTx/>
                        <a:buSzTx/>
                        <a:buFontTx/>
                        <a:buNone/>
                      </a:pPr>
                      <a:r>
                        <a:rPr kumimoji="0" lang="zh-CN" altLang="en-US" sz="2000" b="1" i="0" u="none" strike="noStrike" cap="none" normalizeH="0" baseline="0" dirty="0" smtClean="0">
                          <a:ln>
                            <a:noFill/>
                          </a:ln>
                          <a:solidFill>
                            <a:schemeClr val="bg1"/>
                          </a:solidFill>
                          <a:effectLst/>
                          <a:latin typeface="Times New Roman" panose="02020603050405020304" pitchFamily="18" charset="0"/>
                          <a:ea typeface="华文细黑" panose="02010600040101010101" pitchFamily="2" charset="-122"/>
                          <a:cs typeface="Times New Roman" panose="02020603050405020304" pitchFamily="18" charset="0"/>
                        </a:rPr>
                        <a:t>前置条件：</a:t>
                      </a:r>
                      <a:endParaRPr kumimoji="0" lang="zh-CN" altLang="en-US" sz="2000" b="1" i="0" u="none" strike="noStrike" cap="none" normalizeH="0" baseline="0" dirty="0" smtClean="0">
                        <a:ln>
                          <a:noFill/>
                        </a:ln>
                        <a:solidFill>
                          <a:schemeClr val="bg1"/>
                        </a:solidFill>
                        <a:effectLst/>
                        <a:latin typeface="Arial" panose="020B0604020202020204" pitchFamily="34" charset="0"/>
                        <a:ea typeface="华文细黑" panose="02010600040101010101" pitchFamily="2" charset="-122"/>
                        <a:cs typeface="Times New Roman" panose="02020603050405020304" pitchFamily="18" charset="0"/>
                      </a:endParaRPr>
                    </a:p>
                  </a:txBody>
                  <a:tcPr marL="119729" marR="119729" marT="45727" marB="4572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450850" marR="0" lvl="0" indent="-450850" algn="l" defTabSz="914400" rtl="0" eaLnBrk="1" fontAlgn="base" latinLnBrk="0" hangingPunct="1">
                        <a:lnSpc>
                          <a:spcPct val="100000"/>
                        </a:lnSpc>
                        <a:spcBef>
                          <a:spcPct val="0"/>
                        </a:spcBef>
                        <a:spcAft>
                          <a:spcPct val="0"/>
                        </a:spcAft>
                        <a:buClrTx/>
                        <a:buSzTx/>
                        <a:buFontTx/>
                        <a:buNone/>
                      </a:pPr>
                      <a:r>
                        <a:rPr kumimoji="0" lang="zh-CN" altLang="en-US" sz="2000" b="1" i="0" u="none" strike="noStrike" cap="none" normalizeH="0" baseline="0" dirty="0" smtClean="0">
                          <a:ln>
                            <a:noFill/>
                          </a:ln>
                          <a:solidFill>
                            <a:schemeClr val="bg1"/>
                          </a:solidFill>
                          <a:effectLst/>
                          <a:latin typeface="Arial" panose="020B0604020202020204" pitchFamily="34" charset="0"/>
                          <a:ea typeface="华文细黑" panose="02010600040101010101" pitchFamily="2" charset="-122"/>
                          <a:cs typeface="Times New Roman" panose="02020603050405020304" pitchFamily="18" charset="0"/>
                        </a:rPr>
                        <a:t>执行该操作之前系统或领域模型对象的状态</a:t>
                      </a:r>
                      <a:endParaRPr kumimoji="0" lang="zh-CN" altLang="en-US" sz="2000" b="1" i="0" u="none" strike="noStrike" cap="none" normalizeH="0" baseline="0" dirty="0" smtClean="0">
                        <a:ln>
                          <a:noFill/>
                        </a:ln>
                        <a:solidFill>
                          <a:schemeClr val="bg1"/>
                        </a:solidFill>
                        <a:effectLst/>
                        <a:latin typeface="Arial" panose="020B0604020202020204" pitchFamily="34" charset="0"/>
                        <a:ea typeface="华文细黑" panose="02010600040101010101" pitchFamily="2" charset="-122"/>
                        <a:cs typeface="Times New Roman" panose="02020603050405020304" pitchFamily="18" charset="0"/>
                      </a:endParaRPr>
                    </a:p>
                  </a:txBody>
                  <a:tcPr marL="119729" marR="119729" marT="45727" marB="4572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r>
              <a:tr h="396297">
                <a:tc>
                  <a:txBody>
                    <a:bodyPr/>
                    <a:lstStyle/>
                    <a:p>
                      <a:pPr marL="450850" marR="0" lvl="0" indent="-450850" algn="l" defTabSz="914400" rtl="0" eaLnBrk="1" fontAlgn="base" latinLnBrk="0" hangingPunct="1">
                        <a:lnSpc>
                          <a:spcPct val="100000"/>
                        </a:lnSpc>
                        <a:spcBef>
                          <a:spcPct val="0"/>
                        </a:spcBef>
                        <a:spcAft>
                          <a:spcPct val="0"/>
                        </a:spcAft>
                        <a:buClrTx/>
                        <a:buSzTx/>
                        <a:buFontTx/>
                        <a:buNone/>
                      </a:pPr>
                      <a:r>
                        <a:rPr kumimoji="0" lang="zh-CN" altLang="en-US" sz="2000" b="1" i="0" u="none" strike="noStrike" cap="none" normalizeH="0" baseline="0" smtClean="0">
                          <a:ln>
                            <a:noFill/>
                          </a:ln>
                          <a:solidFill>
                            <a:schemeClr val="bg1"/>
                          </a:solidFill>
                          <a:effectLst/>
                          <a:latin typeface="Times New Roman" panose="02020603050405020304" pitchFamily="18" charset="0"/>
                          <a:ea typeface="华文细黑" panose="02010600040101010101" pitchFamily="2" charset="-122"/>
                          <a:cs typeface="Times New Roman" panose="02020603050405020304" pitchFamily="18" charset="0"/>
                        </a:rPr>
                        <a:t>后置条件：</a:t>
                      </a:r>
                      <a:endParaRPr kumimoji="0" lang="zh-CN" altLang="en-US" sz="2000" b="1" i="0" u="none" strike="noStrike" cap="none" normalizeH="0" baseline="0" smtClean="0">
                        <a:ln>
                          <a:noFill/>
                        </a:ln>
                        <a:solidFill>
                          <a:schemeClr val="bg1"/>
                        </a:solidFill>
                        <a:effectLst/>
                        <a:latin typeface="Arial" panose="020B0604020202020204" pitchFamily="34" charset="0"/>
                        <a:ea typeface="华文细黑" panose="02010600040101010101" pitchFamily="2" charset="-122"/>
                        <a:cs typeface="Times New Roman" panose="02020603050405020304" pitchFamily="18" charset="0"/>
                      </a:endParaRPr>
                    </a:p>
                  </a:txBody>
                  <a:tcPr marL="119729" marR="119729" marT="45727" marB="4572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450850" marR="0" lvl="0" indent="-450850" algn="l" defTabSz="914400" rtl="0" eaLnBrk="1" fontAlgn="base" latinLnBrk="0" hangingPunct="1">
                        <a:lnSpc>
                          <a:spcPct val="100000"/>
                        </a:lnSpc>
                        <a:spcBef>
                          <a:spcPct val="0"/>
                        </a:spcBef>
                        <a:spcAft>
                          <a:spcPct val="0"/>
                        </a:spcAft>
                        <a:buClrTx/>
                        <a:buSzTx/>
                        <a:buFontTx/>
                        <a:buNone/>
                      </a:pPr>
                      <a:r>
                        <a:rPr kumimoji="0" lang="zh-CN" altLang="en-US" sz="2000" b="1" i="0" u="none" strike="noStrike" cap="none" normalizeH="0" baseline="0" dirty="0" smtClean="0">
                          <a:ln>
                            <a:noFill/>
                          </a:ln>
                          <a:solidFill>
                            <a:schemeClr val="bg1"/>
                          </a:solidFill>
                          <a:effectLst/>
                          <a:latin typeface="Times New Roman" panose="02020603050405020304" pitchFamily="18" charset="0"/>
                          <a:ea typeface="华文细黑" panose="02010600040101010101" pitchFamily="2" charset="-122"/>
                          <a:cs typeface="Times New Roman" panose="02020603050405020304" pitchFamily="18" charset="0"/>
                        </a:rPr>
                        <a:t>操作完成后领域模型中对象的状态：</a:t>
                      </a:r>
                      <a:endParaRPr kumimoji="0" lang="en-US" altLang="zh-CN" sz="2000" b="1" i="0" u="none" strike="noStrike" cap="none" normalizeH="0" baseline="0" dirty="0" smtClean="0">
                        <a:ln>
                          <a:noFill/>
                        </a:ln>
                        <a:solidFill>
                          <a:schemeClr val="bg1"/>
                        </a:solidFill>
                        <a:effectLst/>
                        <a:latin typeface="Times New Roman" panose="02020603050405020304" pitchFamily="18" charset="0"/>
                        <a:ea typeface="华文细黑" panose="02010600040101010101" pitchFamily="2" charset="-122"/>
                        <a:cs typeface="Times New Roman" panose="02020603050405020304" pitchFamily="18" charset="0"/>
                      </a:endParaRPr>
                    </a:p>
                    <a:p>
                      <a:pPr marL="450850" marR="0" lvl="0" indent="-450850" algn="l"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dirty="0" smtClean="0">
                          <a:ln>
                            <a:noFill/>
                          </a:ln>
                          <a:solidFill>
                            <a:srgbClr val="FFFF00"/>
                          </a:solidFill>
                          <a:effectLst/>
                          <a:latin typeface="Times New Roman" panose="02020603050405020304" pitchFamily="18" charset="0"/>
                          <a:ea typeface="华文细黑" panose="02010600040101010101" pitchFamily="2" charset="-122"/>
                          <a:cs typeface="Times New Roman" panose="02020603050405020304" pitchFamily="18" charset="0"/>
                        </a:rPr>
                        <a:t>  1</a:t>
                      </a:r>
                      <a:r>
                        <a:rPr kumimoji="0" lang="zh-CN" altLang="en-US" sz="2000" b="1" i="0" u="none" strike="noStrike" cap="none" normalizeH="0" baseline="0" dirty="0" smtClean="0">
                          <a:ln>
                            <a:noFill/>
                          </a:ln>
                          <a:solidFill>
                            <a:srgbClr val="FFFF00"/>
                          </a:solidFill>
                          <a:effectLst/>
                          <a:latin typeface="Times New Roman" panose="02020603050405020304" pitchFamily="18" charset="0"/>
                          <a:ea typeface="华文细黑" panose="02010600040101010101" pitchFamily="2" charset="-122"/>
                          <a:cs typeface="Times New Roman" panose="02020603050405020304" pitchFamily="18" charset="0"/>
                        </a:rPr>
                        <a:t>、对象的创建和删除；</a:t>
                      </a:r>
                      <a:endParaRPr kumimoji="0" lang="en-US" altLang="zh-CN" sz="2000" b="1" i="0" u="none" strike="noStrike" cap="none" normalizeH="0" baseline="0" dirty="0" smtClean="0">
                        <a:ln>
                          <a:noFill/>
                        </a:ln>
                        <a:solidFill>
                          <a:srgbClr val="FFFF00"/>
                        </a:solidFill>
                        <a:effectLst/>
                        <a:latin typeface="Times New Roman" panose="02020603050405020304" pitchFamily="18" charset="0"/>
                        <a:ea typeface="华文细黑" panose="02010600040101010101" pitchFamily="2" charset="-122"/>
                        <a:cs typeface="Times New Roman" panose="02020603050405020304" pitchFamily="18" charset="0"/>
                      </a:endParaRPr>
                    </a:p>
                    <a:p>
                      <a:pPr marL="450850" marR="0" lvl="0" indent="-450850" algn="l"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dirty="0" smtClean="0">
                          <a:ln>
                            <a:noFill/>
                          </a:ln>
                          <a:solidFill>
                            <a:srgbClr val="FFFF00"/>
                          </a:solidFill>
                          <a:effectLst/>
                          <a:latin typeface="Times New Roman" panose="02020603050405020304" pitchFamily="18" charset="0"/>
                          <a:ea typeface="华文细黑" panose="02010600040101010101" pitchFamily="2" charset="-122"/>
                          <a:cs typeface="Times New Roman" panose="02020603050405020304" pitchFamily="18" charset="0"/>
                        </a:rPr>
                        <a:t>  2</a:t>
                      </a:r>
                      <a:r>
                        <a:rPr kumimoji="0" lang="zh-CN" altLang="en-US" sz="2000" b="1" i="0" u="none" strike="noStrike" cap="none" normalizeH="0" baseline="0" dirty="0" smtClean="0">
                          <a:ln>
                            <a:noFill/>
                          </a:ln>
                          <a:solidFill>
                            <a:srgbClr val="FFFF00"/>
                          </a:solidFill>
                          <a:effectLst/>
                          <a:latin typeface="Times New Roman" panose="02020603050405020304" pitchFamily="18" charset="0"/>
                          <a:ea typeface="华文细黑" panose="02010600040101010101" pitchFamily="2" charset="-122"/>
                          <a:cs typeface="Times New Roman" panose="02020603050405020304" pitchFamily="18" charset="0"/>
                        </a:rPr>
                        <a:t>、对象之间“关联”的建立或消除；</a:t>
                      </a:r>
                      <a:endParaRPr kumimoji="0" lang="en-US" altLang="zh-CN" sz="2000" b="1" i="0" u="none" strike="noStrike" cap="none" normalizeH="0" baseline="0" dirty="0" smtClean="0">
                        <a:ln>
                          <a:noFill/>
                        </a:ln>
                        <a:solidFill>
                          <a:srgbClr val="FFFF00"/>
                        </a:solidFill>
                        <a:effectLst/>
                        <a:latin typeface="Times New Roman" panose="02020603050405020304" pitchFamily="18" charset="0"/>
                        <a:ea typeface="华文细黑" panose="02010600040101010101" pitchFamily="2" charset="-122"/>
                        <a:cs typeface="Times New Roman" panose="02020603050405020304" pitchFamily="18" charset="0"/>
                      </a:endParaRPr>
                    </a:p>
                    <a:p>
                      <a:pPr marL="450850" marR="0" lvl="0" indent="-450850" algn="l"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dirty="0" smtClean="0">
                          <a:ln>
                            <a:noFill/>
                          </a:ln>
                          <a:solidFill>
                            <a:srgbClr val="FFFF00"/>
                          </a:solidFill>
                          <a:effectLst/>
                          <a:latin typeface="Times New Roman" panose="02020603050405020304" pitchFamily="18" charset="0"/>
                          <a:ea typeface="华文细黑" panose="02010600040101010101" pitchFamily="2" charset="-122"/>
                          <a:cs typeface="Times New Roman" panose="02020603050405020304" pitchFamily="18" charset="0"/>
                        </a:rPr>
                        <a:t>  3</a:t>
                      </a:r>
                      <a:r>
                        <a:rPr kumimoji="0" lang="zh-CN" altLang="en-US" sz="2000" b="1" i="0" u="none" strike="noStrike" cap="none" normalizeH="0" baseline="0" dirty="0" smtClean="0">
                          <a:ln>
                            <a:noFill/>
                          </a:ln>
                          <a:solidFill>
                            <a:srgbClr val="FFFF00"/>
                          </a:solidFill>
                          <a:effectLst/>
                          <a:latin typeface="Times New Roman" panose="02020603050405020304" pitchFamily="18" charset="0"/>
                          <a:ea typeface="华文细黑" panose="02010600040101010101" pitchFamily="2" charset="-122"/>
                          <a:cs typeface="Times New Roman" panose="02020603050405020304" pitchFamily="18" charset="0"/>
                        </a:rPr>
                        <a:t>、对象属性值的修改；</a:t>
                      </a:r>
                      <a:endParaRPr kumimoji="0" lang="zh-CN" altLang="en-US" sz="2000" b="1" i="0" u="none" strike="noStrike" cap="none" normalizeH="0" baseline="0" dirty="0" smtClean="0">
                        <a:ln>
                          <a:noFill/>
                        </a:ln>
                        <a:solidFill>
                          <a:srgbClr val="FFFF00"/>
                        </a:solidFill>
                        <a:effectLst/>
                        <a:latin typeface="Arial" panose="020B0604020202020204" pitchFamily="34" charset="0"/>
                        <a:ea typeface="华文细黑" panose="02010600040101010101" pitchFamily="2" charset="-122"/>
                        <a:cs typeface="Times New Roman" panose="02020603050405020304" pitchFamily="18" charset="0"/>
                      </a:endParaRPr>
                    </a:p>
                  </a:txBody>
                  <a:tcPr marL="119729" marR="119729" marT="45727" marB="4572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r>
            </a:tbl>
          </a:graphicData>
        </a:graphic>
      </p:graphicFrame>
      <p:sp>
        <p:nvSpPr>
          <p:cNvPr id="91140" name="Rectangle 3"/>
          <p:cNvSpPr>
            <a:spLocks noGrp="1" noChangeArrowheads="1"/>
          </p:cNvSpPr>
          <p:nvPr>
            <p:ph type="body" sz="half" idx="4294967295"/>
          </p:nvPr>
        </p:nvSpPr>
        <p:spPr>
          <a:xfrm>
            <a:off x="551384" y="1052736"/>
            <a:ext cx="11089232" cy="1874838"/>
          </a:xfrm>
        </p:spPr>
        <p:txBody>
          <a:bodyPr/>
          <a:lstStyle/>
          <a:p>
            <a:pPr marL="365125" indent="-365125"/>
            <a:r>
              <a:rPr lang="zh-CN" altLang="en-US" sz="2800" dirty="0">
                <a:solidFill>
                  <a:schemeClr val="bg1"/>
                </a:solidFill>
                <a:latin typeface="微软雅黑" panose="020B0503020204020204" pitchFamily="34" charset="-122"/>
                <a:ea typeface="微软雅黑" panose="020B0503020204020204" pitchFamily="34" charset="-122"/>
              </a:rPr>
              <a:t>系统操作：处理系统事件的</a:t>
            </a:r>
            <a:r>
              <a:rPr lang="zh-CN" altLang="en-US" sz="2800" dirty="0" smtClean="0">
                <a:solidFill>
                  <a:schemeClr val="bg1"/>
                </a:solidFill>
                <a:latin typeface="微软雅黑" panose="020B0503020204020204" pitchFamily="34" charset="-122"/>
                <a:ea typeface="微软雅黑" panose="020B0503020204020204" pitchFamily="34" charset="-122"/>
              </a:rPr>
              <a:t>操作，也称为系统事件；</a:t>
            </a:r>
            <a:endParaRPr lang="zh-CN" altLang="en-US" sz="2800" dirty="0">
              <a:solidFill>
                <a:schemeClr val="bg1"/>
              </a:solidFill>
              <a:latin typeface="微软雅黑" panose="020B0503020204020204" pitchFamily="34" charset="-122"/>
              <a:ea typeface="微软雅黑" panose="020B0503020204020204" pitchFamily="34" charset="-122"/>
            </a:endParaRPr>
          </a:p>
          <a:p>
            <a:pPr marL="365125" indent="-365125">
              <a:lnSpc>
                <a:spcPct val="100000"/>
              </a:lnSpc>
            </a:pPr>
            <a:r>
              <a:rPr lang="zh-CN" altLang="en-US" sz="2800" dirty="0">
                <a:solidFill>
                  <a:schemeClr val="bg1"/>
                </a:solidFill>
                <a:latin typeface="微软雅黑" panose="020B0503020204020204" pitchFamily="34" charset="-122"/>
                <a:ea typeface="微软雅黑" panose="020B0503020204020204" pitchFamily="34" charset="-122"/>
              </a:rPr>
              <a:t>操作契约是为系统操作而定义的</a:t>
            </a:r>
            <a:r>
              <a:rPr lang="zh-CN" altLang="en-US" sz="2800" dirty="0" smtClean="0">
                <a:solidFill>
                  <a:schemeClr val="bg1"/>
                </a:solidFill>
                <a:latin typeface="微软雅黑" panose="020B0503020204020204" pitchFamily="34" charset="-122"/>
                <a:ea typeface="微软雅黑" panose="020B0503020204020204" pitchFamily="34" charset="-122"/>
              </a:rPr>
              <a:t>，参考领域模型中业务对象接收到相同的系统事件后，执行必须的业务处理时各业务对象的状态以及系统</a:t>
            </a:r>
            <a:r>
              <a:rPr lang="zh-CN" altLang="en-US" sz="2800" dirty="0">
                <a:solidFill>
                  <a:schemeClr val="bg1"/>
                </a:solidFill>
                <a:latin typeface="微软雅黑" panose="020B0503020204020204" pitchFamily="34" charset="-122"/>
                <a:ea typeface="微软雅黑" panose="020B0503020204020204" pitchFamily="34" charset="-122"/>
              </a:rPr>
              <a:t>操作执行的结果</a:t>
            </a:r>
            <a:r>
              <a:rPr lang="zh-CN" altLang="en-US" sz="2800" dirty="0" smtClean="0">
                <a:solidFill>
                  <a:schemeClr val="bg1"/>
                </a:solidFill>
                <a:latin typeface="微软雅黑" panose="020B0503020204020204" pitchFamily="34" charset="-122"/>
                <a:ea typeface="微软雅黑" panose="020B0503020204020204" pitchFamily="34" charset="-122"/>
              </a:rPr>
              <a:t>，以便软件设计时进行参考。模板</a:t>
            </a:r>
            <a:r>
              <a:rPr lang="zh-CN" altLang="en-US" sz="2800" dirty="0">
                <a:solidFill>
                  <a:schemeClr val="bg1"/>
                </a:solidFill>
                <a:latin typeface="微软雅黑" panose="020B0503020204020204" pitchFamily="34" charset="-122"/>
                <a:ea typeface="微软雅黑" panose="020B0503020204020204" pitchFamily="34" charset="-122"/>
              </a:rPr>
              <a:t>如下表所示：</a:t>
            </a:r>
            <a:endParaRPr lang="zh-CN" altLang="en-US" sz="2800" dirty="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p:transition>
    <p:push/>
  </p:transition>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3" name="Rectangle 2"/>
          <p:cNvSpPr>
            <a:spLocks noGrp="1" noChangeArrowheads="1"/>
          </p:cNvSpPr>
          <p:nvPr>
            <p:ph type="title"/>
          </p:nvPr>
        </p:nvSpPr>
        <p:spPr/>
        <p:txBody>
          <a:bodyPr/>
          <a:lstStyle/>
          <a:p>
            <a:r>
              <a:rPr lang="zh-CN" altLang="en-US" dirty="0" smtClean="0"/>
              <a:t>创建操作契约</a:t>
            </a:r>
            <a:endParaRPr lang="zh-CN" altLang="en-US" dirty="0" smtClean="0"/>
          </a:p>
        </p:txBody>
      </p:sp>
      <p:sp>
        <p:nvSpPr>
          <p:cNvPr id="92164" name="Rectangle 3"/>
          <p:cNvSpPr>
            <a:spLocks noGrp="1" noChangeArrowheads="1"/>
          </p:cNvSpPr>
          <p:nvPr>
            <p:ph idx="1"/>
          </p:nvPr>
        </p:nvSpPr>
        <p:spPr>
          <a:xfrm>
            <a:off x="468000" y="1052736"/>
            <a:ext cx="11160000" cy="5116104"/>
          </a:xfrm>
        </p:spPr>
        <p:txBody>
          <a:bodyPr>
            <a:normAutofit/>
          </a:bodyPr>
          <a:lstStyle/>
          <a:p>
            <a:pPr>
              <a:lnSpc>
                <a:spcPct val="70000"/>
              </a:lnSpc>
              <a:spcBef>
                <a:spcPct val="30000"/>
              </a:spcBef>
            </a:pPr>
            <a:r>
              <a:rPr lang="zh-CN" altLang="en-US" sz="2600" dirty="0" smtClean="0"/>
              <a:t>创建</a:t>
            </a:r>
            <a:r>
              <a:rPr lang="zh-CN" altLang="en-US" sz="2600" dirty="0"/>
              <a:t>操作契约的指导原则如下：</a:t>
            </a:r>
            <a:r>
              <a:rPr lang="zh-CN" altLang="en-US" sz="3000" dirty="0"/>
              <a:t> </a:t>
            </a:r>
            <a:endParaRPr lang="zh-CN" altLang="en-US" sz="3000" dirty="0"/>
          </a:p>
          <a:p>
            <a:pPr lvl="1"/>
            <a:r>
              <a:rPr lang="zh-CN" altLang="zh-CN" dirty="0"/>
              <a:t>根据系统顺序图识别进入到系统内的所有系统事件，即操作；</a:t>
            </a:r>
            <a:endParaRPr lang="zh-CN" altLang="zh-CN" dirty="0"/>
          </a:p>
          <a:p>
            <a:pPr lvl="1"/>
            <a:r>
              <a:rPr lang="zh-CN" altLang="zh-CN" dirty="0"/>
              <a:t>针对每一个系统操作结合对应的用例领域模型，找到与此操作相关的概念类对象；</a:t>
            </a:r>
            <a:endParaRPr lang="zh-CN" altLang="zh-CN" dirty="0"/>
          </a:p>
          <a:p>
            <a:pPr lvl="1"/>
            <a:r>
              <a:rPr lang="zh-CN" altLang="zh-CN" dirty="0"/>
              <a:t>对那些相对复杂以及用例描述中不清楚的那些系统操作创建操作契约；</a:t>
            </a:r>
            <a:endParaRPr lang="zh-CN" altLang="zh-CN" dirty="0"/>
          </a:p>
          <a:p>
            <a:pPr lvl="2">
              <a:spcBef>
                <a:spcPct val="30000"/>
              </a:spcBef>
            </a:pPr>
            <a:r>
              <a:rPr lang="zh-CN" altLang="en-US" sz="2000" dirty="0" smtClean="0">
                <a:solidFill>
                  <a:srgbClr val="FFFF00"/>
                </a:solidFill>
              </a:rPr>
              <a:t>对象实例</a:t>
            </a:r>
            <a:r>
              <a:rPr lang="zh-CN" altLang="en-US" sz="2000" dirty="0">
                <a:solidFill>
                  <a:srgbClr val="FFFF00"/>
                </a:solidFill>
              </a:rPr>
              <a:t>创建和删除。</a:t>
            </a:r>
            <a:endParaRPr lang="zh-CN" altLang="en-US" sz="2000" dirty="0">
              <a:solidFill>
                <a:srgbClr val="FFFF00"/>
              </a:solidFill>
            </a:endParaRPr>
          </a:p>
          <a:p>
            <a:pPr lvl="2">
              <a:spcBef>
                <a:spcPct val="30000"/>
              </a:spcBef>
            </a:pPr>
            <a:r>
              <a:rPr lang="zh-CN" altLang="en-US" sz="2000" dirty="0" smtClean="0">
                <a:solidFill>
                  <a:srgbClr val="FFFF00"/>
                </a:solidFill>
              </a:rPr>
              <a:t>对象属性</a:t>
            </a:r>
            <a:r>
              <a:rPr lang="zh-CN" altLang="en-US" sz="2000" dirty="0">
                <a:solidFill>
                  <a:srgbClr val="FFFF00"/>
                </a:solidFill>
              </a:rPr>
              <a:t>修改。</a:t>
            </a:r>
            <a:endParaRPr lang="zh-CN" altLang="en-US" sz="2000" dirty="0">
              <a:solidFill>
                <a:srgbClr val="FFFF00"/>
              </a:solidFill>
            </a:endParaRPr>
          </a:p>
          <a:p>
            <a:pPr lvl="2">
              <a:spcBef>
                <a:spcPct val="30000"/>
              </a:spcBef>
            </a:pPr>
            <a:r>
              <a:rPr lang="zh-CN" altLang="en-US" sz="2000" dirty="0" smtClean="0">
                <a:solidFill>
                  <a:srgbClr val="FFFF00"/>
                </a:solidFill>
              </a:rPr>
              <a:t>对象关联</a:t>
            </a:r>
            <a:r>
              <a:rPr lang="zh-CN" altLang="en-US" sz="2000" dirty="0">
                <a:solidFill>
                  <a:srgbClr val="FFFF00"/>
                </a:solidFill>
              </a:rPr>
              <a:t>形成和断开。</a:t>
            </a:r>
            <a:endParaRPr lang="zh-CN" altLang="en-US" sz="2000" dirty="0">
              <a:solidFill>
                <a:srgbClr val="FFFF00"/>
              </a:solidFill>
            </a:endParaRPr>
          </a:p>
          <a:p>
            <a:pPr>
              <a:lnSpc>
                <a:spcPct val="110000"/>
              </a:lnSpc>
              <a:spcBef>
                <a:spcPct val="30000"/>
              </a:spcBef>
            </a:pPr>
            <a:r>
              <a:rPr lang="zh-CN" altLang="en-US" sz="2400" dirty="0"/>
              <a:t>后置条件的陈述应该是声明性的，以强调系统状态所发生的变化，而非强调这种变化是如何设计实现的。 </a:t>
            </a:r>
            <a:endParaRPr lang="zh-CN" altLang="en-US" sz="2400" dirty="0"/>
          </a:p>
        </p:txBody>
      </p:sp>
    </p:spTree>
  </p:cSld>
  <p:clrMapOvr>
    <a:masterClrMapping/>
  </p:clrMapOvr>
  <p:transition>
    <p:push/>
  </p:transition>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标题 1"/>
          <p:cNvSpPr>
            <a:spLocks noGrp="1"/>
          </p:cNvSpPr>
          <p:nvPr>
            <p:ph type="title"/>
          </p:nvPr>
        </p:nvSpPr>
        <p:spPr/>
        <p:txBody>
          <a:bodyPr/>
          <a:lstStyle/>
          <a:p>
            <a:r>
              <a:rPr lang="zh-CN" altLang="en-US"/>
              <a:t>点菜用例的系统事件</a:t>
            </a:r>
            <a:endParaRPr lang="zh-CN" altLang="en-US"/>
          </a:p>
        </p:txBody>
      </p:sp>
      <p:sp>
        <p:nvSpPr>
          <p:cNvPr id="3" name="内容占位符 2"/>
          <p:cNvSpPr>
            <a:spLocks noGrp="1"/>
          </p:cNvSpPr>
          <p:nvPr>
            <p:ph idx="1"/>
          </p:nvPr>
        </p:nvSpPr>
        <p:spPr/>
        <p:txBody>
          <a:bodyPr/>
          <a:lstStyle/>
          <a:p>
            <a:pPr>
              <a:defRPr/>
            </a:pPr>
            <a:r>
              <a:rPr lang="en-US" altLang="zh-CN" sz="2400" dirty="0" err="1"/>
              <a:t>MakeNewOrder</a:t>
            </a:r>
            <a:r>
              <a:rPr lang="zh-CN" altLang="zh-CN" sz="2400" dirty="0"/>
              <a:t>（</a:t>
            </a:r>
            <a:r>
              <a:rPr lang="en-US" altLang="zh-CN" sz="2400" dirty="0" err="1"/>
              <a:t>TableId</a:t>
            </a:r>
            <a:r>
              <a:rPr lang="zh-CN" altLang="zh-CN" sz="2400" dirty="0"/>
              <a:t>）：开始一个点菜服务请求；</a:t>
            </a:r>
            <a:endParaRPr lang="zh-CN" altLang="zh-CN" sz="2400" dirty="0"/>
          </a:p>
          <a:p>
            <a:pPr>
              <a:defRPr/>
            </a:pPr>
            <a:r>
              <a:rPr lang="en-US" altLang="zh-CN" sz="2400" dirty="0" err="1"/>
              <a:t>AddFoodItem</a:t>
            </a:r>
            <a:r>
              <a:rPr lang="zh-CN" altLang="zh-CN" sz="2400" dirty="0"/>
              <a:t>（</a:t>
            </a:r>
            <a:r>
              <a:rPr lang="en-US" altLang="zh-CN" sz="2400" dirty="0" err="1"/>
              <a:t>ItemId</a:t>
            </a:r>
            <a:r>
              <a:rPr lang="en-US" altLang="zh-CN" sz="2400" dirty="0"/>
              <a:t>, quantity</a:t>
            </a:r>
            <a:r>
              <a:rPr lang="zh-CN" altLang="zh-CN" sz="2400" dirty="0"/>
              <a:t>）：添加菜品；</a:t>
            </a:r>
            <a:endParaRPr lang="zh-CN" altLang="zh-CN" sz="2400" dirty="0"/>
          </a:p>
          <a:p>
            <a:pPr>
              <a:defRPr/>
            </a:pPr>
            <a:r>
              <a:rPr lang="en-US" altLang="zh-CN" sz="2400" dirty="0" err="1"/>
              <a:t>AddSpecialTaste</a:t>
            </a:r>
            <a:r>
              <a:rPr lang="zh-CN" altLang="zh-CN" sz="2400" dirty="0"/>
              <a:t>（</a:t>
            </a:r>
            <a:r>
              <a:rPr lang="en-US" altLang="zh-CN" sz="2400" dirty="0"/>
              <a:t>text</a:t>
            </a:r>
            <a:r>
              <a:rPr lang="zh-CN" altLang="zh-CN" sz="2400" dirty="0"/>
              <a:t>）：添加特殊忌口信息；</a:t>
            </a:r>
            <a:endParaRPr lang="zh-CN" altLang="zh-CN" sz="2400" dirty="0"/>
          </a:p>
          <a:p>
            <a:pPr>
              <a:defRPr/>
            </a:pPr>
            <a:r>
              <a:rPr lang="en-US" altLang="zh-CN" sz="2400" dirty="0" err="1"/>
              <a:t>ListOrder</a:t>
            </a:r>
            <a:r>
              <a:rPr lang="zh-CN" altLang="zh-CN" sz="2400" dirty="0"/>
              <a:t>（</a:t>
            </a:r>
            <a:r>
              <a:rPr lang="en-US" altLang="zh-CN" sz="2400" dirty="0" err="1"/>
              <a:t>OrderNo</a:t>
            </a:r>
            <a:r>
              <a:rPr lang="zh-CN" altLang="zh-CN" sz="2400" dirty="0"/>
              <a:t>）：列出所选菜品清单；</a:t>
            </a:r>
            <a:endParaRPr lang="en-US" altLang="zh-CN" sz="2400" dirty="0"/>
          </a:p>
          <a:p>
            <a:pPr>
              <a:defRPr/>
            </a:pPr>
            <a:r>
              <a:rPr lang="en-US" altLang="zh-CN" sz="2400" dirty="0"/>
              <a:t>Print</a:t>
            </a:r>
            <a:r>
              <a:rPr lang="zh-CN" altLang="zh-CN" sz="2400" dirty="0"/>
              <a:t>（</a:t>
            </a:r>
            <a:r>
              <a:rPr lang="en-US" altLang="zh-CN" sz="2400" dirty="0" err="1"/>
              <a:t>OrderNo</a:t>
            </a:r>
            <a:r>
              <a:rPr lang="zh-CN" altLang="zh-CN" sz="2400" dirty="0"/>
              <a:t>）：打印所选菜品订单，一式三份；</a:t>
            </a:r>
            <a:endParaRPr lang="zh-CN" altLang="zh-CN" sz="2400" dirty="0"/>
          </a:p>
          <a:p>
            <a:pPr>
              <a:defRPr/>
            </a:pPr>
            <a:r>
              <a:rPr lang="en-US" altLang="zh-CN" sz="2400" dirty="0" err="1"/>
              <a:t>EndOrder</a:t>
            </a:r>
            <a:r>
              <a:rPr lang="zh-CN" altLang="zh-CN" sz="2400" dirty="0"/>
              <a:t>（）：结束一次点菜服务；</a:t>
            </a:r>
            <a:endParaRPr lang="zh-CN" altLang="zh-CN" sz="2400" dirty="0"/>
          </a:p>
          <a:p>
            <a:pPr marL="0" indent="0">
              <a:buNone/>
              <a:defRPr/>
            </a:pPr>
            <a:endParaRPr lang="zh-CN" altLang="zh-CN" sz="2400" dirty="0"/>
          </a:p>
        </p:txBody>
      </p:sp>
    </p:spTree>
  </p:cSld>
  <p:clrMapOvr>
    <a:masterClrMapping/>
  </p:clrMapOvr>
  <p:transition>
    <p:push/>
  </p:transition>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标题 1"/>
          <p:cNvSpPr>
            <a:spLocks noGrp="1"/>
          </p:cNvSpPr>
          <p:nvPr>
            <p:ph type="title"/>
          </p:nvPr>
        </p:nvSpPr>
        <p:spPr/>
        <p:txBody>
          <a:bodyPr/>
          <a:lstStyle/>
          <a:p>
            <a:r>
              <a:rPr lang="en-US" altLang="zh-CN"/>
              <a:t>MakeNewOrder</a:t>
            </a:r>
            <a:r>
              <a:rPr lang="zh-CN" altLang="zh-CN"/>
              <a:t>（</a:t>
            </a:r>
            <a:r>
              <a:rPr lang="en-US" altLang="zh-CN"/>
              <a:t>TableId</a:t>
            </a:r>
            <a:r>
              <a:rPr lang="zh-CN" altLang="zh-CN"/>
              <a:t>）</a:t>
            </a:r>
            <a:endParaRPr lang="zh-CN" altLang="en-US"/>
          </a:p>
        </p:txBody>
      </p:sp>
      <p:sp>
        <p:nvSpPr>
          <p:cNvPr id="96259" name="内容占位符 2"/>
          <p:cNvSpPr>
            <a:spLocks noGrp="1"/>
          </p:cNvSpPr>
          <p:nvPr>
            <p:ph idx="1"/>
          </p:nvPr>
        </p:nvSpPr>
        <p:spPr/>
        <p:txBody>
          <a:bodyPr/>
          <a:lstStyle/>
          <a:p>
            <a:r>
              <a:rPr lang="zh-CN" altLang="zh-CN" sz="2400" dirty="0"/>
              <a:t>参考领域模型分析并说明：开始一次点菜服务，说明要创建一个新的订单。</a:t>
            </a:r>
            <a:endParaRPr lang="zh-CN" altLang="zh-CN" sz="2400" dirty="0"/>
          </a:p>
          <a:p>
            <a:pPr lvl="1"/>
            <a:r>
              <a:rPr lang="zh-CN" altLang="zh-CN" sz="2000" dirty="0"/>
              <a:t>根据领域模型，该订单必须与台面相关联；</a:t>
            </a:r>
            <a:endParaRPr lang="zh-CN" altLang="zh-CN" sz="2000" dirty="0"/>
          </a:p>
          <a:p>
            <a:pPr lvl="1"/>
            <a:r>
              <a:rPr lang="zh-CN" altLang="zh-CN" sz="2000" dirty="0"/>
              <a:t>还必须与管理该台面的服务员相关联；</a:t>
            </a:r>
            <a:endParaRPr lang="zh-CN" altLang="zh-CN" sz="2000" dirty="0"/>
          </a:p>
          <a:p>
            <a:pPr lvl="1"/>
            <a:r>
              <a:rPr lang="zh-CN" altLang="zh-CN" sz="2000" dirty="0"/>
              <a:t>除此之外，该订单流水号、订单创建时间必须被动态创建；</a:t>
            </a:r>
            <a:endParaRPr lang="zh-CN" altLang="zh-CN" sz="2000" dirty="0"/>
          </a:p>
          <a:p>
            <a:pPr lvl="1"/>
            <a:r>
              <a:rPr lang="zh-CN" altLang="zh-CN" sz="2000" dirty="0"/>
              <a:t>为了能够记录多项菜品信息，还必须初始化一个“集合”项来添加多个菜品；</a:t>
            </a:r>
            <a:endParaRPr lang="zh-CN" altLang="zh-CN" sz="2000" dirty="0"/>
          </a:p>
          <a:p>
            <a:endParaRPr lang="zh-CN" altLang="en-US" dirty="0" smtClean="0"/>
          </a:p>
        </p:txBody>
      </p:sp>
      <p:graphicFrame>
        <p:nvGraphicFramePr>
          <p:cNvPr id="5" name="表格 4"/>
          <p:cNvGraphicFramePr>
            <a:graphicFrameLocks noGrp="1"/>
          </p:cNvGraphicFramePr>
          <p:nvPr/>
        </p:nvGraphicFramePr>
        <p:xfrm>
          <a:off x="1271464" y="3573016"/>
          <a:ext cx="8496944" cy="2448271"/>
        </p:xfrm>
        <a:graphic>
          <a:graphicData uri="http://schemas.openxmlformats.org/drawingml/2006/table">
            <a:tbl>
              <a:tblPr firstRow="1" firstCol="1" lastRow="1" lastCol="1" bandRow="1" bandCol="1">
                <a:tableStyleId>{5C22544A-7EE6-4342-B048-85BDC9FD1C3A}</a:tableStyleId>
              </a:tblPr>
              <a:tblGrid>
                <a:gridCol w="2081863"/>
                <a:gridCol w="6415081"/>
              </a:tblGrid>
              <a:tr h="379984">
                <a:tc>
                  <a:txBody>
                    <a:bodyPr/>
                    <a:lstStyle/>
                    <a:p>
                      <a:pPr algn="just">
                        <a:spcAft>
                          <a:spcPts val="0"/>
                        </a:spcAft>
                      </a:pPr>
                      <a:r>
                        <a:rPr lang="zh-CN" sz="1600" kern="100" dirty="0">
                          <a:solidFill>
                            <a:schemeClr val="bg1"/>
                          </a:solidFill>
                          <a:effectLst/>
                          <a:latin typeface="微软雅黑" panose="020B0503020204020204" pitchFamily="34" charset="-122"/>
                          <a:ea typeface="微软雅黑" panose="020B0503020204020204" pitchFamily="34" charset="-122"/>
                        </a:rPr>
                        <a:t>系统事件</a:t>
                      </a:r>
                      <a:endParaRPr lang="zh-CN" sz="1600" kern="100" dirty="0">
                        <a:solidFill>
                          <a:schemeClr val="bg1"/>
                        </a:solidFill>
                        <a:effectLst/>
                        <a:latin typeface="微软雅黑" panose="020B0503020204020204" pitchFamily="34" charset="-122"/>
                        <a:ea typeface="微软雅黑" panose="020B0503020204020204" pitchFamily="34" charset="-122"/>
                      </a:endParaRPr>
                    </a:p>
                  </a:txBody>
                  <a:tcPr marL="68585" marR="68585"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tc>
                  <a:txBody>
                    <a:bodyPr/>
                    <a:lstStyle/>
                    <a:p>
                      <a:pPr algn="just">
                        <a:spcAft>
                          <a:spcPts val="0"/>
                        </a:spcAft>
                      </a:pPr>
                      <a:r>
                        <a:rPr lang="en-US" sz="1600" kern="100">
                          <a:solidFill>
                            <a:schemeClr val="bg1"/>
                          </a:solidFill>
                          <a:effectLst/>
                          <a:latin typeface="微软雅黑" panose="020B0503020204020204" pitchFamily="34" charset="-122"/>
                          <a:ea typeface="微软雅黑" panose="020B0503020204020204" pitchFamily="34" charset="-122"/>
                        </a:rPr>
                        <a:t>MakeNewOrder</a:t>
                      </a:r>
                      <a:r>
                        <a:rPr lang="zh-CN" sz="1600" kern="100">
                          <a:solidFill>
                            <a:schemeClr val="bg1"/>
                          </a:solidFill>
                          <a:effectLst/>
                          <a:latin typeface="微软雅黑" panose="020B0503020204020204" pitchFamily="34" charset="-122"/>
                          <a:ea typeface="微软雅黑" panose="020B0503020204020204" pitchFamily="34" charset="-122"/>
                        </a:rPr>
                        <a:t>（</a:t>
                      </a:r>
                      <a:r>
                        <a:rPr lang="en-US" sz="1600" kern="100">
                          <a:solidFill>
                            <a:schemeClr val="bg1"/>
                          </a:solidFill>
                          <a:effectLst/>
                          <a:latin typeface="微软雅黑" panose="020B0503020204020204" pitchFamily="34" charset="-122"/>
                          <a:ea typeface="微软雅黑" panose="020B0503020204020204" pitchFamily="34" charset="-122"/>
                        </a:rPr>
                        <a:t>TableId</a:t>
                      </a:r>
                      <a:r>
                        <a:rPr lang="zh-CN" sz="1600" kern="100">
                          <a:solidFill>
                            <a:schemeClr val="bg1"/>
                          </a:solidFill>
                          <a:effectLst/>
                          <a:latin typeface="微软雅黑" panose="020B0503020204020204" pitchFamily="34" charset="-122"/>
                          <a:ea typeface="微软雅黑" panose="020B0503020204020204" pitchFamily="34" charset="-122"/>
                        </a:rPr>
                        <a:t>）</a:t>
                      </a:r>
                      <a:endParaRPr lang="zh-CN" sz="1600" kern="100">
                        <a:solidFill>
                          <a:schemeClr val="bg1"/>
                        </a:solidFill>
                        <a:effectLst/>
                        <a:latin typeface="微软雅黑" panose="020B0503020204020204" pitchFamily="34" charset="-122"/>
                        <a:ea typeface="微软雅黑" panose="020B0503020204020204" pitchFamily="34" charset="-122"/>
                      </a:endParaRPr>
                    </a:p>
                  </a:txBody>
                  <a:tcPr marL="68585" marR="68585"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tr>
              <a:tr h="379984">
                <a:tc>
                  <a:txBody>
                    <a:bodyPr/>
                    <a:lstStyle/>
                    <a:p>
                      <a:pPr algn="just">
                        <a:spcAft>
                          <a:spcPts val="0"/>
                        </a:spcAft>
                      </a:pPr>
                      <a:r>
                        <a:rPr lang="zh-CN" sz="1600" kern="100">
                          <a:solidFill>
                            <a:schemeClr val="bg1"/>
                          </a:solidFill>
                          <a:effectLst/>
                          <a:latin typeface="微软雅黑" panose="020B0503020204020204" pitchFamily="34" charset="-122"/>
                          <a:ea typeface="微软雅黑" panose="020B0503020204020204" pitchFamily="34" charset="-122"/>
                        </a:rPr>
                        <a:t>交叉引用</a:t>
                      </a:r>
                      <a:endParaRPr lang="zh-CN" sz="1600" kern="100">
                        <a:solidFill>
                          <a:schemeClr val="bg1"/>
                        </a:solidFill>
                        <a:effectLst/>
                        <a:latin typeface="微软雅黑" panose="020B0503020204020204" pitchFamily="34" charset="-122"/>
                        <a:ea typeface="微软雅黑" panose="020B0503020204020204" pitchFamily="34" charset="-122"/>
                      </a:endParaRPr>
                    </a:p>
                  </a:txBody>
                  <a:tcPr marL="68585" marR="68585"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tc>
                  <a:txBody>
                    <a:bodyPr/>
                    <a:lstStyle/>
                    <a:p>
                      <a:pPr algn="just">
                        <a:spcAft>
                          <a:spcPts val="0"/>
                        </a:spcAft>
                      </a:pPr>
                      <a:r>
                        <a:rPr lang="zh-CN" sz="1600" kern="100">
                          <a:solidFill>
                            <a:schemeClr val="bg1"/>
                          </a:solidFill>
                          <a:effectLst/>
                          <a:latin typeface="微软雅黑" panose="020B0503020204020204" pitchFamily="34" charset="-122"/>
                          <a:ea typeface="微软雅黑" panose="020B0503020204020204" pitchFamily="34" charset="-122"/>
                        </a:rPr>
                        <a:t>订单处理</a:t>
                      </a:r>
                      <a:endParaRPr lang="zh-CN" sz="1600" kern="100">
                        <a:solidFill>
                          <a:schemeClr val="bg1"/>
                        </a:solidFill>
                        <a:effectLst/>
                        <a:latin typeface="微软雅黑" panose="020B0503020204020204" pitchFamily="34" charset="-122"/>
                        <a:ea typeface="微软雅黑" panose="020B0503020204020204" pitchFamily="34" charset="-122"/>
                      </a:endParaRPr>
                    </a:p>
                  </a:txBody>
                  <a:tcPr marL="68585" marR="68585"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tr>
              <a:tr h="379984">
                <a:tc>
                  <a:txBody>
                    <a:bodyPr/>
                    <a:lstStyle/>
                    <a:p>
                      <a:pPr algn="just">
                        <a:spcAft>
                          <a:spcPts val="0"/>
                        </a:spcAft>
                      </a:pPr>
                      <a:r>
                        <a:rPr lang="zh-CN" sz="1600" kern="100" dirty="0">
                          <a:solidFill>
                            <a:schemeClr val="bg1"/>
                          </a:solidFill>
                          <a:effectLst/>
                          <a:latin typeface="微软雅黑" panose="020B0503020204020204" pitchFamily="34" charset="-122"/>
                          <a:ea typeface="微软雅黑" panose="020B0503020204020204" pitchFamily="34" charset="-122"/>
                        </a:rPr>
                        <a:t>前置条件</a:t>
                      </a:r>
                      <a:endParaRPr lang="zh-CN" sz="1600" kern="100" dirty="0">
                        <a:solidFill>
                          <a:schemeClr val="bg1"/>
                        </a:solidFill>
                        <a:effectLst/>
                        <a:latin typeface="微软雅黑" panose="020B0503020204020204" pitchFamily="34" charset="-122"/>
                        <a:ea typeface="微软雅黑" panose="020B0503020204020204" pitchFamily="34" charset="-122"/>
                      </a:endParaRPr>
                    </a:p>
                  </a:txBody>
                  <a:tcPr marL="68585" marR="68585"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tc>
                  <a:txBody>
                    <a:bodyPr/>
                    <a:lstStyle/>
                    <a:p>
                      <a:pPr algn="just">
                        <a:spcAft>
                          <a:spcPts val="0"/>
                        </a:spcAft>
                      </a:pPr>
                      <a:r>
                        <a:rPr lang="zh-CN" sz="1600" kern="100" dirty="0">
                          <a:solidFill>
                            <a:schemeClr val="bg1"/>
                          </a:solidFill>
                          <a:effectLst/>
                          <a:latin typeface="微软雅黑" panose="020B0503020204020204" pitchFamily="34" charset="-122"/>
                          <a:ea typeface="微软雅黑" panose="020B0503020204020204" pitchFamily="34" charset="-122"/>
                        </a:rPr>
                        <a:t>服务员身份验证通过，开始订单处理</a:t>
                      </a:r>
                      <a:endParaRPr lang="zh-CN" sz="1600" kern="100" dirty="0">
                        <a:solidFill>
                          <a:schemeClr val="bg1"/>
                        </a:solidFill>
                        <a:effectLst/>
                        <a:latin typeface="微软雅黑" panose="020B0503020204020204" pitchFamily="34" charset="-122"/>
                        <a:ea typeface="微软雅黑" panose="020B0503020204020204" pitchFamily="34" charset="-122"/>
                      </a:endParaRPr>
                    </a:p>
                  </a:txBody>
                  <a:tcPr marL="68585" marR="68585"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tr>
              <a:tr h="1308319">
                <a:tc>
                  <a:txBody>
                    <a:bodyPr/>
                    <a:lstStyle/>
                    <a:p>
                      <a:pPr algn="just">
                        <a:spcAft>
                          <a:spcPts val="0"/>
                        </a:spcAft>
                      </a:pPr>
                      <a:r>
                        <a:rPr lang="zh-CN" sz="1600" kern="100" dirty="0">
                          <a:solidFill>
                            <a:schemeClr val="bg1"/>
                          </a:solidFill>
                          <a:effectLst/>
                          <a:latin typeface="微软雅黑" panose="020B0503020204020204" pitchFamily="34" charset="-122"/>
                          <a:ea typeface="微软雅黑" panose="020B0503020204020204" pitchFamily="34" charset="-122"/>
                        </a:rPr>
                        <a:t>后置条件</a:t>
                      </a:r>
                      <a:endParaRPr lang="zh-CN" sz="1600" kern="100" dirty="0">
                        <a:solidFill>
                          <a:schemeClr val="bg1"/>
                        </a:solidFill>
                        <a:effectLst/>
                        <a:latin typeface="微软雅黑" panose="020B0503020204020204" pitchFamily="34" charset="-122"/>
                        <a:ea typeface="微软雅黑" panose="020B0503020204020204" pitchFamily="34" charset="-122"/>
                      </a:endParaRPr>
                    </a:p>
                  </a:txBody>
                  <a:tcPr marL="68585" marR="68585"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tc>
                  <a:txBody>
                    <a:bodyPr/>
                    <a:lstStyle/>
                    <a:p>
                      <a:pPr marL="342900" lvl="0" indent="-342900" algn="just">
                        <a:spcAft>
                          <a:spcPts val="0"/>
                        </a:spcAft>
                        <a:buFont typeface="+mj-lt"/>
                        <a:buAutoNum type="arabicPeriod"/>
                        <a:tabLst>
                          <a:tab pos="266700" algn="l"/>
                        </a:tabLst>
                      </a:pPr>
                      <a:r>
                        <a:rPr lang="zh-CN" sz="1600" kern="100" dirty="0">
                          <a:solidFill>
                            <a:srgbClr val="FFFF00"/>
                          </a:solidFill>
                          <a:effectLst/>
                          <a:latin typeface="微软雅黑" panose="020B0503020204020204" pitchFamily="34" charset="-122"/>
                          <a:ea typeface="微软雅黑" panose="020B0503020204020204" pitchFamily="34" charset="-122"/>
                        </a:rPr>
                        <a:t>一个新的（概念类）订单被创建；</a:t>
                      </a:r>
                      <a:endParaRPr lang="zh-CN" sz="1600" kern="100" dirty="0">
                        <a:solidFill>
                          <a:srgbClr val="FFFF00"/>
                        </a:solidFill>
                        <a:effectLst/>
                        <a:latin typeface="微软雅黑" panose="020B0503020204020204" pitchFamily="34" charset="-122"/>
                        <a:ea typeface="微软雅黑" panose="020B0503020204020204" pitchFamily="34" charset="-122"/>
                      </a:endParaRPr>
                    </a:p>
                    <a:p>
                      <a:pPr marL="342900" lvl="0" indent="-342900" algn="just">
                        <a:spcAft>
                          <a:spcPts val="0"/>
                        </a:spcAft>
                        <a:buFont typeface="+mj-lt"/>
                        <a:buAutoNum type="arabicPeriod"/>
                        <a:tabLst>
                          <a:tab pos="266700" algn="l"/>
                        </a:tabLst>
                      </a:pPr>
                      <a:r>
                        <a:rPr lang="zh-CN" sz="1600" kern="100" dirty="0">
                          <a:solidFill>
                            <a:srgbClr val="FFFF00"/>
                          </a:solidFill>
                          <a:effectLst/>
                          <a:latin typeface="微软雅黑" panose="020B0503020204020204" pitchFamily="34" charset="-122"/>
                          <a:ea typeface="微软雅黑" panose="020B0503020204020204" pitchFamily="34" charset="-122"/>
                        </a:rPr>
                        <a:t>订单与（概念类）台面建立关联；</a:t>
                      </a:r>
                      <a:endParaRPr lang="zh-CN" sz="1600" kern="100" dirty="0">
                        <a:solidFill>
                          <a:srgbClr val="FFFF00"/>
                        </a:solidFill>
                        <a:effectLst/>
                        <a:latin typeface="微软雅黑" panose="020B0503020204020204" pitchFamily="34" charset="-122"/>
                        <a:ea typeface="微软雅黑" panose="020B0503020204020204" pitchFamily="34" charset="-122"/>
                      </a:endParaRPr>
                    </a:p>
                    <a:p>
                      <a:pPr marL="342900" lvl="0" indent="-342900" algn="just">
                        <a:spcAft>
                          <a:spcPts val="0"/>
                        </a:spcAft>
                        <a:buFont typeface="+mj-lt"/>
                        <a:buAutoNum type="arabicPeriod"/>
                        <a:tabLst>
                          <a:tab pos="266700" algn="l"/>
                        </a:tabLst>
                      </a:pPr>
                      <a:r>
                        <a:rPr lang="zh-CN" sz="1600" kern="100" dirty="0">
                          <a:solidFill>
                            <a:srgbClr val="FFFF00"/>
                          </a:solidFill>
                          <a:effectLst/>
                          <a:latin typeface="微软雅黑" panose="020B0503020204020204" pitchFamily="34" charset="-122"/>
                          <a:ea typeface="微软雅黑" panose="020B0503020204020204" pitchFamily="34" charset="-122"/>
                        </a:rPr>
                        <a:t>订单与（概念类）台面服务员建立关联；</a:t>
                      </a:r>
                      <a:endParaRPr lang="zh-CN" sz="1600" kern="100" dirty="0">
                        <a:solidFill>
                          <a:srgbClr val="FFFF00"/>
                        </a:solidFill>
                        <a:effectLst/>
                        <a:latin typeface="微软雅黑" panose="020B0503020204020204" pitchFamily="34" charset="-122"/>
                        <a:ea typeface="微软雅黑" panose="020B0503020204020204" pitchFamily="34" charset="-122"/>
                      </a:endParaRPr>
                    </a:p>
                    <a:p>
                      <a:pPr marL="342900" lvl="0" indent="-342900" algn="just">
                        <a:spcAft>
                          <a:spcPts val="0"/>
                        </a:spcAft>
                        <a:buFont typeface="+mj-lt"/>
                        <a:buAutoNum type="arabicPeriod"/>
                        <a:tabLst>
                          <a:tab pos="266700" algn="l"/>
                        </a:tabLst>
                      </a:pPr>
                      <a:r>
                        <a:rPr lang="zh-CN" sz="1600" kern="100" dirty="0">
                          <a:solidFill>
                            <a:srgbClr val="FFFF00"/>
                          </a:solidFill>
                          <a:effectLst/>
                          <a:latin typeface="微软雅黑" panose="020B0503020204020204" pitchFamily="34" charset="-122"/>
                          <a:ea typeface="微软雅黑" panose="020B0503020204020204" pitchFamily="34" charset="-122"/>
                        </a:rPr>
                        <a:t>订单的属性初始化：订单流水号、订单时间、存储菜品的数组</a:t>
                      </a:r>
                      <a:r>
                        <a:rPr lang="zh-CN" sz="1600" kern="100" dirty="0" smtClean="0">
                          <a:solidFill>
                            <a:srgbClr val="FFFF00"/>
                          </a:solidFill>
                          <a:effectLst/>
                          <a:latin typeface="微软雅黑" panose="020B0503020204020204" pitchFamily="34" charset="-122"/>
                          <a:ea typeface="微软雅黑" panose="020B0503020204020204" pitchFamily="34" charset="-122"/>
                        </a:rPr>
                        <a:t>等</a:t>
                      </a:r>
                      <a:endParaRPr lang="zh-CN" sz="1600" kern="100" dirty="0">
                        <a:solidFill>
                          <a:srgbClr val="FFFF00"/>
                        </a:solidFill>
                        <a:effectLst/>
                        <a:latin typeface="微软雅黑" panose="020B0503020204020204" pitchFamily="34" charset="-122"/>
                        <a:ea typeface="微软雅黑" panose="020B0503020204020204" pitchFamily="34" charset="-122"/>
                      </a:endParaRPr>
                    </a:p>
                  </a:txBody>
                  <a:tcPr marL="68585" marR="68585"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tr>
            </a:tbl>
          </a:graphicData>
        </a:graphic>
      </p:graphicFrame>
    </p:spTree>
  </p:cSld>
  <p:clrMapOvr>
    <a:masterClrMapping/>
  </p:clrMapOvr>
  <p:transition>
    <p:push/>
  </p:transition>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标题 1"/>
          <p:cNvSpPr>
            <a:spLocks noGrp="1"/>
          </p:cNvSpPr>
          <p:nvPr>
            <p:ph type="title"/>
          </p:nvPr>
        </p:nvSpPr>
        <p:spPr/>
        <p:txBody>
          <a:bodyPr/>
          <a:lstStyle/>
          <a:p>
            <a:r>
              <a:rPr lang="en-US" altLang="zh-CN" sz="2800"/>
              <a:t>AddFoodItem</a:t>
            </a:r>
            <a:r>
              <a:rPr lang="zh-CN" altLang="zh-CN" sz="2800"/>
              <a:t>（</a:t>
            </a:r>
            <a:r>
              <a:rPr lang="en-US" altLang="zh-CN" sz="2800"/>
              <a:t>ItemId, quantity</a:t>
            </a:r>
            <a:r>
              <a:rPr lang="zh-CN" altLang="zh-CN" sz="2800"/>
              <a:t>）</a:t>
            </a:r>
            <a:endParaRPr lang="zh-CN" altLang="en-US" sz="2800"/>
          </a:p>
        </p:txBody>
      </p:sp>
      <p:sp>
        <p:nvSpPr>
          <p:cNvPr id="97283" name="内容占位符 2"/>
          <p:cNvSpPr>
            <a:spLocks noGrp="1"/>
          </p:cNvSpPr>
          <p:nvPr>
            <p:ph idx="1"/>
          </p:nvPr>
        </p:nvSpPr>
        <p:spPr/>
        <p:txBody>
          <a:bodyPr/>
          <a:lstStyle/>
          <a:p>
            <a:r>
              <a:rPr lang="zh-CN" altLang="zh-CN" sz="2400"/>
              <a:t>参考领域模型分析并说明：在记录顾客所点菜品的同时，说明菜品的对象被创建；</a:t>
            </a:r>
            <a:endParaRPr lang="zh-CN" altLang="zh-CN" sz="2400"/>
          </a:p>
          <a:p>
            <a:pPr lvl="1"/>
            <a:r>
              <a:rPr lang="zh-CN" altLang="zh-CN" sz="2000"/>
              <a:t>同时隐含说明订单与菜品之间的关联被创建；</a:t>
            </a:r>
            <a:endParaRPr lang="zh-CN" altLang="zh-CN" sz="2000"/>
          </a:p>
          <a:p>
            <a:pPr lvl="1"/>
            <a:r>
              <a:rPr lang="zh-CN" altLang="zh-CN" sz="2000"/>
              <a:t>除此之外，为了能显示该菜品的详细信息和价格，订单还必须通过菜品</a:t>
            </a:r>
            <a:r>
              <a:rPr lang="en-US" altLang="zh-CN" sz="2000"/>
              <a:t>Id</a:t>
            </a:r>
            <a:r>
              <a:rPr lang="zh-CN" altLang="zh-CN" sz="2000"/>
              <a:t>与菜品描述概念类建立关联；</a:t>
            </a:r>
            <a:endParaRPr lang="zh-CN" altLang="zh-CN" sz="2000"/>
          </a:p>
          <a:p>
            <a:pPr lvl="1"/>
            <a:r>
              <a:rPr lang="zh-CN" altLang="zh-CN" sz="2000"/>
              <a:t>顾客所点菜品的数量，比如</a:t>
            </a:r>
            <a:r>
              <a:rPr lang="en-US" altLang="zh-CN" sz="2000"/>
              <a:t>5</a:t>
            </a:r>
            <a:r>
              <a:rPr lang="zh-CN" altLang="zh-CN" sz="2000"/>
              <a:t>碗米饭等，将被赋值；</a:t>
            </a:r>
            <a:endParaRPr lang="zh-CN" altLang="zh-CN" sz="2000"/>
          </a:p>
          <a:p>
            <a:endParaRPr lang="zh-CN" altLang="en-US" smtClean="0"/>
          </a:p>
        </p:txBody>
      </p:sp>
      <p:graphicFrame>
        <p:nvGraphicFramePr>
          <p:cNvPr id="5" name="表格 4"/>
          <p:cNvGraphicFramePr>
            <a:graphicFrameLocks noGrp="1"/>
          </p:cNvGraphicFramePr>
          <p:nvPr/>
        </p:nvGraphicFramePr>
        <p:xfrm>
          <a:off x="1199456" y="3501008"/>
          <a:ext cx="7825615" cy="2447927"/>
        </p:xfrm>
        <a:graphic>
          <a:graphicData uri="http://schemas.openxmlformats.org/drawingml/2006/table">
            <a:tbl>
              <a:tblPr firstRow="1" firstCol="1" lastRow="1" lastCol="1" bandRow="1" bandCol="1">
                <a:tableStyleId>{5C22544A-7EE6-4342-B048-85BDC9FD1C3A}</a:tableStyleId>
              </a:tblPr>
              <a:tblGrid>
                <a:gridCol w="1917376"/>
                <a:gridCol w="5908239"/>
              </a:tblGrid>
              <a:tr h="349704">
                <a:tc>
                  <a:txBody>
                    <a:bodyPr/>
                    <a:lstStyle/>
                    <a:p>
                      <a:pPr algn="just">
                        <a:spcAft>
                          <a:spcPts val="0"/>
                        </a:spcAft>
                      </a:pPr>
                      <a:r>
                        <a:rPr lang="zh-CN" sz="1600" kern="100" dirty="0">
                          <a:solidFill>
                            <a:schemeClr val="bg1"/>
                          </a:solidFill>
                          <a:effectLst/>
                          <a:latin typeface="微软雅黑" panose="020B0503020204020204" pitchFamily="34" charset="-122"/>
                          <a:ea typeface="微软雅黑" panose="020B0503020204020204" pitchFamily="34" charset="-122"/>
                        </a:rPr>
                        <a:t>系统事件</a:t>
                      </a:r>
                      <a:endParaRPr lang="zh-CN" sz="1600" kern="100" dirty="0">
                        <a:solidFill>
                          <a:schemeClr val="bg1"/>
                        </a:solidFill>
                        <a:effectLst/>
                        <a:latin typeface="微软雅黑" panose="020B0503020204020204" pitchFamily="34" charset="-122"/>
                        <a:ea typeface="微软雅黑" panose="020B0503020204020204" pitchFamily="34" charset="-122"/>
                      </a:endParaRPr>
                    </a:p>
                  </a:txBody>
                  <a:tcPr marL="68588" marR="68588"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just">
                        <a:spcAft>
                          <a:spcPts val="0"/>
                        </a:spcAft>
                      </a:pPr>
                      <a:r>
                        <a:rPr lang="en-US" sz="1600" kern="100">
                          <a:solidFill>
                            <a:schemeClr val="bg1"/>
                          </a:solidFill>
                          <a:effectLst/>
                          <a:latin typeface="微软雅黑" panose="020B0503020204020204" pitchFamily="34" charset="-122"/>
                          <a:ea typeface="微软雅黑" panose="020B0503020204020204" pitchFamily="34" charset="-122"/>
                        </a:rPr>
                        <a:t>AddFoodItem</a:t>
                      </a:r>
                      <a:r>
                        <a:rPr lang="zh-CN" sz="1600" kern="100">
                          <a:solidFill>
                            <a:schemeClr val="bg1"/>
                          </a:solidFill>
                          <a:effectLst/>
                          <a:latin typeface="微软雅黑" panose="020B0503020204020204" pitchFamily="34" charset="-122"/>
                          <a:ea typeface="微软雅黑" panose="020B0503020204020204" pitchFamily="34" charset="-122"/>
                        </a:rPr>
                        <a:t>（</a:t>
                      </a:r>
                      <a:r>
                        <a:rPr lang="en-US" sz="1600" kern="100">
                          <a:solidFill>
                            <a:schemeClr val="bg1"/>
                          </a:solidFill>
                          <a:effectLst/>
                          <a:latin typeface="微软雅黑" panose="020B0503020204020204" pitchFamily="34" charset="-122"/>
                          <a:ea typeface="微软雅黑" panose="020B0503020204020204" pitchFamily="34" charset="-122"/>
                        </a:rPr>
                        <a:t>ItemId, quantity</a:t>
                      </a:r>
                      <a:r>
                        <a:rPr lang="zh-CN" sz="1600" kern="100">
                          <a:solidFill>
                            <a:schemeClr val="bg1"/>
                          </a:solidFill>
                          <a:effectLst/>
                          <a:latin typeface="微软雅黑" panose="020B0503020204020204" pitchFamily="34" charset="-122"/>
                          <a:ea typeface="微软雅黑" panose="020B0503020204020204" pitchFamily="34" charset="-122"/>
                        </a:rPr>
                        <a:t>）</a:t>
                      </a:r>
                      <a:endParaRPr lang="zh-CN" sz="1600" kern="100">
                        <a:solidFill>
                          <a:schemeClr val="bg1"/>
                        </a:solidFill>
                        <a:effectLst/>
                        <a:latin typeface="微软雅黑" panose="020B0503020204020204" pitchFamily="34" charset="-122"/>
                        <a:ea typeface="微软雅黑" panose="020B0503020204020204" pitchFamily="34" charset="-122"/>
                      </a:endParaRPr>
                    </a:p>
                  </a:txBody>
                  <a:tcPr marL="68588" marR="68588"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r>
              <a:tr h="349704">
                <a:tc>
                  <a:txBody>
                    <a:bodyPr/>
                    <a:lstStyle/>
                    <a:p>
                      <a:pPr algn="just">
                        <a:spcAft>
                          <a:spcPts val="0"/>
                        </a:spcAft>
                      </a:pPr>
                      <a:r>
                        <a:rPr lang="zh-CN" sz="1600" kern="100" dirty="0">
                          <a:solidFill>
                            <a:schemeClr val="bg1"/>
                          </a:solidFill>
                          <a:effectLst/>
                          <a:latin typeface="微软雅黑" panose="020B0503020204020204" pitchFamily="34" charset="-122"/>
                          <a:ea typeface="微软雅黑" panose="020B0503020204020204" pitchFamily="34" charset="-122"/>
                        </a:rPr>
                        <a:t>交叉引用</a:t>
                      </a:r>
                      <a:endParaRPr lang="zh-CN" sz="1600" kern="100" dirty="0">
                        <a:solidFill>
                          <a:schemeClr val="bg1"/>
                        </a:solidFill>
                        <a:effectLst/>
                        <a:latin typeface="微软雅黑" panose="020B0503020204020204" pitchFamily="34" charset="-122"/>
                        <a:ea typeface="微软雅黑" panose="020B0503020204020204" pitchFamily="34" charset="-122"/>
                      </a:endParaRPr>
                    </a:p>
                  </a:txBody>
                  <a:tcPr marL="68588" marR="68588"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just">
                        <a:spcAft>
                          <a:spcPts val="0"/>
                        </a:spcAft>
                      </a:pPr>
                      <a:r>
                        <a:rPr lang="zh-CN" sz="1600" kern="100">
                          <a:solidFill>
                            <a:schemeClr val="bg1"/>
                          </a:solidFill>
                          <a:effectLst/>
                          <a:latin typeface="微软雅黑" panose="020B0503020204020204" pitchFamily="34" charset="-122"/>
                          <a:ea typeface="微软雅黑" panose="020B0503020204020204" pitchFamily="34" charset="-122"/>
                        </a:rPr>
                        <a:t>订单处理</a:t>
                      </a:r>
                      <a:endParaRPr lang="zh-CN" sz="1600" kern="100">
                        <a:solidFill>
                          <a:schemeClr val="bg1"/>
                        </a:solidFill>
                        <a:effectLst/>
                        <a:latin typeface="微软雅黑" panose="020B0503020204020204" pitchFamily="34" charset="-122"/>
                        <a:ea typeface="微软雅黑" panose="020B0503020204020204" pitchFamily="34" charset="-122"/>
                      </a:endParaRPr>
                    </a:p>
                  </a:txBody>
                  <a:tcPr marL="68588" marR="68588"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r>
              <a:tr h="349704">
                <a:tc>
                  <a:txBody>
                    <a:bodyPr/>
                    <a:lstStyle/>
                    <a:p>
                      <a:pPr algn="just">
                        <a:spcAft>
                          <a:spcPts val="0"/>
                        </a:spcAft>
                      </a:pPr>
                      <a:r>
                        <a:rPr lang="zh-CN" sz="1600" kern="100" dirty="0">
                          <a:solidFill>
                            <a:schemeClr val="bg1"/>
                          </a:solidFill>
                          <a:effectLst/>
                          <a:latin typeface="微软雅黑" panose="020B0503020204020204" pitchFamily="34" charset="-122"/>
                          <a:ea typeface="微软雅黑" panose="020B0503020204020204" pitchFamily="34" charset="-122"/>
                        </a:rPr>
                        <a:t>前置条件</a:t>
                      </a:r>
                      <a:endParaRPr lang="zh-CN" sz="1600" kern="100" dirty="0">
                        <a:solidFill>
                          <a:schemeClr val="bg1"/>
                        </a:solidFill>
                        <a:effectLst/>
                        <a:latin typeface="微软雅黑" panose="020B0503020204020204" pitchFamily="34" charset="-122"/>
                        <a:ea typeface="微软雅黑" panose="020B0503020204020204" pitchFamily="34" charset="-122"/>
                      </a:endParaRPr>
                    </a:p>
                  </a:txBody>
                  <a:tcPr marL="68588" marR="68588"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just">
                        <a:spcAft>
                          <a:spcPts val="0"/>
                        </a:spcAft>
                      </a:pPr>
                      <a:r>
                        <a:rPr lang="zh-CN" sz="1600" kern="100" dirty="0">
                          <a:solidFill>
                            <a:schemeClr val="bg1"/>
                          </a:solidFill>
                          <a:effectLst/>
                          <a:latin typeface="微软雅黑" panose="020B0503020204020204" pitchFamily="34" charset="-122"/>
                          <a:ea typeface="微软雅黑" panose="020B0503020204020204" pitchFamily="34" charset="-122"/>
                        </a:rPr>
                        <a:t>服务员正在处理订单</a:t>
                      </a:r>
                      <a:endParaRPr lang="zh-CN" sz="1600" kern="100" dirty="0">
                        <a:solidFill>
                          <a:schemeClr val="bg1"/>
                        </a:solidFill>
                        <a:effectLst/>
                        <a:latin typeface="微软雅黑" panose="020B0503020204020204" pitchFamily="34" charset="-122"/>
                        <a:ea typeface="微软雅黑" panose="020B0503020204020204" pitchFamily="34" charset="-122"/>
                      </a:endParaRPr>
                    </a:p>
                  </a:txBody>
                  <a:tcPr marL="68588" marR="68588"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r>
              <a:tr h="1398815">
                <a:tc>
                  <a:txBody>
                    <a:bodyPr/>
                    <a:lstStyle/>
                    <a:p>
                      <a:pPr algn="just">
                        <a:spcAft>
                          <a:spcPts val="0"/>
                        </a:spcAft>
                      </a:pPr>
                      <a:r>
                        <a:rPr lang="zh-CN" sz="1600" kern="100" dirty="0">
                          <a:solidFill>
                            <a:schemeClr val="bg1"/>
                          </a:solidFill>
                          <a:effectLst/>
                          <a:latin typeface="微软雅黑" panose="020B0503020204020204" pitchFamily="34" charset="-122"/>
                          <a:ea typeface="微软雅黑" panose="020B0503020204020204" pitchFamily="34" charset="-122"/>
                        </a:rPr>
                        <a:t>后置条件</a:t>
                      </a:r>
                      <a:endParaRPr lang="zh-CN" sz="1600" kern="100" dirty="0">
                        <a:solidFill>
                          <a:schemeClr val="bg1"/>
                        </a:solidFill>
                        <a:effectLst/>
                        <a:latin typeface="微软雅黑" panose="020B0503020204020204" pitchFamily="34" charset="-122"/>
                        <a:ea typeface="微软雅黑" panose="020B0503020204020204" pitchFamily="34" charset="-122"/>
                      </a:endParaRPr>
                    </a:p>
                  </a:txBody>
                  <a:tcPr marL="68588" marR="68588"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342900" lvl="0" indent="-342900" algn="just">
                        <a:spcAft>
                          <a:spcPts val="0"/>
                        </a:spcAft>
                        <a:buFont typeface="+mj-lt"/>
                        <a:buAutoNum type="arabicPeriod"/>
                        <a:tabLst>
                          <a:tab pos="266700" algn="l"/>
                        </a:tabLst>
                      </a:pPr>
                      <a:r>
                        <a:rPr lang="zh-CN" sz="1600" kern="100" dirty="0">
                          <a:solidFill>
                            <a:srgbClr val="FFFF00"/>
                          </a:solidFill>
                          <a:effectLst/>
                          <a:latin typeface="微软雅黑" panose="020B0503020204020204" pitchFamily="34" charset="-122"/>
                          <a:ea typeface="微软雅黑" panose="020B0503020204020204" pitchFamily="34" charset="-122"/>
                        </a:rPr>
                        <a:t>一个新的（概念类）菜品被创建；</a:t>
                      </a:r>
                      <a:endParaRPr lang="zh-CN" sz="1600" kern="100" dirty="0">
                        <a:solidFill>
                          <a:srgbClr val="FFFF00"/>
                        </a:solidFill>
                        <a:effectLst/>
                        <a:latin typeface="微软雅黑" panose="020B0503020204020204" pitchFamily="34" charset="-122"/>
                        <a:ea typeface="微软雅黑" panose="020B0503020204020204" pitchFamily="34" charset="-122"/>
                      </a:endParaRPr>
                    </a:p>
                    <a:p>
                      <a:pPr marL="342900" lvl="0" indent="-342900" algn="just">
                        <a:spcAft>
                          <a:spcPts val="0"/>
                        </a:spcAft>
                        <a:buFont typeface="+mj-lt"/>
                        <a:buAutoNum type="arabicPeriod"/>
                        <a:tabLst>
                          <a:tab pos="266700" algn="l"/>
                        </a:tabLst>
                      </a:pPr>
                      <a:r>
                        <a:rPr lang="zh-CN" sz="1600" kern="100" dirty="0">
                          <a:solidFill>
                            <a:srgbClr val="FFFF00"/>
                          </a:solidFill>
                          <a:effectLst/>
                          <a:latin typeface="微软雅黑" panose="020B0503020204020204" pitchFamily="34" charset="-122"/>
                          <a:ea typeface="微软雅黑" panose="020B0503020204020204" pitchFamily="34" charset="-122"/>
                        </a:rPr>
                        <a:t>菜品与订单建立关联；</a:t>
                      </a:r>
                      <a:endParaRPr lang="zh-CN" sz="1600" kern="100" dirty="0">
                        <a:solidFill>
                          <a:srgbClr val="FFFF00"/>
                        </a:solidFill>
                        <a:effectLst/>
                        <a:latin typeface="微软雅黑" panose="020B0503020204020204" pitchFamily="34" charset="-122"/>
                        <a:ea typeface="微软雅黑" panose="020B0503020204020204" pitchFamily="34" charset="-122"/>
                      </a:endParaRPr>
                    </a:p>
                    <a:p>
                      <a:pPr marL="342900" lvl="0" indent="-342900" algn="just">
                        <a:spcAft>
                          <a:spcPts val="0"/>
                        </a:spcAft>
                        <a:buFont typeface="+mj-lt"/>
                        <a:buAutoNum type="arabicPeriod"/>
                        <a:tabLst>
                          <a:tab pos="266700" algn="l"/>
                        </a:tabLst>
                      </a:pPr>
                      <a:r>
                        <a:rPr lang="zh-CN" sz="1600" kern="100" dirty="0">
                          <a:solidFill>
                            <a:srgbClr val="FFFF00"/>
                          </a:solidFill>
                          <a:effectLst/>
                          <a:latin typeface="微软雅黑" panose="020B0503020204020204" pitchFamily="34" charset="-122"/>
                          <a:ea typeface="微软雅黑" panose="020B0503020204020204" pitchFamily="34" charset="-122"/>
                        </a:rPr>
                        <a:t>订单与菜品描述建立关联；</a:t>
                      </a:r>
                      <a:endParaRPr lang="zh-CN" sz="1600" kern="100" dirty="0">
                        <a:solidFill>
                          <a:srgbClr val="FFFF00"/>
                        </a:solidFill>
                        <a:effectLst/>
                        <a:latin typeface="微软雅黑" panose="020B0503020204020204" pitchFamily="34" charset="-122"/>
                        <a:ea typeface="微软雅黑" panose="020B0503020204020204" pitchFamily="34" charset="-122"/>
                      </a:endParaRPr>
                    </a:p>
                    <a:p>
                      <a:pPr marL="342900" lvl="0" indent="-342900" algn="just">
                        <a:spcAft>
                          <a:spcPts val="0"/>
                        </a:spcAft>
                        <a:buFont typeface="+mj-lt"/>
                        <a:buAutoNum type="arabicPeriod"/>
                        <a:tabLst>
                          <a:tab pos="266700" algn="l"/>
                        </a:tabLst>
                      </a:pPr>
                      <a:r>
                        <a:rPr lang="zh-CN" sz="1600" kern="100" dirty="0">
                          <a:solidFill>
                            <a:srgbClr val="FFFF00"/>
                          </a:solidFill>
                          <a:effectLst/>
                          <a:latin typeface="微软雅黑" panose="020B0503020204020204" pitchFamily="34" charset="-122"/>
                          <a:ea typeface="微软雅黑" panose="020B0503020204020204" pitchFamily="34" charset="-122"/>
                        </a:rPr>
                        <a:t>菜品属性被修改：</a:t>
                      </a:r>
                      <a:r>
                        <a:rPr lang="en-US" sz="1600" kern="100" dirty="0">
                          <a:solidFill>
                            <a:srgbClr val="FFFF00"/>
                          </a:solidFill>
                          <a:effectLst/>
                          <a:latin typeface="微软雅黑" panose="020B0503020204020204" pitchFamily="34" charset="-122"/>
                          <a:ea typeface="微软雅黑" panose="020B0503020204020204" pitchFamily="34" charset="-122"/>
                        </a:rPr>
                        <a:t>quantity</a:t>
                      </a:r>
                      <a:r>
                        <a:rPr lang="zh-CN" sz="1600" kern="100" dirty="0">
                          <a:solidFill>
                            <a:srgbClr val="FFFF00"/>
                          </a:solidFill>
                          <a:effectLst/>
                          <a:latin typeface="微软雅黑" panose="020B0503020204020204" pitchFamily="34" charset="-122"/>
                          <a:ea typeface="微软雅黑" panose="020B0503020204020204" pitchFamily="34" charset="-122"/>
                        </a:rPr>
                        <a:t>；</a:t>
                      </a:r>
                      <a:endParaRPr lang="zh-CN" sz="1600" kern="100" dirty="0">
                        <a:solidFill>
                          <a:srgbClr val="FFFF00"/>
                        </a:solidFill>
                        <a:effectLst/>
                        <a:latin typeface="微软雅黑" panose="020B0503020204020204" pitchFamily="34" charset="-122"/>
                        <a:ea typeface="微软雅黑" panose="020B0503020204020204" pitchFamily="34" charset="-122"/>
                      </a:endParaRPr>
                    </a:p>
                  </a:txBody>
                  <a:tcPr marL="68588" marR="68588"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r>
            </a:tbl>
          </a:graphicData>
        </a:graphic>
      </p:graphicFrame>
    </p:spTree>
  </p:cSld>
  <p:clrMapOvr>
    <a:masterClrMapping/>
  </p:clrMapOvr>
  <p:transition>
    <p:push/>
  </p:transition>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总结</a:t>
            </a:r>
            <a:endParaRPr lang="zh-CN" altLang="en-US" dirty="0"/>
          </a:p>
        </p:txBody>
      </p:sp>
      <p:sp>
        <p:nvSpPr>
          <p:cNvPr id="3" name="内容占位符 2"/>
          <p:cNvSpPr>
            <a:spLocks noGrp="1"/>
          </p:cNvSpPr>
          <p:nvPr>
            <p:ph idx="1"/>
          </p:nvPr>
        </p:nvSpPr>
        <p:spPr>
          <a:xfrm>
            <a:off x="468000" y="1052736"/>
            <a:ext cx="11160000" cy="5116104"/>
          </a:xfrm>
        </p:spPr>
        <p:txBody>
          <a:bodyPr>
            <a:normAutofit/>
          </a:bodyPr>
          <a:lstStyle/>
          <a:p>
            <a:r>
              <a:rPr lang="zh-CN" altLang="en-US" sz="2800" dirty="0" smtClean="0">
                <a:solidFill>
                  <a:srgbClr val="FFFF00"/>
                </a:solidFill>
              </a:rPr>
              <a:t>面向对象的需求分析结果：需求规格说明书，由以下两个部分组成</a:t>
            </a:r>
            <a:endParaRPr lang="en-US" altLang="zh-CN" sz="2800" dirty="0" smtClean="0">
              <a:solidFill>
                <a:srgbClr val="FFFF00"/>
              </a:solidFill>
            </a:endParaRPr>
          </a:p>
          <a:p>
            <a:r>
              <a:rPr lang="zh-CN" altLang="en-US" sz="2800" dirty="0" smtClean="0"/>
              <a:t>用例模型由以下四个部分构成：</a:t>
            </a:r>
            <a:endParaRPr lang="en-US" altLang="zh-CN" sz="2800" dirty="0" smtClean="0"/>
          </a:p>
          <a:p>
            <a:pPr lvl="1"/>
            <a:r>
              <a:rPr lang="zh-CN" altLang="en-US" sz="2000" dirty="0"/>
              <a:t>用</a:t>
            </a:r>
            <a:r>
              <a:rPr lang="zh-CN" altLang="en-US" sz="2000" dirty="0" smtClean="0"/>
              <a:t>例图，</a:t>
            </a:r>
            <a:r>
              <a:rPr lang="en-US" altLang="zh-CN" sz="2000" dirty="0" smtClean="0"/>
              <a:t>UML use-case diagram</a:t>
            </a:r>
            <a:endParaRPr lang="en-US" altLang="zh-CN" sz="2000" dirty="0" smtClean="0"/>
          </a:p>
          <a:p>
            <a:pPr lvl="1"/>
            <a:r>
              <a:rPr lang="zh-CN" altLang="en-US" sz="2000" dirty="0"/>
              <a:t>用例</a:t>
            </a:r>
            <a:r>
              <a:rPr lang="zh-CN" altLang="en-US" sz="2000" dirty="0" smtClean="0"/>
              <a:t>说明</a:t>
            </a:r>
            <a:endParaRPr lang="en-US" altLang="zh-CN" sz="2000" dirty="0" smtClean="0"/>
          </a:p>
          <a:p>
            <a:pPr lvl="1"/>
            <a:r>
              <a:rPr lang="zh-CN" altLang="en-US" sz="2000" dirty="0"/>
              <a:t>系统顺序</a:t>
            </a:r>
            <a:r>
              <a:rPr lang="zh-CN" altLang="en-US" sz="2000" dirty="0" smtClean="0"/>
              <a:t>图，</a:t>
            </a:r>
            <a:r>
              <a:rPr lang="en-US" altLang="zh-CN" sz="2000" dirty="0" smtClean="0"/>
              <a:t>UML sequence diagram</a:t>
            </a:r>
            <a:endParaRPr lang="en-US" altLang="zh-CN" sz="2000" dirty="0" smtClean="0"/>
          </a:p>
          <a:p>
            <a:pPr lvl="1"/>
            <a:r>
              <a:rPr lang="zh-CN" altLang="en-US" sz="2000" dirty="0"/>
              <a:t>操作</a:t>
            </a:r>
            <a:r>
              <a:rPr lang="zh-CN" altLang="en-US" sz="2000" dirty="0" smtClean="0"/>
              <a:t>契约</a:t>
            </a:r>
            <a:endParaRPr lang="en-US" altLang="zh-CN" sz="2000" dirty="0" smtClean="0"/>
          </a:p>
          <a:p>
            <a:r>
              <a:rPr lang="zh-CN" altLang="en-US" sz="2800" dirty="0"/>
              <a:t>领域</a:t>
            </a:r>
            <a:r>
              <a:rPr lang="zh-CN" altLang="en-US" sz="2800" dirty="0" smtClean="0"/>
              <a:t>模型由以下两个部分构成：</a:t>
            </a:r>
            <a:endParaRPr lang="en-US" altLang="zh-CN" sz="2800" dirty="0" smtClean="0"/>
          </a:p>
          <a:p>
            <a:pPr lvl="1"/>
            <a:r>
              <a:rPr lang="zh-CN" altLang="en-US" sz="2000" dirty="0" smtClean="0"/>
              <a:t>业务背景知识：概念类及概念类之间关系构成的类图，</a:t>
            </a:r>
            <a:r>
              <a:rPr lang="en-US" altLang="zh-CN" sz="2000" dirty="0" smtClean="0"/>
              <a:t>UML class diagram</a:t>
            </a:r>
            <a:endParaRPr lang="en-US" altLang="zh-CN" sz="2000" dirty="0" smtClean="0"/>
          </a:p>
          <a:p>
            <a:pPr lvl="1"/>
            <a:r>
              <a:rPr lang="zh-CN" altLang="en-US" sz="2000" dirty="0"/>
              <a:t>业务</a:t>
            </a:r>
            <a:r>
              <a:rPr lang="zh-CN" altLang="en-US" sz="2000" dirty="0" smtClean="0"/>
              <a:t>流程：由</a:t>
            </a:r>
            <a:r>
              <a:rPr lang="en-US" altLang="zh-CN" sz="2000" dirty="0" smtClean="0"/>
              <a:t>UML</a:t>
            </a:r>
            <a:r>
              <a:rPr lang="zh-CN" altLang="en-US" sz="2000" dirty="0" smtClean="0"/>
              <a:t>活动图表示的业务对象之间为了完成某个活动所执行的一系列子活动和动作序列，参见附录附录三</a:t>
            </a:r>
            <a:endParaRPr lang="zh-CN" altLang="en-US" sz="2000" dirty="0"/>
          </a:p>
        </p:txBody>
      </p:sp>
    </p:spTree>
  </p:cSld>
  <p:clrMapOvr>
    <a:masterClrMapping/>
  </p:clrMapOvr>
  <p:transition>
    <p:push/>
  </p:transition>
  <p:timing>
    <p:tnLst>
      <p:par>
        <p:cTn id="1" dur="indefinite" restart="never" nodeType="tmRoot"/>
      </p:par>
    </p:tnLst>
  </p:timing>
</p:sld>
</file>

<file path=ppt/theme/theme1.xml><?xml version="1.0" encoding="utf-8"?>
<a:theme xmlns:a="http://schemas.openxmlformats.org/drawingml/2006/main" name="2015S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9605</Words>
  <Application>WPS 演示</Application>
  <PresentationFormat>宽屏</PresentationFormat>
  <Paragraphs>749</Paragraphs>
  <Slides>57</Slides>
  <Notes>6</Notes>
  <HiddenSlides>0</HiddenSlides>
  <MMClips>0</MMClips>
  <ScaleCrop>false</ScaleCrop>
  <HeadingPairs>
    <vt:vector size="8" baseType="variant">
      <vt:variant>
        <vt:lpstr>已用的字体</vt:lpstr>
      </vt:variant>
      <vt:variant>
        <vt:i4>14</vt:i4>
      </vt:variant>
      <vt:variant>
        <vt:lpstr>主题</vt:lpstr>
      </vt:variant>
      <vt:variant>
        <vt:i4>1</vt:i4>
      </vt:variant>
      <vt:variant>
        <vt:lpstr>嵌入 OLE 服务器</vt:lpstr>
      </vt:variant>
      <vt:variant>
        <vt:i4>2</vt:i4>
      </vt:variant>
      <vt:variant>
        <vt:lpstr>幻灯片标题</vt:lpstr>
      </vt:variant>
      <vt:variant>
        <vt:i4>57</vt:i4>
      </vt:variant>
    </vt:vector>
  </HeadingPairs>
  <TitlesOfParts>
    <vt:vector size="74" baseType="lpstr">
      <vt:lpstr>Arial</vt:lpstr>
      <vt:lpstr>宋体</vt:lpstr>
      <vt:lpstr>Wingdings</vt:lpstr>
      <vt:lpstr>华文细黑</vt:lpstr>
      <vt:lpstr>微软雅黑</vt:lpstr>
      <vt:lpstr>MV Boli</vt:lpstr>
      <vt:lpstr>Segoe UI</vt:lpstr>
      <vt:lpstr>Impact</vt:lpstr>
      <vt:lpstr>黑体</vt:lpstr>
      <vt:lpstr>Arial Unicode MS</vt:lpstr>
      <vt:lpstr>Calibri Light</vt:lpstr>
      <vt:lpstr>Calibri</vt:lpstr>
      <vt:lpstr>华文中宋</vt:lpstr>
      <vt:lpstr>Times New Roman</vt:lpstr>
      <vt:lpstr>2015SE</vt:lpstr>
      <vt:lpstr>Visio.Drawing.11</vt:lpstr>
      <vt:lpstr>Visio.Drawing.11</vt:lpstr>
      <vt:lpstr>PowerPoint 演示文稿</vt:lpstr>
      <vt:lpstr>本章内容</vt:lpstr>
      <vt:lpstr>UML 简介</vt:lpstr>
      <vt:lpstr>UML的发展历程</vt:lpstr>
      <vt:lpstr>UML的发展历程</vt:lpstr>
      <vt:lpstr>UML发展的四个阶段</vt:lpstr>
      <vt:lpstr>UML的主要特点</vt:lpstr>
      <vt:lpstr>UML 的基本结构</vt:lpstr>
      <vt:lpstr>UML 的基本结构</vt:lpstr>
      <vt:lpstr>UML的4+1视图</vt:lpstr>
      <vt:lpstr>UML 4+1视图的作用</vt:lpstr>
      <vt:lpstr>UML的9个基本图</vt:lpstr>
      <vt:lpstr>UML 图的关系</vt:lpstr>
      <vt:lpstr>UML视图与图的关系</vt:lpstr>
      <vt:lpstr>面向对象的需求分析建模</vt:lpstr>
      <vt:lpstr>领域模型</vt:lpstr>
      <vt:lpstr>PowerPoint 演示文稿</vt:lpstr>
      <vt:lpstr>领域模型与软件模型的区别</vt:lpstr>
      <vt:lpstr>识别概念类</vt:lpstr>
      <vt:lpstr>创建领域模型的步骤</vt:lpstr>
      <vt:lpstr>识别名词短语</vt:lpstr>
      <vt:lpstr>在线考试系统中的概念类</vt:lpstr>
      <vt:lpstr>添加关联</vt:lpstr>
      <vt:lpstr>考试系统中“需要知道型”关联</vt:lpstr>
      <vt:lpstr>在线考试系统部分领域模型</vt:lpstr>
      <vt:lpstr>UML 类图的组成</vt:lpstr>
      <vt:lpstr>类的关系</vt:lpstr>
      <vt:lpstr>类的依赖关系</vt:lpstr>
      <vt:lpstr>依赖关系与Java</vt:lpstr>
      <vt:lpstr>类的关联关系</vt:lpstr>
      <vt:lpstr>关联关系与Java</vt:lpstr>
      <vt:lpstr>类的聚合与组合</vt:lpstr>
      <vt:lpstr>聚合关系与Java</vt:lpstr>
      <vt:lpstr>组合关系与Java</vt:lpstr>
      <vt:lpstr>类的继承</vt:lpstr>
      <vt:lpstr>关联类</vt:lpstr>
      <vt:lpstr>保险业务 案例</vt:lpstr>
      <vt:lpstr>例子：油画</vt:lpstr>
      <vt:lpstr>用例模型</vt:lpstr>
      <vt:lpstr>用例模型的基本结构</vt:lpstr>
      <vt:lpstr>用例图</vt:lpstr>
      <vt:lpstr>案例：需求定义</vt:lpstr>
      <vt:lpstr>案例：需求分析</vt:lpstr>
      <vt:lpstr>用例获取</vt:lpstr>
      <vt:lpstr>基本用例与子用例</vt:lpstr>
      <vt:lpstr>案例：包含子用例</vt:lpstr>
      <vt:lpstr>案例：扩展子用例</vt:lpstr>
      <vt:lpstr>用例说明</vt:lpstr>
      <vt:lpstr>用例说明模板</vt:lpstr>
      <vt:lpstr>系统顺序图</vt:lpstr>
      <vt:lpstr>示例</vt:lpstr>
      <vt:lpstr>操作契约</vt:lpstr>
      <vt:lpstr>创建操作契约</vt:lpstr>
      <vt:lpstr>点菜用例的系统事件</vt:lpstr>
      <vt:lpstr>MakeNewOrder（TableId）</vt:lpstr>
      <vt:lpstr>AddFoodItem（ItemId, quantity）</vt:lpstr>
      <vt:lpstr>总结</vt:lpstr>
    </vt:vector>
  </TitlesOfParts>
  <Company>bupt</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软件工程 Software Engineering</dc:title>
  <dc:creator>xiao ding</dc:creator>
  <cp:lastModifiedBy>山人</cp:lastModifiedBy>
  <cp:revision>298</cp:revision>
  <dcterms:created xsi:type="dcterms:W3CDTF">2008-02-20T09:21:00Z</dcterms:created>
  <dcterms:modified xsi:type="dcterms:W3CDTF">2025-10-30T02:45:12Z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47A5814F7F204ED2ABF47BF6EF33CAC5_13</vt:lpwstr>
  </property>
  <property fmtid="{D5CDD505-2E9C-101B-9397-08002B2CF9AE}" pid="3" name="KSOProductBuildVer">
    <vt:lpwstr>2052-12.1.0.20784</vt:lpwstr>
  </property>
</Properties>
</file>