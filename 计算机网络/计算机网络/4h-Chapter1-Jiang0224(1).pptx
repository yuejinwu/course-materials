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1"/>
  </p:handoutMasterIdLst>
  <p:sldIdLst>
    <p:sldId id="371" r:id="rId3"/>
    <p:sldId id="489" r:id="rId5"/>
    <p:sldId id="577" r:id="rId6"/>
    <p:sldId id="578" r:id="rId7"/>
    <p:sldId id="579" r:id="rId8"/>
    <p:sldId id="580" r:id="rId9"/>
    <p:sldId id="581" r:id="rId10"/>
    <p:sldId id="582" r:id="rId11"/>
    <p:sldId id="583" r:id="rId12"/>
    <p:sldId id="584" r:id="rId13"/>
    <p:sldId id="585" r:id="rId14"/>
    <p:sldId id="586" r:id="rId15"/>
    <p:sldId id="587" r:id="rId16"/>
    <p:sldId id="588" r:id="rId17"/>
    <p:sldId id="589" r:id="rId18"/>
    <p:sldId id="590" r:id="rId19"/>
    <p:sldId id="591" r:id="rId20"/>
    <p:sldId id="682" r:id="rId21"/>
    <p:sldId id="467" r:id="rId22"/>
    <p:sldId id="490" r:id="rId23"/>
    <p:sldId id="492" r:id="rId24"/>
    <p:sldId id="256" r:id="rId25"/>
    <p:sldId id="311" r:id="rId26"/>
    <p:sldId id="257" r:id="rId27"/>
    <p:sldId id="366" r:id="rId28"/>
    <p:sldId id="258" r:id="rId29"/>
    <p:sldId id="259" r:id="rId30"/>
    <p:sldId id="260" r:id="rId31"/>
    <p:sldId id="261" r:id="rId32"/>
    <p:sldId id="394" r:id="rId33"/>
    <p:sldId id="262" r:id="rId34"/>
    <p:sldId id="373" r:id="rId35"/>
    <p:sldId id="375" r:id="rId36"/>
    <p:sldId id="416" r:id="rId37"/>
    <p:sldId id="417" r:id="rId38"/>
    <p:sldId id="377" r:id="rId39"/>
    <p:sldId id="378" r:id="rId40"/>
    <p:sldId id="379" r:id="rId41"/>
    <p:sldId id="380" r:id="rId42"/>
    <p:sldId id="381" r:id="rId43"/>
    <p:sldId id="382" r:id="rId44"/>
    <p:sldId id="418" r:id="rId45"/>
    <p:sldId id="419" r:id="rId46"/>
    <p:sldId id="384" r:id="rId47"/>
    <p:sldId id="385" r:id="rId48"/>
    <p:sldId id="386" r:id="rId49"/>
    <p:sldId id="387" r:id="rId50"/>
    <p:sldId id="388" r:id="rId51"/>
    <p:sldId id="395" r:id="rId52"/>
    <p:sldId id="266" r:id="rId53"/>
    <p:sldId id="267" r:id="rId54"/>
    <p:sldId id="268" r:id="rId55"/>
    <p:sldId id="306" r:id="rId56"/>
    <p:sldId id="341" r:id="rId57"/>
    <p:sldId id="269" r:id="rId58"/>
    <p:sldId id="270" r:id="rId59"/>
    <p:sldId id="335" r:id="rId60"/>
    <p:sldId id="271" r:id="rId61"/>
    <p:sldId id="272" r:id="rId62"/>
    <p:sldId id="324" r:id="rId63"/>
    <p:sldId id="329" r:id="rId64"/>
    <p:sldId id="325" r:id="rId65"/>
    <p:sldId id="326" r:id="rId66"/>
    <p:sldId id="327" r:id="rId67"/>
    <p:sldId id="396" r:id="rId68"/>
    <p:sldId id="283" r:id="rId69"/>
    <p:sldId id="330" r:id="rId70"/>
    <p:sldId id="284" r:id="rId71"/>
    <p:sldId id="337" r:id="rId72"/>
    <p:sldId id="338" r:id="rId73"/>
    <p:sldId id="339" r:id="rId74"/>
    <p:sldId id="285" r:id="rId75"/>
    <p:sldId id="331" r:id="rId76"/>
    <p:sldId id="309" r:id="rId77"/>
    <p:sldId id="493" r:id="rId78"/>
    <p:sldId id="340" r:id="rId79"/>
    <p:sldId id="391" r:id="rId80"/>
    <p:sldId id="392" r:id="rId81"/>
    <p:sldId id="393" r:id="rId82"/>
    <p:sldId id="397" r:id="rId83"/>
    <p:sldId id="286" r:id="rId84"/>
    <p:sldId id="343" r:id="rId85"/>
    <p:sldId id="354" r:id="rId86"/>
    <p:sldId id="347" r:id="rId87"/>
    <p:sldId id="359" r:id="rId88"/>
    <p:sldId id="399" r:id="rId89"/>
    <p:sldId id="355" r:id="rId90"/>
    <p:sldId id="400" r:id="rId91"/>
    <p:sldId id="403" r:id="rId92"/>
    <p:sldId id="406" r:id="rId93"/>
    <p:sldId id="415" r:id="rId94"/>
    <p:sldId id="407" r:id="rId95"/>
    <p:sldId id="409" r:id="rId96"/>
    <p:sldId id="411" r:id="rId97"/>
    <p:sldId id="412" r:id="rId98"/>
    <p:sldId id="414" r:id="rId99"/>
    <p:sldId id="401" r:id="rId100"/>
    <p:sldId id="362" r:id="rId101"/>
    <p:sldId id="363" r:id="rId102"/>
    <p:sldId id="369" r:id="rId103"/>
    <p:sldId id="364" r:id="rId104"/>
    <p:sldId id="494" r:id="rId105"/>
    <p:sldId id="402" r:id="rId106"/>
    <p:sldId id="678" r:id="rId107"/>
    <p:sldId id="679" r:id="rId108"/>
    <p:sldId id="680" r:id="rId109"/>
    <p:sldId id="353" r:id="rId110"/>
  </p:sldIdLst>
  <p:sldSz cx="9144000" cy="6858000" type="screen4x3"/>
  <p:notesSz cx="6858000" cy="9296400"/>
  <p:custDataLst>
    <p:tags r:id="rId116"/>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nglin Zhu" initials="K" lastIdx="2" clrIdx="0"/>
  <p:cmAuthor id="2" name="作者"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DDDDDD"/>
    <a:srgbClr val="FFCCFF"/>
    <a:srgbClr val="9999FF"/>
    <a:srgbClr val="FF3300"/>
    <a:srgbClr val="00CCFF"/>
    <a:srgbClr val="0000FF"/>
    <a:srgbClr val="00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6"/>
    <p:restoredTop sz="93115"/>
  </p:normalViewPr>
  <p:slideViewPr>
    <p:cSldViewPr snapToGrid="0" showGuides="1">
      <p:cViewPr varScale="1">
        <p:scale>
          <a:sx n="66" d="100"/>
          <a:sy n="66" d="100"/>
        </p:scale>
        <p:origin x="1317" y="78"/>
      </p:cViewPr>
      <p:guideLst>
        <p:guide orient="horz" pos="2174"/>
        <p:guide pos="2859"/>
      </p:guideLst>
    </p:cSldViewPr>
  </p:slideViewPr>
  <p:notesTextViewPr>
    <p:cViewPr>
      <p:scale>
        <a:sx n="100" d="100"/>
        <a:sy n="100" d="100"/>
      </p:scale>
      <p:origin x="0" y="0"/>
    </p:cViewPr>
  </p:notesTextViewPr>
  <p:sorterViewPr showFormatting="0">
    <p:cViewPr>
      <p:scale>
        <a:sx n="66" d="100"/>
        <a:sy n="66" d="100"/>
      </p:scale>
      <p:origin x="0" y="1812"/>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6" Type="http://schemas.openxmlformats.org/officeDocument/2006/relationships/tags" Target="tags/tag22.xml"/><Relationship Id="rId115" Type="http://schemas.openxmlformats.org/officeDocument/2006/relationships/commentAuthors" Target="commentAuthors.xml"/><Relationship Id="rId114" Type="http://schemas.openxmlformats.org/officeDocument/2006/relationships/tableStyles" Target="tableStyles.xml"/><Relationship Id="rId113" Type="http://schemas.openxmlformats.org/officeDocument/2006/relationships/viewProps" Target="viewProps.xml"/><Relationship Id="rId112" Type="http://schemas.openxmlformats.org/officeDocument/2006/relationships/presProps" Target="presProps.xml"/><Relationship Id="rId111" Type="http://schemas.openxmlformats.org/officeDocument/2006/relationships/handoutMaster" Target="handoutMasters/handoutMaster1.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2-26T17:08:20.669" idx="2">
    <p:pos x="10" y="10"/>
    <p:text/>
  </p:cm>
</p:cmLst>
</file>

<file path=ppt/drawings/_rels/vmlDrawing1.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7.wmf"/><Relationship Id="rId1" Type="http://schemas.openxmlformats.org/officeDocument/2006/relationships/image" Target="../media/image3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7.wmf"/><Relationship Id="rId1" Type="http://schemas.openxmlformats.org/officeDocument/2006/relationships/image" Target="../media/image3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7.wmf"/><Relationship Id="rId1" Type="http://schemas.openxmlformats.org/officeDocument/2006/relationships/image" Target="../media/image3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7.wmf"/><Relationship Id="rId1" Type="http://schemas.openxmlformats.org/officeDocument/2006/relationships/image" Target="../media/image3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7.wmf"/><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7.wmf"/><Relationship Id="rId1" Type="http://schemas.openxmlformats.org/officeDocument/2006/relationships/image" Target="../media/image3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7.wmf"/><Relationship Id="rId1"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1074" name="Rectangle 2"/>
          <p:cNvSpPr>
            <a:spLocks noGrp="1" noChangeArrowheads="1"/>
          </p:cNvSpPr>
          <p:nvPr>
            <p:ph type="hdr" sz="quarter"/>
          </p:nvPr>
        </p:nvSpPr>
        <p:spPr bwMode="auto">
          <a:xfrm>
            <a:off x="0" y="0"/>
            <a:ext cx="2971800" cy="463550"/>
          </a:xfrm>
          <a:prstGeom prst="rect">
            <a:avLst/>
          </a:prstGeom>
          <a:noFill/>
          <a:ln w="9525">
            <a:noFill/>
            <a:miter lim="800000"/>
          </a:ln>
          <a:effectLst/>
        </p:spPr>
        <p:txBody>
          <a:bodyPr vert="horz" wrap="square" lIns="87316" tIns="43658" rIns="87316" bIns="43658" numCol="1" anchor="t" anchorCtr="0" compatLnSpc="1"/>
          <a:lstStyle>
            <a:lvl1pPr defTabSz="873125">
              <a:defRPr sz="1100"/>
            </a:lvl1pPr>
          </a:lstStyle>
          <a:p>
            <a:pPr marL="0" marR="0" lvl="0" indent="0" algn="l" defTabSz="873125"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1075" name="Rectangle 3"/>
          <p:cNvSpPr>
            <a:spLocks noGrp="1" noChangeArrowheads="1"/>
          </p:cNvSpPr>
          <p:nvPr>
            <p:ph type="dt" sz="quarter" idx="1"/>
          </p:nvPr>
        </p:nvSpPr>
        <p:spPr bwMode="auto">
          <a:xfrm>
            <a:off x="3884613" y="0"/>
            <a:ext cx="2971800" cy="463550"/>
          </a:xfrm>
          <a:prstGeom prst="rect">
            <a:avLst/>
          </a:prstGeom>
          <a:noFill/>
          <a:ln w="9525">
            <a:noFill/>
            <a:miter lim="800000"/>
          </a:ln>
          <a:effectLst/>
        </p:spPr>
        <p:txBody>
          <a:bodyPr vert="horz" wrap="square" lIns="87316" tIns="43658" rIns="87316" bIns="43658" numCol="1" anchor="t" anchorCtr="0" compatLnSpc="1"/>
          <a:lstStyle>
            <a:lvl1pPr algn="r" defTabSz="873125">
              <a:defRPr sz="1100"/>
            </a:lvl1pPr>
          </a:lstStyle>
          <a:p>
            <a:pPr marL="0" marR="0" lvl="0" indent="0" algn="r" defTabSz="873125"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1076" name="Rectangle 4"/>
          <p:cNvSpPr>
            <a:spLocks noGrp="1" noChangeArrowheads="1"/>
          </p:cNvSpPr>
          <p:nvPr>
            <p:ph type="ftr" sz="quarter" idx="2"/>
          </p:nvPr>
        </p:nvSpPr>
        <p:spPr bwMode="auto">
          <a:xfrm>
            <a:off x="0" y="8831263"/>
            <a:ext cx="2971800" cy="463550"/>
          </a:xfrm>
          <a:prstGeom prst="rect">
            <a:avLst/>
          </a:prstGeom>
          <a:noFill/>
          <a:ln w="9525">
            <a:noFill/>
            <a:miter lim="800000"/>
          </a:ln>
          <a:effectLst/>
        </p:spPr>
        <p:txBody>
          <a:bodyPr vert="horz" wrap="square" lIns="87316" tIns="43658" rIns="87316" bIns="43658" numCol="1" anchor="b" anchorCtr="0" compatLnSpc="1"/>
          <a:lstStyle>
            <a:lvl1pPr defTabSz="873125">
              <a:defRPr sz="1100"/>
            </a:lvl1pPr>
          </a:lstStyle>
          <a:p>
            <a:pPr marL="0" marR="0" lvl="0" indent="0" algn="l" defTabSz="873125"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1077" name="Rectangle 5"/>
          <p:cNvSpPr>
            <a:spLocks noGrp="1" noChangeArrowheads="1"/>
          </p:cNvSpPr>
          <p:nvPr>
            <p:ph type="sldNum" sz="quarter" idx="3"/>
          </p:nvPr>
        </p:nvSpPr>
        <p:spPr bwMode="auto">
          <a:xfrm>
            <a:off x="3884613" y="8831263"/>
            <a:ext cx="2971800" cy="463550"/>
          </a:xfrm>
          <a:prstGeom prst="rect">
            <a:avLst/>
          </a:prstGeom>
          <a:noFill/>
          <a:ln w="9525">
            <a:noFill/>
            <a:miter lim="800000"/>
          </a:ln>
          <a:effectLst/>
        </p:spPr>
        <p:txBody>
          <a:bodyPr vert="horz" wrap="square" lIns="87316" tIns="43658" rIns="87316" bIns="43658" numCol="1" anchor="b" anchorCtr="0" compatLnSpc="1"/>
          <a:p>
            <a:pPr lvl="0" algn="r" defTabSz="873125">
              <a:buNone/>
            </a:pPr>
            <a:fld id="{9A0DB2DC-4C9A-4742-B13C-FB6460FD3503}" type="slidenum">
              <a:rPr lang="en-US" altLang="zh-CN" sz="1100" dirty="0">
                <a:ea typeface="宋体" panose="02010600030101010101" pitchFamily="2" charset="-122"/>
              </a:rPr>
            </a:fld>
            <a:endParaRPr lang="en-US" altLang="zh-CN" sz="1100"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63550"/>
          </a:xfrm>
          <a:prstGeom prst="rect">
            <a:avLst/>
          </a:prstGeom>
          <a:noFill/>
          <a:ln w="9525">
            <a:noFill/>
            <a:miter lim="800000"/>
          </a:ln>
          <a:effectLst/>
        </p:spPr>
        <p:txBody>
          <a:bodyPr vert="horz" wrap="square" lIns="92302" tIns="46151" rIns="92302" bIns="46151" numCol="1" anchor="t" anchorCtr="0" compatLnSpc="1"/>
          <a:lstStyle>
            <a:lvl1pPr defTabSz="923925">
              <a:defRPr sz="1200"/>
            </a:lvl1pPr>
          </a:lstStyle>
          <a:p>
            <a:pPr marL="0" marR="0" lvl="0" indent="0" algn="l" defTabSz="92392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5" name="Rectangle 3"/>
          <p:cNvSpPr>
            <a:spLocks noGrp="1" noChangeArrowheads="1"/>
          </p:cNvSpPr>
          <p:nvPr>
            <p:ph type="dt" idx="1"/>
          </p:nvPr>
        </p:nvSpPr>
        <p:spPr bwMode="auto">
          <a:xfrm>
            <a:off x="3886200" y="0"/>
            <a:ext cx="2971800" cy="463550"/>
          </a:xfrm>
          <a:prstGeom prst="rect">
            <a:avLst/>
          </a:prstGeom>
          <a:noFill/>
          <a:ln w="9525">
            <a:noFill/>
            <a:miter lim="800000"/>
          </a:ln>
          <a:effectLst/>
        </p:spPr>
        <p:txBody>
          <a:bodyPr vert="horz" wrap="square" lIns="92302" tIns="46151" rIns="92302" bIns="46151" numCol="1" anchor="t" anchorCtr="0" compatLnSpc="1"/>
          <a:lstStyle>
            <a:lvl1pPr algn="r" defTabSz="923925">
              <a:defRPr sz="1200"/>
            </a:lvl1pPr>
          </a:lstStyle>
          <a:p>
            <a:pPr marL="0" marR="0" lvl="0" indent="0" algn="r" defTabSz="92392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6" name="Rectangle 4"/>
          <p:cNvSpPr>
            <a:spLocks noGrp="1" noRot="1" noChangeAspect="1" noTextEdit="1"/>
          </p:cNvSpPr>
          <p:nvPr>
            <p:ph type="sldImg" idx="2"/>
          </p:nvPr>
        </p:nvSpPr>
        <p:spPr>
          <a:xfrm>
            <a:off x="1106488" y="698500"/>
            <a:ext cx="4648200" cy="348615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914400" y="4416425"/>
            <a:ext cx="5029200" cy="4181475"/>
          </a:xfrm>
          <a:prstGeom prst="rect">
            <a:avLst/>
          </a:prstGeom>
          <a:noFill/>
          <a:ln w="9525">
            <a:noFill/>
            <a:miter lim="800000"/>
          </a:ln>
          <a:effectLst/>
        </p:spPr>
        <p:txBody>
          <a:bodyPr vert="horz" wrap="square" lIns="92302" tIns="46151" rIns="92302" bIns="46151"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8" name="Rectangle 6"/>
          <p:cNvSpPr>
            <a:spLocks noGrp="1" noChangeArrowheads="1"/>
          </p:cNvSpPr>
          <p:nvPr>
            <p:ph type="ftr" sz="quarter" idx="4"/>
          </p:nvPr>
        </p:nvSpPr>
        <p:spPr bwMode="auto">
          <a:xfrm>
            <a:off x="0" y="8832850"/>
            <a:ext cx="2971800" cy="463550"/>
          </a:xfrm>
          <a:prstGeom prst="rect">
            <a:avLst/>
          </a:prstGeom>
          <a:noFill/>
          <a:ln w="9525">
            <a:noFill/>
            <a:miter lim="800000"/>
          </a:ln>
          <a:effectLst/>
        </p:spPr>
        <p:txBody>
          <a:bodyPr vert="horz" wrap="square" lIns="92302" tIns="46151" rIns="92302" bIns="46151" numCol="1" anchor="b" anchorCtr="0" compatLnSpc="1"/>
          <a:lstStyle>
            <a:lvl1pPr defTabSz="923925">
              <a:defRPr sz="1200"/>
            </a:lvl1pPr>
          </a:lstStyle>
          <a:p>
            <a:pPr marL="0" marR="0" lvl="0" indent="0" algn="l" defTabSz="92392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9" name="Rectangle 7"/>
          <p:cNvSpPr>
            <a:spLocks noGrp="1" noChangeArrowheads="1"/>
          </p:cNvSpPr>
          <p:nvPr>
            <p:ph type="sldNum" sz="quarter" idx="5"/>
          </p:nvPr>
        </p:nvSpPr>
        <p:spPr bwMode="auto">
          <a:xfrm>
            <a:off x="3886200" y="8832850"/>
            <a:ext cx="2971800" cy="463550"/>
          </a:xfrm>
          <a:prstGeom prst="rect">
            <a:avLst/>
          </a:prstGeom>
          <a:noFill/>
          <a:ln w="9525">
            <a:noFill/>
            <a:miter lim="800000"/>
          </a:ln>
          <a:effectLst/>
        </p:spPr>
        <p:txBody>
          <a:bodyPr vert="horz" wrap="square" lIns="92302" tIns="46151" rIns="92302" bIns="46151" numCol="1" anchor="b" anchorCtr="0" compatLnSpc="1"/>
          <a:p>
            <a:pPr lvl="0" algn="r" defTabSz="923925">
              <a:buNone/>
            </a:pPr>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6387" name="Rectangle 2"/>
          <p:cNvSpPr>
            <a:spLocks noGrp="1" noRot="1" noChangeAspect="1" noTextEdit="1"/>
          </p:cNvSpPr>
          <p:nvPr>
            <p:ph type="sldImg"/>
          </p:nvPr>
        </p:nvSpPr>
        <p:spPr/>
      </p:sp>
      <p:sp>
        <p:nvSpPr>
          <p:cNvPr id="1638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Rot="1" noChangeAspect="1" noTextEdit="1"/>
          </p:cNvSpPr>
          <p:nvPr>
            <p:ph type="sldImg"/>
          </p:nvPr>
        </p:nvSpPr>
        <p:spPr/>
      </p:sp>
      <p:sp>
        <p:nvSpPr>
          <p:cNvPr id="18435"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Any questions</a:t>
            </a:r>
            <a:endParaRPr lang="zh-CN" altLang="zh-CN"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noRot="1" noChangeAspect="1" noTextEdit="1"/>
          </p:cNvSpPr>
          <p:nvPr>
            <p:ph type="sldImg"/>
          </p:nvPr>
        </p:nvSpPr>
        <p:spPr/>
      </p:sp>
      <p:sp>
        <p:nvSpPr>
          <p:cNvPr id="20483"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Any questions</a:t>
            </a:r>
            <a:endParaRPr lang="zh-CN" altLang="zh-CN"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Rot="1" noChangeAspect="1" noTextEdit="1"/>
          </p:cNvSpPr>
          <p:nvPr>
            <p:ph type="sldImg"/>
          </p:nvPr>
        </p:nvSpPr>
        <p:spPr/>
      </p:sp>
      <p:sp>
        <p:nvSpPr>
          <p:cNvPr id="22531"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Any questions</a:t>
            </a:r>
            <a:endParaRPr lang="zh-CN" altLang="zh-CN"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noRot="1" noChangeAspect="1" noTextEdit="1"/>
          </p:cNvSpPr>
          <p:nvPr>
            <p:ph type="sldImg"/>
          </p:nvPr>
        </p:nvSpPr>
        <p:spPr/>
      </p:sp>
      <p:sp>
        <p:nvSpPr>
          <p:cNvPr id="24579"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Any questions</a:t>
            </a:r>
            <a:endParaRPr lang="zh-CN" altLang="zh-CN"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26627" name="Rectangle 2"/>
          <p:cNvSpPr>
            <a:spLocks noGrp="1" noRot="1" noChangeAspect="1" noTextEdit="1"/>
          </p:cNvSpPr>
          <p:nvPr>
            <p:ph type="sldImg"/>
          </p:nvPr>
        </p:nvSpPr>
        <p:spPr/>
      </p:sp>
      <p:sp>
        <p:nvSpPr>
          <p:cNvPr id="2662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28675" name="Rectangle 2"/>
          <p:cNvSpPr>
            <a:spLocks noGrp="1" noRot="1" noChangeAspect="1" noTextEdit="1"/>
          </p:cNvSpPr>
          <p:nvPr>
            <p:ph type="sldImg"/>
          </p:nvPr>
        </p:nvSpPr>
        <p:spPr/>
      </p:sp>
      <p:sp>
        <p:nvSpPr>
          <p:cNvPr id="28676"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30723" name="Rectangle 2"/>
          <p:cNvSpPr>
            <a:spLocks noGrp="1" noRot="1" noChangeAspect="1" noTextEdit="1"/>
          </p:cNvSpPr>
          <p:nvPr>
            <p:ph type="sldImg"/>
          </p:nvPr>
        </p:nvSpPr>
        <p:spPr/>
      </p:sp>
      <p:sp>
        <p:nvSpPr>
          <p:cNvPr id="30724"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nuts and bolts </a:t>
            </a:r>
            <a:r>
              <a:rPr lang="zh-CN" altLang="zh-CN" dirty="0">
                <a:ea typeface="宋体" panose="02010600030101010101" pitchFamily="2" charset="-122"/>
              </a:rPr>
              <a:t>基本组成部分</a:t>
            </a:r>
            <a:endParaRPr lang="zh-CN" altLang="zh-CN" dirty="0">
              <a:ea typeface="宋体" panose="02010600030101010101" pitchFamily="2" charset="-122"/>
            </a:endParaRPr>
          </a:p>
          <a:p>
            <a:pPr lvl="0"/>
            <a:r>
              <a:rPr lang="zh-CN" altLang="zh-CN" dirty="0">
                <a:ea typeface="宋体" panose="02010600030101010101" pitchFamily="2" charset="-122"/>
              </a:rPr>
              <a:t>硬件部分</a:t>
            </a:r>
            <a:r>
              <a:rPr lang="en-US" altLang="zh-CN" dirty="0">
                <a:ea typeface="宋体" panose="02010600030101010101" pitchFamily="2" charset="-122"/>
              </a:rPr>
              <a:t> </a:t>
            </a:r>
            <a:r>
              <a:rPr lang="zh-CN" altLang="en-US" dirty="0">
                <a:ea typeface="宋体" panose="02010600030101010101" pitchFamily="2" charset="-122"/>
              </a:rPr>
              <a:t>后续有软件部分</a:t>
            </a:r>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32771" name="Rectangle 2"/>
          <p:cNvSpPr>
            <a:spLocks noGrp="1" noRot="1" noChangeAspect="1" noTextEdit="1"/>
          </p:cNvSpPr>
          <p:nvPr>
            <p:ph type="sldImg"/>
          </p:nvPr>
        </p:nvSpPr>
        <p:spPr/>
      </p:sp>
      <p:sp>
        <p:nvSpPr>
          <p:cNvPr id="32772"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智能家居</a:t>
            </a:r>
            <a:endParaRPr lang="zh-CN" altLang="zh-CN"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34819" name="Rectangle 2"/>
          <p:cNvSpPr>
            <a:spLocks noGrp="1" noRot="1" noChangeAspect="1" noTextEdit="1"/>
          </p:cNvSpPr>
          <p:nvPr>
            <p:ph type="sldImg"/>
          </p:nvPr>
        </p:nvSpPr>
        <p:spPr/>
      </p:sp>
      <p:sp>
        <p:nvSpPr>
          <p:cNvPr id="34820"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软件部分</a:t>
            </a:r>
            <a:endParaRPr lang="zh-CN" altLang="zh-CN"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36867" name="Rectangle 2"/>
          <p:cNvSpPr>
            <a:spLocks noGrp="1" noRot="1" noChangeAspect="1" noTextEdit="1"/>
          </p:cNvSpPr>
          <p:nvPr>
            <p:ph type="sldImg"/>
          </p:nvPr>
        </p:nvSpPr>
        <p:spPr/>
      </p:sp>
      <p:sp>
        <p:nvSpPr>
          <p:cNvPr id="36868"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从提供服务的观点</a:t>
            </a:r>
            <a:endParaRPr lang="zh-CN" altLang="zh-CN"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38915" name="Rectangle 2"/>
          <p:cNvSpPr>
            <a:spLocks noGrp="1" noRot="1" noChangeAspect="1" noTextEdit="1"/>
          </p:cNvSpPr>
          <p:nvPr>
            <p:ph type="sldImg"/>
          </p:nvPr>
        </p:nvSpPr>
        <p:spPr/>
      </p:sp>
      <p:sp>
        <p:nvSpPr>
          <p:cNvPr id="38916"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40963" name="Rectangle 2"/>
          <p:cNvSpPr>
            <a:spLocks noGrp="1" noRot="1" noChangeAspect="1" noTextEdit="1"/>
          </p:cNvSpPr>
          <p:nvPr>
            <p:ph type="sldImg"/>
          </p:nvPr>
        </p:nvSpPr>
        <p:spPr/>
      </p:sp>
      <p:sp>
        <p:nvSpPr>
          <p:cNvPr id="40964"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43011" name="Rectangle 2"/>
          <p:cNvSpPr>
            <a:spLocks noGrp="1" noRot="1" noChangeAspect="1" noTextEdit="1"/>
          </p:cNvSpPr>
          <p:nvPr>
            <p:ph type="sldImg"/>
          </p:nvPr>
        </p:nvSpPr>
        <p:spPr/>
      </p:sp>
      <p:sp>
        <p:nvSpPr>
          <p:cNvPr id="43012"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45059" name="Rectangle 2"/>
          <p:cNvSpPr>
            <a:spLocks noGrp="1" noRot="1" noChangeAspect="1" noTextEdit="1"/>
          </p:cNvSpPr>
          <p:nvPr>
            <p:ph type="sldImg"/>
          </p:nvPr>
        </p:nvSpPr>
        <p:spPr/>
      </p:sp>
      <p:sp>
        <p:nvSpPr>
          <p:cNvPr id="45060"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边缘</a:t>
            </a:r>
            <a:r>
              <a:rPr lang="en-US" altLang="zh-CN" dirty="0">
                <a:ea typeface="宋体" panose="02010600030101010101" pitchFamily="2" charset="-122"/>
              </a:rPr>
              <a:t>+</a:t>
            </a:r>
            <a:r>
              <a:rPr lang="zh-CN" altLang="en-US" dirty="0">
                <a:ea typeface="宋体" panose="02010600030101010101" pitchFamily="2" charset="-122"/>
              </a:rPr>
              <a:t>接入网</a:t>
            </a:r>
            <a:r>
              <a:rPr lang="en-US" altLang="zh-CN" dirty="0">
                <a:ea typeface="宋体" panose="02010600030101010101" pitchFamily="2" charset="-122"/>
              </a:rPr>
              <a:t>+</a:t>
            </a:r>
            <a:r>
              <a:rPr lang="zh-CN" altLang="en-US" dirty="0">
                <a:ea typeface="宋体" panose="02010600030101010101" pitchFamily="2" charset="-122"/>
              </a:rPr>
              <a:t>核心网</a:t>
            </a:r>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47107" name="Rectangle 2"/>
          <p:cNvSpPr>
            <a:spLocks noGrp="1" noRot="1" noChangeAspect="1" noTextEdit="1"/>
          </p:cNvSpPr>
          <p:nvPr>
            <p:ph type="sldImg"/>
          </p:nvPr>
        </p:nvSpPr>
        <p:spPr/>
      </p:sp>
      <p:sp>
        <p:nvSpPr>
          <p:cNvPr id="4710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49155" name="Rectangle 2"/>
          <p:cNvSpPr>
            <a:spLocks noGrp="1" noRot="1" noChangeAspect="1" noTextEdit="1"/>
          </p:cNvSpPr>
          <p:nvPr>
            <p:ph type="sldImg"/>
          </p:nvPr>
        </p:nvSpPr>
        <p:spPr/>
      </p:sp>
      <p:sp>
        <p:nvSpPr>
          <p:cNvPr id="49156"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怎么连接边缘路由器和终端？</a:t>
            </a:r>
            <a:endParaRPr lang="zh-CN" altLang="zh-CN" dirty="0">
              <a:ea typeface="宋体" panose="02010600030101010101" pitchFamily="2" charset="-122"/>
            </a:endParaRPr>
          </a:p>
          <a:p>
            <a:pPr lvl="0"/>
            <a:r>
              <a:rPr lang="zh-CN" altLang="zh-CN" dirty="0">
                <a:ea typeface="宋体" panose="02010600030101010101" pitchFamily="2" charset="-122"/>
              </a:rPr>
              <a:t>下边细讲接入网的各个细节</a:t>
            </a:r>
            <a:endParaRPr lang="zh-CN" altLang="zh-CN"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53251" name="Rectangle 2"/>
          <p:cNvSpPr>
            <a:spLocks noGrp="1" noRot="1" noChangeAspect="1" noTextEdit="1"/>
          </p:cNvSpPr>
          <p:nvPr>
            <p:ph type="sldImg"/>
          </p:nvPr>
        </p:nvSpPr>
        <p:spPr/>
      </p:sp>
      <p:sp>
        <p:nvSpPr>
          <p:cNvPr id="53252"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55299" name="Rectangle 2"/>
          <p:cNvSpPr>
            <a:spLocks noGrp="1" noRot="1" noChangeAspect="1" noTextEdit="1"/>
          </p:cNvSpPr>
          <p:nvPr>
            <p:ph type="sldImg"/>
          </p:nvPr>
        </p:nvSpPr>
        <p:spPr/>
      </p:sp>
      <p:sp>
        <p:nvSpPr>
          <p:cNvPr id="55300"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57347" name="Rectangle 2"/>
          <p:cNvSpPr>
            <a:spLocks noGrp="1" noRot="1" noChangeAspect="1" noTextEdit="1"/>
          </p:cNvSpPr>
          <p:nvPr>
            <p:ph type="sldImg"/>
          </p:nvPr>
        </p:nvSpPr>
        <p:spPr/>
      </p:sp>
      <p:sp>
        <p:nvSpPr>
          <p:cNvPr id="5734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59395" name="Rectangle 2"/>
          <p:cNvSpPr>
            <a:spLocks noGrp="1" noRot="1" noChangeAspect="1" noTextEdit="1"/>
          </p:cNvSpPr>
          <p:nvPr>
            <p:ph type="sldImg"/>
          </p:nvPr>
        </p:nvSpPr>
        <p:spPr/>
      </p:sp>
      <p:sp>
        <p:nvSpPr>
          <p:cNvPr id="59396"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61443" name="Rectangle 2"/>
          <p:cNvSpPr>
            <a:spLocks noGrp="1" noRot="1" noChangeAspect="1" noTextEdit="1"/>
          </p:cNvSpPr>
          <p:nvPr>
            <p:ph type="sldImg"/>
          </p:nvPr>
        </p:nvSpPr>
        <p:spPr/>
      </p:sp>
      <p:sp>
        <p:nvSpPr>
          <p:cNvPr id="61444"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63491" name="Rectangle 2"/>
          <p:cNvSpPr>
            <a:spLocks noGrp="1" noRot="1" noChangeAspect="1" noTextEdit="1"/>
          </p:cNvSpPr>
          <p:nvPr>
            <p:ph type="sldImg"/>
          </p:nvPr>
        </p:nvSpPr>
        <p:spPr/>
      </p:sp>
      <p:sp>
        <p:nvSpPr>
          <p:cNvPr id="63492"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67587" name="Rectangle 2"/>
          <p:cNvSpPr>
            <a:spLocks noGrp="1" noRot="1" noChangeAspect="1" noTextEdit="1"/>
          </p:cNvSpPr>
          <p:nvPr>
            <p:ph type="sldImg"/>
          </p:nvPr>
        </p:nvSpPr>
        <p:spPr/>
      </p:sp>
      <p:sp>
        <p:nvSpPr>
          <p:cNvPr id="6758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69635" name="Rectangle 2"/>
          <p:cNvSpPr>
            <a:spLocks noGrp="1" noRot="1" noChangeAspect="1" noTextEdit="1"/>
          </p:cNvSpPr>
          <p:nvPr>
            <p:ph type="sldImg"/>
          </p:nvPr>
        </p:nvSpPr>
        <p:spPr/>
      </p:sp>
      <p:sp>
        <p:nvSpPr>
          <p:cNvPr id="69636"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71683" name="Rectangle 2"/>
          <p:cNvSpPr>
            <a:spLocks noGrp="1" noRot="1" noChangeAspect="1" noTextEdit="1"/>
          </p:cNvSpPr>
          <p:nvPr>
            <p:ph type="sldImg"/>
          </p:nvPr>
        </p:nvSpPr>
        <p:spPr/>
      </p:sp>
      <p:sp>
        <p:nvSpPr>
          <p:cNvPr id="71684"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insulated </a:t>
            </a:r>
            <a:r>
              <a:rPr lang="zh-CN" altLang="en-US" dirty="0">
                <a:ea typeface="宋体" panose="02010600030101010101" pitchFamily="2" charset="-122"/>
              </a:rPr>
              <a:t>绝缘</a:t>
            </a:r>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73731" name="Rectangle 2"/>
          <p:cNvSpPr>
            <a:spLocks noGrp="1" noRot="1" noChangeAspect="1" noTextEdit="1"/>
          </p:cNvSpPr>
          <p:nvPr>
            <p:ph type="sldImg"/>
          </p:nvPr>
        </p:nvSpPr>
        <p:spPr/>
      </p:sp>
      <p:sp>
        <p:nvSpPr>
          <p:cNvPr id="73732"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75779" name="Rectangle 2"/>
          <p:cNvSpPr>
            <a:spLocks noGrp="1" noRot="1" noChangeAspect="1" noTextEdit="1"/>
          </p:cNvSpPr>
          <p:nvPr>
            <p:ph type="sldImg"/>
          </p:nvPr>
        </p:nvSpPr>
        <p:spPr/>
      </p:sp>
      <p:sp>
        <p:nvSpPr>
          <p:cNvPr id="75780"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77827" name="Rectangle 2"/>
          <p:cNvSpPr>
            <a:spLocks noGrp="1" noRot="1" noChangeAspect="1" noTextEdit="1"/>
          </p:cNvSpPr>
          <p:nvPr>
            <p:ph type="sldImg"/>
          </p:nvPr>
        </p:nvSpPr>
        <p:spPr/>
      </p:sp>
      <p:sp>
        <p:nvSpPr>
          <p:cNvPr id="7782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79875" name="Rectangle 2"/>
          <p:cNvSpPr>
            <a:spLocks noGrp="1" noRot="1" noChangeAspect="1" noTextEdit="1"/>
          </p:cNvSpPr>
          <p:nvPr>
            <p:ph type="sldImg"/>
          </p:nvPr>
        </p:nvSpPr>
        <p:spPr/>
      </p:sp>
      <p:sp>
        <p:nvSpPr>
          <p:cNvPr id="79876"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81923" name="Rectangle 2"/>
          <p:cNvSpPr>
            <a:spLocks noGrp="1" noRot="1" noChangeAspect="1" noTextEdit="1"/>
          </p:cNvSpPr>
          <p:nvPr>
            <p:ph type="sldImg"/>
          </p:nvPr>
        </p:nvSpPr>
        <p:spPr/>
      </p:sp>
      <p:sp>
        <p:nvSpPr>
          <p:cNvPr id="81924"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83971" name="Rectangle 2"/>
          <p:cNvSpPr>
            <a:spLocks noGrp="1" noRot="1" noChangeAspect="1" noTextEdit="1"/>
          </p:cNvSpPr>
          <p:nvPr>
            <p:ph type="sldImg"/>
          </p:nvPr>
        </p:nvSpPr>
        <p:spPr/>
      </p:sp>
      <p:sp>
        <p:nvSpPr>
          <p:cNvPr id="83972"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86019" name="Rectangle 2"/>
          <p:cNvSpPr>
            <a:spLocks noGrp="1" noRot="1" noChangeAspect="1" noTextEdit="1"/>
          </p:cNvSpPr>
          <p:nvPr>
            <p:ph type="sldImg"/>
          </p:nvPr>
        </p:nvSpPr>
        <p:spPr/>
      </p:sp>
      <p:sp>
        <p:nvSpPr>
          <p:cNvPr id="86020"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Two simple multiple access control techniques.</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Each mobile’s share of the bandwidth is divided into portions for the uplink and the downlink. Also, possibly, out of band signaling.</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As we will see, used in AMPS, GSM, IS-54/136</a:t>
            </a:r>
            <a:endParaRPr lang="en-US" altLang="zh-CN"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88067" name="Rectangle 2"/>
          <p:cNvSpPr>
            <a:spLocks noGrp="1" noRot="1" noChangeAspect="1" noTextEdit="1"/>
          </p:cNvSpPr>
          <p:nvPr>
            <p:ph type="sldImg"/>
          </p:nvPr>
        </p:nvSpPr>
        <p:spPr/>
      </p:sp>
      <p:sp>
        <p:nvSpPr>
          <p:cNvPr id="88068"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(640000/1.536M)*24+500</a:t>
            </a:r>
            <a:endParaRPr lang="en-US" altLang="zh-CN" dirty="0">
              <a:ea typeface="宋体" panose="02010600030101010101" pitchFamily="2" charset="-122"/>
            </a:endParaRPr>
          </a:p>
          <a:p>
            <a:pPr lvl="0"/>
            <a:r>
              <a:rPr lang="zh-CN" altLang="en-US" dirty="0">
                <a:ea typeface="宋体" panose="02010600030101010101" pitchFamily="2" charset="-122"/>
              </a:rPr>
              <a:t>因为只分给</a:t>
            </a:r>
            <a:r>
              <a:rPr lang="en-US" altLang="zh-CN" dirty="0">
                <a:ea typeface="宋体" panose="02010600030101010101" pitchFamily="2" charset="-122"/>
              </a:rPr>
              <a:t>A-B</a:t>
            </a:r>
            <a:r>
              <a:rPr lang="zh-CN" altLang="en-US" dirty="0">
                <a:ea typeface="宋体" panose="02010600030101010101" pitchFamily="2" charset="-122"/>
              </a:rPr>
              <a:t>一个</a:t>
            </a:r>
            <a:r>
              <a:rPr lang="en-US" altLang="zh-CN" dirty="0">
                <a:ea typeface="宋体" panose="02010600030101010101" pitchFamily="2" charset="-122"/>
              </a:rPr>
              <a:t>link</a:t>
            </a:r>
            <a:r>
              <a:rPr lang="zh-CN" altLang="en-US" dirty="0">
                <a:ea typeface="宋体" panose="02010600030101010101" pitchFamily="2" charset="-122"/>
              </a:rPr>
              <a:t>，也就是</a:t>
            </a:r>
            <a:r>
              <a:rPr lang="en-US" altLang="zh-CN" dirty="0">
                <a:ea typeface="宋体" panose="02010600030101010101" pitchFamily="2" charset="-122"/>
              </a:rPr>
              <a:t>1</a:t>
            </a:r>
            <a:r>
              <a:rPr lang="zh-CN" altLang="en-US" dirty="0">
                <a:ea typeface="宋体" panose="02010600030101010101" pitchFamily="2" charset="-122"/>
              </a:rPr>
              <a:t>秒钟之内</a:t>
            </a:r>
            <a:r>
              <a:rPr lang="en-US" altLang="zh-CN" dirty="0">
                <a:ea typeface="宋体" panose="02010600030101010101" pitchFamily="2" charset="-122"/>
              </a:rPr>
              <a:t>A-B</a:t>
            </a:r>
            <a:r>
              <a:rPr lang="zh-CN" altLang="en-US" dirty="0">
                <a:ea typeface="宋体" panose="02010600030101010101" pitchFamily="2" charset="-122"/>
              </a:rPr>
              <a:t>只能使用一个</a:t>
            </a:r>
            <a:r>
              <a:rPr lang="en-US" altLang="zh-CN" dirty="0">
                <a:ea typeface="宋体" panose="02010600030101010101" pitchFamily="2" charset="-122"/>
              </a:rPr>
              <a:t>slot</a:t>
            </a:r>
            <a:r>
              <a:rPr lang="zh-CN" altLang="en-US" dirty="0">
                <a:ea typeface="宋体" panose="02010600030101010101" pitchFamily="2" charset="-122"/>
              </a:rPr>
              <a:t>，也就是</a:t>
            </a:r>
            <a:r>
              <a:rPr lang="en-US" altLang="zh-CN" dirty="0">
                <a:ea typeface="宋体" panose="02010600030101010101" pitchFamily="2" charset="-122"/>
              </a:rPr>
              <a:t>1/24</a:t>
            </a:r>
            <a:r>
              <a:rPr lang="zh-CN" altLang="en-US" dirty="0">
                <a:ea typeface="宋体" panose="02010600030101010101" pitchFamily="2" charset="-122"/>
              </a:rPr>
              <a:t>秒，就算其他</a:t>
            </a:r>
            <a:r>
              <a:rPr lang="en-US" altLang="zh-CN" dirty="0">
                <a:ea typeface="宋体" panose="02010600030101010101" pitchFamily="2" charset="-122"/>
              </a:rPr>
              <a:t>23</a:t>
            </a:r>
            <a:r>
              <a:rPr lang="zh-CN" altLang="en-US" dirty="0">
                <a:ea typeface="宋体" panose="02010600030101010101" pitchFamily="2" charset="-122"/>
              </a:rPr>
              <a:t>个都空闲。</a:t>
            </a:r>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91139" name="Rectangle 2"/>
          <p:cNvSpPr>
            <a:spLocks noGrp="1" noRot="1" noChangeAspect="1" noTextEdit="1"/>
          </p:cNvSpPr>
          <p:nvPr>
            <p:ph type="sldImg"/>
          </p:nvPr>
        </p:nvSpPr>
        <p:spPr/>
      </p:sp>
      <p:sp>
        <p:nvSpPr>
          <p:cNvPr id="91140" name="Rectangle 3"/>
          <p:cNvSpPr>
            <a:spLocks noGrp="1"/>
          </p:cNvSpPr>
          <p:nvPr>
            <p:ph type="body" idx="1"/>
          </p:nvPr>
        </p:nvSpPr>
        <p:spPr/>
        <p:txBody>
          <a:bodyPr wrap="square" lIns="92302" tIns="46151" rIns="92302" bIns="46151" anchor="t" anchorCtr="0"/>
          <a:p>
            <a:pPr lvl="0"/>
            <a:r>
              <a:rPr lang="en-US" altLang="zh-CN" dirty="0">
                <a:solidFill>
                  <a:srgbClr val="FF0000"/>
                </a:solidFill>
                <a:ea typeface="宋体" panose="02010600030101010101" pitchFamily="2" charset="-122"/>
                <a:sym typeface="+mn-ea"/>
              </a:rPr>
              <a:t>resource contention:</a:t>
            </a:r>
            <a:r>
              <a:rPr lang="en-US" altLang="zh-CN" dirty="0">
                <a:ea typeface="宋体" panose="02010600030101010101" pitchFamily="2" charset="-122"/>
                <a:sym typeface="+mn-ea"/>
              </a:rPr>
              <a:t> </a:t>
            </a:r>
            <a:endParaRPr lang="en-US" altLang="zh-CN" dirty="0">
              <a:ea typeface="宋体" panose="02010600030101010101" pitchFamily="2" charset="-122"/>
            </a:endParaRPr>
          </a:p>
          <a:p>
            <a:pPr lvl="0"/>
            <a:r>
              <a:rPr lang="zh-CN" altLang="en-US" dirty="0">
                <a:ea typeface="宋体" panose="02010600030101010101" pitchFamily="2" charset="-122"/>
              </a:rPr>
              <a:t>资源竞争</a:t>
            </a:r>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93187" name="Rectangle 2"/>
          <p:cNvSpPr>
            <a:spLocks noGrp="1" noRot="1" noChangeAspect="1" noTextEdit="1"/>
          </p:cNvSpPr>
          <p:nvPr>
            <p:ph type="sldImg"/>
          </p:nvPr>
        </p:nvSpPr>
        <p:spPr/>
      </p:sp>
      <p:sp>
        <p:nvSpPr>
          <p:cNvPr id="9318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95235" name="Rectangle 2"/>
          <p:cNvSpPr>
            <a:spLocks noGrp="1" noRot="1" noChangeAspect="1" noTextEdit="1"/>
          </p:cNvSpPr>
          <p:nvPr>
            <p:ph type="sldImg"/>
          </p:nvPr>
        </p:nvSpPr>
        <p:spPr/>
      </p:sp>
      <p:sp>
        <p:nvSpPr>
          <p:cNvPr id="95236"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根据存储转发模式，每个路由器必须，先先完整的收下来，再进行转发。所以每次完整的发收，都是</a:t>
            </a:r>
            <a:r>
              <a:rPr lang="en-US" altLang="zh-CN" dirty="0">
                <a:ea typeface="宋体" panose="02010600030101010101" pitchFamily="2" charset="-122"/>
              </a:rPr>
              <a:t>L/R</a:t>
            </a:r>
            <a:r>
              <a:rPr lang="zh-CN" altLang="en-US" dirty="0">
                <a:ea typeface="宋体" panose="02010600030101010101" pitchFamily="2" charset="-122"/>
              </a:rPr>
              <a:t>。例子中一共经历了三次发收，所以是</a:t>
            </a:r>
            <a:r>
              <a:rPr lang="en-US" altLang="zh-CN" dirty="0">
                <a:ea typeface="宋体" panose="02010600030101010101" pitchFamily="2" charset="-122"/>
              </a:rPr>
              <a:t>3L/R</a:t>
            </a:r>
            <a:endParaRPr lang="zh-CN" altLang="en-US"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97283" name="Rectangle 2"/>
          <p:cNvSpPr>
            <a:spLocks noGrp="1" noRot="1" noChangeAspect="1" noTextEdit="1"/>
          </p:cNvSpPr>
          <p:nvPr>
            <p:ph type="sldImg"/>
          </p:nvPr>
        </p:nvSpPr>
        <p:spPr/>
      </p:sp>
      <p:sp>
        <p:nvSpPr>
          <p:cNvPr id="97284"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如果在包交换网络中，按照</a:t>
            </a:r>
            <a:r>
              <a:rPr lang="en-US" altLang="zh-CN" dirty="0">
                <a:ea typeface="宋体" panose="02010600030101010101" pitchFamily="2" charset="-122"/>
              </a:rPr>
              <a:t>0.1</a:t>
            </a:r>
            <a:r>
              <a:rPr lang="zh-CN" altLang="en-US" dirty="0">
                <a:ea typeface="宋体" panose="02010600030101010101" pitchFamily="2" charset="-122"/>
              </a:rPr>
              <a:t>的活跃概率，还要小于等于</a:t>
            </a:r>
            <a:r>
              <a:rPr lang="en-US" altLang="zh-CN" dirty="0">
                <a:ea typeface="宋体" panose="02010600030101010101" pitchFamily="2" charset="-122"/>
              </a:rPr>
              <a:t>10</a:t>
            </a:r>
            <a:r>
              <a:rPr lang="zh-CN" altLang="en-US" dirty="0">
                <a:ea typeface="宋体" panose="02010600030101010101" pitchFamily="2" charset="-122"/>
              </a:rPr>
              <a:t>个用户同时在线，那么包交换网络会支持</a:t>
            </a:r>
            <a:r>
              <a:rPr lang="en-US" altLang="zh-CN" dirty="0">
                <a:ea typeface="宋体" panose="02010600030101010101" pitchFamily="2" charset="-122"/>
              </a:rPr>
              <a:t>35</a:t>
            </a:r>
            <a:r>
              <a:rPr lang="zh-CN" altLang="en-US" dirty="0">
                <a:ea typeface="宋体" panose="02010600030101010101" pitchFamily="2" charset="-122"/>
              </a:rPr>
              <a:t>个用户接入。也就是说，</a:t>
            </a:r>
            <a:r>
              <a:rPr lang="en-US" altLang="zh-CN" dirty="0">
                <a:ea typeface="宋体" panose="02010600030101010101" pitchFamily="2" charset="-122"/>
              </a:rPr>
              <a:t>35</a:t>
            </a:r>
            <a:r>
              <a:rPr lang="zh-CN" altLang="en-US" dirty="0">
                <a:ea typeface="宋体" panose="02010600030101010101" pitchFamily="2" charset="-122"/>
              </a:rPr>
              <a:t>个用户接入这个网络，按照</a:t>
            </a:r>
            <a:r>
              <a:rPr lang="en-US" altLang="zh-CN" dirty="0">
                <a:ea typeface="宋体" panose="02010600030101010101" pitchFamily="2" charset="-122"/>
              </a:rPr>
              <a:t>0.1</a:t>
            </a:r>
            <a:r>
              <a:rPr lang="zh-CN" altLang="en-US" dirty="0">
                <a:ea typeface="宋体" panose="02010600030101010101" pitchFamily="2" charset="-122"/>
              </a:rPr>
              <a:t>的活跃概率，</a:t>
            </a:r>
            <a:r>
              <a:rPr lang="en-US" altLang="zh-CN" dirty="0">
                <a:ea typeface="宋体" panose="02010600030101010101" pitchFamily="2" charset="-122"/>
                <a:sym typeface="+mn-ea"/>
              </a:rPr>
              <a:t>0.0096</a:t>
            </a:r>
            <a:r>
              <a:rPr lang="zh-CN" altLang="en-US" dirty="0">
                <a:ea typeface="宋体" panose="02010600030101010101" pitchFamily="2" charset="-122"/>
                <a:sym typeface="+mn-ea"/>
              </a:rPr>
              <a:t>（接近</a:t>
            </a:r>
            <a:r>
              <a:rPr lang="en-US" altLang="zh-CN" dirty="0">
                <a:ea typeface="宋体" panose="02010600030101010101" pitchFamily="2" charset="-122"/>
                <a:sym typeface="+mn-ea"/>
              </a:rPr>
              <a:t>1</a:t>
            </a:r>
            <a:r>
              <a:rPr lang="zh-CN" altLang="en-US" dirty="0">
                <a:ea typeface="宋体" panose="02010600030101010101" pitchFamily="2" charset="-122"/>
                <a:sym typeface="+mn-ea"/>
              </a:rPr>
              <a:t>）</a:t>
            </a:r>
            <a:r>
              <a:rPr lang="zh-CN" altLang="en-US" dirty="0">
                <a:ea typeface="宋体" panose="02010600030101010101" pitchFamily="2" charset="-122"/>
                <a:sym typeface="+mn-ea"/>
              </a:rPr>
              <a:t>的概率，是小于等于</a:t>
            </a:r>
            <a:r>
              <a:rPr lang="en-US" altLang="zh-CN" dirty="0">
                <a:ea typeface="宋体" panose="02010600030101010101" pitchFamily="2" charset="-122"/>
              </a:rPr>
              <a:t>10</a:t>
            </a:r>
            <a:r>
              <a:rPr lang="zh-CN" altLang="en-US" dirty="0">
                <a:ea typeface="宋体" panose="02010600030101010101" pitchFamily="2" charset="-122"/>
              </a:rPr>
              <a:t>个用户同时在线的。也就是说，</a:t>
            </a:r>
            <a:r>
              <a:rPr lang="en-US" altLang="zh-CN" dirty="0">
                <a:ea typeface="宋体" panose="02010600030101010101" pitchFamily="2" charset="-122"/>
              </a:rPr>
              <a:t>35</a:t>
            </a:r>
            <a:r>
              <a:rPr lang="zh-CN" altLang="en-US" dirty="0">
                <a:ea typeface="宋体" panose="02010600030101010101" pitchFamily="2" charset="-122"/>
              </a:rPr>
              <a:t>这个数字，是和找出来，它正好和</a:t>
            </a:r>
            <a:r>
              <a:rPr lang="en-US" altLang="zh-CN" dirty="0">
                <a:ea typeface="宋体" panose="02010600030101010101" pitchFamily="2" charset="-122"/>
              </a:rPr>
              <a:t>10</a:t>
            </a:r>
            <a:r>
              <a:rPr lang="zh-CN" altLang="en-US" dirty="0">
                <a:ea typeface="宋体" panose="02010600030101010101" pitchFamily="2" charset="-122"/>
              </a:rPr>
              <a:t>能搭配起来，算出来小于等于</a:t>
            </a:r>
            <a:r>
              <a:rPr lang="en-US" altLang="zh-CN" dirty="0">
                <a:ea typeface="宋体" panose="02010600030101010101" pitchFamily="2" charset="-122"/>
              </a:rPr>
              <a:t>10</a:t>
            </a:r>
            <a:r>
              <a:rPr lang="zh-CN" altLang="en-US" dirty="0">
                <a:ea typeface="宋体" panose="02010600030101010101" pitchFamily="2" charset="-122"/>
              </a:rPr>
              <a:t>为近乎</a:t>
            </a:r>
            <a:r>
              <a:rPr lang="en-US" altLang="zh-CN" dirty="0">
                <a:ea typeface="宋体" panose="02010600030101010101" pitchFamily="2" charset="-122"/>
              </a:rPr>
              <a:t>1</a:t>
            </a:r>
            <a:r>
              <a:rPr lang="zh-CN" altLang="en-US" dirty="0">
                <a:ea typeface="宋体" panose="02010600030101010101" pitchFamily="2" charset="-122"/>
              </a:rPr>
              <a:t>的概率。</a:t>
            </a:r>
            <a:endParaRPr lang="zh-CN" altLang="en-US" dirty="0">
              <a:ea typeface="宋体" panose="02010600030101010101" pitchFamily="2" charset="-122"/>
            </a:endParaRPr>
          </a:p>
          <a:p>
            <a:pPr lvl="0"/>
            <a:r>
              <a:rPr lang="zh-CN" altLang="zh-CN" dirty="0">
                <a:ea typeface="宋体" panose="02010600030101010101" pitchFamily="2" charset="-122"/>
              </a:rPr>
              <a:t>https://blog.csdn.net/WZZ_2363173126/article/details/115410208</a:t>
            </a:r>
            <a:endParaRPr lang="zh-CN" altLang="zh-CN"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99331" name="Rectangle 2"/>
          <p:cNvSpPr>
            <a:spLocks noGrp="1" noRot="1" noChangeAspect="1" noTextEdit="1"/>
          </p:cNvSpPr>
          <p:nvPr>
            <p:ph type="sldImg"/>
          </p:nvPr>
        </p:nvSpPr>
        <p:spPr/>
      </p:sp>
      <p:sp>
        <p:nvSpPr>
          <p:cNvPr id="99332"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有人喜欢规划好线路，有人喜欢问路</a:t>
            </a:r>
            <a:endParaRPr lang="zh-CN" altLang="zh-CN"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01379" name="Rectangle 2"/>
          <p:cNvSpPr>
            <a:spLocks noGrp="1" noRot="1" noChangeAspect="1" noTextEdit="1"/>
          </p:cNvSpPr>
          <p:nvPr>
            <p:ph type="sldImg"/>
          </p:nvPr>
        </p:nvSpPr>
        <p:spPr/>
      </p:sp>
      <p:sp>
        <p:nvSpPr>
          <p:cNvPr id="101380"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03427" name="Rectangle 2"/>
          <p:cNvSpPr>
            <a:spLocks noGrp="1" noRot="1" noChangeAspect="1" noTextEdit="1"/>
          </p:cNvSpPr>
          <p:nvPr>
            <p:ph type="sldImg"/>
          </p:nvPr>
        </p:nvSpPr>
        <p:spPr/>
      </p:sp>
      <p:sp>
        <p:nvSpPr>
          <p:cNvPr id="10342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05475" name="Rectangle 2"/>
          <p:cNvSpPr>
            <a:spLocks noGrp="1" noRot="1" noChangeAspect="1" noTextEdit="1"/>
          </p:cNvSpPr>
          <p:nvPr>
            <p:ph type="sldImg"/>
          </p:nvPr>
        </p:nvSpPr>
        <p:spPr/>
      </p:sp>
      <p:sp>
        <p:nvSpPr>
          <p:cNvPr id="105476"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07523" name="Rectangle 2"/>
          <p:cNvSpPr>
            <a:spLocks noGrp="1" noRot="1" noChangeAspect="1" noTextEdit="1"/>
          </p:cNvSpPr>
          <p:nvPr>
            <p:ph type="sldImg"/>
          </p:nvPr>
        </p:nvSpPr>
        <p:spPr/>
      </p:sp>
      <p:sp>
        <p:nvSpPr>
          <p:cNvPr id="107524"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09571" name="Rectangle 2"/>
          <p:cNvSpPr>
            <a:spLocks noGrp="1" noRot="1" noChangeAspect="1" noTextEdit="1"/>
          </p:cNvSpPr>
          <p:nvPr>
            <p:ph type="sldImg"/>
          </p:nvPr>
        </p:nvSpPr>
        <p:spPr/>
      </p:sp>
      <p:sp>
        <p:nvSpPr>
          <p:cNvPr id="109572"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11619" name="Rectangle 2"/>
          <p:cNvSpPr>
            <a:spLocks noGrp="1" noRot="1" noChangeAspect="1" noTextEdit="1"/>
          </p:cNvSpPr>
          <p:nvPr>
            <p:ph type="sldImg"/>
          </p:nvPr>
        </p:nvSpPr>
        <p:spPr/>
      </p:sp>
      <p:sp>
        <p:nvSpPr>
          <p:cNvPr id="111620"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13667" name="Rectangle 2"/>
          <p:cNvSpPr>
            <a:spLocks noGrp="1" noRot="1" noChangeAspect="1" noTextEdit="1"/>
          </p:cNvSpPr>
          <p:nvPr>
            <p:ph type="sldImg"/>
          </p:nvPr>
        </p:nvSpPr>
        <p:spPr/>
      </p:sp>
      <p:sp>
        <p:nvSpPr>
          <p:cNvPr id="113668"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链路报文到达速率超过输出链路容量</a:t>
            </a:r>
            <a:endParaRPr lang="zh-CN" altLang="zh-CN" dirty="0">
              <a:ea typeface="宋体" panose="02010600030101010101" pitchFamily="2" charset="-122"/>
            </a:endParaRPr>
          </a:p>
          <a:p>
            <a:pPr lvl="0"/>
            <a:endParaRPr lang="zh-CN" altLang="zh-CN"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15715" name="Rectangle 2"/>
          <p:cNvSpPr>
            <a:spLocks noGrp="1" noRot="1" noChangeAspect="1" noTextEdit="1"/>
          </p:cNvSpPr>
          <p:nvPr>
            <p:ph type="sldImg"/>
          </p:nvPr>
        </p:nvSpPr>
        <p:spPr/>
      </p:sp>
      <p:sp>
        <p:nvSpPr>
          <p:cNvPr id="115716"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17763" name="Rectangle 2"/>
          <p:cNvSpPr>
            <a:spLocks noGrp="1" noRot="1" noChangeAspect="1" noTextEdit="1"/>
          </p:cNvSpPr>
          <p:nvPr>
            <p:ph type="sldImg"/>
          </p:nvPr>
        </p:nvSpPr>
        <p:spPr/>
      </p:sp>
      <p:sp>
        <p:nvSpPr>
          <p:cNvPr id="117764"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19811" name="Rectangle 2"/>
          <p:cNvSpPr>
            <a:spLocks noGrp="1" noRot="1" noChangeAspect="1" noTextEdit="1"/>
          </p:cNvSpPr>
          <p:nvPr>
            <p:ph type="sldImg"/>
          </p:nvPr>
        </p:nvSpPr>
        <p:spPr/>
      </p:sp>
      <p:sp>
        <p:nvSpPr>
          <p:cNvPr id="119812"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21859" name="Rectangle 2"/>
          <p:cNvSpPr>
            <a:spLocks noGrp="1" noRot="1" noChangeAspect="1" noTextEdit="1"/>
          </p:cNvSpPr>
          <p:nvPr>
            <p:ph type="sldImg"/>
          </p:nvPr>
        </p:nvSpPr>
        <p:spPr/>
      </p:sp>
      <p:sp>
        <p:nvSpPr>
          <p:cNvPr id="121860"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23907" name="Rectangle 2"/>
          <p:cNvSpPr>
            <a:spLocks noGrp="1" noRot="1" noChangeAspect="1" noTextEdit="1"/>
          </p:cNvSpPr>
          <p:nvPr>
            <p:ph type="sldImg"/>
          </p:nvPr>
        </p:nvSpPr>
        <p:spPr/>
      </p:sp>
      <p:sp>
        <p:nvSpPr>
          <p:cNvPr id="12390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25955" name="Rectangle 2"/>
          <p:cNvSpPr>
            <a:spLocks noGrp="1" noRot="1" noChangeAspect="1" noTextEdit="1"/>
          </p:cNvSpPr>
          <p:nvPr>
            <p:ph type="sldImg"/>
          </p:nvPr>
        </p:nvSpPr>
        <p:spPr/>
      </p:sp>
      <p:sp>
        <p:nvSpPr>
          <p:cNvPr id="125956"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L</a:t>
            </a:r>
            <a:r>
              <a:rPr lang="zh-CN" altLang="en-US" dirty="0">
                <a:ea typeface="宋体" panose="02010600030101010101" pitchFamily="2" charset="-122"/>
              </a:rPr>
              <a:t>（包长度）</a:t>
            </a:r>
            <a:r>
              <a:rPr lang="en-US" altLang="zh-CN" dirty="0">
                <a:ea typeface="宋体" panose="02010600030101010101" pitchFamily="2" charset="-122"/>
              </a:rPr>
              <a:t>*a</a:t>
            </a:r>
            <a:r>
              <a:rPr lang="zh-CN" altLang="en-US" dirty="0">
                <a:ea typeface="宋体" panose="02010600030101010101" pitchFamily="2" charset="-122"/>
              </a:rPr>
              <a:t>（平均包达到率）</a:t>
            </a:r>
            <a:r>
              <a:rPr lang="en-US" altLang="zh-CN" dirty="0">
                <a:ea typeface="宋体" panose="02010600030101010101" pitchFamily="2" charset="-122"/>
              </a:rPr>
              <a:t>/R&gt;1 </a:t>
            </a:r>
            <a:r>
              <a:rPr lang="zh-CN" altLang="en-US" dirty="0">
                <a:ea typeface="宋体" panose="02010600030101010101" pitchFamily="2" charset="-122"/>
              </a:rPr>
              <a:t>说明该节点上，每秒钟需要处理的比特数大于发送出去的比特数。所以这个节点会出现丢包，和拥塞。</a:t>
            </a:r>
            <a:endParaRPr lang="zh-CN" altLang="en-US" dirty="0">
              <a:ea typeface="宋体" panose="02010600030101010101" pitchFamily="2" charset="-122"/>
            </a:endParaRPr>
          </a:p>
          <a:p>
            <a:pPr lvl="0"/>
            <a:r>
              <a:rPr lang="en-US" altLang="zh-CN" dirty="0">
                <a:ea typeface="宋体" panose="02010600030101010101" pitchFamily="2" charset="-122"/>
              </a:rPr>
              <a:t>a </a:t>
            </a:r>
            <a:r>
              <a:rPr lang="zh-CN" altLang="en-US" dirty="0">
                <a:ea typeface="宋体" panose="02010600030101010101" pitchFamily="2" charset="-122"/>
              </a:rPr>
              <a:t>的</a:t>
            </a:r>
            <a:r>
              <a:rPr lang="en-US" altLang="zh-CN" dirty="0">
                <a:ea typeface="宋体" panose="02010600030101010101" pitchFamily="2" charset="-122"/>
              </a:rPr>
              <a:t> </a:t>
            </a:r>
            <a:r>
              <a:rPr lang="zh-CN" altLang="en-US" dirty="0">
                <a:ea typeface="宋体" panose="02010600030101010101" pitchFamily="2" charset="-122"/>
              </a:rPr>
              <a:t>单位是</a:t>
            </a:r>
            <a:r>
              <a:rPr lang="en-US" altLang="zh-CN" dirty="0">
                <a:ea typeface="宋体" panose="02010600030101010101" pitchFamily="2" charset="-122"/>
              </a:rPr>
              <a:t> 每秒到达的数据包数量</a:t>
            </a:r>
            <a:r>
              <a:rPr lang="zh-CN" altLang="en-US" dirty="0">
                <a:ea typeface="宋体" panose="02010600030101010101" pitchFamily="2" charset="-122"/>
              </a:rPr>
              <a:t>。</a:t>
            </a:r>
            <a:endParaRPr lang="zh-CN" altLang="en-US" dirty="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28003" name="Rectangle 2"/>
          <p:cNvSpPr>
            <a:spLocks noGrp="1" noRot="1" noChangeAspect="1" noTextEdit="1"/>
          </p:cNvSpPr>
          <p:nvPr>
            <p:ph type="sldImg"/>
          </p:nvPr>
        </p:nvSpPr>
        <p:spPr/>
      </p:sp>
      <p:sp>
        <p:nvSpPr>
          <p:cNvPr id="128004"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发三个进行测试，所以会对时延测试</a:t>
            </a:r>
            <a:r>
              <a:rPr lang="en-US" altLang="zh-CN" dirty="0">
                <a:ea typeface="宋体" panose="02010600030101010101" pitchFamily="2" charset="-122"/>
              </a:rPr>
              <a:t>3</a:t>
            </a:r>
            <a:r>
              <a:rPr lang="zh-CN" altLang="en-US" dirty="0">
                <a:ea typeface="宋体" panose="02010600030101010101" pitchFamily="2" charset="-122"/>
              </a:rPr>
              <a:t>次</a:t>
            </a:r>
            <a:endParaRPr lang="zh-CN" altLang="en-US" dirty="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30051" name="Rectangle 2"/>
          <p:cNvSpPr>
            <a:spLocks noGrp="1" noRot="1" noChangeAspect="1" noTextEdit="1"/>
          </p:cNvSpPr>
          <p:nvPr>
            <p:ph type="sldImg"/>
          </p:nvPr>
        </p:nvSpPr>
        <p:spPr/>
      </p:sp>
      <p:sp>
        <p:nvSpPr>
          <p:cNvPr id="130052"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3</a:t>
            </a:r>
            <a:r>
              <a:rPr lang="zh-CN" altLang="en-US" dirty="0">
                <a:ea typeface="宋体" panose="02010600030101010101" pitchFamily="2" charset="-122"/>
              </a:rPr>
              <a:t>个数值是测了三次</a:t>
            </a:r>
            <a:endParaRPr lang="zh-CN" altLang="en-US" dirty="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33123" name="Rectangle 2"/>
          <p:cNvSpPr>
            <a:spLocks noGrp="1" noRot="1" noChangeAspect="1" noTextEdit="1"/>
          </p:cNvSpPr>
          <p:nvPr>
            <p:ph type="sldImg"/>
          </p:nvPr>
        </p:nvSpPr>
        <p:spPr/>
      </p:sp>
      <p:sp>
        <p:nvSpPr>
          <p:cNvPr id="133124"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min </a:t>
            </a:r>
            <a:r>
              <a:rPr lang="zh-CN" altLang="en-US"/>
              <a:t>取小值</a:t>
            </a:r>
            <a:endParaRPr lang="zh-CN" altLang="en-US"/>
          </a:p>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举例</a:t>
            </a:r>
            <a:r>
              <a:rPr lang="en-US" altLang="zh-CN"/>
              <a:t> Rs=2Mbps Rc=1Mbs 10</a:t>
            </a:r>
            <a:r>
              <a:rPr lang="zh-CN" altLang="en-US"/>
              <a:t>对通信连接平分</a:t>
            </a:r>
            <a:r>
              <a:rPr lang="en-US" altLang="zh-CN"/>
              <a:t>R s</a:t>
            </a:r>
            <a:r>
              <a:rPr lang="zh-CN" altLang="en-US"/>
              <a:t>代表</a:t>
            </a:r>
            <a:r>
              <a:rPr lang="en-US" altLang="zh-CN"/>
              <a:t>server c</a:t>
            </a:r>
            <a:r>
              <a:rPr lang="zh-CN" altLang="en-US"/>
              <a:t>代表</a:t>
            </a:r>
            <a:r>
              <a:rPr lang="en-US" altLang="zh-CN"/>
              <a:t>client</a:t>
            </a:r>
            <a:endParaRPr lang="en-US" altLang="zh-CN"/>
          </a:p>
          <a:p>
            <a:r>
              <a:rPr lang="zh-CN" altLang="en-US"/>
              <a:t>分别讨论</a:t>
            </a:r>
            <a:r>
              <a:rPr lang="en-US" altLang="zh-CN"/>
              <a:t> R=500Mbps</a:t>
            </a:r>
            <a:r>
              <a:rPr lang="zh-CN" altLang="en-US"/>
              <a:t>时，平均吞吐量</a:t>
            </a:r>
            <a:endParaRPr lang="zh-CN" altLang="en-US"/>
          </a:p>
          <a:p>
            <a:r>
              <a:rPr lang="en-US" altLang="zh-CN"/>
              <a:t>R=5Mbps</a:t>
            </a:r>
            <a:r>
              <a:rPr lang="zh-CN" altLang="en-US"/>
              <a:t>时，平均吞吐量</a:t>
            </a:r>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38243" name="Rectangle 2"/>
          <p:cNvSpPr>
            <a:spLocks noGrp="1" noRot="1" noChangeAspect="1" noTextEdit="1"/>
          </p:cNvSpPr>
          <p:nvPr>
            <p:ph type="sldImg"/>
          </p:nvPr>
        </p:nvSpPr>
        <p:spPr/>
      </p:sp>
      <p:sp>
        <p:nvSpPr>
          <p:cNvPr id="138244"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40291" name="Rectangle 2"/>
          <p:cNvSpPr>
            <a:spLocks noGrp="1" noRot="1" noChangeAspect="1" noTextEdit="1"/>
          </p:cNvSpPr>
          <p:nvPr>
            <p:ph type="sldImg"/>
          </p:nvPr>
        </p:nvSpPr>
        <p:spPr/>
      </p:sp>
      <p:sp>
        <p:nvSpPr>
          <p:cNvPr id="140292"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42339" name="Rectangle 2"/>
          <p:cNvSpPr>
            <a:spLocks noGrp="1" noRot="1" noChangeAspect="1" noTextEdit="1"/>
          </p:cNvSpPr>
          <p:nvPr>
            <p:ph type="sldImg"/>
          </p:nvPr>
        </p:nvSpPr>
        <p:spPr/>
      </p:sp>
      <p:sp>
        <p:nvSpPr>
          <p:cNvPr id="142340"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44387" name="Rectangle 2"/>
          <p:cNvSpPr>
            <a:spLocks noGrp="1" noRot="1" noChangeAspect="1" noTextEdit="1"/>
          </p:cNvSpPr>
          <p:nvPr>
            <p:ph type="sldImg"/>
          </p:nvPr>
        </p:nvSpPr>
        <p:spPr/>
      </p:sp>
      <p:sp>
        <p:nvSpPr>
          <p:cNvPr id="144388"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物流：</a:t>
            </a:r>
            <a:endParaRPr lang="zh-CN" altLang="zh-CN" dirty="0">
              <a:ea typeface="宋体" panose="02010600030101010101" pitchFamily="2" charset="-122"/>
            </a:endParaRPr>
          </a:p>
          <a:p>
            <a:pPr lvl="0"/>
            <a:r>
              <a:rPr lang="zh-CN" altLang="zh-CN" dirty="0">
                <a:ea typeface="宋体" panose="02010600030101010101" pitchFamily="2" charset="-122"/>
              </a:rPr>
              <a:t>寄件人</a:t>
            </a:r>
            <a:r>
              <a:rPr lang="en-US" altLang="zh-CN" dirty="0">
                <a:ea typeface="宋体" panose="02010600030101010101" pitchFamily="2" charset="-122"/>
              </a:rPr>
              <a:t>	</a:t>
            </a:r>
            <a:r>
              <a:rPr lang="zh-CN" altLang="en-US" dirty="0">
                <a:ea typeface="宋体" panose="02010600030101010101" pitchFamily="2" charset="-122"/>
              </a:rPr>
              <a:t>收件人</a:t>
            </a:r>
            <a:endParaRPr lang="zh-CN" altLang="en-US" dirty="0">
              <a:ea typeface="宋体" panose="02010600030101010101" pitchFamily="2" charset="-122"/>
            </a:endParaRPr>
          </a:p>
          <a:p>
            <a:pPr lvl="0"/>
            <a:r>
              <a:rPr lang="zh-CN" altLang="en-US" dirty="0">
                <a:ea typeface="宋体" panose="02010600030101010101" pitchFamily="2" charset="-122"/>
              </a:rPr>
              <a:t>揽收快递员</a:t>
            </a:r>
            <a:r>
              <a:rPr lang="en-US" altLang="zh-CN" dirty="0">
                <a:ea typeface="宋体" panose="02010600030101010101" pitchFamily="2" charset="-122"/>
              </a:rPr>
              <a:t>	</a:t>
            </a:r>
            <a:r>
              <a:rPr lang="zh-CN" altLang="en-US" dirty="0">
                <a:ea typeface="宋体" panose="02010600030101010101" pitchFamily="2" charset="-122"/>
              </a:rPr>
              <a:t>派送快递员</a:t>
            </a:r>
            <a:endParaRPr lang="zh-CN" altLang="en-US" dirty="0">
              <a:ea typeface="宋体" panose="02010600030101010101" pitchFamily="2" charset="-122"/>
            </a:endParaRPr>
          </a:p>
          <a:p>
            <a:pPr lvl="0"/>
            <a:r>
              <a:rPr lang="zh-CN" altLang="en-US" dirty="0">
                <a:ea typeface="宋体" panose="02010600030101010101" pitchFamily="2" charset="-122"/>
              </a:rPr>
              <a:t>揽收中转站</a:t>
            </a:r>
            <a:r>
              <a:rPr lang="en-US" altLang="zh-CN" dirty="0">
                <a:ea typeface="宋体" panose="02010600030101010101" pitchFamily="2" charset="-122"/>
              </a:rPr>
              <a:t>	</a:t>
            </a:r>
            <a:r>
              <a:rPr lang="zh-CN" altLang="en-US" dirty="0">
                <a:ea typeface="宋体" panose="02010600030101010101" pitchFamily="2" charset="-122"/>
              </a:rPr>
              <a:t>派送中转站</a:t>
            </a:r>
            <a:endParaRPr lang="zh-CN" altLang="en-US" dirty="0">
              <a:ea typeface="宋体" panose="02010600030101010101" pitchFamily="2" charset="-122"/>
            </a:endParaRPr>
          </a:p>
          <a:p>
            <a:pPr lvl="0" indent="457200"/>
            <a:r>
              <a:rPr lang="zh-CN" altLang="en-US" dirty="0">
                <a:ea typeface="宋体" panose="02010600030101010101" pitchFamily="2" charset="-122"/>
              </a:rPr>
              <a:t>卡车司机</a:t>
            </a:r>
            <a:endParaRPr lang="en-US" altLang="zh-CN" dirty="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46435" name="Rectangle 2"/>
          <p:cNvSpPr>
            <a:spLocks noGrp="1" noRot="1" noChangeAspect="1" noTextEdit="1"/>
          </p:cNvSpPr>
          <p:nvPr>
            <p:ph type="sldImg"/>
          </p:nvPr>
        </p:nvSpPr>
        <p:spPr/>
      </p:sp>
      <p:sp>
        <p:nvSpPr>
          <p:cNvPr id="146436" name="Rectangle 3"/>
          <p:cNvSpPr>
            <a:spLocks noGrp="1"/>
          </p:cNvSpPr>
          <p:nvPr>
            <p:ph type="body" idx="1"/>
          </p:nvPr>
        </p:nvSpPr>
        <p:spPr/>
        <p:txBody>
          <a:bodyPr wrap="square" lIns="92302" tIns="46151" rIns="92302" bIns="46151" anchor="t" anchorCtr="0"/>
          <a:p>
            <a:pPr lvl="0"/>
            <a:r>
              <a:rPr lang="en-US" altLang="zh-CN" dirty="0">
                <a:ea typeface="宋体" panose="02010600030101010101" pitchFamily="2" charset="-122"/>
              </a:rPr>
              <a:t>Design Philosophy</a:t>
            </a:r>
            <a:endParaRPr lang="en-US" altLang="zh-CN" dirty="0">
              <a:ea typeface="宋体" panose="02010600030101010101" pitchFamily="2" charset="-122"/>
            </a:endParaRPr>
          </a:p>
          <a:p>
            <a:pPr lvl="0"/>
            <a:endParaRPr lang="en-US" altLang="zh-CN" dirty="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48483" name="Rectangle 2"/>
          <p:cNvSpPr>
            <a:spLocks noGrp="1" noRot="1" noChangeAspect="1" noTextEdit="1"/>
          </p:cNvSpPr>
          <p:nvPr>
            <p:ph type="sldImg"/>
          </p:nvPr>
        </p:nvSpPr>
        <p:spPr/>
      </p:sp>
      <p:sp>
        <p:nvSpPr>
          <p:cNvPr id="148484"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50531" name="Rectangle 2"/>
          <p:cNvSpPr>
            <a:spLocks noGrp="1" noRot="1" noChangeAspect="1" noTextEdit="1"/>
          </p:cNvSpPr>
          <p:nvPr>
            <p:ph type="sldImg"/>
          </p:nvPr>
        </p:nvSpPr>
        <p:spPr/>
      </p:sp>
      <p:sp>
        <p:nvSpPr>
          <p:cNvPr id="150532"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52579" name="Rectangle 2"/>
          <p:cNvSpPr>
            <a:spLocks noGrp="1" noRot="1" noChangeAspect="1" noTextEdit="1"/>
          </p:cNvSpPr>
          <p:nvPr>
            <p:ph type="sldImg"/>
          </p:nvPr>
        </p:nvSpPr>
        <p:spPr/>
      </p:sp>
      <p:sp>
        <p:nvSpPr>
          <p:cNvPr id="152580"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54627" name="Rectangle 2"/>
          <p:cNvSpPr>
            <a:spLocks noGrp="1" noRot="1" noChangeAspect="1" noTextEdit="1"/>
          </p:cNvSpPr>
          <p:nvPr>
            <p:ph type="sldImg"/>
          </p:nvPr>
        </p:nvSpPr>
        <p:spPr/>
      </p:sp>
      <p:sp>
        <p:nvSpPr>
          <p:cNvPr id="15462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64867" name="Rectangle 2"/>
          <p:cNvSpPr>
            <a:spLocks noGrp="1" noRot="1" noChangeAspect="1" noTextEdit="1"/>
          </p:cNvSpPr>
          <p:nvPr>
            <p:ph type="sldImg"/>
          </p:nvPr>
        </p:nvSpPr>
        <p:spPr/>
      </p:sp>
      <p:sp>
        <p:nvSpPr>
          <p:cNvPr id="164868" name="Rectangle 3"/>
          <p:cNvSpPr>
            <a:spLocks noGrp="1"/>
          </p:cNvSpPr>
          <p:nvPr>
            <p:ph type="body" idx="1"/>
          </p:nvPr>
        </p:nvSpPr>
        <p:spPr/>
        <p:txBody>
          <a:bodyPr wrap="square" lIns="92302" tIns="46151" rIns="92302" bIns="46151" anchor="t" anchorCtr="0"/>
          <a:p>
            <a:pPr lvl="0"/>
            <a:r>
              <a:rPr lang="zh-CN" altLang="zh-CN" dirty="0">
                <a:ea typeface="宋体" panose="02010600030101010101" pitchFamily="2" charset="-122"/>
              </a:rPr>
              <a:t>已有之事后必再有，以行之事后必再行，太阳底下并无新事</a:t>
            </a:r>
            <a:endParaRPr lang="zh-CN" altLang="zh-CN" dirty="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66915" name="Rectangle 2"/>
          <p:cNvSpPr>
            <a:spLocks noGrp="1" noRot="1" noChangeAspect="1" noTextEdit="1"/>
          </p:cNvSpPr>
          <p:nvPr>
            <p:ph type="sldImg"/>
          </p:nvPr>
        </p:nvSpPr>
        <p:spPr/>
      </p:sp>
      <p:sp>
        <p:nvSpPr>
          <p:cNvPr id="166916"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a:p>
            <a:pPr lvl="0"/>
            <a:r>
              <a:rPr lang="zh-CN" altLang="zh-CN" dirty="0">
                <a:ea typeface="宋体" panose="02010600030101010101" pitchFamily="2" charset="-122"/>
              </a:rPr>
              <a:t>时间是线性的，故事的发展是非线性的。三位学者同时开始研究包交换（</a:t>
            </a:r>
            <a:r>
              <a:rPr lang="en-US" altLang="zh-CN" dirty="0">
                <a:ea typeface="宋体" panose="02010600030101010101" pitchFamily="2" charset="-122"/>
              </a:rPr>
              <a:t>MIT</a:t>
            </a:r>
            <a:r>
              <a:rPr lang="en-US" altLang="zh-CN" dirty="0">
                <a:ea typeface="宋体" panose="02010600030101010101" pitchFamily="2" charset="-122"/>
              </a:rPr>
              <a:t> </a:t>
            </a:r>
            <a:r>
              <a:rPr lang="zh-CN" altLang="en-US" dirty="0">
                <a:ea typeface="宋体" panose="02010600030101010101" pitchFamily="2" charset="-122"/>
              </a:rPr>
              <a:t>兰德</a:t>
            </a:r>
            <a:r>
              <a:rPr lang="en-US" altLang="zh-CN" dirty="0">
                <a:ea typeface="宋体" panose="02010600030101010101" pitchFamily="2" charset="-122"/>
              </a:rPr>
              <a:t> </a:t>
            </a:r>
            <a:r>
              <a:rPr lang="zh-CN" altLang="en-US" dirty="0">
                <a:ea typeface="宋体" panose="02010600030101010101" pitchFamily="2" charset="-122"/>
              </a:rPr>
              <a:t>和</a:t>
            </a:r>
            <a:r>
              <a:rPr lang="en-US" altLang="zh-CN" dirty="0">
                <a:ea typeface="宋体" panose="02010600030101010101" pitchFamily="2" charset="-122"/>
              </a:rPr>
              <a:t> </a:t>
            </a:r>
            <a:r>
              <a:rPr lang="zh-CN" altLang="en-US" dirty="0">
                <a:ea typeface="宋体" panose="02010600030101010101" pitchFamily="2" charset="-122"/>
              </a:rPr>
              <a:t>英国国家物理实验室</a:t>
            </a:r>
            <a:r>
              <a:rPr lang="zh-CN" altLang="zh-CN" dirty="0">
                <a:ea typeface="宋体" panose="02010600030101010101" pitchFamily="2" charset="-122"/>
              </a:rPr>
              <a:t>）</a:t>
            </a:r>
            <a:endParaRPr lang="zh-CN" altLang="zh-CN" dirty="0">
              <a:ea typeface="宋体" panose="02010600030101010101" pitchFamily="2" charset="-122"/>
            </a:endParaRPr>
          </a:p>
          <a:p>
            <a:pPr lvl="0"/>
            <a:r>
              <a:rPr lang="zh-CN" altLang="zh-CN" dirty="0">
                <a:ea typeface="宋体" panose="02010600030101010101" pitchFamily="2" charset="-122"/>
              </a:rPr>
              <a:t>来自</a:t>
            </a:r>
            <a:r>
              <a:rPr lang="en-US" altLang="zh-CN" dirty="0">
                <a:ea typeface="宋体" panose="02010600030101010101" pitchFamily="2" charset="-122"/>
              </a:rPr>
              <a:t>MIT</a:t>
            </a:r>
            <a:r>
              <a:rPr lang="zh-CN" altLang="en-US" dirty="0">
                <a:ea typeface="宋体" panose="02010600030101010101" pitchFamily="2" charset="-122"/>
              </a:rPr>
              <a:t>的专家</a:t>
            </a:r>
            <a:r>
              <a:rPr lang="en-US" altLang="zh-CN" dirty="0">
                <a:ea typeface="宋体" panose="02010600030101010101" pitchFamily="2" charset="-122"/>
              </a:rPr>
              <a:t>Roberts(Klenrock</a:t>
            </a:r>
            <a:r>
              <a:rPr lang="zh-CN" altLang="en-US" dirty="0">
                <a:ea typeface="宋体" panose="02010600030101010101" pitchFamily="2" charset="-122"/>
              </a:rPr>
              <a:t>的同事</a:t>
            </a:r>
            <a:r>
              <a:rPr lang="en-US" altLang="zh-CN" dirty="0">
                <a:ea typeface="宋体" panose="02010600030101010101" pitchFamily="2" charset="-122"/>
              </a:rPr>
              <a:t>)</a:t>
            </a:r>
            <a:r>
              <a:rPr lang="zh-CN" altLang="en-US" dirty="0">
                <a:ea typeface="宋体" panose="02010600030101010101" pitchFamily="2" charset="-122"/>
              </a:rPr>
              <a:t>，协助</a:t>
            </a:r>
            <a:r>
              <a:rPr lang="zh-CN" altLang="zh-CN" dirty="0">
                <a:ea typeface="宋体" panose="02010600030101010101" pitchFamily="2" charset="-122"/>
              </a:rPr>
              <a:t>美国国防高级研究计划局（Defense Advanced Research Projects Agency）制定了详细的计划，并且付诸实践。</a:t>
            </a:r>
            <a:endParaRPr lang="zh-CN" altLang="zh-CN" dirty="0">
              <a:ea typeface="宋体" panose="02010600030101010101" pitchFamily="2" charset="-122"/>
            </a:endParaRPr>
          </a:p>
          <a:p>
            <a:pPr lvl="0"/>
            <a:r>
              <a:rPr lang="en-US" altLang="zh-CN" dirty="0">
                <a:ea typeface="宋体" panose="02010600030101010101" pitchFamily="2" charset="-122"/>
              </a:rPr>
              <a:t>DARPA</a:t>
            </a:r>
            <a:r>
              <a:rPr lang="zh-CN" altLang="en-US" dirty="0">
                <a:ea typeface="宋体" panose="02010600030101010101" pitchFamily="2" charset="-122"/>
              </a:rPr>
              <a:t>：</a:t>
            </a:r>
            <a:r>
              <a:rPr lang="en-US" altLang="zh-CN" dirty="0">
                <a:ea typeface="宋体" panose="02010600030101010101" pitchFamily="2" charset="-122"/>
              </a:rPr>
              <a:t> GPS </a:t>
            </a:r>
            <a:r>
              <a:rPr lang="zh-CN" altLang="en-US" dirty="0">
                <a:ea typeface="宋体" panose="02010600030101010101" pitchFamily="2" charset="-122"/>
              </a:rPr>
              <a:t>隐形飞机</a:t>
            </a:r>
            <a:r>
              <a:rPr lang="en-US" altLang="zh-CN" dirty="0">
                <a:ea typeface="宋体" panose="02010600030101010101" pitchFamily="2" charset="-122"/>
              </a:rPr>
              <a:t> </a:t>
            </a:r>
            <a:r>
              <a:rPr lang="zh-CN" altLang="en-US" dirty="0">
                <a:ea typeface="宋体" panose="02010600030101010101" pitchFamily="2" charset="-122"/>
              </a:rPr>
              <a:t>高级语音识别</a:t>
            </a:r>
            <a:r>
              <a:rPr lang="en-US" altLang="zh-CN" dirty="0">
                <a:ea typeface="宋体" panose="02010600030101010101" pitchFamily="2" charset="-122"/>
              </a:rPr>
              <a:t> </a:t>
            </a:r>
            <a:r>
              <a:rPr lang="zh-CN" altLang="en-US" dirty="0">
                <a:ea typeface="宋体" panose="02010600030101010101" pitchFamily="2" charset="-122"/>
              </a:rPr>
              <a:t>物联网</a:t>
            </a:r>
            <a:r>
              <a:rPr lang="en-US" altLang="zh-CN" dirty="0">
                <a:ea typeface="宋体" panose="02010600030101010101" pitchFamily="2" charset="-122"/>
              </a:rPr>
              <a:t> </a:t>
            </a:r>
            <a:r>
              <a:rPr lang="zh-CN" altLang="en-US" dirty="0">
                <a:ea typeface="宋体" panose="02010600030101010101" pitchFamily="2" charset="-122"/>
              </a:rPr>
              <a:t>人工智能</a:t>
            </a:r>
            <a:endParaRPr lang="zh-CN" altLang="en-US" dirty="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68963" name="Rectangle 2"/>
          <p:cNvSpPr>
            <a:spLocks noGrp="1" noRot="1" noChangeAspect="1" noTextEdit="1"/>
          </p:cNvSpPr>
          <p:nvPr>
            <p:ph type="sldImg"/>
          </p:nvPr>
        </p:nvSpPr>
        <p:spPr/>
      </p:sp>
      <p:sp>
        <p:nvSpPr>
          <p:cNvPr id="168964"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71011" name="Rectangle 2"/>
          <p:cNvSpPr>
            <a:spLocks noGrp="1" noRot="1" noChangeAspect="1" noTextEdit="1"/>
          </p:cNvSpPr>
          <p:nvPr>
            <p:ph type="sldImg"/>
          </p:nvPr>
        </p:nvSpPr>
        <p:spPr/>
      </p:sp>
      <p:sp>
        <p:nvSpPr>
          <p:cNvPr id="171012"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73059" name="Rectangle 2"/>
          <p:cNvSpPr>
            <a:spLocks noGrp="1" noRot="1" noChangeAspect="1" noTextEdit="1"/>
          </p:cNvSpPr>
          <p:nvPr>
            <p:ph type="sldImg"/>
          </p:nvPr>
        </p:nvSpPr>
        <p:spPr/>
      </p:sp>
      <p:sp>
        <p:nvSpPr>
          <p:cNvPr id="173060"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67105"/>
            <a:fld id="{9A0DB2DC-4C9A-4742-B13C-FB6460FD3503}" type="slidenum">
              <a:rPr lang="en-US" altLang="zh-CN" sz="1300" dirty="0">
                <a:ea typeface="MS PGothic" panose="020B0600070205080204" pitchFamily="34" charset="-128"/>
              </a:rPr>
            </a:fld>
            <a:endParaRPr lang="en-US" altLang="zh-CN" sz="1300" dirty="0">
              <a:ea typeface="MS PGothic" panose="020B0600070205080204" pitchFamily="34" charset="-128"/>
            </a:endParaRPr>
          </a:p>
        </p:txBody>
      </p:sp>
      <p:sp>
        <p:nvSpPr>
          <p:cNvPr id="175107" name="Rectangle 2"/>
          <p:cNvSpPr>
            <a:spLocks noTextEdit="1"/>
          </p:cNvSpPr>
          <p:nvPr>
            <p:ph type="sldImg"/>
          </p:nvPr>
        </p:nvSpPr>
        <p:spPr/>
      </p:sp>
      <p:sp>
        <p:nvSpPr>
          <p:cNvPr id="175108"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77155" name="Rectangle 2"/>
          <p:cNvSpPr>
            <a:spLocks noGrp="1" noRot="1" noChangeAspect="1" noTextEdit="1"/>
          </p:cNvSpPr>
          <p:nvPr>
            <p:ph type="sldImg"/>
          </p:nvPr>
        </p:nvSpPr>
        <p:spPr/>
      </p:sp>
      <p:sp>
        <p:nvSpPr>
          <p:cNvPr id="177156"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7"/>
          <p:cNvSpPr txBox="1">
            <a:spLocks noGrp="1"/>
          </p:cNvSpPr>
          <p:nvPr>
            <p:ph type="sldNum" sz="quarter"/>
          </p:nvPr>
        </p:nvSpPr>
        <p:spPr>
          <a:xfrm>
            <a:off x="3886200" y="8832850"/>
            <a:ext cx="2971800" cy="463550"/>
          </a:xfrm>
          <a:prstGeom prst="rect">
            <a:avLst/>
          </a:prstGeom>
          <a:noFill/>
          <a:ln w="9525">
            <a:noFill/>
          </a:ln>
        </p:spPr>
        <p:txBody>
          <a:bodyPr lIns="92302" tIns="46151" rIns="92302" bIns="46151" anchor="b" anchorCtr="0"/>
          <a:p>
            <a:pPr lvl="0" algn="r" defTabSz="923925"/>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79203" name="Rectangle 2"/>
          <p:cNvSpPr>
            <a:spLocks noGrp="1" noRot="1" noChangeAspect="1" noTextEdit="1"/>
          </p:cNvSpPr>
          <p:nvPr>
            <p:ph type="sldImg"/>
          </p:nvPr>
        </p:nvSpPr>
        <p:spPr/>
      </p:sp>
      <p:sp>
        <p:nvSpPr>
          <p:cNvPr id="179204" name="Rectangle 3"/>
          <p:cNvSpPr>
            <a:spLocks noGrp="1"/>
          </p:cNvSpPr>
          <p:nvPr>
            <p:ph type="body" idx="1"/>
          </p:nvPr>
        </p:nvSpPr>
        <p:spPr/>
        <p:txBody>
          <a:bodyPr wrap="square" lIns="92302" tIns="46151" rIns="92302" bIns="46151" anchor="t" anchorCtr="0"/>
          <a:p>
            <a:pPr lvl="0"/>
            <a:endParaRPr lang="zh-CN" altLang="zh-CN"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7" name="Date Placeholder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5"/>
          <p:cNvSpPr>
            <a:spLocks noGrp="1"/>
          </p:cNvSpPr>
          <p:nvPr>
            <p:ph type="sldNum" sz="quarter" idx="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5"/>
          <p:cNvSpPr>
            <a:spLocks noGrp="1"/>
          </p:cNvSpPr>
          <p:nvPr>
            <p:ph type="sldNum" sz="quarter" idx="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7" name="Date Placeholder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5"/>
          <p:cNvSpPr>
            <a:spLocks noGrp="1"/>
          </p:cNvSpPr>
          <p:nvPr>
            <p:ph type="sldNum" sz="quarter" idx="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4"/>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5"/>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6"/>
          <p:cNvSpPr>
            <a:spLocks noGrp="1"/>
          </p:cNvSpPr>
          <p:nvPr>
            <p:ph type="sldNum" sz="quarter" idx="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7"/>
          <p:cNvSpPr>
            <a:spLocks noGrp="1"/>
          </p:cNvSpPr>
          <p:nvPr>
            <p:ph type="ftr" sz="quarter" idx="1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8"/>
          <p:cNvSpPr>
            <a:spLocks noGrp="1"/>
          </p:cNvSpPr>
          <p:nvPr>
            <p:ph type="sldNum" sz="quarter" idx="1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7" name="Date Placeholder 2"/>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3"/>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4"/>
          <p:cNvSpPr>
            <a:spLocks noGrp="1"/>
          </p:cNvSpPr>
          <p:nvPr>
            <p:ph type="sldNum" sz="quarter" idx="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7" name="Date Placeholder 1"/>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2"/>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3"/>
          <p:cNvSpPr>
            <a:spLocks noGrp="1"/>
          </p:cNvSpPr>
          <p:nvPr>
            <p:ph type="sldNum" sz="quarter" idx="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7" name="Date Placeholder 4"/>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5"/>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6"/>
          <p:cNvSpPr>
            <a:spLocks noGrp="1"/>
          </p:cNvSpPr>
          <p:nvPr>
            <p:ph type="sldNum" sz="quarter" idx="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None/>
              <a:defRPr/>
            </a:pPr>
            <a:endParaRPr kumimoji="0" 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7" name="Date Placeholder 4"/>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5"/>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6"/>
          <p:cNvSpPr>
            <a:spLocks noGrp="1"/>
          </p:cNvSpPr>
          <p:nvPr>
            <p:ph type="sldNum" sz="quarter" idx="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5"/>
          <p:cNvSpPr>
            <a:spLocks noGrp="1"/>
          </p:cNvSpPr>
          <p:nvPr>
            <p:ph type="sldNum" sz="quarter" idx="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chemeClr val="bg1"/>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5"/>
          <p:cNvSpPr>
            <a:spLocks noGrp="1"/>
          </p:cNvSpPr>
          <p:nvPr>
            <p:ph type="sldNum" sz="quarter" idx="4"/>
          </p:nvPr>
        </p:nvSpPr>
        <p:spPr bwMode="auto">
          <a:xfrm>
            <a:off x="8305800" y="6400800"/>
            <a:ext cx="625475" cy="457200"/>
          </a:xfrm>
          <a:prstGeom prst="rect">
            <a:avLst/>
          </a:prstGeom>
          <a:ln>
            <a:miter lim="800000"/>
          </a:ln>
        </p:spPr>
        <p:txBody>
          <a:bodyPr vert="horz" wrap="square" lIns="91440" tIns="45720" rIns="91440" bIns="45720" numCol="1" anchor="t" anchorCtr="0" compatLnSpc="1"/>
          <a:p>
            <a:pPr algn="r">
              <a:buNone/>
            </a:pPr>
            <a:r>
              <a:rPr lang="en-US" altLang="zh-CN" dirty="0">
                <a:ea typeface="宋体" panose="02010600030101010101" pitchFamily="2" charset="-122"/>
              </a:rPr>
              <a:t>1-</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533400" y="228600"/>
            <a:ext cx="77724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7" name="Rectangle 3"/>
          <p:cNvSpPr>
            <a:spLocks noGrp="1"/>
          </p:cNvSpPr>
          <p:nvPr>
            <p:ph type="body" idx="1"/>
          </p:nvPr>
        </p:nvSpPr>
        <p:spPr>
          <a:xfrm>
            <a:off x="533400" y="1600200"/>
            <a:ext cx="7772400" cy="4648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5410200" y="6400800"/>
            <a:ext cx="28956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mn-lt"/>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chemeClr val="tx1"/>
                </a:solidFill>
                <a:effectLst/>
                <a:uLnTx/>
                <a:uFillTx/>
                <a:latin typeface="+mn-lt"/>
                <a:ea typeface="+mn-ea"/>
                <a:cs typeface="+mn-cs"/>
              </a:rPr>
              <a:t> Introduction</a:t>
            </a:r>
            <a:endParaRPr kumimoji="0" lang="en-US" sz="1400" b="0" i="0" u="none" strike="noStrike" kern="1200" cap="none" spc="0" normalizeH="0" baseline="0" noProof="0">
              <a:ln>
                <a:noFill/>
              </a:ln>
              <a:solidFill>
                <a:schemeClr val="tx1"/>
              </a:solidFill>
              <a:effectLst/>
              <a:uLnTx/>
              <a:uFillTx/>
              <a:latin typeface="+mn-lt"/>
              <a:ea typeface="+mn-ea"/>
              <a:cs typeface="+mn-cs"/>
            </a:endParaRPr>
          </a:p>
        </p:txBody>
      </p:sp>
      <p:sp>
        <p:nvSpPr>
          <p:cNvPr id="1030" name="Rectangle 6"/>
          <p:cNvSpPr>
            <a:spLocks noGrp="1" noChangeArrowheads="1"/>
          </p:cNvSpPr>
          <p:nvPr>
            <p:ph type="sldNum" sz="quarter" idx="4"/>
          </p:nvPr>
        </p:nvSpPr>
        <p:spPr bwMode="auto">
          <a:xfrm>
            <a:off x="8305800" y="6400800"/>
            <a:ext cx="625475" cy="457200"/>
          </a:xfrm>
          <a:prstGeom prst="rect">
            <a:avLst/>
          </a:prstGeom>
          <a:noFill/>
          <a:ln w="9525">
            <a:noFill/>
            <a:miter lim="800000"/>
          </a:ln>
          <a:effectLst/>
        </p:spPr>
        <p:txBody>
          <a:bodyPr vert="horz" wrap="square" lIns="91440" tIns="45720" rIns="91440" bIns="45720" numCol="1" anchor="t" anchorCtr="0" compatLnSpc="1"/>
          <a:lstStyle>
            <a:lvl1pPr algn="r">
              <a:defRPr sz="1400">
                <a:ea typeface="宋体" panose="02010600030101010101" pitchFamily="2" charset="-122"/>
              </a:defRPr>
            </a:lvl1pPr>
          </a:lstStyle>
          <a:p>
            <a:pPr lvl="0">
              <a:buNone/>
            </a:pPr>
            <a:r>
              <a:rPr lang="en-US" altLang="zh-CN" dirty="0">
                <a:latin typeface="Times New Roman" panose="02020603050405020304" pitchFamily="18" charset="0"/>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000" u="sng">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anose="030F0702030302020204" pitchFamily="66" charset="0"/>
        </a:defRPr>
      </a:lvl2pPr>
      <a:lvl3pPr algn="l" rtl="0" eaLnBrk="0" fontAlgn="base" hangingPunct="0">
        <a:spcBef>
          <a:spcPct val="0"/>
        </a:spcBef>
        <a:spcAft>
          <a:spcPct val="0"/>
        </a:spcAft>
        <a:defRPr sz="4000" u="sng">
          <a:solidFill>
            <a:schemeClr val="accent2"/>
          </a:solidFill>
          <a:latin typeface="Comic Sans MS" panose="030F0702030302020204" pitchFamily="66" charset="0"/>
        </a:defRPr>
      </a:lvl3pPr>
      <a:lvl4pPr algn="l" rtl="0" eaLnBrk="0" fontAlgn="base" hangingPunct="0">
        <a:spcBef>
          <a:spcPct val="0"/>
        </a:spcBef>
        <a:spcAft>
          <a:spcPct val="0"/>
        </a:spcAft>
        <a:defRPr sz="4000" u="sng">
          <a:solidFill>
            <a:schemeClr val="accent2"/>
          </a:solidFill>
          <a:latin typeface="Comic Sans MS" panose="030F0702030302020204" pitchFamily="66" charset="0"/>
        </a:defRPr>
      </a:lvl4pPr>
      <a:lvl5pPr algn="l" rtl="0" eaLnBrk="0" fontAlgn="base" hangingPunct="0">
        <a:spcBef>
          <a:spcPct val="0"/>
        </a:spcBef>
        <a:spcAft>
          <a:spcPct val="0"/>
        </a:spcAft>
        <a:defRPr sz="4000" u="sng">
          <a:solidFill>
            <a:schemeClr val="accent2"/>
          </a:solidFill>
          <a:latin typeface="Comic Sans MS" panose="030F0702030302020204" pitchFamily="66" charset="0"/>
        </a:defRPr>
      </a:lvl5pPr>
      <a:lvl6pPr marL="457200" algn="l" rtl="0" eaLnBrk="0" fontAlgn="base" hangingPunct="0">
        <a:spcBef>
          <a:spcPct val="0"/>
        </a:spcBef>
        <a:spcAft>
          <a:spcPct val="0"/>
        </a:spcAft>
        <a:defRPr sz="4000" u="sng">
          <a:solidFill>
            <a:schemeClr val="accent2"/>
          </a:solidFill>
          <a:latin typeface="Comic Sans MS" panose="030F0702030302020204" pitchFamily="66" charset="0"/>
        </a:defRPr>
      </a:lvl6pPr>
      <a:lvl7pPr marL="914400" algn="l" rtl="0" eaLnBrk="0" fontAlgn="base" hangingPunct="0">
        <a:spcBef>
          <a:spcPct val="0"/>
        </a:spcBef>
        <a:spcAft>
          <a:spcPct val="0"/>
        </a:spcAft>
        <a:defRPr sz="4000" u="sng">
          <a:solidFill>
            <a:schemeClr val="accent2"/>
          </a:solidFill>
          <a:latin typeface="Comic Sans MS" panose="030F0702030302020204" pitchFamily="66" charset="0"/>
        </a:defRPr>
      </a:lvl7pPr>
      <a:lvl8pPr marL="1371600" algn="l" rtl="0" eaLnBrk="0" fontAlgn="base" hangingPunct="0">
        <a:spcBef>
          <a:spcPct val="0"/>
        </a:spcBef>
        <a:spcAft>
          <a:spcPct val="0"/>
        </a:spcAft>
        <a:defRPr sz="4000" u="sng">
          <a:solidFill>
            <a:schemeClr val="accent2"/>
          </a:solidFill>
          <a:latin typeface="Comic Sans MS" panose="030F0702030302020204" pitchFamily="66" charset="0"/>
        </a:defRPr>
      </a:lvl8pPr>
      <a:lvl9pPr marL="1828800" algn="l" rtl="0" eaLnBrk="0" fontAlgn="base" hangingPunct="0">
        <a:spcBef>
          <a:spcPct val="0"/>
        </a:spcBef>
        <a:spcAft>
          <a:spcPct val="0"/>
        </a:spcAft>
        <a:defRPr sz="4000" u="sng">
          <a:solidFill>
            <a:schemeClr val="accent2"/>
          </a:solidFill>
          <a:latin typeface="Comic Sans MS" panose="030F0702030302020204" pitchFamily="66" charset="0"/>
        </a:defRPr>
      </a:lvl9pPr>
    </p:titleStyle>
    <p:body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xml"/><Relationship Id="rId4" Type="http://schemas.openxmlformats.org/officeDocument/2006/relationships/image" Target="../media/image3.jpeg"/><Relationship Id="rId3" Type="http://schemas.openxmlformats.org/officeDocument/2006/relationships/tags" Target="../tags/tag2.xml"/><Relationship Id="rId2" Type="http://schemas.openxmlformats.org/officeDocument/2006/relationships/image" Target="../media/image2.jpe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xml"/><Relationship Id="rId4" Type="http://schemas.openxmlformats.org/officeDocument/2006/relationships/image" Target="../media/image8.GIF"/><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xml"/><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xml"/><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image" Target="../media/image11.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xml"/><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xml"/><Relationship Id="rId2" Type="http://schemas.openxmlformats.org/officeDocument/2006/relationships/image" Target="../media/image17.jpeg"/><Relationship Id="rId1" Type="http://schemas.openxmlformats.org/officeDocument/2006/relationships/image" Target="../media/image16.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xml"/><Relationship Id="rId3" Type="http://schemas.openxmlformats.org/officeDocument/2006/relationships/image" Target="../media/image4.png"/><Relationship Id="rId2" Type="http://schemas.openxmlformats.org/officeDocument/2006/relationships/tags" Target="../tags/tag13.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5.xml"/><Relationship Id="rId4" Type="http://schemas.openxmlformats.org/officeDocument/2006/relationships/image" Target="../media/image5.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xml"/><Relationship Id="rId2" Type="http://schemas.openxmlformats.org/officeDocument/2006/relationships/image" Target="../media/image23.jpeg"/><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xml"/><Relationship Id="rId2" Type="http://schemas.openxmlformats.org/officeDocument/2006/relationships/image" Target="../media/image25.jpe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8.xml"/><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xml"/><Relationship Id="rId2" Type="http://schemas.openxmlformats.org/officeDocument/2006/relationships/image" Target="../media/image30.jpeg"/><Relationship Id="rId1" Type="http://schemas.openxmlformats.org/officeDocument/2006/relationships/image" Target="../media/image29.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oleObject" Target="../embeddings/oleObject4.bin"/><Relationship Id="rId7" Type="http://schemas.openxmlformats.org/officeDocument/2006/relationships/oleObject" Target="../embeddings/oleObject3.bin"/><Relationship Id="rId6" Type="http://schemas.openxmlformats.org/officeDocument/2006/relationships/image" Target="../media/image37.wmf"/><Relationship Id="rId5" Type="http://schemas.openxmlformats.org/officeDocument/2006/relationships/oleObject" Target="../embeddings/oleObject2.bin"/><Relationship Id="rId4" Type="http://schemas.openxmlformats.org/officeDocument/2006/relationships/image" Target="../media/image36.wmf"/><Relationship Id="rId3" Type="http://schemas.openxmlformats.org/officeDocument/2006/relationships/oleObject" Target="../embeddings/oleObject1.bin"/><Relationship Id="rId25" Type="http://schemas.openxmlformats.org/officeDocument/2006/relationships/notesSlide" Target="../notesSlides/notesSlide8.xml"/><Relationship Id="rId24" Type="http://schemas.openxmlformats.org/officeDocument/2006/relationships/vmlDrawing" Target="../drawings/vmlDrawing1.vml"/><Relationship Id="rId23" Type="http://schemas.openxmlformats.org/officeDocument/2006/relationships/slideLayout" Target="../slideLayouts/slideLayout4.xml"/><Relationship Id="rId22" Type="http://schemas.openxmlformats.org/officeDocument/2006/relationships/oleObject" Target="../embeddings/oleObject16.bin"/><Relationship Id="rId21" Type="http://schemas.openxmlformats.org/officeDocument/2006/relationships/oleObject" Target="../embeddings/oleObject15.bin"/><Relationship Id="rId20" Type="http://schemas.openxmlformats.org/officeDocument/2006/relationships/oleObject" Target="../embeddings/oleObject14.bin"/><Relationship Id="rId2" Type="http://schemas.openxmlformats.org/officeDocument/2006/relationships/image" Target="../media/image35.png"/><Relationship Id="rId19" Type="http://schemas.openxmlformats.org/officeDocument/2006/relationships/oleObject" Target="../embeddings/oleObject13.bin"/><Relationship Id="rId18" Type="http://schemas.openxmlformats.org/officeDocument/2006/relationships/oleObject" Target="../embeddings/oleObject12.bin"/><Relationship Id="rId17" Type="http://schemas.openxmlformats.org/officeDocument/2006/relationships/oleObject" Target="../embeddings/oleObject11.bin"/><Relationship Id="rId16" Type="http://schemas.openxmlformats.org/officeDocument/2006/relationships/oleObject" Target="../embeddings/oleObject10.bin"/><Relationship Id="rId15" Type="http://schemas.openxmlformats.org/officeDocument/2006/relationships/oleObject" Target="../embeddings/oleObject9.bin"/><Relationship Id="rId14" Type="http://schemas.openxmlformats.org/officeDocument/2006/relationships/oleObject" Target="../embeddings/oleObject8.bin"/><Relationship Id="rId13" Type="http://schemas.openxmlformats.org/officeDocument/2006/relationships/oleObject" Target="../embeddings/oleObject7.bin"/><Relationship Id="rId12" Type="http://schemas.openxmlformats.org/officeDocument/2006/relationships/oleObject" Target="../embeddings/oleObject6.bin"/><Relationship Id="rId11" Type="http://schemas.openxmlformats.org/officeDocument/2006/relationships/image" Target="../media/image39.wmf"/><Relationship Id="rId10" Type="http://schemas.openxmlformats.org/officeDocument/2006/relationships/oleObject" Target="../embeddings/oleObject5.bin"/><Relationship Id="rId1" Type="http://schemas.openxmlformats.org/officeDocument/2006/relationships/image" Target="../media/image34.wmf"/></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43.jpeg"/><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image" Target="../media/image40.png"/></Relationships>
</file>

<file path=ppt/slides/_rels/slide26.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oleObject" Target="../embeddings/oleObject20.bin"/><Relationship Id="rId7" Type="http://schemas.openxmlformats.org/officeDocument/2006/relationships/oleObject" Target="../embeddings/oleObject19.bin"/><Relationship Id="rId6" Type="http://schemas.openxmlformats.org/officeDocument/2006/relationships/image" Target="../media/image37.wmf"/><Relationship Id="rId5" Type="http://schemas.openxmlformats.org/officeDocument/2006/relationships/oleObject" Target="../embeddings/oleObject18.bin"/><Relationship Id="rId4" Type="http://schemas.openxmlformats.org/officeDocument/2006/relationships/image" Target="../media/image36.wmf"/><Relationship Id="rId3" Type="http://schemas.openxmlformats.org/officeDocument/2006/relationships/oleObject" Target="../embeddings/oleObject17.bin"/><Relationship Id="rId22" Type="http://schemas.openxmlformats.org/officeDocument/2006/relationships/notesSlide" Target="../notesSlides/notesSlide10.xml"/><Relationship Id="rId21" Type="http://schemas.openxmlformats.org/officeDocument/2006/relationships/vmlDrawing" Target="../drawings/vmlDrawing2.vml"/><Relationship Id="rId20" Type="http://schemas.openxmlformats.org/officeDocument/2006/relationships/slideLayout" Target="../slideLayouts/slideLayout4.xml"/><Relationship Id="rId2" Type="http://schemas.openxmlformats.org/officeDocument/2006/relationships/image" Target="../media/image35.png"/><Relationship Id="rId19" Type="http://schemas.openxmlformats.org/officeDocument/2006/relationships/oleObject" Target="../embeddings/oleObject29.bin"/><Relationship Id="rId18" Type="http://schemas.openxmlformats.org/officeDocument/2006/relationships/oleObject" Target="../embeddings/oleObject28.bin"/><Relationship Id="rId17" Type="http://schemas.openxmlformats.org/officeDocument/2006/relationships/oleObject" Target="../embeddings/oleObject27.bin"/><Relationship Id="rId16" Type="http://schemas.openxmlformats.org/officeDocument/2006/relationships/oleObject" Target="../embeddings/oleObject26.bin"/><Relationship Id="rId15" Type="http://schemas.openxmlformats.org/officeDocument/2006/relationships/oleObject" Target="../embeddings/oleObject25.bin"/><Relationship Id="rId14" Type="http://schemas.openxmlformats.org/officeDocument/2006/relationships/oleObject" Target="../embeddings/oleObject24.bin"/><Relationship Id="rId13" Type="http://schemas.openxmlformats.org/officeDocument/2006/relationships/oleObject" Target="../embeddings/oleObject23.bin"/><Relationship Id="rId12" Type="http://schemas.openxmlformats.org/officeDocument/2006/relationships/oleObject" Target="../embeddings/oleObject22.bin"/><Relationship Id="rId11" Type="http://schemas.openxmlformats.org/officeDocument/2006/relationships/image" Target="../media/image39.wmf"/><Relationship Id="rId10" Type="http://schemas.openxmlformats.org/officeDocument/2006/relationships/oleObject" Target="../embeddings/oleObject21.bin"/><Relationship Id="rId1" Type="http://schemas.openxmlformats.org/officeDocument/2006/relationships/image" Target="../media/image34.wmf"/></Relationships>
</file>

<file path=ppt/slides/_rels/slide27.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oleObject" Target="../embeddings/oleObject33.bin"/><Relationship Id="rId7" Type="http://schemas.openxmlformats.org/officeDocument/2006/relationships/oleObject" Target="../embeddings/oleObject32.bin"/><Relationship Id="rId6" Type="http://schemas.openxmlformats.org/officeDocument/2006/relationships/image" Target="../media/image37.wmf"/><Relationship Id="rId5" Type="http://schemas.openxmlformats.org/officeDocument/2006/relationships/oleObject" Target="../embeddings/oleObject31.bin"/><Relationship Id="rId4" Type="http://schemas.openxmlformats.org/officeDocument/2006/relationships/image" Target="../media/image36.wmf"/><Relationship Id="rId3" Type="http://schemas.openxmlformats.org/officeDocument/2006/relationships/oleObject" Target="../embeddings/oleObject30.bin"/><Relationship Id="rId22" Type="http://schemas.openxmlformats.org/officeDocument/2006/relationships/notesSlide" Target="../notesSlides/notesSlide11.xml"/><Relationship Id="rId21" Type="http://schemas.openxmlformats.org/officeDocument/2006/relationships/vmlDrawing" Target="../drawings/vmlDrawing3.vml"/><Relationship Id="rId20" Type="http://schemas.openxmlformats.org/officeDocument/2006/relationships/slideLayout" Target="../slideLayouts/slideLayout4.xml"/><Relationship Id="rId2" Type="http://schemas.openxmlformats.org/officeDocument/2006/relationships/image" Target="../media/image35.png"/><Relationship Id="rId19" Type="http://schemas.openxmlformats.org/officeDocument/2006/relationships/oleObject" Target="../embeddings/oleObject42.bin"/><Relationship Id="rId18" Type="http://schemas.openxmlformats.org/officeDocument/2006/relationships/oleObject" Target="../embeddings/oleObject41.bin"/><Relationship Id="rId17" Type="http://schemas.openxmlformats.org/officeDocument/2006/relationships/oleObject" Target="../embeddings/oleObject40.bin"/><Relationship Id="rId16" Type="http://schemas.openxmlformats.org/officeDocument/2006/relationships/oleObject" Target="../embeddings/oleObject39.bin"/><Relationship Id="rId15" Type="http://schemas.openxmlformats.org/officeDocument/2006/relationships/oleObject" Target="../embeddings/oleObject38.bin"/><Relationship Id="rId14" Type="http://schemas.openxmlformats.org/officeDocument/2006/relationships/oleObject" Target="../embeddings/oleObject37.bin"/><Relationship Id="rId13" Type="http://schemas.openxmlformats.org/officeDocument/2006/relationships/oleObject" Target="../embeddings/oleObject36.bin"/><Relationship Id="rId12" Type="http://schemas.openxmlformats.org/officeDocument/2006/relationships/oleObject" Target="../embeddings/oleObject35.bin"/><Relationship Id="rId11" Type="http://schemas.openxmlformats.org/officeDocument/2006/relationships/image" Target="../media/image39.wmf"/><Relationship Id="rId10" Type="http://schemas.openxmlformats.org/officeDocument/2006/relationships/oleObject" Target="../embeddings/oleObject34.bin"/><Relationship Id="rId1" Type="http://schemas.openxmlformats.org/officeDocument/2006/relationships/image" Target="../media/image34.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vmlDrawing" Target="../drawings/vmlDrawing4.vml"/><Relationship Id="rId5" Type="http://schemas.openxmlformats.org/officeDocument/2006/relationships/slideLayout" Target="../slideLayouts/slideLayout4.xml"/><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39.wmf"/><Relationship Id="rId1" Type="http://schemas.openxmlformats.org/officeDocument/2006/relationships/oleObject" Target="../embeddings/oleObject43.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oleObject" Target="../embeddings/oleObject47.bin"/><Relationship Id="rId7" Type="http://schemas.openxmlformats.org/officeDocument/2006/relationships/oleObject" Target="../embeddings/oleObject46.bin"/><Relationship Id="rId6" Type="http://schemas.openxmlformats.org/officeDocument/2006/relationships/image" Target="../media/image37.wmf"/><Relationship Id="rId5" Type="http://schemas.openxmlformats.org/officeDocument/2006/relationships/oleObject" Target="../embeddings/oleObject45.bin"/><Relationship Id="rId4" Type="http://schemas.openxmlformats.org/officeDocument/2006/relationships/image" Target="../media/image36.wmf"/><Relationship Id="rId3" Type="http://schemas.openxmlformats.org/officeDocument/2006/relationships/oleObject" Target="../embeddings/oleObject44.bin"/><Relationship Id="rId22" Type="http://schemas.openxmlformats.org/officeDocument/2006/relationships/notesSlide" Target="../notesSlides/notesSlide15.xml"/><Relationship Id="rId21" Type="http://schemas.openxmlformats.org/officeDocument/2006/relationships/vmlDrawing" Target="../drawings/vmlDrawing5.vml"/><Relationship Id="rId20" Type="http://schemas.openxmlformats.org/officeDocument/2006/relationships/slideLayout" Target="../slideLayouts/slideLayout4.xml"/><Relationship Id="rId2" Type="http://schemas.openxmlformats.org/officeDocument/2006/relationships/image" Target="../media/image35.png"/><Relationship Id="rId19" Type="http://schemas.openxmlformats.org/officeDocument/2006/relationships/image" Target="../media/image38.png"/><Relationship Id="rId18" Type="http://schemas.openxmlformats.org/officeDocument/2006/relationships/oleObject" Target="../embeddings/oleObject56.bin"/><Relationship Id="rId17" Type="http://schemas.openxmlformats.org/officeDocument/2006/relationships/oleObject" Target="../embeddings/oleObject55.bin"/><Relationship Id="rId16" Type="http://schemas.openxmlformats.org/officeDocument/2006/relationships/oleObject" Target="../embeddings/oleObject54.bin"/><Relationship Id="rId15" Type="http://schemas.openxmlformats.org/officeDocument/2006/relationships/oleObject" Target="../embeddings/oleObject53.bin"/><Relationship Id="rId14" Type="http://schemas.openxmlformats.org/officeDocument/2006/relationships/oleObject" Target="../embeddings/oleObject52.bin"/><Relationship Id="rId13" Type="http://schemas.openxmlformats.org/officeDocument/2006/relationships/oleObject" Target="../embeddings/oleObject51.bin"/><Relationship Id="rId12" Type="http://schemas.openxmlformats.org/officeDocument/2006/relationships/oleObject" Target="../embeddings/oleObject50.bin"/><Relationship Id="rId11" Type="http://schemas.openxmlformats.org/officeDocument/2006/relationships/oleObject" Target="../embeddings/oleObject49.bin"/><Relationship Id="rId10" Type="http://schemas.openxmlformats.org/officeDocument/2006/relationships/image" Target="../media/image39.wmf"/><Relationship Id="rId1" Type="http://schemas.openxmlformats.org/officeDocument/2006/relationships/image" Target="../media/image34.wmf"/></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61.bin"/><Relationship Id="rId8" Type="http://schemas.openxmlformats.org/officeDocument/2006/relationships/oleObject" Target="../embeddings/oleObject60.bin"/><Relationship Id="rId7" Type="http://schemas.openxmlformats.org/officeDocument/2006/relationships/oleObject" Target="../embeddings/oleObject59.bin"/><Relationship Id="rId6" Type="http://schemas.openxmlformats.org/officeDocument/2006/relationships/image" Target="../media/image37.wmf"/><Relationship Id="rId5" Type="http://schemas.openxmlformats.org/officeDocument/2006/relationships/oleObject" Target="../embeddings/oleObject58.bin"/><Relationship Id="rId4" Type="http://schemas.openxmlformats.org/officeDocument/2006/relationships/image" Target="../media/image36.wmf"/><Relationship Id="rId3" Type="http://schemas.openxmlformats.org/officeDocument/2006/relationships/oleObject" Target="../embeddings/oleObject57.bin"/><Relationship Id="rId22" Type="http://schemas.openxmlformats.org/officeDocument/2006/relationships/notesSlide" Target="../notesSlides/notesSlide16.xml"/><Relationship Id="rId21" Type="http://schemas.openxmlformats.org/officeDocument/2006/relationships/vmlDrawing" Target="../drawings/vmlDrawing6.vml"/><Relationship Id="rId20" Type="http://schemas.openxmlformats.org/officeDocument/2006/relationships/slideLayout" Target="../slideLayouts/slideLayout4.xml"/><Relationship Id="rId2" Type="http://schemas.openxmlformats.org/officeDocument/2006/relationships/image" Target="../media/image35.png"/><Relationship Id="rId19" Type="http://schemas.openxmlformats.org/officeDocument/2006/relationships/image" Target="../media/image38.png"/><Relationship Id="rId18" Type="http://schemas.openxmlformats.org/officeDocument/2006/relationships/oleObject" Target="../embeddings/oleObject69.bin"/><Relationship Id="rId17" Type="http://schemas.openxmlformats.org/officeDocument/2006/relationships/oleObject" Target="../embeddings/oleObject68.bin"/><Relationship Id="rId16" Type="http://schemas.openxmlformats.org/officeDocument/2006/relationships/oleObject" Target="../embeddings/oleObject67.bin"/><Relationship Id="rId15" Type="http://schemas.openxmlformats.org/officeDocument/2006/relationships/oleObject" Target="../embeddings/oleObject66.bin"/><Relationship Id="rId14" Type="http://schemas.openxmlformats.org/officeDocument/2006/relationships/oleObject" Target="../embeddings/oleObject65.bin"/><Relationship Id="rId13" Type="http://schemas.openxmlformats.org/officeDocument/2006/relationships/oleObject" Target="../embeddings/oleObject64.bin"/><Relationship Id="rId12" Type="http://schemas.openxmlformats.org/officeDocument/2006/relationships/oleObject" Target="../embeddings/oleObject63.bin"/><Relationship Id="rId11" Type="http://schemas.openxmlformats.org/officeDocument/2006/relationships/oleObject" Target="../embeddings/oleObject62.bin"/><Relationship Id="rId10" Type="http://schemas.openxmlformats.org/officeDocument/2006/relationships/image" Target="../media/image39.wmf"/><Relationship Id="rId1" Type="http://schemas.openxmlformats.org/officeDocument/2006/relationships/image" Target="../media/image34.wmf"/></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4.xml"/><Relationship Id="rId2" Type="http://schemas.openxmlformats.org/officeDocument/2006/relationships/image" Target="../media/image38.png"/><Relationship Id="rId1" Type="http://schemas.openxmlformats.org/officeDocument/2006/relationships/image" Target="../media/image35.png"/></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6.xml"/><Relationship Id="rId2" Type="http://schemas.openxmlformats.org/officeDocument/2006/relationships/image" Target="../media/image39.wmf"/><Relationship Id="rId1" Type="http://schemas.openxmlformats.org/officeDocument/2006/relationships/oleObject" Target="../embeddings/oleObject70.bin"/></Relationships>
</file>

<file path=ppt/slides/_rels/slide35.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6.xml"/><Relationship Id="rId4" Type="http://schemas.openxmlformats.org/officeDocument/2006/relationships/image" Target="../media/image46.wmf"/><Relationship Id="rId3" Type="http://schemas.openxmlformats.org/officeDocument/2006/relationships/oleObject" Target="../embeddings/oleObject72.bin"/><Relationship Id="rId2" Type="http://schemas.openxmlformats.org/officeDocument/2006/relationships/image" Target="../media/image39.wmf"/><Relationship Id="rId1" Type="http://schemas.openxmlformats.org/officeDocument/2006/relationships/oleObject" Target="../embeddings/oleObject71.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47.jpe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6.xml"/><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image" Target="../media/image48.jpeg"/></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6.xml"/><Relationship Id="rId4" Type="http://schemas.openxmlformats.org/officeDocument/2006/relationships/image" Target="../media/image51.jpeg"/><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image" Target="../media/image48.jpe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6.xml"/><Relationship Id="rId4" Type="http://schemas.openxmlformats.org/officeDocument/2006/relationships/image" Target="../media/image52.jpeg"/><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image" Target="../media/image48.jpe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6.xml"/><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image" Target="../media/image48.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oleObject" Target="../embeddings/oleObject75.bin"/><Relationship Id="rId3" Type="http://schemas.openxmlformats.org/officeDocument/2006/relationships/oleObject" Target="../embeddings/oleObject74.bin"/><Relationship Id="rId2" Type="http://schemas.openxmlformats.org/officeDocument/2006/relationships/image" Target="../media/image39.wmf"/><Relationship Id="rId1" Type="http://schemas.openxmlformats.org/officeDocument/2006/relationships/oleObject" Target="../embeddings/oleObject73.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82.bin"/><Relationship Id="rId8" Type="http://schemas.openxmlformats.org/officeDocument/2006/relationships/oleObject" Target="../embeddings/oleObject81.bin"/><Relationship Id="rId7" Type="http://schemas.openxmlformats.org/officeDocument/2006/relationships/oleObject" Target="../embeddings/oleObject80.bin"/><Relationship Id="rId6" Type="http://schemas.openxmlformats.org/officeDocument/2006/relationships/oleObject" Target="../embeddings/oleObject79.bin"/><Relationship Id="rId5" Type="http://schemas.openxmlformats.org/officeDocument/2006/relationships/oleObject" Target="../embeddings/oleObject78.bin"/><Relationship Id="rId4" Type="http://schemas.openxmlformats.org/officeDocument/2006/relationships/image" Target="../media/image37.wmf"/><Relationship Id="rId3" Type="http://schemas.openxmlformats.org/officeDocument/2006/relationships/oleObject" Target="../embeddings/oleObject77.bin"/><Relationship Id="rId2" Type="http://schemas.openxmlformats.org/officeDocument/2006/relationships/image" Target="../media/image36.wmf"/><Relationship Id="rId13" Type="http://schemas.openxmlformats.org/officeDocument/2006/relationships/notesSlide" Target="../notesSlides/notesSlide24.xml"/><Relationship Id="rId12" Type="http://schemas.openxmlformats.org/officeDocument/2006/relationships/vmlDrawing" Target="../drawings/vmlDrawing10.vml"/><Relationship Id="rId11" Type="http://schemas.openxmlformats.org/officeDocument/2006/relationships/slideLayout" Target="../slideLayouts/slideLayout4.xml"/><Relationship Id="rId10" Type="http://schemas.openxmlformats.org/officeDocument/2006/relationships/oleObject" Target="../embeddings/oleObject83.bin"/><Relationship Id="rId1" Type="http://schemas.openxmlformats.org/officeDocument/2006/relationships/oleObject" Target="../embeddings/oleObject76.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89.bin"/><Relationship Id="rId8" Type="http://schemas.openxmlformats.org/officeDocument/2006/relationships/image" Target="../media/image39.wmf"/><Relationship Id="rId7" Type="http://schemas.openxmlformats.org/officeDocument/2006/relationships/oleObject" Target="../embeddings/oleObject88.bin"/><Relationship Id="rId6" Type="http://schemas.openxmlformats.org/officeDocument/2006/relationships/oleObject" Target="../embeddings/oleObject87.bin"/><Relationship Id="rId5" Type="http://schemas.openxmlformats.org/officeDocument/2006/relationships/oleObject" Target="../embeddings/oleObject86.bin"/><Relationship Id="rId4" Type="http://schemas.openxmlformats.org/officeDocument/2006/relationships/image" Target="../media/image37.wmf"/><Relationship Id="rId3" Type="http://schemas.openxmlformats.org/officeDocument/2006/relationships/oleObject" Target="../embeddings/oleObject85.bin"/><Relationship Id="rId2" Type="http://schemas.openxmlformats.org/officeDocument/2006/relationships/image" Target="../media/image36.wmf"/><Relationship Id="rId12" Type="http://schemas.openxmlformats.org/officeDocument/2006/relationships/notesSlide" Target="../notesSlides/notesSlide25.xml"/><Relationship Id="rId11" Type="http://schemas.openxmlformats.org/officeDocument/2006/relationships/vmlDrawing" Target="../drawings/vmlDrawing11.vml"/><Relationship Id="rId10" Type="http://schemas.openxmlformats.org/officeDocument/2006/relationships/slideLayout" Target="../slideLayouts/slideLayout4.xml"/><Relationship Id="rId1" Type="http://schemas.openxmlformats.org/officeDocument/2006/relationships/oleObject" Target="../embeddings/oleObject84.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53.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4.xml"/><Relationship Id="rId2" Type="http://schemas.openxmlformats.org/officeDocument/2006/relationships/image" Target="../media/image55.png"/><Relationship Id="rId1" Type="http://schemas.openxmlformats.org/officeDocument/2006/relationships/image" Target="../media/image5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vmlDrawing" Target="../drawings/vmlDrawing12.vml"/><Relationship Id="rId5" Type="http://schemas.openxmlformats.org/officeDocument/2006/relationships/slideLayout" Target="../slideLayouts/slideLayout4.xml"/><Relationship Id="rId4" Type="http://schemas.openxmlformats.org/officeDocument/2006/relationships/image" Target="../media/image38.png"/><Relationship Id="rId3" Type="http://schemas.openxmlformats.org/officeDocument/2006/relationships/image" Target="../media/image35.png"/><Relationship Id="rId2" Type="http://schemas.openxmlformats.org/officeDocument/2006/relationships/oleObject" Target="../embeddings/oleObject91.bin"/><Relationship Id="rId1" Type="http://schemas.openxmlformats.org/officeDocument/2006/relationships/oleObject" Target="../embeddings/oleObject90.bin"/></Relationships>
</file>

<file path=ppt/slides/_rels/slide51.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oleObject" Target="../embeddings/oleObject95.bin"/><Relationship Id="rId7" Type="http://schemas.openxmlformats.org/officeDocument/2006/relationships/oleObject" Target="../embeddings/oleObject94.bin"/><Relationship Id="rId6" Type="http://schemas.openxmlformats.org/officeDocument/2006/relationships/image" Target="../media/image37.wmf"/><Relationship Id="rId5" Type="http://schemas.openxmlformats.org/officeDocument/2006/relationships/oleObject" Target="../embeddings/oleObject93.bin"/><Relationship Id="rId4" Type="http://schemas.openxmlformats.org/officeDocument/2006/relationships/image" Target="../media/image36.wmf"/><Relationship Id="rId3" Type="http://schemas.openxmlformats.org/officeDocument/2006/relationships/oleObject" Target="../embeddings/oleObject92.bin"/><Relationship Id="rId22" Type="http://schemas.openxmlformats.org/officeDocument/2006/relationships/notesSlide" Target="../notesSlides/notesSlide31.xml"/><Relationship Id="rId21" Type="http://schemas.openxmlformats.org/officeDocument/2006/relationships/vmlDrawing" Target="../drawings/vmlDrawing13.vml"/><Relationship Id="rId20" Type="http://schemas.openxmlformats.org/officeDocument/2006/relationships/slideLayout" Target="../slideLayouts/slideLayout4.xml"/><Relationship Id="rId2" Type="http://schemas.openxmlformats.org/officeDocument/2006/relationships/image" Target="../media/image35.png"/><Relationship Id="rId19" Type="http://schemas.openxmlformats.org/officeDocument/2006/relationships/oleObject" Target="../embeddings/oleObject104.bin"/><Relationship Id="rId18" Type="http://schemas.openxmlformats.org/officeDocument/2006/relationships/oleObject" Target="../embeddings/oleObject103.bin"/><Relationship Id="rId17" Type="http://schemas.openxmlformats.org/officeDocument/2006/relationships/oleObject" Target="../embeddings/oleObject102.bin"/><Relationship Id="rId16" Type="http://schemas.openxmlformats.org/officeDocument/2006/relationships/oleObject" Target="../embeddings/oleObject101.bin"/><Relationship Id="rId15" Type="http://schemas.openxmlformats.org/officeDocument/2006/relationships/oleObject" Target="../embeddings/oleObject100.bin"/><Relationship Id="rId14" Type="http://schemas.openxmlformats.org/officeDocument/2006/relationships/oleObject" Target="../embeddings/oleObject99.bin"/><Relationship Id="rId13" Type="http://schemas.openxmlformats.org/officeDocument/2006/relationships/oleObject" Target="../embeddings/oleObject98.bin"/><Relationship Id="rId12" Type="http://schemas.openxmlformats.org/officeDocument/2006/relationships/oleObject" Target="../embeddings/oleObject97.bin"/><Relationship Id="rId11" Type="http://schemas.openxmlformats.org/officeDocument/2006/relationships/image" Target="../media/image39.wmf"/><Relationship Id="rId10" Type="http://schemas.openxmlformats.org/officeDocument/2006/relationships/oleObject" Target="../embeddings/oleObject96.bin"/><Relationship Id="rId1" Type="http://schemas.openxmlformats.org/officeDocument/2006/relationships/image" Target="../media/image34.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9" Type="http://schemas.openxmlformats.org/officeDocument/2006/relationships/notesSlide" Target="../notesSlides/notesSlide36.xml"/><Relationship Id="rId8" Type="http://schemas.openxmlformats.org/officeDocument/2006/relationships/vmlDrawing" Target="../drawings/vmlDrawing14.vml"/><Relationship Id="rId7" Type="http://schemas.openxmlformats.org/officeDocument/2006/relationships/slideLayout" Target="../slideLayouts/slideLayout4.xml"/><Relationship Id="rId6" Type="http://schemas.openxmlformats.org/officeDocument/2006/relationships/oleObject" Target="../embeddings/oleObject109.bin"/><Relationship Id="rId5" Type="http://schemas.openxmlformats.org/officeDocument/2006/relationships/oleObject" Target="../embeddings/oleObject108.bin"/><Relationship Id="rId4" Type="http://schemas.openxmlformats.org/officeDocument/2006/relationships/oleObject" Target="../embeddings/oleObject107.bin"/><Relationship Id="rId3" Type="http://schemas.openxmlformats.org/officeDocument/2006/relationships/oleObject" Target="../embeddings/oleObject106.bin"/><Relationship Id="rId2" Type="http://schemas.openxmlformats.org/officeDocument/2006/relationships/image" Target="../media/image39.wmf"/><Relationship Id="rId1" Type="http://schemas.openxmlformats.org/officeDocument/2006/relationships/oleObject" Target="../embeddings/oleObject105.bin"/></Relationships>
</file>

<file path=ppt/slides/_rels/slide5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vmlDrawing" Target="../drawings/vmlDrawing15.vml"/><Relationship Id="rId4" Type="http://schemas.openxmlformats.org/officeDocument/2006/relationships/slideLayout" Target="../slideLayouts/slideLayout4.xml"/><Relationship Id="rId3" Type="http://schemas.openxmlformats.org/officeDocument/2006/relationships/oleObject" Target="../embeddings/oleObject111.bin"/><Relationship Id="rId2" Type="http://schemas.openxmlformats.org/officeDocument/2006/relationships/image" Target="../media/image39.wmf"/><Relationship Id="rId1" Type="http://schemas.openxmlformats.org/officeDocument/2006/relationships/oleObject" Target="../embeddings/oleObject110.bin"/></Relationships>
</file>

<file path=ppt/slides/_rels/slide5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vmlDrawing" Target="../drawings/vmlDrawing16.vml"/><Relationship Id="rId6" Type="http://schemas.openxmlformats.org/officeDocument/2006/relationships/slideLayout" Target="../slideLayouts/slideLayout4.xml"/><Relationship Id="rId5" Type="http://schemas.openxmlformats.org/officeDocument/2006/relationships/image" Target="../media/image56.png"/><Relationship Id="rId4" Type="http://schemas.openxmlformats.org/officeDocument/2006/relationships/tags" Target="../tags/tag21.xml"/><Relationship Id="rId3" Type="http://schemas.openxmlformats.org/officeDocument/2006/relationships/oleObject" Target="../embeddings/oleObject113.bin"/><Relationship Id="rId2" Type="http://schemas.openxmlformats.org/officeDocument/2006/relationships/image" Target="../media/image39.wmf"/><Relationship Id="rId1" Type="http://schemas.openxmlformats.org/officeDocument/2006/relationships/oleObject" Target="../embeddings/oleObject112.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6.xml"/><Relationship Id="rId1" Type="http://schemas.openxmlformats.org/officeDocument/2006/relationships/image" Target="../media/image57.wm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vmlDrawing" Target="../drawings/vmlDrawing17.vml"/><Relationship Id="rId4" Type="http://schemas.openxmlformats.org/officeDocument/2006/relationships/slideLayout" Target="../slideLayouts/slideLayout4.xml"/><Relationship Id="rId3" Type="http://schemas.openxmlformats.org/officeDocument/2006/relationships/oleObject" Target="../embeddings/oleObject115.bin"/><Relationship Id="rId2" Type="http://schemas.openxmlformats.org/officeDocument/2006/relationships/image" Target="../media/image39.wmf"/><Relationship Id="rId1" Type="http://schemas.openxmlformats.org/officeDocument/2006/relationships/oleObject" Target="../embeddings/oleObject114.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vmlDrawing" Target="../drawings/vmlDrawing18.vml"/><Relationship Id="rId4" Type="http://schemas.openxmlformats.org/officeDocument/2006/relationships/slideLayout" Target="../slideLayouts/slideLayout4.xml"/><Relationship Id="rId3" Type="http://schemas.openxmlformats.org/officeDocument/2006/relationships/oleObject" Target="../embeddings/oleObject117.bin"/><Relationship Id="rId2" Type="http://schemas.openxmlformats.org/officeDocument/2006/relationships/image" Target="../media/image39.wmf"/><Relationship Id="rId1" Type="http://schemas.openxmlformats.org/officeDocument/2006/relationships/oleObject" Target="../embeddings/oleObject116.bin"/></Relationships>
</file>

<file path=ppt/slides/_rels/slide6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vmlDrawing" Target="../drawings/vmlDrawing19.vml"/><Relationship Id="rId4" Type="http://schemas.openxmlformats.org/officeDocument/2006/relationships/slideLayout" Target="../slideLayouts/slideLayout4.xml"/><Relationship Id="rId3" Type="http://schemas.openxmlformats.org/officeDocument/2006/relationships/oleObject" Target="../embeddings/oleObject119.bin"/><Relationship Id="rId2" Type="http://schemas.openxmlformats.org/officeDocument/2006/relationships/image" Target="../media/image39.wmf"/><Relationship Id="rId1" Type="http://schemas.openxmlformats.org/officeDocument/2006/relationships/oleObject" Target="../embeddings/oleObject118.bin"/></Relationships>
</file>

<file path=ppt/slides/_rels/slide68.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vmlDrawing" Target="../drawings/vmlDrawing20.vml"/><Relationship Id="rId4" Type="http://schemas.openxmlformats.org/officeDocument/2006/relationships/slideLayout" Target="../slideLayouts/slideLayout4.xml"/><Relationship Id="rId3" Type="http://schemas.openxmlformats.org/officeDocument/2006/relationships/oleObject" Target="../embeddings/oleObject121.bin"/><Relationship Id="rId2" Type="http://schemas.openxmlformats.org/officeDocument/2006/relationships/image" Target="../media/image39.wmf"/><Relationship Id="rId1" Type="http://schemas.openxmlformats.org/officeDocument/2006/relationships/oleObject" Target="../embeddings/oleObject120.bin"/></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4.xml"/><Relationship Id="rId2" Type="http://schemas.openxmlformats.org/officeDocument/2006/relationships/image" Target="../media/image59.png"/><Relationship Id="rId1" Type="http://schemas.openxmlformats.org/officeDocument/2006/relationships/image" Target="../media/image58.wmf"/></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4.xml"/><Relationship Id="rId2" Type="http://schemas.openxmlformats.org/officeDocument/2006/relationships/image" Target="../media/image59.png"/><Relationship Id="rId1" Type="http://schemas.openxmlformats.org/officeDocument/2006/relationships/image" Target="../media/image58.wmf"/></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60.wmf"/><Relationship Id="rId1" Type="http://schemas.openxmlformats.org/officeDocument/2006/relationships/oleObject" Target="../embeddings/oleObject122.bin"/></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image" Target="../media/image61.jpeg"/></Relationships>
</file>

<file path=ppt/slides/_rels/slide73.xml.rels><?xml version="1.0" encoding="UTF-8" standalone="yes"?>
<Relationships xmlns="http://schemas.openxmlformats.org/package/2006/relationships"><Relationship Id="rId6" Type="http://schemas.openxmlformats.org/officeDocument/2006/relationships/notesSlide" Target="../notesSlides/notesSlide53.xml"/><Relationship Id="rId5" Type="http://schemas.openxmlformats.org/officeDocument/2006/relationships/vmlDrawing" Target="../drawings/vmlDrawing22.vml"/><Relationship Id="rId4" Type="http://schemas.openxmlformats.org/officeDocument/2006/relationships/slideLayout" Target="../slideLayouts/slideLayout2.xml"/><Relationship Id="rId3" Type="http://schemas.openxmlformats.org/officeDocument/2006/relationships/oleObject" Target="../embeddings/oleObject124.bin"/><Relationship Id="rId2" Type="http://schemas.openxmlformats.org/officeDocument/2006/relationships/image" Target="../media/image39.wmf"/><Relationship Id="rId1" Type="http://schemas.openxmlformats.org/officeDocument/2006/relationships/oleObject" Target="../embeddings/oleObject123.bin"/></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62.png"/></Relationships>
</file>

<file path=ppt/slides/_rels/slide76.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vmlDrawing" Target="../drawings/vmlDrawing23.vml"/><Relationship Id="rId4" Type="http://schemas.openxmlformats.org/officeDocument/2006/relationships/slideLayout" Target="../slideLayouts/slideLayout2.xml"/><Relationship Id="rId3" Type="http://schemas.openxmlformats.org/officeDocument/2006/relationships/oleObject" Target="../embeddings/oleObject126.bin"/><Relationship Id="rId2" Type="http://schemas.openxmlformats.org/officeDocument/2006/relationships/image" Target="../media/image39.wmf"/><Relationship Id="rId1" Type="http://schemas.openxmlformats.org/officeDocument/2006/relationships/oleObject" Target="../embeddings/oleObject125.bin"/></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2.xml"/><Relationship Id="rId2" Type="http://schemas.openxmlformats.org/officeDocument/2006/relationships/image" Target="../media/image39.wmf"/><Relationship Id="rId1" Type="http://schemas.openxmlformats.org/officeDocument/2006/relationships/oleObject" Target="../embeddings/oleObject127.bin"/></Relationships>
</file>

<file path=ppt/slides/_rels/slide78.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vmlDrawing" Target="../drawings/vmlDrawing25.vml"/><Relationship Id="rId4" Type="http://schemas.openxmlformats.org/officeDocument/2006/relationships/slideLayout" Target="../slideLayouts/slideLayout2.xml"/><Relationship Id="rId3" Type="http://schemas.openxmlformats.org/officeDocument/2006/relationships/oleObject" Target="../embeddings/oleObject129.bin"/><Relationship Id="rId2" Type="http://schemas.openxmlformats.org/officeDocument/2006/relationships/image" Target="../media/image39.wmf"/><Relationship Id="rId1" Type="http://schemas.openxmlformats.org/officeDocument/2006/relationships/oleObject" Target="../embeddings/oleObject128.bin"/></Relationships>
</file>

<file path=ppt/slides/_rels/slide79.xml.rels><?xml version="1.0" encoding="UTF-8" standalone="yes"?>
<Relationships xmlns="http://schemas.openxmlformats.org/package/2006/relationships"><Relationship Id="rId7" Type="http://schemas.openxmlformats.org/officeDocument/2006/relationships/notesSlide" Target="../notesSlides/notesSlide57.xml"/><Relationship Id="rId6" Type="http://schemas.openxmlformats.org/officeDocument/2006/relationships/vmlDrawing" Target="../drawings/vmlDrawing26.vml"/><Relationship Id="rId5" Type="http://schemas.openxmlformats.org/officeDocument/2006/relationships/slideLayout" Target="../slideLayouts/slideLayout2.xml"/><Relationship Id="rId4" Type="http://schemas.openxmlformats.org/officeDocument/2006/relationships/oleObject" Target="../embeddings/oleObject132.bin"/><Relationship Id="rId3" Type="http://schemas.openxmlformats.org/officeDocument/2006/relationships/oleObject" Target="../embeddings/oleObject131.bin"/><Relationship Id="rId2" Type="http://schemas.openxmlformats.org/officeDocument/2006/relationships/image" Target="../media/image39.wmf"/><Relationship Id="rId1" Type="http://schemas.openxmlformats.org/officeDocument/2006/relationships/oleObject" Target="../embeddings/oleObject130.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64.wmf"/></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6" Type="http://schemas.openxmlformats.org/officeDocument/2006/relationships/notesSlide" Target="../notesSlides/notesSlide65.xml"/><Relationship Id="rId5" Type="http://schemas.openxmlformats.org/officeDocument/2006/relationships/vmlDrawing" Target="../drawings/vmlDrawing27.vml"/><Relationship Id="rId4" Type="http://schemas.openxmlformats.org/officeDocument/2006/relationships/slideLayout" Target="../slideLayouts/slideLayout6.xml"/><Relationship Id="rId3" Type="http://schemas.openxmlformats.org/officeDocument/2006/relationships/oleObject" Target="../embeddings/oleObject134.bin"/><Relationship Id="rId2" Type="http://schemas.openxmlformats.org/officeDocument/2006/relationships/image" Target="../media/image39.wmf"/><Relationship Id="rId1" Type="http://schemas.openxmlformats.org/officeDocument/2006/relationships/oleObject" Target="../embeddings/oleObject133.bin"/></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5.png"/></Relationships>
</file>

<file path=ppt/slides/_rels/slide92.xml.rels><?xml version="1.0" encoding="UTF-8" standalone="yes"?>
<Relationships xmlns="http://schemas.openxmlformats.org/package/2006/relationships"><Relationship Id="rId9" Type="http://schemas.openxmlformats.org/officeDocument/2006/relationships/oleObject" Target="../embeddings/oleObject142.bin"/><Relationship Id="rId8" Type="http://schemas.openxmlformats.org/officeDocument/2006/relationships/oleObject" Target="../embeddings/oleObject141.bin"/><Relationship Id="rId7" Type="http://schemas.openxmlformats.org/officeDocument/2006/relationships/oleObject" Target="../embeddings/oleObject140.bin"/><Relationship Id="rId6" Type="http://schemas.openxmlformats.org/officeDocument/2006/relationships/oleObject" Target="../embeddings/oleObject139.bin"/><Relationship Id="rId5" Type="http://schemas.openxmlformats.org/officeDocument/2006/relationships/oleObject" Target="../embeddings/oleObject138.bin"/><Relationship Id="rId4" Type="http://schemas.openxmlformats.org/officeDocument/2006/relationships/oleObject" Target="../embeddings/oleObject137.bin"/><Relationship Id="rId3" Type="http://schemas.openxmlformats.org/officeDocument/2006/relationships/oleObject" Target="../embeddings/oleObject136.bin"/><Relationship Id="rId2" Type="http://schemas.openxmlformats.org/officeDocument/2006/relationships/image" Target="../media/image39.wmf"/><Relationship Id="rId18" Type="http://schemas.openxmlformats.org/officeDocument/2006/relationships/comments" Target="../comments/comment1.xml"/><Relationship Id="rId17" Type="http://schemas.openxmlformats.org/officeDocument/2006/relationships/vmlDrawing" Target="../drawings/vmlDrawing28.vml"/><Relationship Id="rId16" Type="http://schemas.openxmlformats.org/officeDocument/2006/relationships/slideLayout" Target="../slideLayouts/slideLayout2.xml"/><Relationship Id="rId15" Type="http://schemas.openxmlformats.org/officeDocument/2006/relationships/image" Target="../media/image66.wmf"/><Relationship Id="rId14" Type="http://schemas.openxmlformats.org/officeDocument/2006/relationships/oleObject" Target="../embeddings/oleObject147.bin"/><Relationship Id="rId13" Type="http://schemas.openxmlformats.org/officeDocument/2006/relationships/oleObject" Target="../embeddings/oleObject146.bin"/><Relationship Id="rId12" Type="http://schemas.openxmlformats.org/officeDocument/2006/relationships/oleObject" Target="../embeddings/oleObject145.bin"/><Relationship Id="rId11" Type="http://schemas.openxmlformats.org/officeDocument/2006/relationships/oleObject" Target="../embeddings/oleObject144.bin"/><Relationship Id="rId10" Type="http://schemas.openxmlformats.org/officeDocument/2006/relationships/oleObject" Target="../embeddings/oleObject143.bin"/><Relationship Id="rId1" Type="http://schemas.openxmlformats.org/officeDocument/2006/relationships/oleObject" Target="../embeddings/oleObject135.bin"/></Relationships>
</file>

<file path=ppt/slides/_rels/slide93.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2.xml"/><Relationship Id="rId4" Type="http://schemas.openxmlformats.org/officeDocument/2006/relationships/image" Target="../media/image66.wmf"/><Relationship Id="rId3" Type="http://schemas.openxmlformats.org/officeDocument/2006/relationships/oleObject" Target="../embeddings/oleObject149.bin"/><Relationship Id="rId2" Type="http://schemas.openxmlformats.org/officeDocument/2006/relationships/image" Target="../media/image39.wmf"/><Relationship Id="rId1" Type="http://schemas.openxmlformats.org/officeDocument/2006/relationships/oleObject" Target="../embeddings/oleObject148.bin"/></Relationships>
</file>

<file path=ppt/slides/_rels/slide94.xml.rels><?xml version="1.0" encoding="UTF-8" standalone="yes"?>
<Relationships xmlns="http://schemas.openxmlformats.org/package/2006/relationships"><Relationship Id="rId6" Type="http://schemas.openxmlformats.org/officeDocument/2006/relationships/vmlDrawing" Target="../drawings/vmlDrawing30.vml"/><Relationship Id="rId5" Type="http://schemas.openxmlformats.org/officeDocument/2006/relationships/slideLayout" Target="../slideLayouts/slideLayout2.xml"/><Relationship Id="rId4" Type="http://schemas.openxmlformats.org/officeDocument/2006/relationships/image" Target="../media/image66.wmf"/><Relationship Id="rId3" Type="http://schemas.openxmlformats.org/officeDocument/2006/relationships/oleObject" Target="../embeddings/oleObject151.bin"/><Relationship Id="rId2" Type="http://schemas.openxmlformats.org/officeDocument/2006/relationships/image" Target="../media/image39.wmf"/><Relationship Id="rId1" Type="http://schemas.openxmlformats.org/officeDocument/2006/relationships/oleObject" Target="../embeddings/oleObject150.bin"/></Relationships>
</file>

<file path=ppt/slides/_rels/slide95.xml.rels><?xml version="1.0" encoding="UTF-8" standalone="yes"?>
<Relationships xmlns="http://schemas.openxmlformats.org/package/2006/relationships"><Relationship Id="rId7" Type="http://schemas.openxmlformats.org/officeDocument/2006/relationships/vmlDrawing" Target="../drawings/vmlDrawing31.vml"/><Relationship Id="rId6" Type="http://schemas.openxmlformats.org/officeDocument/2006/relationships/slideLayout" Target="../slideLayouts/slideLayout2.xml"/><Relationship Id="rId5" Type="http://schemas.openxmlformats.org/officeDocument/2006/relationships/image" Target="../media/image67.wmf"/><Relationship Id="rId4" Type="http://schemas.openxmlformats.org/officeDocument/2006/relationships/image" Target="../media/image66.wmf"/><Relationship Id="rId3" Type="http://schemas.openxmlformats.org/officeDocument/2006/relationships/oleObject" Target="../embeddings/oleObject153.bin"/><Relationship Id="rId2" Type="http://schemas.openxmlformats.org/officeDocument/2006/relationships/image" Target="../media/image39.wmf"/><Relationship Id="rId1" Type="http://schemas.openxmlformats.org/officeDocument/2006/relationships/oleObject" Target="../embeddings/oleObject152.bin"/></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4.xml"/><Relationship Id="rId1" Type="http://schemas.openxmlformats.org/officeDocument/2006/relationships/image" Target="../media/image68.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7.xml"/><Relationship Id="rId1" Type="http://schemas.openxmlformats.org/officeDocument/2006/relationships/image" Target="../media/image69.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Footer Placeholder 2"/>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5363" name="Slide Number Placeholder 3"/>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5364" name="Rectangle 2"/>
          <p:cNvSpPr/>
          <p:nvPr/>
        </p:nvSpPr>
        <p:spPr>
          <a:xfrm>
            <a:off x="382588" y="493713"/>
            <a:ext cx="5764212" cy="1724025"/>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4000" dirty="0">
                <a:solidFill>
                  <a:schemeClr val="accent2"/>
                </a:solidFill>
                <a:ea typeface="宋体" panose="02010600030101010101" pitchFamily="2" charset="-122"/>
              </a:rPr>
              <a:t>Chapter 1</a:t>
            </a:r>
            <a:br>
              <a:rPr lang="en-US" altLang="zh-CN" sz="4000" dirty="0">
                <a:solidFill>
                  <a:schemeClr val="accent2"/>
                </a:solidFill>
                <a:ea typeface="宋体" panose="02010600030101010101" pitchFamily="2" charset="-122"/>
              </a:rPr>
            </a:br>
            <a:r>
              <a:rPr lang="en-US" altLang="zh-CN" sz="4000" dirty="0">
                <a:solidFill>
                  <a:schemeClr val="accent2"/>
                </a:solidFill>
                <a:ea typeface="宋体" panose="02010600030101010101" pitchFamily="2" charset="-122"/>
              </a:rPr>
              <a:t>Introduction</a:t>
            </a:r>
            <a:endParaRPr lang="en-US" altLang="zh-CN" sz="4000" dirty="0">
              <a:solidFill>
                <a:schemeClr val="accent2"/>
              </a:solidFill>
              <a:ea typeface="宋体" panose="02010600030101010101" pitchFamily="2" charset="-122"/>
            </a:endParaRPr>
          </a:p>
        </p:txBody>
      </p:sp>
      <p:sp>
        <p:nvSpPr>
          <p:cNvPr id="15365" name="Rectangle 3"/>
          <p:cNvSpPr/>
          <p:nvPr/>
        </p:nvSpPr>
        <p:spPr>
          <a:xfrm>
            <a:off x="6229350" y="3486150"/>
            <a:ext cx="2730500" cy="2860675"/>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i="1" dirty="0">
                <a:solidFill>
                  <a:schemeClr val="accent2"/>
                </a:solidFill>
                <a:ea typeface="宋体" panose="02010600030101010101" pitchFamily="2" charset="-122"/>
              </a:rPr>
              <a:t>Computer Networking: A Top Down Approach ,</a:t>
            </a:r>
            <a:br>
              <a:rPr lang="en-US" altLang="zh-CN" sz="1800" dirty="0">
                <a:solidFill>
                  <a:schemeClr val="accent2"/>
                </a:solidFill>
                <a:ea typeface="宋体" panose="02010600030101010101" pitchFamily="2" charset="-122"/>
              </a:rPr>
            </a:br>
            <a:r>
              <a:rPr lang="en-US" altLang="zh-CN" sz="1800" dirty="0">
                <a:solidFill>
                  <a:schemeClr val="accent2"/>
                </a:solidFill>
                <a:ea typeface="宋体" panose="02010600030101010101" pitchFamily="2" charset="-122"/>
              </a:rPr>
              <a:t>5</a:t>
            </a:r>
            <a:r>
              <a:rPr lang="en-US" altLang="zh-CN" sz="1800" baseline="30000" dirty="0">
                <a:solidFill>
                  <a:schemeClr val="accent2"/>
                </a:solidFill>
                <a:ea typeface="宋体" panose="02010600030101010101" pitchFamily="2" charset="-122"/>
              </a:rPr>
              <a:t>th</a:t>
            </a:r>
            <a:r>
              <a:rPr lang="en-US" altLang="zh-CN" sz="1800" dirty="0">
                <a:solidFill>
                  <a:schemeClr val="accent2"/>
                </a:solidFill>
                <a:ea typeface="宋体" panose="02010600030101010101" pitchFamily="2" charset="-122"/>
              </a:rPr>
              <a:t> edition. </a:t>
            </a:r>
            <a:br>
              <a:rPr lang="en-US" altLang="zh-CN" sz="1800" dirty="0">
                <a:solidFill>
                  <a:schemeClr val="accent2"/>
                </a:solidFill>
                <a:ea typeface="宋体" panose="02010600030101010101" pitchFamily="2" charset="-122"/>
              </a:rPr>
            </a:br>
            <a:r>
              <a:rPr lang="en-US" altLang="zh-CN" sz="1800" dirty="0">
                <a:solidFill>
                  <a:schemeClr val="accent2"/>
                </a:solidFill>
                <a:ea typeface="宋体" panose="02010600030101010101" pitchFamily="2" charset="-122"/>
              </a:rPr>
              <a:t>Jim Kurose, Keith Ross</a:t>
            </a:r>
            <a:br>
              <a:rPr lang="en-US" altLang="zh-CN" sz="1800" dirty="0">
                <a:solidFill>
                  <a:schemeClr val="accent2"/>
                </a:solidFill>
                <a:ea typeface="宋体" panose="02010600030101010101" pitchFamily="2" charset="-122"/>
              </a:rPr>
            </a:br>
            <a:r>
              <a:rPr lang="en-US" altLang="zh-CN" sz="1800" dirty="0">
                <a:solidFill>
                  <a:schemeClr val="accent2"/>
                </a:solidFill>
                <a:ea typeface="宋体" panose="02010600030101010101" pitchFamily="2" charset="-122"/>
              </a:rPr>
              <a:t>Addison-Wesley, April 2009. </a:t>
            </a:r>
            <a:br>
              <a:rPr lang="en-US" altLang="zh-CN" sz="1800" dirty="0">
                <a:solidFill>
                  <a:schemeClr val="accent2"/>
                </a:solidFill>
                <a:ea typeface="宋体" panose="02010600030101010101" pitchFamily="2" charset="-122"/>
              </a:rPr>
            </a:br>
            <a:endParaRPr lang="en-US" altLang="zh-CN" sz="1800" dirty="0">
              <a:solidFill>
                <a:schemeClr val="accent2"/>
              </a:solidFill>
              <a:ea typeface="宋体" panose="02010600030101010101" pitchFamily="2" charset="-122"/>
            </a:endParaRPr>
          </a:p>
        </p:txBody>
      </p:sp>
      <p:sp>
        <p:nvSpPr>
          <p:cNvPr id="15366" name="Text Box 4"/>
          <p:cNvSpPr txBox="1"/>
          <p:nvPr/>
        </p:nvSpPr>
        <p:spPr>
          <a:xfrm>
            <a:off x="393700" y="3392488"/>
            <a:ext cx="5378450" cy="31702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A note on the use of these ppt slides: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We’re making these slides freely available to all (faculty, students, readers). They’re in PowerPoint form so you can add, modify, and delete slides  (including this one) and slide content to suit your needs. They obviously represent a </a:t>
            </a:r>
            <a:r>
              <a:rPr lang="en-US" altLang="zh-CN" sz="1200" i="1" dirty="0">
                <a:latin typeface="Arial" panose="020B0604020202020204" pitchFamily="34" charset="0"/>
                <a:ea typeface="宋体" panose="02010600030101010101" pitchFamily="2" charset="-122"/>
              </a:rPr>
              <a:t>lot</a:t>
            </a:r>
            <a:r>
              <a:rPr lang="en-US" altLang="zh-CN" sz="1200" dirty="0">
                <a:latin typeface="Arial" panose="020B0604020202020204" pitchFamily="34" charset="0"/>
                <a:ea typeface="宋体" panose="02010600030101010101" pitchFamily="2" charset="-122"/>
              </a:rPr>
              <a:t> of work on our part. In return for use, we only ask the following:</a:t>
            </a:r>
            <a:endParaRPr lang="en-US" altLang="zh-CN" sz="1200" dirty="0">
              <a:latin typeface="Arial" panose="020B0604020202020204" pitchFamily="34" charset="0"/>
              <a:ea typeface="宋体" panose="02010600030101010101" pitchFamily="2" charset="-122"/>
            </a:endParaRPr>
          </a:p>
          <a:p>
            <a:pPr marL="0" lvl="0" indent="0">
              <a:spcBef>
                <a:spcPct val="0"/>
              </a:spcBef>
              <a:buSzTx/>
              <a:buFont typeface="Wingdings" panose="05000000000000000000" pitchFamily="2" charset="2"/>
              <a:buChar char="q"/>
            </a:pPr>
            <a:r>
              <a:rPr lang="en-US" altLang="zh-CN" sz="1200" dirty="0">
                <a:latin typeface="Arial" panose="020B0604020202020204" pitchFamily="34" charset="0"/>
                <a:ea typeface="宋体" panose="02010600030101010101" pitchFamily="2" charset="-122"/>
              </a:rPr>
              <a:t> If you use these slides (e.g., in a class) in substantially unaltered form, that you mention their source (after all, we’d like people to use our book!)</a:t>
            </a:r>
            <a:endParaRPr lang="en-US" altLang="zh-CN" sz="1200" dirty="0">
              <a:latin typeface="Arial" panose="020B0604020202020204" pitchFamily="34" charset="0"/>
              <a:ea typeface="宋体" panose="02010600030101010101" pitchFamily="2" charset="-122"/>
            </a:endParaRPr>
          </a:p>
          <a:p>
            <a:pPr marL="0" lvl="0" indent="0">
              <a:spcBef>
                <a:spcPct val="0"/>
              </a:spcBef>
              <a:buSzTx/>
              <a:buFont typeface="Wingdings" panose="05000000000000000000" pitchFamily="2" charset="2"/>
              <a:buChar char="q"/>
            </a:pPr>
            <a:r>
              <a:rPr lang="en-US" altLang="zh-CN" sz="1200" dirty="0">
                <a:latin typeface="Arial" panose="020B0604020202020204" pitchFamily="34" charset="0"/>
                <a:ea typeface="宋体" panose="02010600030101010101" pitchFamily="2" charset="-122"/>
              </a:rPr>
              <a:t> If you post any slides in substantially unaltered form on a www site, that you note that they are adapted from (or perhaps identical to) our slides, and note our copyright of this material.</a:t>
            </a:r>
            <a:endParaRPr lang="en-US" altLang="zh-CN" sz="1200" dirty="0">
              <a:latin typeface="Arial" panose="020B0604020202020204" pitchFamily="34" charset="0"/>
              <a:ea typeface="宋体" panose="02010600030101010101" pitchFamily="2" charset="-122"/>
            </a:endParaRPr>
          </a:p>
          <a:p>
            <a:pPr marL="0" lvl="0" indent="0">
              <a:spcBef>
                <a:spcPct val="0"/>
              </a:spcBef>
              <a:buSzTx/>
              <a:buFont typeface="Wingdings" panose="05000000000000000000" pitchFamily="2" charset="2"/>
              <a:buChar char="q"/>
            </a:pPr>
            <a:endParaRPr lang="en-US" altLang="zh-CN" sz="1200" dirty="0">
              <a:latin typeface="Arial" panose="020B0604020202020204" pitchFamily="34" charset="0"/>
              <a:ea typeface="宋体" panose="02010600030101010101" pitchFamily="2" charset="-122"/>
            </a:endParaRPr>
          </a:p>
          <a:p>
            <a:pPr marL="0" lvl="0" indent="0">
              <a:spcBef>
                <a:spcPct val="0"/>
              </a:spcBef>
              <a:buSzTx/>
              <a:buNone/>
            </a:pPr>
            <a:r>
              <a:rPr lang="en-US" altLang="zh-CN" sz="1200" dirty="0">
                <a:latin typeface="Arial" panose="020B0604020202020204" pitchFamily="34" charset="0"/>
                <a:ea typeface="宋体" panose="02010600030101010101" pitchFamily="2" charset="-122"/>
              </a:rPr>
              <a:t>Thanks and enjoy!  JFK/KWR</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All material copyright 1996-2009</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J.F Kurose and K.W. Ross, All Rights Reserved</a:t>
            </a:r>
            <a:endParaRPr lang="en-US" altLang="zh-CN" sz="1200" dirty="0">
              <a:latin typeface="Arial" panose="020B0604020202020204" pitchFamily="34" charset="0"/>
              <a:ea typeface="宋体" panose="02010600030101010101" pitchFamily="2" charset="-122"/>
            </a:endParaRPr>
          </a:p>
        </p:txBody>
      </p:sp>
      <p:pic>
        <p:nvPicPr>
          <p:cNvPr id="15367" name="Picture 10"/>
          <p:cNvPicPr>
            <a:picLocks noChangeAspect="1"/>
          </p:cNvPicPr>
          <p:nvPr/>
        </p:nvPicPr>
        <p:blipFill>
          <a:blip r:embed="rId1"/>
          <a:stretch>
            <a:fillRect/>
          </a:stretch>
        </p:blipFill>
        <p:spPr>
          <a:xfrm>
            <a:off x="6289675" y="390525"/>
            <a:ext cx="2425700" cy="2994025"/>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idx="4294967295"/>
          </p:nvPr>
        </p:nvSpPr>
        <p:spPr>
          <a:xfrm>
            <a:off x="457200" y="241300"/>
            <a:ext cx="7772400" cy="1143000"/>
          </a:xfrm>
        </p:spPr>
        <p:txBody>
          <a:bodyPr vert="horz" wrap="square" lIns="91440" tIns="45720" rIns="91440" bIns="45720" anchor="ctr" anchorCtr="0"/>
          <a:p>
            <a:pPr eaLnBrk="1" hangingPunct="1"/>
            <a:r>
              <a:rPr lang="en-US" altLang="zh-CN" dirty="0">
                <a:ea typeface="宋体" panose="02010600030101010101" pitchFamily="2" charset="-122"/>
              </a:rPr>
              <a:t>About Me</a:t>
            </a:r>
            <a:endParaRPr lang="en-US" altLang="zh-CN" dirty="0">
              <a:ea typeface="宋体" panose="02010600030101010101" pitchFamily="2" charset="-122"/>
            </a:endParaRPr>
          </a:p>
        </p:txBody>
      </p:sp>
      <p:sp>
        <p:nvSpPr>
          <p:cNvPr id="17411" name="Rectangle 3"/>
          <p:cNvSpPr>
            <a:spLocks noGrp="1"/>
          </p:cNvSpPr>
          <p:nvPr>
            <p:ph type="body" sz="half" idx="4294967295"/>
          </p:nvPr>
        </p:nvSpPr>
        <p:spPr>
          <a:xfrm>
            <a:off x="533400" y="1371600"/>
            <a:ext cx="8401050" cy="4648200"/>
          </a:xfrm>
        </p:spPr>
        <p:txBody>
          <a:bodyPr vert="horz" wrap="square" lIns="91440" tIns="45720" rIns="91440" bIns="45720" anchor="t" anchorCtr="0"/>
          <a:lstStyle>
            <a:lvl1pPr lvl="0">
              <a:buClr>
                <a:schemeClr val="accent2"/>
              </a:buClr>
              <a:buSzPct val="85000"/>
              <a:buFont typeface="Wingdings" panose="05000000000000000000" pitchFamily="2" charset="2"/>
              <a:defRPr sz="2400"/>
            </a:lvl1pPr>
            <a:lvl2pPr lvl="1">
              <a:buClr>
                <a:schemeClr val="accent2"/>
              </a:buClr>
              <a:buSzPct val="75000"/>
              <a:buFont typeface="Wingdings" panose="05000000000000000000" pitchFamily="2" charset="2"/>
              <a:defRPr sz="2000"/>
            </a:lvl2pPr>
            <a:lvl3pPr lvl="2">
              <a:buClrTx/>
              <a:buSzTx/>
              <a:buFontTx/>
              <a:defRPr sz="1800"/>
            </a:lvl3pPr>
            <a:lvl4pPr lvl="3">
              <a:buClrTx/>
              <a:buSzTx/>
              <a:buFontTx/>
              <a:defRPr sz="1800"/>
            </a:lvl4pPr>
            <a:lvl5pPr lvl="4">
              <a:buClrTx/>
              <a:buSzTx/>
              <a:buFontTx/>
              <a:defRPr sz="1800"/>
            </a:lvl5pPr>
          </a:lstStyle>
          <a:p>
            <a:pPr lvl="0" eaLnBrk="1" hangingPunct="1">
              <a:lnSpc>
                <a:spcPct val="90000"/>
              </a:lnSpc>
              <a:buNone/>
            </a:pPr>
            <a:r>
              <a:rPr lang="en-US" altLang="zh-CN" sz="2800" i="1" dirty="0">
                <a:solidFill>
                  <a:srgbClr val="CC0000"/>
                </a:solidFill>
                <a:ea typeface="宋体" panose="02010600030101010101" pitchFamily="2" charset="-122"/>
              </a:rPr>
              <a:t>Zhuqing Jiang</a:t>
            </a:r>
            <a:endParaRPr lang="en-US" altLang="zh-CN" sz="2800" i="1" dirty="0">
              <a:solidFill>
                <a:srgbClr val="CC0000"/>
              </a:solidFill>
              <a:ea typeface="宋体" panose="02010600030101010101" pitchFamily="2" charset="-122"/>
            </a:endParaRPr>
          </a:p>
          <a:p>
            <a:pPr lvl="0" eaLnBrk="1" hangingPunct="1">
              <a:lnSpc>
                <a:spcPct val="90000"/>
              </a:lnSpc>
              <a:buNone/>
            </a:pPr>
            <a:endParaRPr lang="en-US" altLang="zh-CN" sz="2800" dirty="0">
              <a:ea typeface="宋体" panose="02010600030101010101" pitchFamily="2" charset="-122"/>
            </a:endParaRPr>
          </a:p>
          <a:p>
            <a:pPr lvl="0" eaLnBrk="1" hangingPunct="1">
              <a:lnSpc>
                <a:spcPct val="90000"/>
              </a:lnSpc>
            </a:pPr>
            <a:r>
              <a:rPr lang="en-US" altLang="zh-CN" dirty="0">
                <a:ea typeface="宋体" panose="02010600030101010101" pitchFamily="2" charset="-122"/>
              </a:rPr>
              <a:t>2014: Ph.D from BUPT. </a:t>
            </a:r>
            <a:endParaRPr lang="en-US" altLang="zh-CN" dirty="0">
              <a:ea typeface="宋体" panose="02010600030101010101" pitchFamily="2" charset="-122"/>
            </a:endParaRPr>
          </a:p>
          <a:p>
            <a:pPr lvl="0" eaLnBrk="1" hangingPunct="1">
              <a:lnSpc>
                <a:spcPct val="90000"/>
              </a:lnSpc>
            </a:pPr>
            <a:r>
              <a:rPr lang="en-US" altLang="zh-CN" dirty="0">
                <a:ea typeface="宋体" panose="02010600030101010101" pitchFamily="2" charset="-122"/>
              </a:rPr>
              <a:t>Visiting Scholar: McGill University, Canada</a:t>
            </a:r>
            <a:endParaRPr lang="en-US" altLang="zh-CN" dirty="0">
              <a:ea typeface="宋体" panose="02010600030101010101" pitchFamily="2" charset="-122"/>
            </a:endParaRPr>
          </a:p>
          <a:p>
            <a:pPr lvl="0" eaLnBrk="1" hangingPunct="1">
              <a:lnSpc>
                <a:spcPct val="90000"/>
              </a:lnSpc>
            </a:pPr>
            <a:r>
              <a:rPr lang="en-US" altLang="zh-CN" dirty="0">
                <a:ea typeface="宋体" panose="02010600030101010101" pitchFamily="2" charset="-122"/>
              </a:rPr>
              <a:t>Research Interest: Computer Vision, Visual SLAM</a:t>
            </a:r>
            <a:r>
              <a:rPr lang="en-US" altLang="zh-CN" sz="2800" dirty="0">
                <a:ea typeface="宋体" panose="02010600030101010101" pitchFamily="2" charset="-122"/>
              </a:rPr>
              <a:t> </a:t>
            </a:r>
            <a:endParaRPr lang="en-US" altLang="zh-CN" sz="2800" dirty="0">
              <a:ea typeface="宋体" panose="02010600030101010101" pitchFamily="2" charset="-122"/>
            </a:endParaRPr>
          </a:p>
          <a:p>
            <a:pPr lvl="0" eaLnBrk="1" hangingPunct="1">
              <a:lnSpc>
                <a:spcPct val="90000"/>
              </a:lnSpc>
            </a:pPr>
            <a:r>
              <a:rPr lang="en-US" altLang="zh-CN" sz="2800" dirty="0">
                <a:ea typeface="宋体" panose="02010600030101010101" pitchFamily="2" charset="-122"/>
              </a:rPr>
              <a:t>Research Internships</a:t>
            </a:r>
            <a:endParaRPr lang="en-US" altLang="zh-CN" sz="2800" dirty="0">
              <a:ea typeface="宋体" panose="02010600030101010101" pitchFamily="2" charset="-122"/>
            </a:endParaRPr>
          </a:p>
          <a:p>
            <a:pPr lvl="1" eaLnBrk="1" hangingPunct="1">
              <a:lnSpc>
                <a:spcPct val="90000"/>
              </a:lnSpc>
            </a:pPr>
            <a:r>
              <a:rPr lang="en-US" altLang="zh-CN" dirty="0">
                <a:ea typeface="宋体" panose="02010600030101010101" pitchFamily="2" charset="-122"/>
              </a:rPr>
              <a:t>Industry oriented</a:t>
            </a:r>
            <a:endParaRPr lang="en-US" altLang="zh-CN" dirty="0">
              <a:ea typeface="宋体" panose="02010600030101010101" pitchFamily="2" charset="-122"/>
            </a:endParaRPr>
          </a:p>
          <a:p>
            <a:pPr lvl="1" eaLnBrk="1" hangingPunct="1">
              <a:lnSpc>
                <a:spcPct val="90000"/>
              </a:lnSpc>
            </a:pPr>
            <a:r>
              <a:rPr lang="en-US" altLang="zh-CN" dirty="0">
                <a:ea typeface="宋体" panose="02010600030101010101" pitchFamily="2" charset="-122"/>
              </a:rPr>
              <a:t>CV tasks related to Medicine, Traffic, UAV</a:t>
            </a:r>
            <a:endParaRPr lang="en-US" altLang="zh-CN" sz="3200"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diamond(in)">
                                      <p:cBhvr>
                                        <p:cTn id="7" dur="20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7411">
                                            <p:txEl>
                                              <p:pRg st="2" end="2"/>
                                            </p:txEl>
                                          </p:spTgt>
                                        </p:tgtEl>
                                        <p:attrNameLst>
                                          <p:attrName>style.visibility</p:attrName>
                                        </p:attrNameLst>
                                      </p:cBhvr>
                                      <p:to>
                                        <p:strVal val="visible"/>
                                      </p:to>
                                    </p:set>
                                    <p:animEffect transition="in" filter="diamond(in)">
                                      <p:cBhvr>
                                        <p:cTn id="12" dur="2000"/>
                                        <p:tgtEl>
                                          <p:spTgt spid="174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7411">
                                            <p:txEl>
                                              <p:pRg st="3" end="3"/>
                                            </p:txEl>
                                          </p:spTgt>
                                        </p:tgtEl>
                                        <p:attrNameLst>
                                          <p:attrName>style.visibility</p:attrName>
                                        </p:attrNameLst>
                                      </p:cBhvr>
                                      <p:to>
                                        <p:strVal val="visible"/>
                                      </p:to>
                                    </p:set>
                                    <p:animEffect transition="in" filter="diamond(in)">
                                      <p:cBhvr>
                                        <p:cTn id="17" dur="2000"/>
                                        <p:tgtEl>
                                          <p:spTgt spid="1741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17411">
                                            <p:txEl>
                                              <p:pRg st="4" end="4"/>
                                            </p:txEl>
                                          </p:spTgt>
                                        </p:tgtEl>
                                        <p:attrNameLst>
                                          <p:attrName>style.visibility</p:attrName>
                                        </p:attrNameLst>
                                      </p:cBhvr>
                                      <p:to>
                                        <p:strVal val="visible"/>
                                      </p:to>
                                    </p:set>
                                    <p:animEffect transition="in" filter="diamond(in)">
                                      <p:cBhvr>
                                        <p:cTn id="22" dur="2000"/>
                                        <p:tgtEl>
                                          <p:spTgt spid="1741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17411">
                                            <p:txEl>
                                              <p:pRg st="5" end="5"/>
                                            </p:txEl>
                                          </p:spTgt>
                                        </p:tgtEl>
                                        <p:attrNameLst>
                                          <p:attrName>style.visibility</p:attrName>
                                        </p:attrNameLst>
                                      </p:cBhvr>
                                      <p:to>
                                        <p:strVal val="visible"/>
                                      </p:to>
                                    </p:set>
                                    <p:animEffect transition="in" filter="diamond(in)">
                                      <p:cBhvr>
                                        <p:cTn id="27" dur="2000"/>
                                        <p:tgtEl>
                                          <p:spTgt spid="17411">
                                            <p:txEl>
                                              <p:pRg st="5" end="5"/>
                                            </p:txEl>
                                          </p:spTgt>
                                        </p:tgtEl>
                                      </p:cBhvr>
                                    </p:animEffect>
                                  </p:childTnLst>
                                </p:cTn>
                              </p:par>
                              <p:par>
                                <p:cTn id="28" presetID="8" presetClass="entr" presetSubtype="16" fill="hold" grpId="0" nodeType="withEffect">
                                  <p:stCondLst>
                                    <p:cond delay="0"/>
                                  </p:stCondLst>
                                  <p:childTnLst>
                                    <p:set>
                                      <p:cBhvr>
                                        <p:cTn id="29" dur="1" fill="hold">
                                          <p:stCondLst>
                                            <p:cond delay="0"/>
                                          </p:stCondLst>
                                        </p:cTn>
                                        <p:tgtEl>
                                          <p:spTgt spid="17411">
                                            <p:txEl>
                                              <p:pRg st="6" end="6"/>
                                            </p:txEl>
                                          </p:spTgt>
                                        </p:tgtEl>
                                        <p:attrNameLst>
                                          <p:attrName>style.visibility</p:attrName>
                                        </p:attrNameLst>
                                      </p:cBhvr>
                                      <p:to>
                                        <p:strVal val="visible"/>
                                      </p:to>
                                    </p:set>
                                    <p:animEffect transition="in" filter="diamond(in)">
                                      <p:cBhvr>
                                        <p:cTn id="30" dur="2000"/>
                                        <p:tgtEl>
                                          <p:spTgt spid="17411">
                                            <p:txEl>
                                              <p:pRg st="6" end="6"/>
                                            </p:txEl>
                                          </p:spTgt>
                                        </p:tgtEl>
                                      </p:cBhvr>
                                    </p:animEffect>
                                  </p:childTnLst>
                                </p:cTn>
                              </p:par>
                              <p:par>
                                <p:cTn id="31" presetID="8" presetClass="entr" presetSubtype="16" fill="hold" grpId="0" nodeType="withEffect">
                                  <p:stCondLst>
                                    <p:cond delay="0"/>
                                  </p:stCondLst>
                                  <p:childTnLst>
                                    <p:set>
                                      <p:cBhvr>
                                        <p:cTn id="32" dur="1" fill="hold">
                                          <p:stCondLst>
                                            <p:cond delay="0"/>
                                          </p:stCondLst>
                                        </p:cTn>
                                        <p:tgtEl>
                                          <p:spTgt spid="17411">
                                            <p:txEl>
                                              <p:pRg st="7" end="7"/>
                                            </p:txEl>
                                          </p:spTgt>
                                        </p:tgtEl>
                                        <p:attrNameLst>
                                          <p:attrName>style.visibility</p:attrName>
                                        </p:attrNameLst>
                                      </p:cBhvr>
                                      <p:to>
                                        <p:strVal val="visible"/>
                                      </p:to>
                                    </p:set>
                                    <p:animEffect transition="in" filter="diamond(in)">
                                      <p:cBhvr>
                                        <p:cTn id="33" dur="2000"/>
                                        <p:tgtEl>
                                          <p:spTgt spid="174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17411"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姜竹青</a:t>
            </a:r>
            <a:endParaRPr lang="zh-CN" altLang="en-US"/>
          </a:p>
        </p:txBody>
      </p:sp>
      <p:pic>
        <p:nvPicPr>
          <p:cNvPr id="1028" name="Picture 4" descr="查看源图像"/>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83406" y="2475548"/>
            <a:ext cx="3851910" cy="256794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p:cNvPicPr>
            <a:picLocks noChangeAspect="1" noChangeArrowheads="1"/>
          </p:cNvPicPr>
          <p:nvPr>
            <p:custDataLst>
              <p:tags r:id="rId3"/>
            </p:custDataLst>
          </p:nvPr>
        </p:nvPicPr>
        <p:blipFill rotWithShape="1">
          <a:blip r:embed="rId4">
            <a:extLst>
              <a:ext uri="{28A0092B-C50C-407E-A947-70E740481C1C}">
                <a14:useLocalDpi xmlns:a14="http://schemas.microsoft.com/office/drawing/2010/main" val="0"/>
              </a:ext>
            </a:extLst>
          </a:blip>
          <a:srcRect l="12285" r="7409"/>
          <a:stretch>
            <a:fillRect/>
          </a:stretch>
        </p:blipFill>
        <p:spPr bwMode="auto">
          <a:xfrm>
            <a:off x="4435316" y="2475548"/>
            <a:ext cx="4034790" cy="256794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sym typeface="+mn-ea"/>
              </a:rPr>
              <a:t>姜竹青</a:t>
            </a:r>
            <a:endParaRPr lang="zh-CN" altLang="en-US"/>
          </a:p>
        </p:txBody>
      </p:sp>
      <p:sp>
        <p:nvSpPr>
          <p:cNvPr id="3" name="内容占位符 2"/>
          <p:cNvSpPr>
            <a:spLocks noGrp="1"/>
          </p:cNvSpPr>
          <p:nvPr>
            <p:ph idx="1"/>
          </p:nvPr>
        </p:nvSpPr>
        <p:spPr/>
        <p:txBody>
          <a:bodyPr/>
          <a:p>
            <a:r>
              <a:rPr lang="zh-CN" altLang="en-US"/>
              <a:t>一作</a:t>
            </a:r>
            <a:r>
              <a:rPr lang="en-US" altLang="zh-CN"/>
              <a:t>/</a:t>
            </a:r>
            <a:r>
              <a:rPr lang="zh-CN" altLang="en-US"/>
              <a:t>通讯发表的刊物</a:t>
            </a:r>
            <a:endParaRPr lang="zh-CN" altLang="en-US"/>
          </a:p>
          <a:p>
            <a:pPr lvl="1"/>
            <a:r>
              <a:rPr lang="en-US" altLang="zh-CN"/>
              <a:t>IJCAI</a:t>
            </a:r>
            <a:endParaRPr lang="en-US" altLang="zh-CN"/>
          </a:p>
          <a:p>
            <a:pPr lvl="1"/>
            <a:r>
              <a:rPr lang="en-US" altLang="zh-CN"/>
              <a:t>AAAI</a:t>
            </a:r>
            <a:endParaRPr lang="en-US" altLang="zh-CN"/>
          </a:p>
          <a:p>
            <a:pPr lvl="1"/>
            <a:r>
              <a:rPr lang="en-US" altLang="zh-CN"/>
              <a:t>Transaction on Image Processing</a:t>
            </a:r>
            <a:endParaRPr lang="en-US" altLang="zh-CN"/>
          </a:p>
          <a:p>
            <a:pPr lvl="1"/>
            <a:r>
              <a:rPr lang="en-US" altLang="zh-CN"/>
              <a:t>Pattern Recognition</a:t>
            </a:r>
            <a:endParaRPr lang="en-US" altLang="zh-CN"/>
          </a:p>
          <a:p>
            <a:pPr lvl="1"/>
            <a:r>
              <a:rPr lang="en-US" altLang="zh-CN"/>
              <a:t>Knowledge Based Systems</a:t>
            </a:r>
            <a:endParaRPr lang="en-US" altLang="zh-CN"/>
          </a:p>
          <a:p>
            <a:pPr lvl="1"/>
            <a:r>
              <a:rPr lang="en-US" altLang="zh-CN"/>
              <a:t>Information Sciences</a:t>
            </a:r>
            <a:endParaRPr lang="en-US" altLang="zh-CN"/>
          </a:p>
          <a:p>
            <a:pPr lvl="1"/>
            <a:r>
              <a:rPr lang="en-US" altLang="zh-CN"/>
              <a:t>IEEE Transaction on Broadcasting</a:t>
            </a:r>
            <a:endParaRPr lang="en-US" altLang="zh-CN"/>
          </a:p>
          <a:p>
            <a:pPr lvl="1"/>
            <a:r>
              <a:rPr lang="en-US" altLang="zh-CN"/>
              <a:t>Neuro Computing</a:t>
            </a:r>
            <a:endParaRPr lang="en-US" altLang="zh-CN"/>
          </a:p>
          <a:p>
            <a:pPr lvl="1"/>
            <a:endParaRPr lang="en-US" altLang="zh-CN"/>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a:sym typeface="+mn-ea"/>
              </a:rPr>
              <a:t>IROS</a:t>
            </a:r>
            <a:endParaRPr lang="en-US" altLang="zh-CN">
              <a:sym typeface="+mn-ea"/>
            </a:endParaRPr>
          </a:p>
          <a:p>
            <a:r>
              <a:rPr lang="en-US" altLang="zh-CN">
                <a:sym typeface="+mn-ea"/>
              </a:rPr>
              <a:t>IEEE IOT Journal</a:t>
            </a:r>
            <a:endParaRPr lang="en-US" altLang="zh-CN">
              <a:sym typeface="+mn-ea"/>
            </a:endParaRPr>
          </a:p>
          <a:p>
            <a:r>
              <a:rPr lang="en-US" altLang="zh-CN">
                <a:sym typeface="+mn-ea"/>
              </a:rPr>
              <a:t>IEEE Sensors Journal</a:t>
            </a:r>
            <a:endParaRPr lang="en-US" altLang="zh-CN">
              <a:sym typeface="+mn-ea"/>
            </a:endParaRPr>
          </a:p>
          <a:p>
            <a:endParaRPr lang="en-US" altLang="zh-CN">
              <a:sym typeface="+mn-ea"/>
            </a:endParaRPr>
          </a:p>
          <a:p>
            <a:r>
              <a:rPr lang="en-US" altLang="zh-CN">
                <a:sym typeface="+mn-ea"/>
              </a:rPr>
              <a:t>IEEE BMSB 2020</a:t>
            </a:r>
            <a:r>
              <a:rPr>
                <a:sym typeface="+mn-ea"/>
              </a:rPr>
              <a:t>广播宽带多媒体国际会议共同技术主席</a:t>
            </a:r>
            <a:endParaRPr>
              <a:sym typeface="+mn-ea"/>
            </a:endParaRPr>
          </a:p>
          <a:p>
            <a:r>
              <a:rPr>
                <a:sym typeface="+mn-ea"/>
              </a:rPr>
              <a:t>“可信人脸应用守护计划”专家委员会委员</a:t>
            </a:r>
            <a:endParaRPr>
              <a:sym typeface="+mn-ea"/>
            </a:endParaRPr>
          </a:p>
          <a:p>
            <a:r>
              <a:rPr lang="en-US">
                <a:sym typeface="+mn-ea"/>
              </a:rPr>
              <a:t>2023</a:t>
            </a:r>
            <a:r>
              <a:rPr lang="zh-CN" altLang="en-US">
                <a:sym typeface="+mn-ea"/>
              </a:rPr>
              <a:t>年中国人工智能大赛评委</a:t>
            </a:r>
            <a:endParaRPr lang="zh-CN" altLang="en-US">
              <a:sym typeface="+mn-ea"/>
            </a:endParaRPr>
          </a:p>
          <a:p>
            <a:r>
              <a:rPr>
                <a:sym typeface="+mn-ea"/>
              </a:rPr>
              <a:t>主编专著《计算机视觉中的深度学习》</a:t>
            </a:r>
            <a:endParaRPr>
              <a:sym typeface="+mn-ea"/>
            </a:endParaRPr>
          </a:p>
          <a:p>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a:t>2016</a:t>
            </a:r>
            <a:r>
              <a:rPr lang="zh-CN" altLang="en-US"/>
              <a:t>年</a:t>
            </a:r>
            <a:r>
              <a:rPr lang="en-US" altLang="zh-CN"/>
              <a:t> 2022</a:t>
            </a:r>
            <a:r>
              <a:rPr lang="zh-CN" altLang="en-US"/>
              <a:t>年</a:t>
            </a:r>
            <a:r>
              <a:rPr lang="en-US" altLang="zh-CN"/>
              <a:t> </a:t>
            </a:r>
            <a:r>
              <a:rPr lang="zh-CN" altLang="en-US"/>
              <a:t>两次在校级教学观摩比赛中获奖</a:t>
            </a:r>
            <a:endParaRPr lang="zh-CN" altLang="en-US"/>
          </a:p>
          <a:p>
            <a:r>
              <a:rPr lang="zh-CN" altLang="en-US"/>
              <a:t>指导同学参加人工智能相关比赛获奖</a:t>
            </a:r>
            <a:endParaRPr lang="zh-CN" altLang="en-US"/>
          </a:p>
          <a:p>
            <a:endParaRPr lang="zh-CN" altLang="en-US"/>
          </a:p>
          <a:p>
            <a:endParaRPr lang="zh-CN" altLang="en-US"/>
          </a:p>
        </p:txBody>
      </p:sp>
      <p:pic>
        <p:nvPicPr>
          <p:cNvPr id="5" name="内容占位符 3"/>
          <p:cNvPicPr>
            <a:picLocks noChangeAspect="1"/>
          </p:cNvPicPr>
          <p:nvPr/>
        </p:nvPicPr>
        <p:blipFill>
          <a:blip r:embed="rId1"/>
          <a:stretch>
            <a:fillRect/>
          </a:stretch>
        </p:blipFill>
        <p:spPr>
          <a:xfrm>
            <a:off x="434816" y="3678873"/>
            <a:ext cx="3810000" cy="2686050"/>
          </a:xfrm>
          <a:prstGeom prst="rect">
            <a:avLst/>
          </a:prstGeom>
        </p:spPr>
      </p:pic>
      <p:pic>
        <p:nvPicPr>
          <p:cNvPr id="6" name="内容占位符 3"/>
          <p:cNvPicPr>
            <a:picLocks noChangeAspect="1"/>
          </p:cNvPicPr>
          <p:nvPr/>
        </p:nvPicPr>
        <p:blipFill>
          <a:blip r:embed="rId2"/>
          <a:stretch>
            <a:fillRect/>
          </a:stretch>
        </p:blipFill>
        <p:spPr>
          <a:xfrm>
            <a:off x="5894070" y="3187065"/>
            <a:ext cx="2648585" cy="3670935"/>
          </a:xfrm>
          <a:prstGeom prst="rect">
            <a:avLst/>
          </a:prstGeom>
        </p:spPr>
      </p:pic>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北斗三号</a:t>
            </a:r>
            <a:r>
              <a:rPr lang="en-US" altLang="zh-CN"/>
              <a:t>--</a:t>
            </a:r>
            <a:r>
              <a:t>国防应用证明</a:t>
            </a:r>
          </a:p>
        </p:txBody>
      </p:sp>
      <p:sp>
        <p:nvSpPr>
          <p:cNvPr id="3" name="内容占位符 2"/>
          <p:cNvSpPr>
            <a:spLocks noGrp="1"/>
          </p:cNvSpPr>
          <p:nvPr>
            <p:ph idx="1"/>
          </p:nvPr>
        </p:nvSpPr>
        <p:spPr>
          <a:xfrm>
            <a:off x="501968" y="1787366"/>
            <a:ext cx="4626769" cy="4041458"/>
          </a:xfrm>
        </p:spPr>
        <p:txBody>
          <a:bodyPr/>
          <a:p>
            <a:r>
              <a:rPr lang="zh-CN" altLang="en-US" sz="1500"/>
              <a:t>承担研制军工项目“导航卫星组网验证系统”</a:t>
            </a:r>
            <a:endParaRPr lang="zh-CN" altLang="en-US" sz="1500"/>
          </a:p>
          <a:p>
            <a:r>
              <a:rPr lang="zh-CN" altLang="en-US" sz="1500"/>
              <a:t>得到项目单位</a:t>
            </a:r>
            <a:r>
              <a:rPr lang="en-US" altLang="zh-CN" sz="1500"/>
              <a:t>“</a:t>
            </a:r>
            <a:r>
              <a:rPr sz="1500"/>
              <a:t>北京空间飞行器总体设计部</a:t>
            </a:r>
            <a:r>
              <a:rPr lang="en-US" altLang="zh-CN" sz="1500"/>
              <a:t>”</a:t>
            </a:r>
            <a:r>
              <a:rPr lang="zh-CN" altLang="en-US" sz="1500"/>
              <a:t>的应用，并产生良好效果</a:t>
            </a:r>
            <a:endParaRPr lang="zh-CN" altLang="en-US" sz="1500"/>
          </a:p>
        </p:txBody>
      </p:sp>
      <p:pic>
        <p:nvPicPr>
          <p:cNvPr id="12" name="图片 11"/>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rot="10800000">
            <a:off x="5076666" y="1276985"/>
            <a:ext cx="3679984" cy="5062538"/>
          </a:xfrm>
          <a:prstGeom prst="rect">
            <a:avLst/>
          </a:prstGeom>
        </p:spPr>
      </p:pic>
      <p:pic>
        <p:nvPicPr>
          <p:cNvPr id="4" name="图片 3"/>
          <p:cNvPicPr>
            <a:picLocks noChangeAspect="1"/>
          </p:cNvPicPr>
          <p:nvPr/>
        </p:nvPicPr>
        <p:blipFill>
          <a:blip r:embed="rId3"/>
          <a:stretch>
            <a:fillRect/>
          </a:stretch>
        </p:blipFill>
        <p:spPr>
          <a:xfrm>
            <a:off x="1226939" y="4429049"/>
            <a:ext cx="2784942" cy="1571504"/>
          </a:xfrm>
          <a:prstGeom prst="rect">
            <a:avLst/>
          </a:prstGeom>
        </p:spPr>
      </p:pic>
      <p:pic>
        <p:nvPicPr>
          <p:cNvPr id="17" name="图片 16"/>
          <p:cNvPicPr>
            <a:picLocks noChangeAspect="1"/>
          </p:cNvPicPr>
          <p:nvPr/>
        </p:nvPicPr>
        <p:blipFill>
          <a:blip r:embed="rId4"/>
          <a:stretch>
            <a:fillRect/>
          </a:stretch>
        </p:blipFill>
        <p:spPr>
          <a:xfrm>
            <a:off x="1226975" y="2862896"/>
            <a:ext cx="2784943" cy="1566530"/>
          </a:xfrm>
          <a:prstGeom prst="rect">
            <a:avLst/>
          </a:prstGeom>
        </p:spPr>
      </p:pic>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2" presetClass="entr" presetSubtype="4"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 calcmode="lin" valueType="num">
                                      <p:cBhvr additive="base">
                                        <p:cTn id="10" dur="500" fill="hold"/>
                                        <p:tgtEl>
                                          <p:spTgt spid="17"/>
                                        </p:tgtEl>
                                        <p:attrNameLst>
                                          <p:attrName>ppt_x</p:attrName>
                                        </p:attrNameLst>
                                      </p:cBhvr>
                                      <p:tavLst>
                                        <p:tav tm="0">
                                          <p:val>
                                            <p:strVal val="#ppt_x"/>
                                          </p:val>
                                        </p:tav>
                                        <p:tav tm="100000">
                                          <p:val>
                                            <p:strVal val="#ppt_x"/>
                                          </p:val>
                                        </p:tav>
                                      </p:tavLst>
                                    </p:anim>
                                    <p:anim calcmode="lin" valueType="num">
                                      <p:cBhvr additive="base">
                                        <p:cTn id="11" dur="500" fill="hold"/>
                                        <p:tgtEl>
                                          <p:spTgt spid="17"/>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红外图像增强</a:t>
            </a:r>
            <a:endParaRPr lang="zh-CN" altLang="en-US"/>
          </a:p>
        </p:txBody>
      </p:sp>
      <p:pic>
        <p:nvPicPr>
          <p:cNvPr id="7171" name="内容占位符 4"/>
          <p:cNvPicPr>
            <a:picLocks noGrp="1" noChangeAspect="1"/>
          </p:cNvPicPr>
          <p:nvPr/>
        </p:nvPicPr>
        <p:blipFill>
          <a:blip r:embed="rId1"/>
          <a:stretch>
            <a:fillRect/>
          </a:stretch>
        </p:blipFill>
        <p:spPr>
          <a:xfrm>
            <a:off x="5000149" y="2034540"/>
            <a:ext cx="3181350" cy="2120504"/>
          </a:xfrm>
          <a:prstGeom prst="rect">
            <a:avLst/>
          </a:prstGeom>
          <a:noFill/>
          <a:ln w="9525">
            <a:noFill/>
          </a:ln>
        </p:spPr>
      </p:pic>
      <p:pic>
        <p:nvPicPr>
          <p:cNvPr id="7172" name="图片 6"/>
          <p:cNvPicPr>
            <a:picLocks noChangeAspect="1"/>
          </p:cNvPicPr>
          <p:nvPr/>
        </p:nvPicPr>
        <p:blipFill>
          <a:blip r:embed="rId2"/>
          <a:stretch>
            <a:fillRect/>
          </a:stretch>
        </p:blipFill>
        <p:spPr>
          <a:xfrm>
            <a:off x="1346121" y="2034540"/>
            <a:ext cx="3181350" cy="2120504"/>
          </a:xfrm>
          <a:prstGeom prst="rect">
            <a:avLst/>
          </a:prstGeom>
          <a:noFill/>
          <a:ln w="9525">
            <a:noFill/>
          </a:ln>
        </p:spPr>
      </p:pic>
      <p:sp>
        <p:nvSpPr>
          <p:cNvPr id="7173" name="文本框 7"/>
          <p:cNvSpPr txBox="1"/>
          <p:nvPr/>
        </p:nvSpPr>
        <p:spPr>
          <a:xfrm>
            <a:off x="1346121" y="4572476"/>
            <a:ext cx="6293644" cy="645160"/>
          </a:xfrm>
          <a:prstGeom prst="rect">
            <a:avLst/>
          </a:prstGeom>
          <a:noFill/>
          <a:ln w="9525">
            <a:noFill/>
          </a:ln>
        </p:spPr>
        <p:txBody>
          <a:bodyPr>
            <a:spAutoFit/>
          </a:bodyPr>
          <a:p>
            <a:pPr>
              <a:buNone/>
            </a:pPr>
            <a:r>
              <a:rPr lang="zh-CN" altLang="en-US" sz="1800" dirty="0">
                <a:latin typeface="Arial" panose="020B0604020202020204" pitchFamily="34" charset="0"/>
              </a:rPr>
              <a:t>利用卡尔曼滤波，对红外视频每帧背景亮度进行建模，解决红外视频中，物体在画面中进出导致亮度突变的问题。</a:t>
            </a:r>
            <a:endParaRPr lang="zh-CN" altLang="en-US" sz="1800" dirty="0">
              <a:latin typeface="Arial" panose="020B0604020202020204" pitchFamily="34" charset="0"/>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图像亮度增强</a:t>
            </a:r>
            <a:endParaRPr lang="zh-CN" altLang="en-US"/>
          </a:p>
        </p:txBody>
      </p:sp>
      <p:sp>
        <p:nvSpPr>
          <p:cNvPr id="8195" name="文本框 6"/>
          <p:cNvSpPr txBox="1">
            <a:spLocks noChangeArrowheads="1"/>
          </p:cNvSpPr>
          <p:nvPr/>
        </p:nvSpPr>
        <p:spPr bwMode="auto">
          <a:xfrm>
            <a:off x="817960" y="2683669"/>
            <a:ext cx="1397794" cy="542290"/>
          </a:xfrm>
          <a:prstGeom prst="rect">
            <a:avLst/>
          </a:prstGeom>
          <a:noFill/>
          <a:ln>
            <a:noFill/>
          </a:ln>
        </p:spPr>
        <p:txBody>
          <a:bodyPr>
            <a:spAutoFit/>
          </a:bodyPr>
          <a:lstStyle>
            <a:lvl1pPr marL="342900" indent="-342900">
              <a:spcBef>
                <a:spcPct val="20000"/>
              </a:spcBef>
              <a:buClr>
                <a:schemeClr val="tx1"/>
              </a:buClr>
              <a:buChar char="•"/>
              <a:defRPr sz="2000">
                <a:solidFill>
                  <a:schemeClr val="tx1"/>
                </a:solidFill>
                <a:latin typeface="Helvetica" charset="0"/>
              </a:defRPr>
            </a:lvl1pPr>
            <a:lvl2pPr marL="742950" indent="-285750">
              <a:spcBef>
                <a:spcPct val="20000"/>
              </a:spcBef>
              <a:buClr>
                <a:schemeClr val="tx1"/>
              </a:buClr>
              <a:buFont typeface="Wingdings" panose="05000000000000000000" pitchFamily="2" charset="2"/>
              <a:buChar char="Ø"/>
              <a:defRPr sz="2000">
                <a:solidFill>
                  <a:schemeClr val="tx1"/>
                </a:solidFill>
                <a:latin typeface="Helvetica" charset="0"/>
              </a:defRPr>
            </a:lvl2pPr>
            <a:lvl3pPr marL="1143000" indent="-228600">
              <a:spcBef>
                <a:spcPct val="20000"/>
              </a:spcBef>
              <a:buClr>
                <a:schemeClr val="tx1"/>
              </a:buClr>
              <a:buFont typeface="Wingdings" panose="05000000000000000000" pitchFamily="2" charset="2"/>
              <a:buChar char="Ø"/>
              <a:defRPr sz="2000">
                <a:solidFill>
                  <a:schemeClr val="tx1"/>
                </a:solidFill>
                <a:latin typeface="Helvetica" charset="0"/>
              </a:defRPr>
            </a:lvl3pPr>
            <a:lvl4pPr marL="1600200" indent="-228600">
              <a:spcBef>
                <a:spcPct val="20000"/>
              </a:spcBef>
              <a:buClr>
                <a:schemeClr val="tx1"/>
              </a:buClr>
              <a:buFont typeface="Wingdings" panose="05000000000000000000" pitchFamily="2" charset="2"/>
              <a:buChar char="Ø"/>
              <a:defRPr sz="2000">
                <a:solidFill>
                  <a:schemeClr val="tx1"/>
                </a:solidFill>
                <a:latin typeface="Helvetica" charset="0"/>
              </a:defRPr>
            </a:lvl4pPr>
            <a:lvl5pPr marL="2057400" indent="-228600">
              <a:spcBef>
                <a:spcPct val="20000"/>
              </a:spcBef>
              <a:buClr>
                <a:schemeClr val="tx1"/>
              </a:buClr>
              <a:buFont typeface="Wingdings" panose="05000000000000000000" pitchFamily="2" charset="2"/>
              <a:buChar char="Ø"/>
              <a:defRPr sz="2000">
                <a:solidFill>
                  <a:schemeClr val="tx1"/>
                </a:solidFill>
                <a:latin typeface="Helvetica" charset="0"/>
              </a:defRPr>
            </a:lvl5pPr>
            <a:lvl6pPr marL="2514600" indent="-22860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Helvetica" charset="0"/>
              </a:defRPr>
            </a:lvl6pPr>
            <a:lvl7pPr marL="2971800" indent="-22860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Helvetica" charset="0"/>
              </a:defRPr>
            </a:lvl7pPr>
            <a:lvl8pPr marL="3429000" indent="-22860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Helvetica" charset="0"/>
              </a:defRPr>
            </a:lvl8pPr>
            <a:lvl9pPr marL="3886200" indent="-22860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Helvetica" charset="0"/>
              </a:defRPr>
            </a:lvl9pPr>
          </a:lstStyle>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zh-CN" altLang="en-US" sz="1465"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低照度原图</a:t>
            </a:r>
            <a:endParaRPr kumimoji="0" lang="zh-CN" altLang="en-US" sz="1465"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196" name="文本框 8"/>
          <p:cNvSpPr txBox="1"/>
          <p:nvPr/>
        </p:nvSpPr>
        <p:spPr>
          <a:xfrm>
            <a:off x="2334101" y="2005727"/>
            <a:ext cx="898922" cy="3924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Char char="•"/>
              <a:defRPr sz="20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5pPr>
          </a:lstStyle>
          <a:p>
            <a:pPr marL="285750" lvl="0" indent="-285750">
              <a:spcBef>
                <a:spcPct val="0"/>
              </a:spcBef>
              <a:buClrTx/>
            </a:pPr>
            <a:r>
              <a:rPr lang="zh-CN" altLang="en-US" sz="975" b="1" dirty="0">
                <a:solidFill>
                  <a:srgbClr val="000000"/>
                </a:solidFill>
                <a:latin typeface="Arial" panose="020B0604020202020204" pitchFamily="34" charset="0"/>
                <a:ea typeface="宋体" panose="02010600030101010101" pitchFamily="2" charset="-122"/>
              </a:rPr>
              <a:t>传统方式</a:t>
            </a:r>
            <a:endParaRPr lang="zh-CN" altLang="en-US" sz="975" b="1" dirty="0">
              <a:solidFill>
                <a:srgbClr val="000000"/>
              </a:solidFill>
              <a:latin typeface="Arial" panose="020B0604020202020204" pitchFamily="34" charset="0"/>
              <a:ea typeface="宋体" panose="02010600030101010101" pitchFamily="2" charset="-122"/>
            </a:endParaRPr>
          </a:p>
        </p:txBody>
      </p:sp>
      <p:sp>
        <p:nvSpPr>
          <p:cNvPr id="8198" name="文本框 23"/>
          <p:cNvSpPr txBox="1"/>
          <p:nvPr/>
        </p:nvSpPr>
        <p:spPr>
          <a:xfrm>
            <a:off x="2334101" y="4947285"/>
            <a:ext cx="2145506" cy="2419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1"/>
              </a:buClr>
              <a:buChar char="•"/>
              <a:defRPr sz="20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5pPr>
          </a:lstStyle>
          <a:p>
            <a:pPr marL="285750" lvl="0" indent="-285750">
              <a:spcBef>
                <a:spcPct val="0"/>
              </a:spcBef>
              <a:buClrTx/>
            </a:pPr>
            <a:r>
              <a:rPr lang="zh-CN" altLang="en-US" sz="975" b="1" dirty="0">
                <a:solidFill>
                  <a:srgbClr val="000000"/>
                </a:solidFill>
                <a:latin typeface="Arial" panose="020B0604020202020204" pitchFamily="34" charset="0"/>
                <a:ea typeface="宋体" panose="02010600030101010101" pitchFamily="2" charset="-122"/>
              </a:rPr>
              <a:t>人工智能算法处理后</a:t>
            </a:r>
            <a:endParaRPr lang="zh-CN" altLang="en-US" sz="975" b="1" dirty="0">
              <a:solidFill>
                <a:srgbClr val="000000"/>
              </a:solidFill>
              <a:latin typeface="Arial" panose="020B0604020202020204" pitchFamily="34" charset="0"/>
              <a:ea typeface="宋体" panose="02010600030101010101" pitchFamily="2" charset="-122"/>
            </a:endParaRPr>
          </a:p>
        </p:txBody>
      </p:sp>
      <p:pic>
        <p:nvPicPr>
          <p:cNvPr id="8199" name="图片 14"/>
          <p:cNvPicPr>
            <a:picLocks noChangeAspect="1"/>
          </p:cNvPicPr>
          <p:nvPr/>
        </p:nvPicPr>
        <p:blipFill>
          <a:blip r:embed="rId1"/>
          <a:stretch>
            <a:fillRect/>
          </a:stretch>
        </p:blipFill>
        <p:spPr>
          <a:xfrm>
            <a:off x="4590098" y="3581400"/>
            <a:ext cx="3569494" cy="2385536"/>
          </a:xfrm>
          <a:prstGeom prst="rect">
            <a:avLst/>
          </a:prstGeom>
          <a:noFill/>
          <a:ln w="9525">
            <a:noFill/>
          </a:ln>
        </p:spPr>
      </p:pic>
      <p:pic>
        <p:nvPicPr>
          <p:cNvPr id="8200" name="图片 16"/>
          <p:cNvPicPr>
            <a:picLocks noChangeAspect="1"/>
          </p:cNvPicPr>
          <p:nvPr/>
        </p:nvPicPr>
        <p:blipFill>
          <a:blip r:embed="rId2"/>
          <a:stretch>
            <a:fillRect/>
          </a:stretch>
        </p:blipFill>
        <p:spPr>
          <a:xfrm>
            <a:off x="4590098" y="924401"/>
            <a:ext cx="3569018" cy="2382203"/>
          </a:xfrm>
          <a:prstGeom prst="rect">
            <a:avLst/>
          </a:prstGeom>
          <a:noFill/>
          <a:ln w="9525">
            <a:noFill/>
          </a:ln>
        </p:spPr>
      </p:pic>
      <p:pic>
        <p:nvPicPr>
          <p:cNvPr id="8201" name="图片 18"/>
          <p:cNvPicPr>
            <a:picLocks noChangeAspect="1"/>
          </p:cNvPicPr>
          <p:nvPr/>
        </p:nvPicPr>
        <p:blipFill>
          <a:blip r:embed="rId3"/>
          <a:stretch>
            <a:fillRect/>
          </a:stretch>
        </p:blipFill>
        <p:spPr>
          <a:xfrm>
            <a:off x="1037035" y="2969419"/>
            <a:ext cx="1980009" cy="1322785"/>
          </a:xfrm>
          <a:prstGeom prst="rect">
            <a:avLst/>
          </a:prstGeom>
          <a:noFill/>
          <a:ln w="9525">
            <a:noFill/>
          </a:ln>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低清图像增强（超分辨率）</a:t>
            </a:r>
            <a:endParaRPr lang="zh-CN" altLang="en-US"/>
          </a:p>
        </p:txBody>
      </p:sp>
      <p:sp>
        <p:nvSpPr>
          <p:cNvPr id="3" name="内容占位符 2"/>
          <p:cNvSpPr>
            <a:spLocks noGrp="1"/>
          </p:cNvSpPr>
          <p:nvPr>
            <p:ph idx="1"/>
          </p:nvPr>
        </p:nvSpPr>
        <p:spPr/>
        <p:txBody>
          <a:bodyPr/>
          <a:p>
            <a:endParaRPr lang="zh-CN" altLang="en-US"/>
          </a:p>
        </p:txBody>
      </p:sp>
      <p:pic>
        <p:nvPicPr>
          <p:cNvPr id="10242" name="图片 4"/>
          <p:cNvPicPr>
            <a:picLocks noChangeAspect="1"/>
          </p:cNvPicPr>
          <p:nvPr/>
        </p:nvPicPr>
        <p:blipFill>
          <a:blip r:embed="rId1"/>
          <a:stretch>
            <a:fillRect/>
          </a:stretch>
        </p:blipFill>
        <p:spPr>
          <a:xfrm>
            <a:off x="1513761" y="1836182"/>
            <a:ext cx="2971800" cy="2971800"/>
          </a:xfrm>
          <a:prstGeom prst="rect">
            <a:avLst/>
          </a:prstGeom>
          <a:noFill/>
          <a:ln w="9525">
            <a:noFill/>
          </a:ln>
        </p:spPr>
      </p:pic>
      <p:pic>
        <p:nvPicPr>
          <p:cNvPr id="10243" name="图片 6"/>
          <p:cNvPicPr>
            <a:picLocks noChangeAspect="1"/>
          </p:cNvPicPr>
          <p:nvPr/>
        </p:nvPicPr>
        <p:blipFill>
          <a:blip r:embed="rId2"/>
          <a:stretch>
            <a:fillRect/>
          </a:stretch>
        </p:blipFill>
        <p:spPr>
          <a:xfrm>
            <a:off x="4817745" y="1836182"/>
            <a:ext cx="2971800" cy="2971800"/>
          </a:xfrm>
          <a:prstGeom prst="rect">
            <a:avLst/>
          </a:prstGeom>
          <a:noFill/>
          <a:ln w="9525">
            <a:noFill/>
          </a:ln>
        </p:spPr>
      </p:pic>
      <p:sp>
        <p:nvSpPr>
          <p:cNvPr id="10244" name="文本框 8"/>
          <p:cNvSpPr txBox="1"/>
          <p:nvPr/>
        </p:nvSpPr>
        <p:spPr>
          <a:xfrm>
            <a:off x="2113836" y="4893707"/>
            <a:ext cx="2046684" cy="311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Char char="•"/>
              <a:defRPr sz="20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5pPr>
          </a:lstStyle>
          <a:p>
            <a:pPr marL="0" lvl="0" indent="0">
              <a:spcBef>
                <a:spcPct val="0"/>
              </a:spcBef>
              <a:buClrTx/>
              <a:buNone/>
            </a:pPr>
            <a:r>
              <a:rPr lang="zh-CN" altLang="en-US" sz="1425" b="1" dirty="0">
                <a:latin typeface="Arial" panose="020B0604020202020204" pitchFamily="34" charset="0"/>
                <a:ea typeface="宋体" panose="02010600030101010101" pitchFamily="2" charset="-122"/>
              </a:rPr>
              <a:t>基础超分算法放大</a:t>
            </a:r>
            <a:r>
              <a:rPr lang="en-US" altLang="zh-CN" sz="1425" b="1" dirty="0">
                <a:latin typeface="Arial" panose="020B0604020202020204" pitchFamily="34" charset="0"/>
                <a:ea typeface="宋体" panose="02010600030101010101" pitchFamily="2" charset="-122"/>
              </a:rPr>
              <a:t>4</a:t>
            </a:r>
            <a:r>
              <a:rPr lang="zh-CN" altLang="en-US" sz="1425" b="1" dirty="0">
                <a:latin typeface="Arial" panose="020B0604020202020204" pitchFamily="34" charset="0"/>
                <a:ea typeface="宋体" panose="02010600030101010101" pitchFamily="2" charset="-122"/>
              </a:rPr>
              <a:t>倍</a:t>
            </a:r>
            <a:endParaRPr lang="zh-CN" altLang="en-US" sz="1425" b="1" dirty="0">
              <a:latin typeface="Arial" panose="020B0604020202020204" pitchFamily="34" charset="0"/>
              <a:ea typeface="宋体" panose="02010600030101010101" pitchFamily="2" charset="-122"/>
            </a:endParaRPr>
          </a:p>
        </p:txBody>
      </p:sp>
      <p:sp>
        <p:nvSpPr>
          <p:cNvPr id="10245" name="文本框 9"/>
          <p:cNvSpPr txBox="1"/>
          <p:nvPr/>
        </p:nvSpPr>
        <p:spPr>
          <a:xfrm>
            <a:off x="5580936" y="4893707"/>
            <a:ext cx="2046684" cy="311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Char char="•"/>
              <a:defRPr sz="20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Ø"/>
              <a:defRPr sz="2000">
                <a:solidFill>
                  <a:schemeClr val="tx1"/>
                </a:solidFill>
                <a:latin typeface="+mn-lt"/>
              </a:defRPr>
            </a:lvl5pPr>
          </a:lstStyle>
          <a:p>
            <a:pPr marL="0" lvl="0" indent="0">
              <a:spcBef>
                <a:spcPct val="0"/>
              </a:spcBef>
              <a:buClrTx/>
              <a:buNone/>
            </a:pPr>
            <a:r>
              <a:rPr lang="zh-CN" altLang="en-US" sz="1425" b="1" dirty="0">
                <a:latin typeface="Arial" panose="020B0604020202020204" pitchFamily="34" charset="0"/>
                <a:ea typeface="宋体" panose="02010600030101010101" pitchFamily="2" charset="-122"/>
              </a:rPr>
              <a:t>人工智能算法放大</a:t>
            </a:r>
            <a:r>
              <a:rPr lang="en-US" altLang="zh-CN" sz="1425" b="1" dirty="0">
                <a:latin typeface="Arial" panose="020B0604020202020204" pitchFamily="34" charset="0"/>
                <a:ea typeface="宋体" panose="02010600030101010101" pitchFamily="2" charset="-122"/>
              </a:rPr>
              <a:t>4</a:t>
            </a:r>
            <a:r>
              <a:rPr lang="zh-CN" altLang="en-US" sz="1425" b="1" dirty="0">
                <a:latin typeface="Arial" panose="020B0604020202020204" pitchFamily="34" charset="0"/>
                <a:ea typeface="宋体" panose="02010600030101010101" pitchFamily="2" charset="-122"/>
              </a:rPr>
              <a:t>倍</a:t>
            </a:r>
            <a:endParaRPr lang="zh-CN" altLang="en-US" sz="1425" b="1" dirty="0">
              <a:latin typeface="Arial" panose="020B0604020202020204" pitchFamily="34" charset="0"/>
              <a:ea typeface="宋体" panose="02010600030101010101" pitchFamily="2" charset="-122"/>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安全生产检测</a:t>
            </a:r>
            <a:endParaRPr lang="zh-CN" altLang="en-US"/>
          </a:p>
        </p:txBody>
      </p:sp>
      <p:sp>
        <p:nvSpPr>
          <p:cNvPr id="3" name="内容占位符 2"/>
          <p:cNvSpPr>
            <a:spLocks noGrp="1"/>
          </p:cNvSpPr>
          <p:nvPr>
            <p:ph idx="1"/>
          </p:nvPr>
        </p:nvSpPr>
        <p:spPr/>
        <p:txBody>
          <a:bodyPr/>
          <a:p>
            <a:endParaRPr lang="zh-CN" altLang="en-US"/>
          </a:p>
        </p:txBody>
      </p:sp>
      <p:pic>
        <p:nvPicPr>
          <p:cNvPr id="104" name="图片 103"/>
          <p:cNvPicPr/>
          <p:nvPr/>
        </p:nvPicPr>
        <p:blipFill>
          <a:blip r:embed="rId1"/>
          <a:stretch>
            <a:fillRect/>
          </a:stretch>
        </p:blipFill>
        <p:spPr>
          <a:xfrm>
            <a:off x="502444" y="1706404"/>
            <a:ext cx="3733800" cy="3733800"/>
          </a:xfrm>
          <a:prstGeom prst="rect">
            <a:avLst/>
          </a:prstGeom>
          <a:noFill/>
          <a:ln w="9525">
            <a:noFill/>
          </a:ln>
        </p:spPr>
      </p:pic>
      <p:pic>
        <p:nvPicPr>
          <p:cNvPr id="105" name="图片 104"/>
          <p:cNvPicPr/>
          <p:nvPr/>
        </p:nvPicPr>
        <p:blipFill>
          <a:blip r:embed="rId2"/>
          <a:stretch>
            <a:fillRect/>
          </a:stretch>
        </p:blipFill>
        <p:spPr>
          <a:xfrm>
            <a:off x="4378166" y="1705928"/>
            <a:ext cx="4632008" cy="3734276"/>
          </a:xfrm>
          <a:prstGeom prst="rect">
            <a:avLst/>
          </a:prstGeom>
          <a:noFill/>
          <a:ln w="9525">
            <a:noFill/>
          </a:ln>
        </p:spPr>
      </p:pic>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海上目标检测</a:t>
            </a:r>
            <a:endParaRPr lang="zh-CN" altLang="en-US"/>
          </a:p>
        </p:txBody>
      </p:sp>
      <p:pic>
        <p:nvPicPr>
          <p:cNvPr id="15" name="图片 1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4014788" y="2293144"/>
            <a:ext cx="4626769" cy="2597944"/>
          </a:xfrm>
          <a:prstGeom prst="rect">
            <a:avLst/>
          </a:prstGeom>
          <a:noFill/>
          <a:ln>
            <a:noFill/>
          </a:ln>
        </p:spPr>
      </p:pic>
      <p:pic>
        <p:nvPicPr>
          <p:cNvPr id="4" name="内容占位符 3"/>
          <p:cNvPicPr>
            <a:picLocks noChangeAspect="1"/>
          </p:cNvPicPr>
          <p:nvPr>
            <p:ph idx="1"/>
            <p:custDataLst>
              <p:tags r:id="rId2"/>
            </p:custDataLst>
          </p:nvPr>
        </p:nvPicPr>
        <p:blipFill>
          <a:blip r:embed="rId3"/>
          <a:stretch>
            <a:fillRect/>
          </a:stretch>
        </p:blipFill>
        <p:spPr>
          <a:xfrm>
            <a:off x="-81915" y="2248853"/>
            <a:ext cx="3810000" cy="2686050"/>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行人重识别</a:t>
            </a:r>
            <a:endParaRPr lang="en-US" altLang="zh-CN"/>
          </a:p>
        </p:txBody>
      </p:sp>
      <p:pic>
        <p:nvPicPr>
          <p:cNvPr id="9219" name="图片 29"/>
          <p:cNvPicPr>
            <a:picLocks noChangeAspect="1"/>
          </p:cNvPicPr>
          <p:nvPr/>
        </p:nvPicPr>
        <p:blipFill>
          <a:blip r:embed="rId1"/>
          <a:stretch>
            <a:fillRect/>
          </a:stretch>
        </p:blipFill>
        <p:spPr>
          <a:xfrm>
            <a:off x="609124" y="3603784"/>
            <a:ext cx="5338763" cy="1966913"/>
          </a:xfrm>
          <a:prstGeom prst="rect">
            <a:avLst/>
          </a:prstGeom>
          <a:noFill/>
          <a:ln w="9525">
            <a:noFill/>
          </a:ln>
        </p:spPr>
      </p:pic>
      <p:pic>
        <p:nvPicPr>
          <p:cNvPr id="9220" name="图片 10"/>
          <p:cNvPicPr>
            <a:picLocks noChangeAspect="1"/>
          </p:cNvPicPr>
          <p:nvPr/>
        </p:nvPicPr>
        <p:blipFill>
          <a:blip r:embed="rId2"/>
          <a:stretch>
            <a:fillRect/>
          </a:stretch>
        </p:blipFill>
        <p:spPr>
          <a:xfrm>
            <a:off x="912019" y="1763316"/>
            <a:ext cx="2134791" cy="1597819"/>
          </a:xfrm>
          <a:prstGeom prst="rect">
            <a:avLst/>
          </a:prstGeom>
          <a:noFill/>
          <a:ln w="9525">
            <a:noFill/>
          </a:ln>
        </p:spPr>
      </p:pic>
      <p:pic>
        <p:nvPicPr>
          <p:cNvPr id="9221" name="图片 11"/>
          <p:cNvPicPr>
            <a:picLocks noChangeAspect="1"/>
          </p:cNvPicPr>
          <p:nvPr/>
        </p:nvPicPr>
        <p:blipFill>
          <a:blip r:embed="rId3"/>
          <a:stretch>
            <a:fillRect/>
          </a:stretch>
        </p:blipFill>
        <p:spPr>
          <a:xfrm>
            <a:off x="3481626" y="1763316"/>
            <a:ext cx="2590800" cy="1458515"/>
          </a:xfrm>
          <a:prstGeom prst="rect">
            <a:avLst/>
          </a:prstGeom>
          <a:noFill/>
          <a:ln w="9525">
            <a:noFill/>
          </a:ln>
        </p:spPr>
      </p:pic>
      <p:pic>
        <p:nvPicPr>
          <p:cNvPr id="4" name="内容占位符 3"/>
          <p:cNvPicPr>
            <a:picLocks noChangeAspect="1"/>
          </p:cNvPicPr>
          <p:nvPr>
            <p:ph idx="1"/>
          </p:nvPr>
        </p:nvPicPr>
        <p:blipFill>
          <a:blip r:embed="rId4"/>
          <a:stretch>
            <a:fillRect/>
          </a:stretch>
        </p:blipFill>
        <p:spPr>
          <a:xfrm>
            <a:off x="6269831" y="1674495"/>
            <a:ext cx="2874169" cy="3982403"/>
          </a:xfrm>
          <a:prstGeom prst="rect">
            <a:avLst/>
          </a:prstGeom>
        </p:spPr>
      </p:pic>
    </p:spTree>
    <p:custDataLst>
      <p:tags r:id="rId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智能交通检测</a:t>
            </a:r>
            <a:endParaRPr lang="zh-CN" altLang="en-US"/>
          </a:p>
        </p:txBody>
      </p:sp>
      <p:pic>
        <p:nvPicPr>
          <p:cNvPr id="4" name="内容占位符 3"/>
          <p:cNvPicPr>
            <a:picLocks noChangeAspect="1"/>
          </p:cNvPicPr>
          <p:nvPr>
            <p:ph idx="1"/>
          </p:nvPr>
        </p:nvPicPr>
        <p:blipFill>
          <a:blip r:embed="rId1"/>
          <a:stretch>
            <a:fillRect/>
          </a:stretch>
        </p:blipFill>
        <p:spPr>
          <a:xfrm>
            <a:off x="3048000" y="2047399"/>
            <a:ext cx="6096000" cy="3429000"/>
          </a:xfrm>
          <a:prstGeom prst="rect">
            <a:avLst/>
          </a:prstGeom>
        </p:spPr>
      </p:pic>
      <p:pic>
        <p:nvPicPr>
          <p:cNvPr id="106" name="图片 105"/>
          <p:cNvPicPr/>
          <p:nvPr/>
        </p:nvPicPr>
        <p:blipFill>
          <a:blip r:embed="rId2"/>
          <a:stretch>
            <a:fillRect/>
          </a:stretch>
        </p:blipFill>
        <p:spPr>
          <a:xfrm>
            <a:off x="0" y="2047399"/>
            <a:ext cx="2928461" cy="3428524"/>
          </a:xfrm>
          <a:prstGeom prst="rect">
            <a:avLst/>
          </a:prstGeom>
          <a:noFill/>
          <a:ln w="9525">
            <a:noFill/>
          </a:ln>
        </p:spPr>
      </p:pic>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智能医疗图像检测</a:t>
            </a:r>
            <a:endParaRPr lang="zh-CN" altLang="en-US"/>
          </a:p>
        </p:txBody>
      </p:sp>
      <p:sp>
        <p:nvSpPr>
          <p:cNvPr id="3" name="内容占位符 2"/>
          <p:cNvSpPr>
            <a:spLocks noGrp="1"/>
          </p:cNvSpPr>
          <p:nvPr>
            <p:ph idx="1"/>
          </p:nvPr>
        </p:nvSpPr>
        <p:spPr>
          <a:xfrm>
            <a:off x="502444" y="1765935"/>
            <a:ext cx="3231356" cy="4041458"/>
          </a:xfrm>
        </p:spPr>
        <p:txBody>
          <a:bodyPr/>
          <a:p>
            <a:r>
              <a:rPr lang="zh-CN" altLang="en-US" sz="2000"/>
              <a:t>北师大脑科学国家重点实验室</a:t>
            </a:r>
            <a:endParaRPr lang="zh-CN" altLang="en-US" sz="2000"/>
          </a:p>
          <a:p>
            <a:r>
              <a:rPr lang="zh-CN" altLang="en-US" sz="2000"/>
              <a:t>友谊医院消化内科</a:t>
            </a:r>
            <a:endParaRPr lang="zh-CN" altLang="en-US" sz="2000"/>
          </a:p>
          <a:p>
            <a:r>
              <a:rPr lang="zh-CN" altLang="en-US" sz="2000"/>
              <a:t>北大第一医院肾内科</a:t>
            </a:r>
            <a:endParaRPr lang="zh-CN" altLang="en-US" sz="2000"/>
          </a:p>
          <a:p>
            <a:r>
              <a:rPr lang="zh-CN" altLang="en-US" sz="2000"/>
              <a:t>北医三院神经内科</a:t>
            </a:r>
            <a:endParaRPr lang="zh-CN" altLang="en-US" sz="2000"/>
          </a:p>
        </p:txBody>
      </p:sp>
      <p:pic>
        <p:nvPicPr>
          <p:cNvPr id="8" name="图片 8"/>
          <p:cNvPicPr>
            <a:picLocks noChangeAspect="1"/>
          </p:cNvPicPr>
          <p:nvPr/>
        </p:nvPicPr>
        <p:blipFill>
          <a:blip r:embed="rId1"/>
          <a:stretch>
            <a:fillRect/>
          </a:stretch>
        </p:blipFill>
        <p:spPr>
          <a:xfrm>
            <a:off x="4115753" y="1051560"/>
            <a:ext cx="4408170" cy="2506980"/>
          </a:xfrm>
          <a:prstGeom prst="rect">
            <a:avLst/>
          </a:prstGeom>
        </p:spPr>
      </p:pic>
      <p:pic>
        <p:nvPicPr>
          <p:cNvPr id="107" name="图片 106"/>
          <p:cNvPicPr/>
          <p:nvPr/>
        </p:nvPicPr>
        <p:blipFill>
          <a:blip r:embed="rId2"/>
          <a:stretch>
            <a:fillRect/>
          </a:stretch>
        </p:blipFill>
        <p:spPr>
          <a:xfrm>
            <a:off x="4419124" y="3836194"/>
            <a:ext cx="3801428" cy="2164556"/>
          </a:xfrm>
          <a:prstGeom prst="rect">
            <a:avLst/>
          </a:prstGeom>
          <a:noFill/>
          <a:ln w="9525">
            <a:noFill/>
          </a:ln>
        </p:spPr>
      </p:pic>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高铁安全检测</a:t>
            </a:r>
            <a:endParaRPr lang="zh-CN" altLang="en-US"/>
          </a:p>
        </p:txBody>
      </p:sp>
      <p:sp>
        <p:nvSpPr>
          <p:cNvPr id="3" name="内容占位符 2"/>
          <p:cNvSpPr>
            <a:spLocks noGrp="1"/>
          </p:cNvSpPr>
          <p:nvPr>
            <p:ph idx="1"/>
          </p:nvPr>
        </p:nvSpPr>
        <p:spPr>
          <a:xfrm>
            <a:off x="502444" y="1571625"/>
            <a:ext cx="4080510" cy="2045018"/>
          </a:xfrm>
        </p:spPr>
        <p:txBody>
          <a:bodyPr/>
          <a:p>
            <a:r>
              <a:rPr lang="zh-CN" altLang="en-US" sz="1350"/>
              <a:t>高铁列车的受电弓在运行过程中会出现电火花，进而对列车运行安全造成风险。</a:t>
            </a:r>
            <a:endParaRPr lang="zh-CN" altLang="en-US" sz="1350"/>
          </a:p>
          <a:p>
            <a:r>
              <a:rPr lang="zh-CN" altLang="en-US" sz="1350"/>
              <a:t>通过分析视频内容，识别火花的大小和拉出值，并记录发生的经纬度和时间，便于后续的铁路检修维护。</a:t>
            </a:r>
            <a:endParaRPr lang="zh-CN" altLang="en-US" sz="1350"/>
          </a:p>
          <a:p>
            <a:r>
              <a:rPr lang="zh-CN" altLang="en-US" sz="1350"/>
              <a:t>附图分别为电火花识别和拉出值检测。</a:t>
            </a:r>
            <a:endParaRPr lang="zh-CN" altLang="en-US" sz="1350"/>
          </a:p>
        </p:txBody>
      </p:sp>
      <p:pic>
        <p:nvPicPr>
          <p:cNvPr id="4" name="图片 2"/>
          <p:cNvPicPr>
            <a:picLocks noChangeAspect="1"/>
          </p:cNvPicPr>
          <p:nvPr/>
        </p:nvPicPr>
        <p:blipFill>
          <a:blip r:embed="rId1"/>
          <a:stretch>
            <a:fillRect/>
          </a:stretch>
        </p:blipFill>
        <p:spPr>
          <a:xfrm>
            <a:off x="4685824" y="1629966"/>
            <a:ext cx="3955733" cy="2142649"/>
          </a:xfrm>
          <a:prstGeom prst="rect">
            <a:avLst/>
          </a:prstGeom>
        </p:spPr>
      </p:pic>
      <p:pic>
        <p:nvPicPr>
          <p:cNvPr id="5" name="图片 3"/>
          <p:cNvPicPr>
            <a:picLocks noChangeAspect="1"/>
          </p:cNvPicPr>
          <p:nvPr/>
        </p:nvPicPr>
        <p:blipFill>
          <a:blip r:embed="rId2"/>
          <a:stretch>
            <a:fillRect/>
          </a:stretch>
        </p:blipFill>
        <p:spPr>
          <a:xfrm>
            <a:off x="4685824" y="3853577"/>
            <a:ext cx="3955733" cy="2142649"/>
          </a:xfrm>
          <a:prstGeom prst="rect">
            <a:avLst/>
          </a:prstGeom>
        </p:spPr>
      </p:pic>
      <p:pic>
        <p:nvPicPr>
          <p:cNvPr id="108" name="图片 107"/>
          <p:cNvPicPr/>
          <p:nvPr/>
        </p:nvPicPr>
        <p:blipFill>
          <a:blip r:embed="rId3"/>
          <a:stretch>
            <a:fillRect/>
          </a:stretch>
        </p:blipFill>
        <p:spPr>
          <a:xfrm>
            <a:off x="1047512" y="857250"/>
            <a:ext cx="2893219" cy="5143500"/>
          </a:xfrm>
          <a:prstGeom prst="rect">
            <a:avLst/>
          </a:prstGeom>
          <a:noFill/>
          <a:ln w="9525">
            <a:noFill/>
          </a:ln>
        </p:spPr>
      </p:pic>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anim calcmode="lin" valueType="num">
                                      <p:cBhvr additive="base">
                                        <p:cTn id="7" dur="500" fill="hold"/>
                                        <p:tgtEl>
                                          <p:spTgt spid="108"/>
                                        </p:tgtEl>
                                        <p:attrNameLst>
                                          <p:attrName>ppt_x</p:attrName>
                                        </p:attrNameLst>
                                      </p:cBhvr>
                                      <p:tavLst>
                                        <p:tav tm="0">
                                          <p:val>
                                            <p:strVal val="#ppt_x"/>
                                          </p:val>
                                        </p:tav>
                                        <p:tav tm="100000">
                                          <p:val>
                                            <p:strVal val="#ppt_x"/>
                                          </p:val>
                                        </p:tav>
                                      </p:tavLst>
                                    </p:anim>
                                    <p:anim calcmode="lin" valueType="num">
                                      <p:cBhvr additive="base">
                                        <p:cTn id="8"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大数据分析</a:t>
            </a:r>
            <a:endParaRPr lang="zh-CN" altLang="en-US"/>
          </a:p>
        </p:txBody>
      </p:sp>
      <p:pic>
        <p:nvPicPr>
          <p:cNvPr id="4" name="图片 4"/>
          <p:cNvPicPr>
            <a:picLocks noChangeAspect="1"/>
          </p:cNvPicPr>
          <p:nvPr>
            <p:ph idx="1"/>
          </p:nvPr>
        </p:nvPicPr>
        <p:blipFill>
          <a:blip r:embed="rId1" cstate="print">
            <a:extLst>
              <a:ext uri="{28A0092B-C50C-407E-A947-70E740481C1C}">
                <a14:useLocalDpi xmlns:a14="http://schemas.microsoft.com/office/drawing/2010/main" val="0"/>
              </a:ext>
            </a:extLst>
          </a:blip>
          <a:srcRect/>
          <a:stretch>
            <a:fillRect/>
          </a:stretch>
        </p:blipFill>
        <p:spPr>
          <a:xfrm>
            <a:off x="4551045" y="972026"/>
            <a:ext cx="3951446" cy="2376011"/>
          </a:xfrm>
          <a:prstGeom prst="rect">
            <a:avLst/>
          </a:prstGeom>
          <a:noFill/>
          <a:ln>
            <a:noFill/>
          </a:ln>
        </p:spPr>
      </p:pic>
      <p:pic>
        <p:nvPicPr>
          <p:cNvPr id="6" name="图片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4551045" y="3626168"/>
            <a:ext cx="3950970" cy="2374583"/>
          </a:xfrm>
          <a:prstGeom prst="rect">
            <a:avLst/>
          </a:prstGeom>
          <a:noFill/>
          <a:ln>
            <a:noFill/>
          </a:ln>
        </p:spPr>
      </p:pic>
      <p:sp>
        <p:nvSpPr>
          <p:cNvPr id="5" name="文本框 4"/>
          <p:cNvSpPr txBox="1"/>
          <p:nvPr/>
        </p:nvSpPr>
        <p:spPr>
          <a:xfrm>
            <a:off x="227171" y="1759268"/>
            <a:ext cx="4431030" cy="2861310"/>
          </a:xfrm>
          <a:prstGeom prst="rect">
            <a:avLst/>
          </a:prstGeom>
          <a:noFill/>
        </p:spPr>
        <p:txBody>
          <a:bodyPr wrap="none" rtlCol="0">
            <a:spAutoFit/>
          </a:bodyPr>
          <a:p>
            <a:pPr marL="285750" indent="-285750" algn="l" fontAlgn="auto">
              <a:lnSpc>
                <a:spcPct val="150000"/>
              </a:lnSpc>
              <a:buFont typeface="Arial" panose="020B0604020202020204" pitchFamily="34" charset="0"/>
              <a:buChar char="•"/>
            </a:pPr>
            <a:r>
              <a:rPr lang="zh-CN" altLang="en-US" sz="1800" spc="150">
                <a:uFillTx/>
                <a:latin typeface="Arial" panose="020B0604020202020204" pitchFamily="34" charset="0"/>
                <a:ea typeface="汉仪旗黑-50简" charset="0"/>
              </a:rPr>
              <a:t>中石油健康安全环境研究院委托开发</a:t>
            </a:r>
            <a:endParaRPr lang="zh-CN" altLang="en-US" sz="1800" spc="150">
              <a:uFillTx/>
              <a:latin typeface="Arial" panose="020B0604020202020204" pitchFamily="34" charset="0"/>
              <a:ea typeface="汉仪旗黑-50简" charset="0"/>
            </a:endParaRPr>
          </a:p>
          <a:p>
            <a:pPr marL="285750" indent="-285750" algn="l" fontAlgn="auto">
              <a:lnSpc>
                <a:spcPct val="150000"/>
              </a:lnSpc>
              <a:buFont typeface="Arial" panose="020B0604020202020204" pitchFamily="34" charset="0"/>
              <a:buChar char="•"/>
            </a:pPr>
            <a:r>
              <a:rPr lang="zh-CN" altLang="en-US" sz="1800" spc="150">
                <a:uFillTx/>
                <a:latin typeface="Arial" panose="020B0604020202020204" pitchFamily="34" charset="0"/>
                <a:ea typeface="汉仪旗黑-50简" charset="0"/>
              </a:rPr>
              <a:t>社会安全情报分析系统</a:t>
            </a:r>
            <a:endParaRPr lang="zh-CN" altLang="en-US" sz="1800" spc="150">
              <a:uFillTx/>
              <a:latin typeface="Arial" panose="020B0604020202020204" pitchFamily="34" charset="0"/>
              <a:ea typeface="汉仪旗黑-50简" charset="0"/>
            </a:endParaRPr>
          </a:p>
          <a:p>
            <a:pPr marL="285750" indent="-285750" algn="l" fontAlgn="auto">
              <a:lnSpc>
                <a:spcPct val="150000"/>
              </a:lnSpc>
              <a:buFont typeface="Arial" panose="020B0604020202020204" pitchFamily="34" charset="0"/>
              <a:buChar char="•"/>
            </a:pPr>
            <a:r>
              <a:rPr lang="zh-CN" altLang="en-US" sz="1800" spc="150">
                <a:uFillTx/>
                <a:latin typeface="Arial" panose="020B0604020202020204" pitchFamily="34" charset="0"/>
                <a:ea typeface="汉仪旗黑-50简" charset="0"/>
              </a:rPr>
              <a:t>演示软件1套</a:t>
            </a:r>
            <a:endParaRPr lang="zh-CN" altLang="en-US" sz="1800" spc="150">
              <a:uFillTx/>
              <a:latin typeface="Arial" panose="020B0604020202020204" pitchFamily="34" charset="0"/>
              <a:ea typeface="汉仪旗黑-50简" charset="0"/>
            </a:endParaRPr>
          </a:p>
          <a:p>
            <a:pPr marL="285750" indent="-285750" algn="l" fontAlgn="auto">
              <a:lnSpc>
                <a:spcPct val="150000"/>
              </a:lnSpc>
              <a:buFont typeface="Arial" panose="020B0604020202020204" pitchFamily="34" charset="0"/>
              <a:buChar char="•"/>
            </a:pPr>
            <a:r>
              <a:rPr lang="zh-CN" altLang="en-US" sz="1800" spc="150">
                <a:uFillTx/>
                <a:latin typeface="Arial" panose="020B0604020202020204" pitchFamily="34" charset="0"/>
                <a:ea typeface="汉仪旗黑-50简" charset="0"/>
              </a:rPr>
              <a:t>EI论文1篇</a:t>
            </a:r>
            <a:endParaRPr lang="zh-CN" altLang="en-US" sz="1800" spc="150">
              <a:uFillTx/>
              <a:latin typeface="Arial" panose="020B0604020202020204" pitchFamily="34" charset="0"/>
              <a:ea typeface="汉仪旗黑-50简" charset="0"/>
            </a:endParaRPr>
          </a:p>
          <a:p>
            <a:pPr marL="285750" indent="-285750" algn="l" fontAlgn="auto">
              <a:lnSpc>
                <a:spcPct val="150000"/>
              </a:lnSpc>
              <a:buFont typeface="Arial" panose="020B0604020202020204" pitchFamily="34" charset="0"/>
              <a:buChar char="•"/>
            </a:pPr>
            <a:r>
              <a:rPr lang="zh-CN" altLang="en-US" sz="1800" spc="150">
                <a:uFillTx/>
                <a:latin typeface="Arial" panose="020B0604020202020204" pitchFamily="34" charset="0"/>
                <a:ea typeface="汉仪旗黑-50简" charset="0"/>
              </a:rPr>
              <a:t>软件著作权1项</a:t>
            </a:r>
            <a:endParaRPr lang="zh-CN" altLang="en-US" sz="1800" spc="150">
              <a:uFillTx/>
              <a:latin typeface="Arial" panose="020B0604020202020204" pitchFamily="34" charset="0"/>
              <a:ea typeface="汉仪旗黑-50简" charset="0"/>
            </a:endParaRPr>
          </a:p>
          <a:p>
            <a:pPr marL="285750" indent="-285750" algn="l" fontAlgn="auto">
              <a:lnSpc>
                <a:spcPct val="150000"/>
              </a:lnSpc>
              <a:buFont typeface="Arial" panose="020B0604020202020204" pitchFamily="34" charset="0"/>
              <a:buChar char="•"/>
            </a:pPr>
            <a:r>
              <a:rPr lang="zh-CN" altLang="en-US" sz="1800" spc="150">
                <a:uFillTx/>
                <a:latin typeface="Arial" panose="020B0604020202020204" pitchFamily="34" charset="0"/>
                <a:ea typeface="汉仪旗黑-50简" charset="0"/>
              </a:rPr>
              <a:t>分析报告3份</a:t>
            </a:r>
            <a:endParaRPr lang="zh-CN" altLang="en-US" sz="1800" spc="150">
              <a:uFillTx/>
              <a:latin typeface="Arial" panose="020B0604020202020204" pitchFamily="34" charset="0"/>
              <a:ea typeface="汉仪旗黑-50简" charset="0"/>
            </a:endParaRPr>
          </a:p>
          <a:p>
            <a:pPr marL="342900" indent="-342900"/>
            <a:endParaRPr lang="zh-CN" altLang="en-US" sz="1800" spc="150">
              <a:uFillTx/>
              <a:latin typeface="Arial" panose="020B0604020202020204" pitchFamily="34" charset="0"/>
              <a:ea typeface="汉仪旗黑-50简" charset="0"/>
            </a:endParaRPr>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idx="4294967295"/>
          </p:nvPr>
        </p:nvSpPr>
        <p:spPr>
          <a:xfrm>
            <a:off x="457200" y="241300"/>
            <a:ext cx="7772400" cy="1143000"/>
          </a:xfrm>
        </p:spPr>
        <p:txBody>
          <a:bodyPr vert="horz" wrap="square" lIns="91440" tIns="45720" rIns="91440" bIns="45720" anchor="ctr" anchorCtr="0"/>
          <a:p>
            <a:pPr eaLnBrk="1" hangingPunct="1"/>
            <a:r>
              <a:rPr lang="en-US" altLang="zh-CN" dirty="0">
                <a:ea typeface="宋体" panose="02010600030101010101" pitchFamily="2" charset="-122"/>
              </a:rPr>
              <a:t>Sth. Needs to Know</a:t>
            </a:r>
            <a:endParaRPr lang="en-US" altLang="zh-CN" dirty="0">
              <a:ea typeface="宋体" panose="02010600030101010101" pitchFamily="2" charset="-122"/>
            </a:endParaRPr>
          </a:p>
        </p:txBody>
      </p:sp>
      <p:sp>
        <p:nvSpPr>
          <p:cNvPr id="19459" name="Rectangle 3"/>
          <p:cNvSpPr>
            <a:spLocks noGrp="1"/>
          </p:cNvSpPr>
          <p:nvPr>
            <p:ph type="body" sz="half" idx="4294967295"/>
          </p:nvPr>
        </p:nvSpPr>
        <p:spPr>
          <a:xfrm>
            <a:off x="266700" y="1371600"/>
            <a:ext cx="8831263" cy="4648200"/>
          </a:xfrm>
        </p:spPr>
        <p:txBody>
          <a:bodyPr vert="horz" wrap="square" lIns="91440" tIns="45720" rIns="91440" bIns="45720" anchor="t" anchorCtr="0"/>
          <a:lstStyle>
            <a:lvl1pPr lvl="0">
              <a:buClr>
                <a:schemeClr val="accent2"/>
              </a:buClr>
              <a:buSzPct val="85000"/>
              <a:buFont typeface="Wingdings" panose="05000000000000000000" pitchFamily="2" charset="2"/>
              <a:defRPr sz="2400"/>
            </a:lvl1pPr>
            <a:lvl2pPr lvl="1">
              <a:buClr>
                <a:schemeClr val="accent2"/>
              </a:buClr>
              <a:buSzPct val="75000"/>
              <a:buFont typeface="Wingdings" panose="05000000000000000000" pitchFamily="2" charset="2"/>
              <a:defRPr sz="2000"/>
            </a:lvl2pPr>
            <a:lvl3pPr lvl="2">
              <a:buClrTx/>
              <a:buSzTx/>
              <a:buFontTx/>
              <a:defRPr sz="1800"/>
            </a:lvl3pPr>
            <a:lvl4pPr lvl="3">
              <a:buClrTx/>
              <a:buSzTx/>
              <a:buFontTx/>
              <a:defRPr sz="1800"/>
            </a:lvl4pPr>
            <a:lvl5pPr lvl="4">
              <a:buClrTx/>
              <a:buSzTx/>
              <a:buFontTx/>
              <a:defRPr sz="1800"/>
            </a:lvl5pPr>
          </a:lstStyle>
          <a:p>
            <a:pPr lvl="0" eaLnBrk="1" hangingPunct="1">
              <a:lnSpc>
                <a:spcPct val="80000"/>
              </a:lnSpc>
              <a:buNone/>
            </a:pPr>
            <a:r>
              <a:rPr lang="en-US" altLang="zh-CN" i="1" dirty="0">
                <a:solidFill>
                  <a:srgbClr val="CC0000"/>
                </a:solidFill>
                <a:ea typeface="宋体" panose="02010600030101010101" pitchFamily="2" charset="-122"/>
              </a:rPr>
              <a:t>Textbooks:</a:t>
            </a:r>
            <a:r>
              <a:rPr lang="en-US" altLang="zh-CN" dirty="0">
                <a:ea typeface="宋体" panose="02010600030101010101" pitchFamily="2" charset="-122"/>
              </a:rPr>
              <a:t> </a:t>
            </a:r>
            <a:endParaRPr lang="en-US" altLang="zh-CN" sz="2700" dirty="0">
              <a:ea typeface="宋体" panose="02010600030101010101" pitchFamily="2" charset="-122"/>
            </a:endParaRPr>
          </a:p>
          <a:p>
            <a:pPr lvl="0">
              <a:lnSpc>
                <a:spcPct val="90000"/>
              </a:lnSpc>
            </a:pPr>
            <a:r>
              <a:rPr lang="en-US" altLang="zh-CN" sz="2700" dirty="0">
                <a:ea typeface="宋体" panose="02010600030101010101" pitchFamily="2" charset="-122"/>
              </a:rPr>
              <a:t>《</a:t>
            </a:r>
            <a:r>
              <a:rPr lang="en-US" altLang="zh-CN" sz="2700" i="1" dirty="0">
                <a:solidFill>
                  <a:srgbClr val="008000"/>
                </a:solidFill>
                <a:ea typeface="宋体" panose="02010600030101010101" pitchFamily="2" charset="-122"/>
              </a:rPr>
              <a:t> </a:t>
            </a:r>
            <a:r>
              <a:rPr lang="en-US" altLang="zh-CN" sz="2700" dirty="0">
                <a:ea typeface="宋体" panose="02010600030101010101" pitchFamily="2" charset="-122"/>
              </a:rPr>
              <a:t>Computer Networking: A Top Down Approach 》 5th edition Jim Kurose, Keith Ross</a:t>
            </a:r>
            <a:endParaRPr lang="en-US" altLang="zh-CN" sz="2700" dirty="0">
              <a:ea typeface="宋体" panose="02010600030101010101" pitchFamily="2" charset="-122"/>
            </a:endParaRPr>
          </a:p>
          <a:p>
            <a:pPr lvl="0">
              <a:lnSpc>
                <a:spcPct val="90000"/>
              </a:lnSpc>
            </a:pPr>
            <a:r>
              <a:rPr lang="en-US" altLang="zh-CN" sz="2700" dirty="0">
                <a:ea typeface="宋体" panose="02010600030101010101" pitchFamily="2" charset="-122"/>
              </a:rPr>
              <a:t>http://gaia.cs.umass.edu/kurose_ross/</a:t>
            </a:r>
            <a:endParaRPr lang="en-US" altLang="zh-CN" sz="2700" dirty="0">
              <a:ea typeface="宋体" panose="02010600030101010101" pitchFamily="2" charset="-122"/>
            </a:endParaRPr>
          </a:p>
          <a:p>
            <a:pPr lvl="0">
              <a:lnSpc>
                <a:spcPct val="90000"/>
              </a:lnSpc>
              <a:buNone/>
            </a:pPr>
            <a:endParaRPr lang="en-US" altLang="zh-CN" sz="2700" i="1" dirty="0">
              <a:solidFill>
                <a:srgbClr val="CC0000"/>
              </a:solidFill>
              <a:ea typeface="宋体" panose="02010600030101010101" pitchFamily="2" charset="-122"/>
            </a:endParaRPr>
          </a:p>
          <a:p>
            <a:pPr lvl="0">
              <a:lnSpc>
                <a:spcPct val="90000"/>
              </a:lnSpc>
              <a:buNone/>
            </a:pPr>
            <a:r>
              <a:rPr lang="en-US" altLang="zh-CN" sz="2700" i="1" dirty="0">
                <a:solidFill>
                  <a:srgbClr val="CC0000"/>
                </a:solidFill>
                <a:ea typeface="宋体" panose="02010600030101010101" pitchFamily="2" charset="-122"/>
              </a:rPr>
              <a:t>Materials:</a:t>
            </a:r>
            <a:endParaRPr lang="en-US" altLang="zh-CN" sz="2700" i="1" dirty="0">
              <a:solidFill>
                <a:srgbClr val="CC0000"/>
              </a:solidFill>
              <a:ea typeface="宋体" panose="02010600030101010101" pitchFamily="2" charset="-122"/>
            </a:endParaRPr>
          </a:p>
          <a:p>
            <a:pPr lvl="0">
              <a:lnSpc>
                <a:spcPct val="90000"/>
              </a:lnSpc>
              <a:buNone/>
            </a:pPr>
            <a:r>
              <a:rPr lang="en-US" altLang="zh-CN" sz="2700" dirty="0">
                <a:ea typeface="宋体" panose="02010600030101010101" pitchFamily="2" charset="-122"/>
              </a:rPr>
              <a:t>链接：https://pan.baidu.com/s/1nJsjUfqTupeZeqRbW63tRA </a:t>
            </a:r>
            <a:endParaRPr lang="en-US" altLang="zh-CN" sz="2700" dirty="0">
              <a:ea typeface="宋体" panose="02010600030101010101" pitchFamily="2" charset="-122"/>
            </a:endParaRPr>
          </a:p>
          <a:p>
            <a:pPr lvl="0">
              <a:lnSpc>
                <a:spcPct val="90000"/>
              </a:lnSpc>
              <a:buNone/>
            </a:pPr>
            <a:r>
              <a:rPr lang="en-US" altLang="zh-CN" sz="2700" dirty="0">
                <a:ea typeface="宋体" panose="02010600030101010101" pitchFamily="2" charset="-122"/>
              </a:rPr>
              <a:t>提取码：3ads </a:t>
            </a:r>
            <a:endParaRPr lang="en-US" altLang="zh-CN" sz="2700" dirty="0">
              <a:ea typeface="宋体" panose="02010600030101010101" pitchFamily="2" charset="-122"/>
            </a:endParaRPr>
          </a:p>
          <a:p>
            <a:pPr lvl="0" eaLnBrk="1" hangingPunct="1">
              <a:lnSpc>
                <a:spcPct val="80000"/>
              </a:lnSpc>
              <a:buNone/>
            </a:pPr>
            <a:endParaRPr lang="en-US" altLang="zh-CN" sz="2700" dirty="0">
              <a:ea typeface="宋体" panose="02010600030101010101" pitchFamily="2"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idx="4294967295"/>
          </p:nvPr>
        </p:nvSpPr>
        <p:spPr>
          <a:xfrm>
            <a:off x="457200" y="241300"/>
            <a:ext cx="7772400" cy="1143000"/>
          </a:xfrm>
        </p:spPr>
        <p:txBody>
          <a:bodyPr vert="horz" wrap="square" lIns="91440" tIns="45720" rIns="91440" bIns="45720" anchor="ctr" anchorCtr="0"/>
          <a:p>
            <a:pPr eaLnBrk="1" hangingPunct="1"/>
            <a:r>
              <a:rPr lang="en-US" altLang="zh-CN" dirty="0">
                <a:ea typeface="宋体" panose="02010600030101010101" pitchFamily="2" charset="-122"/>
              </a:rPr>
              <a:t>Sth. Needs to Know</a:t>
            </a:r>
            <a:endParaRPr lang="en-US" altLang="zh-CN" dirty="0">
              <a:ea typeface="宋体" panose="02010600030101010101" pitchFamily="2" charset="-122"/>
            </a:endParaRPr>
          </a:p>
        </p:txBody>
      </p:sp>
      <p:sp>
        <p:nvSpPr>
          <p:cNvPr id="21507" name="Rectangle 3"/>
          <p:cNvSpPr>
            <a:spLocks noGrp="1"/>
          </p:cNvSpPr>
          <p:nvPr>
            <p:ph type="body" sz="half" idx="4294967295"/>
          </p:nvPr>
        </p:nvSpPr>
        <p:spPr>
          <a:xfrm>
            <a:off x="266700" y="1371600"/>
            <a:ext cx="8831263" cy="4648200"/>
          </a:xfrm>
        </p:spPr>
        <p:txBody>
          <a:bodyPr vert="horz" wrap="square" lIns="91440" tIns="45720" rIns="91440" bIns="45720" anchor="t" anchorCtr="0"/>
          <a:lstStyle>
            <a:lvl1pPr lvl="0">
              <a:buClr>
                <a:schemeClr val="accent2"/>
              </a:buClr>
              <a:buSzPct val="85000"/>
              <a:buFont typeface="Wingdings" panose="05000000000000000000" pitchFamily="2" charset="2"/>
              <a:defRPr sz="2400"/>
            </a:lvl1pPr>
            <a:lvl2pPr lvl="1">
              <a:buClr>
                <a:schemeClr val="accent2"/>
              </a:buClr>
              <a:buSzPct val="75000"/>
              <a:buFont typeface="Wingdings" panose="05000000000000000000" pitchFamily="2" charset="2"/>
              <a:defRPr sz="2000"/>
            </a:lvl2pPr>
            <a:lvl3pPr lvl="2">
              <a:buClrTx/>
              <a:buSzTx/>
              <a:buFontTx/>
              <a:defRPr sz="1800"/>
            </a:lvl3pPr>
            <a:lvl4pPr lvl="3">
              <a:buClrTx/>
              <a:buSzTx/>
              <a:buFontTx/>
              <a:defRPr sz="1800"/>
            </a:lvl4pPr>
            <a:lvl5pPr lvl="4">
              <a:buClrTx/>
              <a:buSzTx/>
              <a:buFontTx/>
              <a:defRPr sz="1800"/>
            </a:lvl5pPr>
          </a:lstStyle>
          <a:p>
            <a:pPr lvl="0" eaLnBrk="1" hangingPunct="1">
              <a:lnSpc>
                <a:spcPct val="90000"/>
              </a:lnSpc>
              <a:buNone/>
            </a:pPr>
            <a:r>
              <a:rPr lang="en-US" altLang="zh-CN" sz="2800" i="1" dirty="0">
                <a:solidFill>
                  <a:srgbClr val="CC0000"/>
                </a:solidFill>
                <a:ea typeface="宋体" panose="02010600030101010101" pitchFamily="2" charset="-122"/>
              </a:rPr>
              <a:t>Grade:</a:t>
            </a:r>
            <a:r>
              <a:rPr lang="en-US" altLang="zh-CN" sz="2800" dirty="0">
                <a:ea typeface="宋体" panose="02010600030101010101" pitchFamily="2" charset="-122"/>
              </a:rPr>
              <a:t> </a:t>
            </a:r>
            <a:endParaRPr lang="en-US" altLang="zh-CN" sz="3200" dirty="0">
              <a:ea typeface="宋体" panose="02010600030101010101" pitchFamily="2" charset="-122"/>
            </a:endParaRPr>
          </a:p>
          <a:p>
            <a:pPr lvl="0"/>
            <a:r>
              <a:rPr lang="en-US" altLang="zh-CN" sz="3200" dirty="0">
                <a:ea typeface="宋体" panose="02010600030101010101" pitchFamily="2" charset="-122"/>
              </a:rPr>
              <a:t>Homework+course: 40%</a:t>
            </a:r>
            <a:endParaRPr lang="en-US" altLang="zh-CN" sz="3200" dirty="0">
              <a:ea typeface="宋体" panose="02010600030101010101" pitchFamily="2" charset="-122"/>
            </a:endParaRPr>
          </a:p>
          <a:p>
            <a:pPr lvl="0"/>
            <a:r>
              <a:rPr lang="en-US" altLang="zh-CN" sz="3200" dirty="0">
                <a:ea typeface="宋体" panose="02010600030101010101" pitchFamily="2" charset="-122"/>
              </a:rPr>
              <a:t>Final exam (in English): 60% </a:t>
            </a:r>
            <a:endParaRPr lang="en-US" altLang="zh-CN" sz="3200" dirty="0">
              <a:ea typeface="宋体" panose="02010600030101010101" pitchFamily="2" charset="-122"/>
            </a:endParaRPr>
          </a:p>
          <a:p>
            <a:pPr lvl="0">
              <a:buNone/>
            </a:pPr>
            <a:endParaRPr lang="en-US" altLang="zh-CN" sz="3200" i="1" dirty="0">
              <a:solidFill>
                <a:srgbClr val="CC0000"/>
              </a:solidFill>
              <a:ea typeface="宋体" panose="02010600030101010101" pitchFamily="2" charset="-122"/>
            </a:endParaRPr>
          </a:p>
          <a:p>
            <a:pPr lvl="0">
              <a:buNone/>
            </a:pPr>
            <a:r>
              <a:rPr lang="en-US" altLang="zh-CN" sz="3200" i="1" dirty="0">
                <a:solidFill>
                  <a:srgbClr val="CC0000"/>
                </a:solidFill>
                <a:ea typeface="宋体" panose="02010600030101010101" pitchFamily="2" charset="-122"/>
              </a:rPr>
              <a:t>References:</a:t>
            </a:r>
            <a:r>
              <a:rPr lang="en-US" altLang="zh-CN" sz="3200" dirty="0">
                <a:ea typeface="宋体" panose="02010600030101010101" pitchFamily="2" charset="-122"/>
              </a:rPr>
              <a:t> </a:t>
            </a:r>
            <a:endParaRPr lang="en-US" altLang="zh-CN" sz="3200" dirty="0">
              <a:ea typeface="宋体" panose="02010600030101010101" pitchFamily="2" charset="-122"/>
            </a:endParaRPr>
          </a:p>
          <a:p>
            <a:pPr lvl="0"/>
            <a:r>
              <a:rPr lang="en-US" altLang="zh-CN" sz="2800" dirty="0">
                <a:ea typeface="宋体" panose="02010600030101010101" pitchFamily="2" charset="-122"/>
              </a:rPr>
              <a:t>《</a:t>
            </a:r>
            <a:r>
              <a:rPr lang="en-US" altLang="zh-CN" sz="2800" i="1" dirty="0">
                <a:solidFill>
                  <a:srgbClr val="008000"/>
                </a:solidFill>
                <a:ea typeface="宋体" panose="02010600030101010101" pitchFamily="2" charset="-122"/>
              </a:rPr>
              <a:t> </a:t>
            </a:r>
            <a:r>
              <a:rPr lang="en-US" altLang="zh-CN" sz="2800" dirty="0">
                <a:ea typeface="宋体" panose="02010600030101010101" pitchFamily="2" charset="-122"/>
              </a:rPr>
              <a:t>Computer Networking: A Top Down Approach 》 5th edition (Chinese) Jim Kurose, Keith Ross</a:t>
            </a:r>
            <a:endParaRPr lang="en-US" altLang="zh-CN" sz="2800" dirty="0">
              <a:ea typeface="宋体" panose="02010600030101010101" pitchFamily="2" charset="-122"/>
            </a:endParaRPr>
          </a:p>
          <a:p>
            <a:pPr lvl="0"/>
            <a:r>
              <a:rPr lang="en-US" altLang="zh-CN" sz="2800" dirty="0">
                <a:ea typeface="宋体" panose="02010600030101010101" pitchFamily="2" charset="-122"/>
              </a:rPr>
              <a:t>http://wps.pearsoned.com/ecs_kurose_compnetw_6</a:t>
            </a:r>
            <a:endParaRPr lang="en-US" altLang="zh-CN" sz="2800" dirty="0">
              <a:ea typeface="宋体" panose="02010600030101010101" pitchFamily="2"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idx="4294967295"/>
          </p:nvPr>
        </p:nvSpPr>
        <p:spPr>
          <a:xfrm>
            <a:off x="457200" y="241300"/>
            <a:ext cx="7772400" cy="1143000"/>
          </a:xfrm>
        </p:spPr>
        <p:txBody>
          <a:bodyPr vert="horz" wrap="square" lIns="91440" tIns="45720" rIns="91440" bIns="45720" anchor="ctr" anchorCtr="0"/>
          <a:p>
            <a:pPr eaLnBrk="1" hangingPunct="1"/>
            <a:r>
              <a:rPr lang="en-US" altLang="zh-CN" dirty="0">
                <a:ea typeface="宋体" panose="02010600030101010101" pitchFamily="2" charset="-122"/>
              </a:rPr>
              <a:t>Teaching plan</a:t>
            </a:r>
            <a:endParaRPr lang="en-US" altLang="zh-CN" dirty="0">
              <a:ea typeface="宋体" panose="02010600030101010101" pitchFamily="2" charset="-122"/>
            </a:endParaRPr>
          </a:p>
        </p:txBody>
      </p:sp>
      <p:pic>
        <p:nvPicPr>
          <p:cNvPr id="23555" name="图片 1"/>
          <p:cNvPicPr>
            <a:picLocks noChangeAspect="1"/>
          </p:cNvPicPr>
          <p:nvPr/>
        </p:nvPicPr>
        <p:blipFill>
          <a:blip r:embed="rId1"/>
          <a:stretch>
            <a:fillRect/>
          </a:stretch>
        </p:blipFill>
        <p:spPr>
          <a:xfrm>
            <a:off x="2508250" y="1079500"/>
            <a:ext cx="4906963" cy="3160713"/>
          </a:xfrm>
          <a:prstGeom prst="rect">
            <a:avLst/>
          </a:prstGeom>
          <a:noFill/>
          <a:ln w="9525">
            <a:noFill/>
          </a:ln>
        </p:spPr>
      </p:pic>
      <p:pic>
        <p:nvPicPr>
          <p:cNvPr id="23556" name="图片 2"/>
          <p:cNvPicPr>
            <a:picLocks noChangeAspect="1"/>
          </p:cNvPicPr>
          <p:nvPr/>
        </p:nvPicPr>
        <p:blipFill>
          <a:blip r:embed="rId2"/>
          <a:stretch>
            <a:fillRect/>
          </a:stretch>
        </p:blipFill>
        <p:spPr>
          <a:xfrm>
            <a:off x="2479675" y="4038600"/>
            <a:ext cx="4629150" cy="2819400"/>
          </a:xfrm>
          <a:prstGeom prst="rect">
            <a:avLst/>
          </a:prstGeom>
          <a:noFill/>
          <a:ln w="9525">
            <a:noFill/>
          </a:ln>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25603"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25604" name="Rectangle 2"/>
          <p:cNvSpPr>
            <a:spLocks noGrp="1"/>
          </p:cNvSpPr>
          <p:nvPr>
            <p:ph type="title"/>
          </p:nvPr>
        </p:nvSpPr>
        <p:spPr>
          <a:xfrm>
            <a:off x="457200" y="241300"/>
            <a:ext cx="7772400" cy="1143000"/>
          </a:xfrm>
        </p:spPr>
        <p:txBody>
          <a:bodyPr vert="horz" wrap="square" lIns="91440" tIns="45720" rIns="91440" bIns="45720" anchor="ctr" anchorCtr="0"/>
          <a:p>
            <a:r>
              <a:rPr lang="en-US" altLang="zh-CN" dirty="0">
                <a:ea typeface="宋体" panose="02010600030101010101" pitchFamily="2" charset="-122"/>
              </a:rPr>
              <a:t>Chapter 1: Introduction</a:t>
            </a:r>
            <a:endParaRPr lang="en-US" altLang="zh-CN" dirty="0">
              <a:ea typeface="宋体" panose="02010600030101010101" pitchFamily="2" charset="-122"/>
            </a:endParaRPr>
          </a:p>
        </p:txBody>
      </p:sp>
      <p:sp>
        <p:nvSpPr>
          <p:cNvPr id="25605" name="Rectangle 3"/>
          <p:cNvSpPr>
            <a:spLocks noGrp="1"/>
          </p:cNvSpPr>
          <p:nvPr>
            <p:ph sz="half" idx="1"/>
          </p:nvPr>
        </p:nvSpPr>
        <p:spPr>
          <a:xfrm>
            <a:off x="533400" y="1371600"/>
            <a:ext cx="3581400" cy="4648200"/>
          </a:xfrm>
        </p:spPr>
        <p:txBody>
          <a:bodyPr vert="horz" wrap="square" lIns="91440" tIns="45720" rIns="91440" bIns="45720" anchor="t" anchorCtr="0"/>
          <a:p>
            <a:pPr>
              <a:lnSpc>
                <a:spcPct val="90000"/>
              </a:lnSpc>
              <a:buSzPct val="85000"/>
              <a:buFont typeface="Wingdings" panose="05000000000000000000" pitchFamily="2" charset="2"/>
              <a:buNone/>
            </a:pPr>
            <a:r>
              <a:rPr lang="en-US" altLang="zh-CN" u="sng" dirty="0">
                <a:solidFill>
                  <a:srgbClr val="FF0000"/>
                </a:solidFill>
                <a:latin typeface="+mn-lt"/>
                <a:ea typeface="宋体" panose="02010600030101010101" pitchFamily="2" charset="-122"/>
                <a:cs typeface="+mn-cs"/>
              </a:rPr>
              <a:t>Our goal:</a:t>
            </a:r>
            <a:r>
              <a:rPr lang="en-US" altLang="zh-CN" dirty="0">
                <a:latin typeface="+mn-lt"/>
                <a:ea typeface="宋体" panose="02010600030101010101" pitchFamily="2" charset="-122"/>
                <a:cs typeface="+mn-cs"/>
              </a:rPr>
              <a:t> </a:t>
            </a:r>
            <a:endParaRPr lang="en-US" altLang="zh-CN"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get “feel” and terminology</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more depth, detail </a:t>
            </a:r>
            <a:r>
              <a:rPr lang="en-US" altLang="zh-CN" sz="2400" i="1" dirty="0">
                <a:latin typeface="+mn-lt"/>
                <a:ea typeface="宋体" panose="02010600030101010101" pitchFamily="2" charset="-122"/>
                <a:cs typeface="+mn-cs"/>
              </a:rPr>
              <a:t>later</a:t>
            </a:r>
            <a:r>
              <a:rPr lang="en-US" altLang="zh-CN" sz="2400" dirty="0">
                <a:latin typeface="+mn-lt"/>
                <a:ea typeface="宋体" panose="02010600030101010101" pitchFamily="2" charset="-122"/>
                <a:cs typeface="+mn-cs"/>
              </a:rPr>
              <a:t> in course</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approach:</a:t>
            </a:r>
            <a:endParaRPr lang="en-US" altLang="zh-CN" sz="2400" dirty="0">
              <a:latin typeface="+mn-lt"/>
              <a:ea typeface="宋体" panose="02010600030101010101" pitchFamily="2" charset="-122"/>
              <a:cs typeface="+mn-cs"/>
            </a:endParaRPr>
          </a:p>
          <a:p>
            <a:pPr lvl="1">
              <a:lnSpc>
                <a:spcPct val="90000"/>
              </a:lnSpc>
              <a:buSzPct val="75000"/>
            </a:pPr>
            <a:r>
              <a:rPr lang="en-US" altLang="zh-CN" dirty="0">
                <a:latin typeface="+mn-lt"/>
                <a:ea typeface="宋体" panose="02010600030101010101" pitchFamily="2" charset="-122"/>
              </a:rPr>
              <a:t>use Internet as example</a:t>
            </a:r>
            <a:endParaRPr lang="en-US" altLang="zh-CN" dirty="0">
              <a:latin typeface="+mn-lt"/>
              <a:ea typeface="宋体" panose="02010600030101010101" pitchFamily="2" charset="-122"/>
            </a:endParaRPr>
          </a:p>
          <a:p>
            <a:pPr lvl="1">
              <a:lnSpc>
                <a:spcPct val="90000"/>
              </a:lnSpc>
              <a:buSzPct val="75000"/>
            </a:pPr>
            <a:endParaRPr lang="en-US" altLang="zh-CN" sz="2000" dirty="0">
              <a:latin typeface="+mn-lt"/>
              <a:ea typeface="宋体" panose="02010600030101010101" pitchFamily="2" charset="-122"/>
            </a:endParaRPr>
          </a:p>
        </p:txBody>
      </p:sp>
      <p:sp>
        <p:nvSpPr>
          <p:cNvPr id="25606" name="Rectangle 4"/>
          <p:cNvSpPr>
            <a:spLocks noGrp="1"/>
          </p:cNvSpPr>
          <p:nvPr>
            <p:ph sz="half" idx="2"/>
          </p:nvPr>
        </p:nvSpPr>
        <p:spPr>
          <a:xfrm>
            <a:off x="4114800" y="1371600"/>
            <a:ext cx="5029200" cy="5245100"/>
          </a:xfrm>
        </p:spPr>
        <p:txBody>
          <a:bodyPr vert="horz" wrap="square" lIns="91440" tIns="45720" rIns="91440" bIns="45720" anchor="t" anchorCtr="0"/>
          <a:p>
            <a:pPr>
              <a:buSzPct val="85000"/>
              <a:buFont typeface="Wingdings" panose="05000000000000000000" pitchFamily="2" charset="2"/>
              <a:buNone/>
            </a:pPr>
            <a:r>
              <a:rPr lang="en-US" altLang="zh-CN" u="sng" dirty="0">
                <a:solidFill>
                  <a:srgbClr val="FF0000"/>
                </a:solidFill>
                <a:latin typeface="+mn-lt"/>
                <a:ea typeface="宋体" panose="02010600030101010101" pitchFamily="2" charset="-122"/>
                <a:cs typeface="+mn-cs"/>
              </a:rPr>
              <a:t>Overview:</a:t>
            </a:r>
            <a:endParaRPr lang="en-US" altLang="zh-CN"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what’s the Internet?</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what’s a protocol?</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network edge; hosts, access net, physical media</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network core: packet/circuit switching, Internet structure</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performance: loss, delay, throughput</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security</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protocol layers, service models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history</a:t>
            </a:r>
            <a:endParaRPr lang="en-US" altLang="zh-CN" sz="2400" dirty="0">
              <a:latin typeface="+mn-lt"/>
              <a:ea typeface="宋体" panose="02010600030101010101" pitchFamily="2" charset="-122"/>
              <a:cs typeface="+mn-cs"/>
            </a:endParaRPr>
          </a:p>
          <a:p>
            <a:pPr>
              <a:buSzPct val="85000"/>
              <a:buFont typeface="Wingdings" panose="05000000000000000000" pitchFamily="2" charset="2"/>
              <a:buNone/>
            </a:pPr>
            <a:endParaRPr lang="en-US" altLang="zh-CN" sz="2400" dirty="0">
              <a:latin typeface="+mn-lt"/>
              <a:ea typeface="宋体" panose="02010600030101010101" pitchFamily="2" charset="-122"/>
              <a:cs typeface="+mn-cs"/>
            </a:endParaRPr>
          </a:p>
        </p:txBody>
      </p:sp>
      <p:pic>
        <p:nvPicPr>
          <p:cNvPr id="25607" name="图片 2"/>
          <p:cNvPicPr>
            <a:picLocks noChangeAspect="1"/>
          </p:cNvPicPr>
          <p:nvPr/>
        </p:nvPicPr>
        <p:blipFill>
          <a:blip r:embed="rId1"/>
          <a:stretch>
            <a:fillRect/>
          </a:stretch>
        </p:blipFill>
        <p:spPr>
          <a:xfrm>
            <a:off x="254000" y="4610100"/>
            <a:ext cx="3730625" cy="1211263"/>
          </a:xfrm>
          <a:prstGeom prst="rect">
            <a:avLst/>
          </a:prstGeom>
          <a:noFill/>
          <a:ln w="9525">
            <a:noFill/>
          </a:ln>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27651"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2765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1: roadmap</a:t>
            </a:r>
            <a:endParaRPr lang="en-US" altLang="zh-CN" dirty="0">
              <a:ea typeface="宋体" panose="02010600030101010101" pitchFamily="2" charset="-122"/>
            </a:endParaRPr>
          </a:p>
        </p:txBody>
      </p:sp>
      <p:sp>
        <p:nvSpPr>
          <p:cNvPr id="27653" name="Rectangle 3"/>
          <p:cNvSpPr>
            <a:spLocks noGrp="1"/>
          </p:cNvSpPr>
          <p:nvPr>
            <p:ph idx="1"/>
          </p:nvPr>
        </p:nvSpPr>
        <p:spPr>
          <a:xfrm>
            <a:off x="533400" y="1600200"/>
            <a:ext cx="8207375" cy="4648200"/>
          </a:xfrm>
        </p:spPr>
        <p:txBody>
          <a:bodyPr vert="horz" wrap="square" lIns="91440" tIns="45720" rIns="91440" bIns="45720" anchor="t" anchorCtr="0"/>
          <a:p>
            <a:pPr lvl="1">
              <a:buNone/>
            </a:pPr>
            <a:r>
              <a:rPr lang="en-US" altLang="zh-CN" dirty="0">
                <a:solidFill>
                  <a:srgbClr val="FF0000"/>
                </a:solidFill>
                <a:ea typeface="宋体" panose="02010600030101010101" pitchFamily="2" charset="-122"/>
              </a:rPr>
              <a:t>1.1 What </a:t>
            </a:r>
            <a:r>
              <a:rPr lang="en-US" altLang="zh-CN" i="1" dirty="0">
                <a:solidFill>
                  <a:srgbClr val="FF0000"/>
                </a:solidFill>
                <a:ea typeface="宋体" panose="02010600030101010101" pitchFamily="2" charset="-122"/>
              </a:rPr>
              <a:t>is</a:t>
            </a:r>
            <a:r>
              <a:rPr lang="en-US" altLang="zh-CN" dirty="0">
                <a:solidFill>
                  <a:srgbClr val="FF0000"/>
                </a:solidFill>
                <a:ea typeface="宋体" panose="02010600030101010101" pitchFamily="2" charset="-122"/>
              </a:rPr>
              <a:t> the Internet?</a:t>
            </a:r>
            <a:endParaRPr lang="en-US" altLang="zh-CN" dirty="0">
              <a:solidFill>
                <a:srgbClr val="FF0000"/>
              </a:solidFill>
              <a:ea typeface="宋体" panose="02010600030101010101" pitchFamily="2" charset="-122"/>
            </a:endParaRPr>
          </a:p>
          <a:p>
            <a:pPr lvl="1">
              <a:buNone/>
            </a:pPr>
            <a:r>
              <a:rPr lang="en-US" altLang="zh-CN" dirty="0">
                <a:solidFill>
                  <a:schemeClr val="accent2"/>
                </a:solidFill>
                <a:ea typeface="宋体" panose="02010600030101010101" pitchFamily="2" charset="-122"/>
              </a:rPr>
              <a:t>1.2</a:t>
            </a:r>
            <a:r>
              <a:rPr lang="en-US" altLang="zh-CN" dirty="0">
                <a:ea typeface="宋体" panose="02010600030101010101" pitchFamily="2" charset="-122"/>
              </a:rPr>
              <a:t> Network edge</a:t>
            </a:r>
            <a:endParaRPr lang="en-US" altLang="zh-CN" dirty="0">
              <a:ea typeface="宋体" panose="02010600030101010101" pitchFamily="2" charset="-122"/>
            </a:endParaRPr>
          </a:p>
          <a:p>
            <a:pPr lvl="2">
              <a:buClr>
                <a:srgbClr val="0000FF"/>
              </a:buClr>
              <a:buFont typeface="Wingdings" panose="05000000000000000000" pitchFamily="2" charset="2"/>
              <a:buChar char="q"/>
            </a:pPr>
            <a:r>
              <a:rPr lang="en-US" altLang="zh-CN" dirty="0">
                <a:ea typeface="宋体" panose="02010600030101010101" pitchFamily="2" charset="-122"/>
              </a:rPr>
              <a:t> end systems, access networks, links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1.3</a:t>
            </a:r>
            <a:r>
              <a:rPr lang="en-US" altLang="zh-CN" dirty="0">
                <a:ea typeface="宋体" panose="02010600030101010101" pitchFamily="2" charset="-122"/>
              </a:rPr>
              <a:t> Network core</a:t>
            </a:r>
            <a:endParaRPr lang="en-US" altLang="zh-CN" dirty="0">
              <a:ea typeface="宋体" panose="02010600030101010101" pitchFamily="2" charset="-122"/>
            </a:endParaRPr>
          </a:p>
          <a:p>
            <a:pPr lvl="2">
              <a:buClr>
                <a:srgbClr val="0000FF"/>
              </a:buClr>
              <a:buFont typeface="Wingdings" panose="05000000000000000000" pitchFamily="2" charset="2"/>
              <a:buChar char="q"/>
            </a:pPr>
            <a:r>
              <a:rPr lang="en-US" altLang="zh-CN" dirty="0">
                <a:ea typeface="宋体" panose="02010600030101010101" pitchFamily="2" charset="-122"/>
              </a:rPr>
              <a:t> circuit switching, packet switching, network structure</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1.4</a:t>
            </a:r>
            <a:r>
              <a:rPr lang="en-US" altLang="zh-CN" dirty="0">
                <a:ea typeface="宋体" panose="02010600030101010101" pitchFamily="2" charset="-122"/>
              </a:rPr>
              <a:t> Delay, loss and throughput in packet-switched networks</a:t>
            </a:r>
            <a:endParaRPr lang="en-US" altLang="zh-CN" dirty="0">
              <a:ea typeface="宋体" panose="02010600030101010101" pitchFamily="2" charset="-122"/>
            </a:endParaRPr>
          </a:p>
          <a:p>
            <a:pPr lvl="1">
              <a:buNone/>
            </a:pPr>
            <a:r>
              <a:rPr lang="en-US" altLang="zh-CN" dirty="0">
                <a:solidFill>
                  <a:srgbClr val="0000FF"/>
                </a:solidFill>
                <a:ea typeface="宋体" panose="02010600030101010101" pitchFamily="2" charset="-122"/>
              </a:rPr>
              <a:t>1.5</a:t>
            </a:r>
            <a:r>
              <a:rPr lang="en-US" altLang="zh-CN" dirty="0">
                <a:ea typeface="宋体" panose="02010600030101010101" pitchFamily="2" charset="-122"/>
              </a:rPr>
              <a:t> Protocol layers, service models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1.6</a:t>
            </a:r>
            <a:r>
              <a:rPr lang="en-US" altLang="zh-CN" dirty="0">
                <a:ea typeface="宋体" panose="02010600030101010101" pitchFamily="2" charset="-122"/>
              </a:rPr>
              <a:t> Networks under attack: security</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1.7</a:t>
            </a:r>
            <a:r>
              <a:rPr lang="en-US" altLang="zh-CN" dirty="0">
                <a:ea typeface="宋体" panose="02010600030101010101" pitchFamily="2" charset="-122"/>
              </a:rPr>
              <a:t> History</a:t>
            </a:r>
            <a:endParaRPr lang="en-US" altLang="zh-CN" dirty="0">
              <a:ea typeface="宋体" panose="02010600030101010101" pitchFamily="2" charset="-122"/>
            </a:endParaRPr>
          </a:p>
          <a:p>
            <a:endParaRPr lang="en-US" altLang="zh-CN" sz="2400" dirty="0">
              <a:ea typeface="宋体" panose="02010600030101010101" pitchFamily="2"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2969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29700" name="Rectangle 2"/>
          <p:cNvSpPr>
            <a:spLocks noGrp="1"/>
          </p:cNvSpPr>
          <p:nvPr>
            <p:ph type="title"/>
          </p:nvPr>
        </p:nvSpPr>
        <p:spPr>
          <a:xfrm>
            <a:off x="212725" y="95250"/>
            <a:ext cx="8382000" cy="1143000"/>
          </a:xfrm>
        </p:spPr>
        <p:txBody>
          <a:bodyPr vert="horz" wrap="square" lIns="91440" tIns="45720" rIns="91440" bIns="45720" anchor="ctr" anchorCtr="0"/>
          <a:p>
            <a:r>
              <a:rPr lang="en-US" altLang="zh-CN" sz="3200" dirty="0">
                <a:ea typeface="宋体" panose="02010600030101010101" pitchFamily="2" charset="-122"/>
              </a:rPr>
              <a:t>What’s the Internet: “nuts and bolts” view</a:t>
            </a:r>
            <a:endParaRPr lang="en-US" altLang="zh-CN" dirty="0">
              <a:ea typeface="宋体" panose="02010600030101010101" pitchFamily="2" charset="-122"/>
            </a:endParaRPr>
          </a:p>
        </p:txBody>
      </p:sp>
      <p:sp>
        <p:nvSpPr>
          <p:cNvPr id="4099" name="Rectangle 3"/>
          <p:cNvSpPr>
            <a:spLocks noGrp="1"/>
          </p:cNvSpPr>
          <p:nvPr>
            <p:ph sz="half" idx="1"/>
          </p:nvPr>
        </p:nvSpPr>
        <p:spPr>
          <a:xfrm>
            <a:off x="1320800" y="1300163"/>
            <a:ext cx="3779838" cy="2036762"/>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millions of connected computing devices: </a:t>
            </a:r>
            <a:r>
              <a:rPr lang="en-US" altLang="zh-CN" sz="2400" i="1" dirty="0">
                <a:solidFill>
                  <a:srgbClr val="FF0000"/>
                </a:solidFill>
                <a:latin typeface="+mn-lt"/>
                <a:ea typeface="宋体" panose="02010600030101010101" pitchFamily="2" charset="-122"/>
                <a:cs typeface="+mn-cs"/>
              </a:rPr>
              <a:t>hosts = end systems</a:t>
            </a:r>
            <a:r>
              <a:rPr lang="en-US" altLang="zh-CN" sz="2400" dirty="0">
                <a:solidFill>
                  <a:srgbClr val="FF0000"/>
                </a:solidFill>
                <a:latin typeface="+mn-lt"/>
                <a:ea typeface="宋体" panose="02010600030101010101" pitchFamily="2" charset="-122"/>
                <a:cs typeface="+mn-cs"/>
              </a:rPr>
              <a:t> </a:t>
            </a:r>
            <a:endParaRPr lang="en-US" altLang="zh-CN" sz="2400" dirty="0">
              <a:solidFill>
                <a:srgbClr val="FF0000"/>
              </a:solidFill>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 </a:t>
            </a:r>
            <a:r>
              <a:rPr lang="en-US" altLang="zh-CN" dirty="0">
                <a:latin typeface="+mn-lt"/>
                <a:ea typeface="宋体" panose="02010600030101010101" pitchFamily="2" charset="-122"/>
              </a:rPr>
              <a:t>running </a:t>
            </a:r>
            <a:r>
              <a:rPr lang="en-US" altLang="zh-CN" i="1" dirty="0">
                <a:solidFill>
                  <a:srgbClr val="FF0000"/>
                </a:solidFill>
                <a:latin typeface="+mn-lt"/>
                <a:ea typeface="宋体" panose="02010600030101010101" pitchFamily="2" charset="-122"/>
              </a:rPr>
              <a:t>network apps</a:t>
            </a:r>
            <a:endParaRPr lang="en-US" altLang="zh-CN" dirty="0">
              <a:latin typeface="+mn-lt"/>
              <a:ea typeface="宋体" panose="02010600030101010101" pitchFamily="2" charset="-122"/>
            </a:endParaRPr>
          </a:p>
        </p:txBody>
      </p:sp>
      <p:grpSp>
        <p:nvGrpSpPr>
          <p:cNvPr id="29702" name="Group 262"/>
          <p:cNvGrpSpPr/>
          <p:nvPr/>
        </p:nvGrpSpPr>
        <p:grpSpPr>
          <a:xfrm>
            <a:off x="4989513" y="1319213"/>
            <a:ext cx="3470275" cy="4489450"/>
            <a:chOff x="3177" y="1065"/>
            <a:chExt cx="2186" cy="2828"/>
          </a:xfrm>
        </p:grpSpPr>
        <p:sp>
          <p:nvSpPr>
            <p:cNvPr id="29793" name="Freeform 263"/>
            <p:cNvSpPr/>
            <p:nvPr/>
          </p:nvSpPr>
          <p:spPr>
            <a:xfrm>
              <a:off x="4261" y="2412"/>
              <a:ext cx="828" cy="425"/>
            </a:xfrm>
            <a:custGeom>
              <a:avLst/>
              <a:gdLst>
                <a:gd name="txL" fmla="*/ 0 w 828"/>
                <a:gd name="txT" fmla="*/ 0 h 425"/>
                <a:gd name="txR" fmla="*/ 828 w 828"/>
                <a:gd name="txB" fmla="*/ 425 h 425"/>
              </a:gdLst>
              <a:ahLst/>
              <a:cxnLst>
                <a:cxn ang="0">
                  <a:pos x="382" y="30"/>
                </a:cxn>
                <a:cxn ang="0">
                  <a:pos x="370" y="30"/>
                </a:cxn>
                <a:cxn ang="0">
                  <a:pos x="126" y="32"/>
                </a:cxn>
                <a:cxn ang="0">
                  <a:pos x="6" y="126"/>
                </a:cxn>
                <a:cxn ang="0">
                  <a:pos x="92" y="274"/>
                </a:cxn>
                <a:cxn ang="0">
                  <a:pos x="292" y="384"/>
                </a:cxn>
                <a:cxn ang="0">
                  <a:pos x="540" y="416"/>
                </a:cxn>
                <a:cxn ang="0">
                  <a:pos x="698" y="330"/>
                </a:cxn>
                <a:cxn ang="0">
                  <a:pos x="776" y="170"/>
                </a:cxn>
                <a:cxn ang="0">
                  <a:pos x="792" y="22"/>
                </a:cxn>
                <a:cxn ang="0">
                  <a:pos x="560" y="38"/>
                </a:cxn>
                <a:cxn ang="0">
                  <a:pos x="382" y="30"/>
                </a:cxn>
              </a:cxnLst>
              <a:rect l="txL" t="txT" r="txR" b="tx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alpha val="100000"/>
              </a:srgbClr>
            </a:solidFill>
            <a:ln w="9525">
              <a:noFill/>
            </a:ln>
          </p:spPr>
          <p:txBody>
            <a:bodyPr/>
            <a:p>
              <a:endParaRPr lang="zh-CN" altLang="en-US"/>
            </a:p>
          </p:txBody>
        </p:sp>
        <p:sp>
          <p:nvSpPr>
            <p:cNvPr id="29794" name="Freeform 264"/>
            <p:cNvSpPr/>
            <p:nvPr/>
          </p:nvSpPr>
          <p:spPr>
            <a:xfrm>
              <a:off x="4273" y="1451"/>
              <a:ext cx="1090" cy="658"/>
            </a:xfrm>
            <a:custGeom>
              <a:avLst/>
              <a:gdLst>
                <a:gd name="txL" fmla="*/ 0 w 765"/>
                <a:gd name="txT" fmla="*/ 0 h 459"/>
                <a:gd name="txR" fmla="*/ 765 w 765"/>
                <a:gd name="txB" fmla="*/ 459 h 459"/>
              </a:gdLst>
              <a:ahLst/>
              <a:cxnLst>
                <a:cxn ang="0">
                  <a:pos x="2491" y="60"/>
                </a:cxn>
                <a:cxn ang="0">
                  <a:pos x="1688" y="421"/>
                </a:cxn>
                <a:cxn ang="0">
                  <a:pos x="564" y="604"/>
                </a:cxn>
                <a:cxn ang="0">
                  <a:pos x="81" y="2037"/>
                </a:cxn>
                <a:cxn ang="0">
                  <a:pos x="1056" y="2686"/>
                </a:cxn>
                <a:cxn ang="0">
                  <a:pos x="2030" y="2582"/>
                </a:cxn>
                <a:cxn ang="0">
                  <a:pos x="3427" y="2686"/>
                </a:cxn>
                <a:cxn ang="0">
                  <a:pos x="4101" y="2629"/>
                </a:cxn>
                <a:cxn ang="0">
                  <a:pos x="4414" y="2251"/>
                </a:cxn>
                <a:cxn ang="0">
                  <a:pos x="4406" y="958"/>
                </a:cxn>
                <a:cxn ang="0">
                  <a:pos x="3888" y="205"/>
                </a:cxn>
                <a:cxn ang="0">
                  <a:pos x="2491" y="60"/>
                </a:cxn>
              </a:cxnLst>
              <a:rect l="txL" t="txT" r="txR" b="tx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alpha val="100000"/>
                  </a:srgbClr>
                </a:gs>
                <a:gs pos="100000">
                  <a:schemeClr val="bg1">
                    <a:alpha val="100000"/>
                  </a:schemeClr>
                </a:gs>
              </a:gsLst>
              <a:lin ang="0" scaled="1"/>
              <a:tileRect/>
            </a:gradFill>
            <a:ln w="9525">
              <a:noFill/>
            </a:ln>
          </p:spPr>
          <p:txBody>
            <a:bodyPr/>
            <a:p>
              <a:endParaRPr lang="zh-CN" altLang="en-US"/>
            </a:p>
          </p:txBody>
        </p:sp>
        <p:sp>
          <p:nvSpPr>
            <p:cNvPr id="29795" name="Freeform 265"/>
            <p:cNvSpPr/>
            <p:nvPr/>
          </p:nvSpPr>
          <p:spPr>
            <a:xfrm>
              <a:off x="3177" y="1267"/>
              <a:ext cx="1036" cy="675"/>
            </a:xfrm>
            <a:custGeom>
              <a:avLst/>
              <a:gdLst>
                <a:gd name="txL" fmla="*/ 0 w 1036"/>
                <a:gd name="txT" fmla="*/ 0 h 675"/>
                <a:gd name="txR" fmla="*/ 1036 w 1036"/>
                <a:gd name="txB" fmla="*/ 675 h 675"/>
              </a:gdLst>
              <a:ahLst/>
              <a:cxnLst>
                <a:cxn ang="0">
                  <a:pos x="648" y="11"/>
                </a:cxn>
                <a:cxn ang="0">
                  <a:pos x="390" y="53"/>
                </a:cxn>
                <a:cxn ang="0">
                  <a:pos x="206" y="129"/>
                </a:cxn>
                <a:cxn ang="0">
                  <a:pos x="152" y="229"/>
                </a:cxn>
                <a:cxn ang="0">
                  <a:pos x="22" y="297"/>
                </a:cxn>
                <a:cxn ang="0">
                  <a:pos x="18" y="459"/>
                </a:cxn>
                <a:cxn ang="0">
                  <a:pos x="132" y="489"/>
                </a:cxn>
                <a:cxn ang="0">
                  <a:pos x="458" y="489"/>
                </a:cxn>
                <a:cxn ang="0">
                  <a:pos x="598" y="555"/>
                </a:cxn>
                <a:cxn ang="0">
                  <a:pos x="752" y="657"/>
                </a:cxn>
                <a:cxn ang="0">
                  <a:pos x="870" y="661"/>
                </a:cxn>
                <a:cxn ang="0">
                  <a:pos x="952" y="603"/>
                </a:cxn>
                <a:cxn ang="0">
                  <a:pos x="992" y="445"/>
                </a:cxn>
                <a:cxn ang="0">
                  <a:pos x="1018" y="291"/>
                </a:cxn>
                <a:cxn ang="0">
                  <a:pos x="1022" y="107"/>
                </a:cxn>
                <a:cxn ang="0">
                  <a:pos x="934" y="17"/>
                </a:cxn>
                <a:cxn ang="0">
                  <a:pos x="776" y="3"/>
                </a:cxn>
                <a:cxn ang="0">
                  <a:pos x="648" y="11"/>
                </a:cxn>
              </a:cxnLst>
              <a:rect l="txL" t="txT" r="txR" b="tx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alpha val="100000"/>
              </a:srgbClr>
            </a:solidFill>
            <a:ln w="9525">
              <a:noFill/>
            </a:ln>
          </p:spPr>
          <p:txBody>
            <a:bodyPr/>
            <a:p>
              <a:endParaRPr lang="zh-CN" altLang="en-US"/>
            </a:p>
          </p:txBody>
        </p:sp>
        <p:grpSp>
          <p:nvGrpSpPr>
            <p:cNvPr id="29796" name="Group 266"/>
            <p:cNvGrpSpPr/>
            <p:nvPr/>
          </p:nvGrpSpPr>
          <p:grpSpPr>
            <a:xfrm>
              <a:off x="3232" y="2108"/>
              <a:ext cx="919" cy="588"/>
              <a:chOff x="2889" y="1631"/>
              <a:chExt cx="980" cy="743"/>
            </a:xfrm>
          </p:grpSpPr>
          <p:sp>
            <p:nvSpPr>
              <p:cNvPr id="30111" name="Rectangle 267"/>
              <p:cNvSpPr/>
              <p:nvPr/>
            </p:nvSpPr>
            <p:spPr>
              <a:xfrm>
                <a:off x="3046" y="1841"/>
                <a:ext cx="663" cy="533"/>
              </a:xfrm>
              <a:prstGeom prst="rect">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112" name="AutoShape 268"/>
              <p:cNvSpPr/>
              <p:nvPr/>
            </p:nvSpPr>
            <p:spPr>
              <a:xfrm>
                <a:off x="2889" y="1631"/>
                <a:ext cx="980" cy="253"/>
              </a:xfrm>
              <a:prstGeom prst="triangle">
                <a:avLst>
                  <a:gd name="adj" fmla="val 50000"/>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solidFill>
                    <a:srgbClr val="00CCFF"/>
                  </a:solidFill>
                  <a:latin typeface="Times New Roman" panose="02020603050405020304" pitchFamily="18" charset="0"/>
                  <a:ea typeface="宋体" panose="02010600030101010101" pitchFamily="2" charset="-122"/>
                </a:endParaRPr>
              </a:p>
            </p:txBody>
          </p:sp>
        </p:grpSp>
        <p:grpSp>
          <p:nvGrpSpPr>
            <p:cNvPr id="29797" name="Group 269"/>
            <p:cNvGrpSpPr/>
            <p:nvPr/>
          </p:nvGrpSpPr>
          <p:grpSpPr>
            <a:xfrm>
              <a:off x="3674" y="1388"/>
              <a:ext cx="212" cy="335"/>
              <a:chOff x="3796" y="1043"/>
              <a:chExt cx="865" cy="1237"/>
            </a:xfrm>
          </p:grpSpPr>
          <p:sp>
            <p:nvSpPr>
              <p:cNvPr id="30081" name="Line 270"/>
              <p:cNvSpPr/>
              <p:nvPr/>
            </p:nvSpPr>
            <p:spPr>
              <a:xfrm flipH="1">
                <a:off x="3992" y="1481"/>
                <a:ext cx="235" cy="724"/>
              </a:xfrm>
              <a:prstGeom prst="line">
                <a:avLst/>
              </a:prstGeom>
              <a:ln w="9525" cap="flat" cmpd="sng">
                <a:solidFill>
                  <a:schemeClr val="tx1"/>
                </a:solidFill>
                <a:prstDash val="solid"/>
                <a:headEnd type="none" w="med" len="med"/>
                <a:tailEnd type="none" w="med" len="med"/>
              </a:ln>
            </p:spPr>
          </p:sp>
          <p:sp>
            <p:nvSpPr>
              <p:cNvPr id="30082" name="Line 271"/>
              <p:cNvSpPr/>
              <p:nvPr/>
            </p:nvSpPr>
            <p:spPr>
              <a:xfrm>
                <a:off x="4227" y="1481"/>
                <a:ext cx="236" cy="720"/>
              </a:xfrm>
              <a:prstGeom prst="line">
                <a:avLst/>
              </a:prstGeom>
              <a:ln w="9525" cap="flat" cmpd="sng">
                <a:solidFill>
                  <a:schemeClr val="tx1"/>
                </a:solidFill>
                <a:prstDash val="solid"/>
                <a:headEnd type="none" w="med" len="med"/>
                <a:tailEnd type="none" w="med" len="med"/>
              </a:ln>
            </p:spPr>
          </p:sp>
          <p:sp>
            <p:nvSpPr>
              <p:cNvPr id="30083" name="Line 272"/>
              <p:cNvSpPr/>
              <p:nvPr/>
            </p:nvSpPr>
            <p:spPr>
              <a:xfrm>
                <a:off x="3992" y="2201"/>
                <a:ext cx="235" cy="79"/>
              </a:xfrm>
              <a:prstGeom prst="line">
                <a:avLst/>
              </a:prstGeom>
              <a:ln w="9525" cap="flat" cmpd="sng">
                <a:solidFill>
                  <a:schemeClr val="tx1"/>
                </a:solidFill>
                <a:prstDash val="solid"/>
                <a:headEnd type="none" w="med" len="med"/>
                <a:tailEnd type="none" w="med" len="med"/>
              </a:ln>
            </p:spPr>
          </p:sp>
          <p:sp>
            <p:nvSpPr>
              <p:cNvPr id="30084" name="Line 273"/>
              <p:cNvSpPr/>
              <p:nvPr/>
            </p:nvSpPr>
            <p:spPr>
              <a:xfrm flipH="1">
                <a:off x="4227" y="2201"/>
                <a:ext cx="236" cy="79"/>
              </a:xfrm>
              <a:prstGeom prst="line">
                <a:avLst/>
              </a:prstGeom>
              <a:ln w="9525" cap="flat" cmpd="sng">
                <a:solidFill>
                  <a:schemeClr val="tx1"/>
                </a:solidFill>
                <a:prstDash val="solid"/>
                <a:headEnd type="none" w="med" len="med"/>
                <a:tailEnd type="none" w="med" len="med"/>
              </a:ln>
            </p:spPr>
          </p:sp>
          <p:sp>
            <p:nvSpPr>
              <p:cNvPr id="30085" name="Line 274"/>
              <p:cNvSpPr/>
              <p:nvPr/>
            </p:nvSpPr>
            <p:spPr>
              <a:xfrm>
                <a:off x="4227" y="1497"/>
                <a:ext cx="0" cy="783"/>
              </a:xfrm>
              <a:prstGeom prst="line">
                <a:avLst/>
              </a:prstGeom>
              <a:ln w="9525" cap="flat" cmpd="sng">
                <a:solidFill>
                  <a:schemeClr val="tx1"/>
                </a:solidFill>
                <a:prstDash val="solid"/>
                <a:headEnd type="none" w="med" len="med"/>
                <a:tailEnd type="none" w="med" len="med"/>
              </a:ln>
            </p:spPr>
          </p:sp>
          <p:sp>
            <p:nvSpPr>
              <p:cNvPr id="30086" name="Line 275"/>
              <p:cNvSpPr/>
              <p:nvPr/>
            </p:nvSpPr>
            <p:spPr>
              <a:xfrm flipV="1">
                <a:off x="3992" y="2127"/>
                <a:ext cx="235" cy="78"/>
              </a:xfrm>
              <a:prstGeom prst="line">
                <a:avLst/>
              </a:prstGeom>
              <a:ln w="9525" cap="flat" cmpd="sng">
                <a:solidFill>
                  <a:schemeClr val="tx1"/>
                </a:solidFill>
                <a:prstDash val="solid"/>
                <a:headEnd type="none" w="med" len="med"/>
                <a:tailEnd type="none" w="med" len="med"/>
              </a:ln>
            </p:spPr>
          </p:sp>
          <p:sp>
            <p:nvSpPr>
              <p:cNvPr id="30087" name="Line 276"/>
              <p:cNvSpPr/>
              <p:nvPr/>
            </p:nvSpPr>
            <p:spPr>
              <a:xfrm flipH="1" flipV="1">
                <a:off x="4227" y="2127"/>
                <a:ext cx="236" cy="74"/>
              </a:xfrm>
              <a:prstGeom prst="line">
                <a:avLst/>
              </a:prstGeom>
              <a:ln w="9525" cap="flat" cmpd="sng">
                <a:solidFill>
                  <a:schemeClr val="tx1"/>
                </a:solidFill>
                <a:prstDash val="solid"/>
                <a:headEnd type="none" w="med" len="med"/>
                <a:tailEnd type="none" w="med" len="med"/>
              </a:ln>
            </p:spPr>
          </p:sp>
          <p:sp>
            <p:nvSpPr>
              <p:cNvPr id="30088" name="Line 277"/>
              <p:cNvSpPr/>
              <p:nvPr/>
            </p:nvSpPr>
            <p:spPr>
              <a:xfrm>
                <a:off x="4092" y="1890"/>
                <a:ext cx="135" cy="60"/>
              </a:xfrm>
              <a:prstGeom prst="line">
                <a:avLst/>
              </a:prstGeom>
              <a:ln w="9525" cap="flat" cmpd="sng">
                <a:solidFill>
                  <a:schemeClr val="tx1"/>
                </a:solidFill>
                <a:prstDash val="solid"/>
                <a:headEnd type="none" w="med" len="med"/>
                <a:tailEnd type="none" w="med" len="med"/>
              </a:ln>
            </p:spPr>
          </p:sp>
          <p:sp>
            <p:nvSpPr>
              <p:cNvPr id="30089" name="Line 278"/>
              <p:cNvSpPr/>
              <p:nvPr/>
            </p:nvSpPr>
            <p:spPr>
              <a:xfrm flipV="1">
                <a:off x="4227" y="1890"/>
                <a:ext cx="143" cy="60"/>
              </a:xfrm>
              <a:prstGeom prst="line">
                <a:avLst/>
              </a:prstGeom>
              <a:ln w="9525" cap="flat" cmpd="sng">
                <a:solidFill>
                  <a:schemeClr val="tx1"/>
                </a:solidFill>
                <a:prstDash val="solid"/>
                <a:headEnd type="none" w="med" len="med"/>
                <a:tailEnd type="none" w="med" len="med"/>
              </a:ln>
            </p:spPr>
          </p:sp>
          <p:sp>
            <p:nvSpPr>
              <p:cNvPr id="30090" name="Line 279"/>
              <p:cNvSpPr/>
              <p:nvPr/>
            </p:nvSpPr>
            <p:spPr>
              <a:xfrm>
                <a:off x="4047" y="1996"/>
                <a:ext cx="175" cy="81"/>
              </a:xfrm>
              <a:prstGeom prst="line">
                <a:avLst/>
              </a:prstGeom>
              <a:ln w="9525" cap="flat" cmpd="sng">
                <a:solidFill>
                  <a:schemeClr val="tx1"/>
                </a:solidFill>
                <a:prstDash val="solid"/>
                <a:headEnd type="none" w="med" len="med"/>
                <a:tailEnd type="none" w="med" len="med"/>
              </a:ln>
            </p:spPr>
          </p:sp>
          <p:sp>
            <p:nvSpPr>
              <p:cNvPr id="30091" name="Line 280"/>
              <p:cNvSpPr/>
              <p:nvPr/>
            </p:nvSpPr>
            <p:spPr>
              <a:xfrm flipV="1">
                <a:off x="4227" y="2012"/>
                <a:ext cx="176" cy="71"/>
              </a:xfrm>
              <a:prstGeom prst="line">
                <a:avLst/>
              </a:prstGeom>
              <a:ln w="9525" cap="flat" cmpd="sng">
                <a:solidFill>
                  <a:schemeClr val="tx1"/>
                </a:solidFill>
                <a:prstDash val="solid"/>
                <a:headEnd type="none" w="med" len="med"/>
                <a:tailEnd type="none" w="med" len="med"/>
              </a:ln>
            </p:spPr>
          </p:sp>
          <p:sp>
            <p:nvSpPr>
              <p:cNvPr id="30092" name="Line 281"/>
              <p:cNvSpPr/>
              <p:nvPr/>
            </p:nvSpPr>
            <p:spPr>
              <a:xfrm flipV="1">
                <a:off x="4227" y="1782"/>
                <a:ext cx="90" cy="29"/>
              </a:xfrm>
              <a:prstGeom prst="line">
                <a:avLst/>
              </a:prstGeom>
              <a:ln w="9525" cap="flat" cmpd="sng">
                <a:solidFill>
                  <a:schemeClr val="tx1"/>
                </a:solidFill>
                <a:prstDash val="solid"/>
                <a:headEnd type="none" w="med" len="med"/>
                <a:tailEnd type="none" w="med" len="med"/>
              </a:ln>
            </p:spPr>
          </p:sp>
          <p:sp>
            <p:nvSpPr>
              <p:cNvPr id="30093" name="Line 282"/>
              <p:cNvSpPr/>
              <p:nvPr/>
            </p:nvSpPr>
            <p:spPr>
              <a:xfrm flipV="1">
                <a:off x="4227" y="1632"/>
                <a:ext cx="57" cy="22"/>
              </a:xfrm>
              <a:prstGeom prst="line">
                <a:avLst/>
              </a:prstGeom>
              <a:ln w="9525" cap="flat" cmpd="sng">
                <a:solidFill>
                  <a:schemeClr val="tx1"/>
                </a:solidFill>
                <a:prstDash val="solid"/>
                <a:headEnd type="none" w="med" len="med"/>
                <a:tailEnd type="none" w="med" len="med"/>
              </a:ln>
            </p:spPr>
          </p:sp>
          <p:sp>
            <p:nvSpPr>
              <p:cNvPr id="30094" name="Line 283"/>
              <p:cNvSpPr/>
              <p:nvPr/>
            </p:nvSpPr>
            <p:spPr>
              <a:xfrm>
                <a:off x="4126" y="1772"/>
                <a:ext cx="109" cy="39"/>
              </a:xfrm>
              <a:prstGeom prst="line">
                <a:avLst/>
              </a:prstGeom>
              <a:ln w="9525" cap="flat" cmpd="sng">
                <a:solidFill>
                  <a:schemeClr val="tx1"/>
                </a:solidFill>
                <a:prstDash val="solid"/>
                <a:headEnd type="none" w="med" len="med"/>
                <a:tailEnd type="none" w="med" len="med"/>
              </a:ln>
            </p:spPr>
          </p:sp>
          <p:sp>
            <p:nvSpPr>
              <p:cNvPr id="30095" name="Line 284"/>
              <p:cNvSpPr/>
              <p:nvPr/>
            </p:nvSpPr>
            <p:spPr>
              <a:xfrm>
                <a:off x="4175" y="1625"/>
                <a:ext cx="63" cy="39"/>
              </a:xfrm>
              <a:prstGeom prst="line">
                <a:avLst/>
              </a:prstGeom>
              <a:ln w="9525" cap="flat" cmpd="sng">
                <a:solidFill>
                  <a:schemeClr val="tx1"/>
                </a:solidFill>
                <a:prstDash val="solid"/>
                <a:headEnd type="none" w="med" len="med"/>
                <a:tailEnd type="none" w="med" len="med"/>
              </a:ln>
            </p:spPr>
          </p:sp>
          <p:grpSp>
            <p:nvGrpSpPr>
              <p:cNvPr id="30096" name="Group 285"/>
              <p:cNvGrpSpPr/>
              <p:nvPr/>
            </p:nvGrpSpPr>
            <p:grpSpPr>
              <a:xfrm>
                <a:off x="4269" y="1415"/>
                <a:ext cx="392" cy="137"/>
                <a:chOff x="4227" y="1360"/>
                <a:chExt cx="863" cy="270"/>
              </a:xfrm>
            </p:grpSpPr>
            <p:sp>
              <p:nvSpPr>
                <p:cNvPr id="30107" name="Line 286"/>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30108" name="Line 287"/>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30109" name="Line 288"/>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30110" name="Line 289"/>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30097" name="Group 290"/>
              <p:cNvGrpSpPr/>
              <p:nvPr/>
            </p:nvGrpSpPr>
            <p:grpSpPr>
              <a:xfrm rot="5700496">
                <a:off x="4052" y="1170"/>
                <a:ext cx="392" cy="137"/>
                <a:chOff x="4227" y="1360"/>
                <a:chExt cx="863" cy="270"/>
              </a:xfrm>
            </p:grpSpPr>
            <p:sp>
              <p:nvSpPr>
                <p:cNvPr id="30103" name="Line 291"/>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30104" name="Line 292"/>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30105" name="Line 293"/>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30106" name="Line 294"/>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30098" name="Group 295"/>
              <p:cNvGrpSpPr/>
              <p:nvPr/>
            </p:nvGrpSpPr>
            <p:grpSpPr>
              <a:xfrm rot="10800000">
                <a:off x="3796" y="1402"/>
                <a:ext cx="392" cy="137"/>
                <a:chOff x="4227" y="1360"/>
                <a:chExt cx="863" cy="270"/>
              </a:xfrm>
            </p:grpSpPr>
            <p:sp>
              <p:nvSpPr>
                <p:cNvPr id="30099" name="Line 296"/>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30100" name="Line 297"/>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30101" name="Line 298"/>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30102" name="Line 299"/>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grpSp>
          <p:nvGrpSpPr>
            <p:cNvPr id="29798" name="Group 300"/>
            <p:cNvGrpSpPr/>
            <p:nvPr/>
          </p:nvGrpSpPr>
          <p:grpSpPr>
            <a:xfrm>
              <a:off x="3223" y="1598"/>
              <a:ext cx="436" cy="114"/>
              <a:chOff x="3072" y="739"/>
              <a:chExt cx="652" cy="146"/>
            </a:xfrm>
          </p:grpSpPr>
          <p:pic>
            <p:nvPicPr>
              <p:cNvPr id="30078" name="Picture 301" descr="lgv_fqmg[1]"/>
              <p:cNvPicPr>
                <a:picLocks noChangeAspect="1"/>
              </p:cNvPicPr>
              <p:nvPr/>
            </p:nvPicPr>
            <p:blipFill>
              <a:blip r:embed="rId1"/>
              <a:stretch>
                <a:fillRect/>
              </a:stretch>
            </p:blipFill>
            <p:spPr>
              <a:xfrm flipH="1">
                <a:off x="3237" y="739"/>
                <a:ext cx="487" cy="146"/>
              </a:xfrm>
              <a:prstGeom prst="rect">
                <a:avLst/>
              </a:prstGeom>
              <a:noFill/>
              <a:ln w="9525">
                <a:noFill/>
              </a:ln>
            </p:spPr>
          </p:pic>
          <p:sp>
            <p:nvSpPr>
              <p:cNvPr id="30079" name="Line 302"/>
              <p:cNvSpPr/>
              <p:nvPr/>
            </p:nvSpPr>
            <p:spPr>
              <a:xfrm flipH="1">
                <a:off x="3104" y="784"/>
                <a:ext cx="88" cy="0"/>
              </a:xfrm>
              <a:prstGeom prst="line">
                <a:avLst/>
              </a:prstGeom>
              <a:ln w="9525" cap="flat" cmpd="sng">
                <a:solidFill>
                  <a:schemeClr val="tx1"/>
                </a:solidFill>
                <a:prstDash val="solid"/>
                <a:headEnd type="none" w="med" len="med"/>
                <a:tailEnd type="none" w="med" len="med"/>
              </a:ln>
            </p:spPr>
          </p:sp>
          <p:sp>
            <p:nvSpPr>
              <p:cNvPr id="30080" name="Line 303"/>
              <p:cNvSpPr/>
              <p:nvPr/>
            </p:nvSpPr>
            <p:spPr>
              <a:xfrm flipH="1">
                <a:off x="3072" y="760"/>
                <a:ext cx="144" cy="0"/>
              </a:xfrm>
              <a:prstGeom prst="line">
                <a:avLst/>
              </a:prstGeom>
              <a:ln w="9525" cap="flat" cmpd="sng">
                <a:solidFill>
                  <a:schemeClr val="tx1"/>
                </a:solidFill>
                <a:prstDash val="solid"/>
                <a:headEnd type="none" w="med" len="med"/>
                <a:tailEnd type="none" w="med" len="med"/>
              </a:ln>
            </p:spPr>
          </p:sp>
        </p:grpSp>
        <p:pic>
          <p:nvPicPr>
            <p:cNvPr id="29799" name="Picture 304" descr="imgyjavg[1]"/>
            <p:cNvPicPr>
              <a:picLocks noChangeAspect="1"/>
            </p:cNvPicPr>
            <p:nvPr/>
          </p:nvPicPr>
          <p:blipFill>
            <a:blip r:embed="rId2"/>
            <a:stretch>
              <a:fillRect/>
            </a:stretch>
          </p:blipFill>
          <p:spPr>
            <a:xfrm>
              <a:off x="3399" y="1417"/>
              <a:ext cx="232" cy="168"/>
            </a:xfrm>
            <a:prstGeom prst="rect">
              <a:avLst/>
            </a:prstGeom>
            <a:noFill/>
            <a:ln w="9525">
              <a:noFill/>
            </a:ln>
          </p:spPr>
        </p:pic>
        <p:grpSp>
          <p:nvGrpSpPr>
            <p:cNvPr id="29800" name="Group 305"/>
            <p:cNvGrpSpPr/>
            <p:nvPr/>
          </p:nvGrpSpPr>
          <p:grpSpPr>
            <a:xfrm>
              <a:off x="3880" y="1303"/>
              <a:ext cx="256" cy="269"/>
              <a:chOff x="2870" y="1518"/>
              <a:chExt cx="292" cy="320"/>
            </a:xfrm>
          </p:grpSpPr>
          <p:graphicFrame>
            <p:nvGraphicFramePr>
              <p:cNvPr id="30076" name="Object 3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77" name="" r:id="rId3" imgW="11601450" imgH="11791950" progId="MS_ClipArt_Gallery.2">
                      <p:embed/>
                    </p:oleObj>
                  </mc:Choice>
                  <mc:Fallback>
                    <p:oleObj name="" r:id="rId3" imgW="11601450" imgH="11791950" progId="MS_ClipArt_Gallery.2">
                      <p:embed/>
                      <p:pic>
                        <p:nvPicPr>
                          <p:cNvPr id="0" name="图片 3076"/>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0077" name="Object 3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6" name="" r:id="rId5" imgW="1268095" imgH="1199515" progId="MS_ClipArt_Gallery.2">
                      <p:embed/>
                    </p:oleObj>
                  </mc:Choice>
                  <mc:Fallback>
                    <p:oleObj name="" r:id="rId5" imgW="1268095" imgH="1199515" progId="MS_ClipArt_Gallery.2">
                      <p:embed/>
                      <p:pic>
                        <p:nvPicPr>
                          <p:cNvPr id="0" name="图片 3075"/>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29801" name="Group 308"/>
            <p:cNvGrpSpPr/>
            <p:nvPr/>
          </p:nvGrpSpPr>
          <p:grpSpPr>
            <a:xfrm>
              <a:off x="4338" y="2487"/>
              <a:ext cx="228" cy="108"/>
              <a:chOff x="3600" y="219"/>
              <a:chExt cx="360" cy="175"/>
            </a:xfrm>
          </p:grpSpPr>
          <p:sp>
            <p:nvSpPr>
              <p:cNvPr id="30063" name="Oval 30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64" name="Line 31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0065" name="Line 31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0066" name="Rectangle 31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67" name="Oval 31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0068" name="Group 314"/>
              <p:cNvGrpSpPr/>
              <p:nvPr/>
            </p:nvGrpSpPr>
            <p:grpSpPr>
              <a:xfrm>
                <a:off x="3686" y="244"/>
                <a:ext cx="177" cy="66"/>
                <a:chOff x="2848" y="848"/>
                <a:chExt cx="140" cy="98"/>
              </a:xfrm>
            </p:grpSpPr>
            <p:sp>
              <p:nvSpPr>
                <p:cNvPr id="30073" name="Line 3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74" name="Line 3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75" name="Line 3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0069" name="Group 318"/>
              <p:cNvGrpSpPr/>
              <p:nvPr/>
            </p:nvGrpSpPr>
            <p:grpSpPr>
              <a:xfrm flipV="1">
                <a:off x="3686" y="243"/>
                <a:ext cx="177" cy="66"/>
                <a:chOff x="2848" y="848"/>
                <a:chExt cx="140" cy="98"/>
              </a:xfrm>
            </p:grpSpPr>
            <p:sp>
              <p:nvSpPr>
                <p:cNvPr id="30070" name="Line 31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71" name="Line 32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72" name="Line 32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29802" name="Group 322"/>
            <p:cNvGrpSpPr/>
            <p:nvPr/>
          </p:nvGrpSpPr>
          <p:grpSpPr>
            <a:xfrm>
              <a:off x="4562" y="2663"/>
              <a:ext cx="228" cy="108"/>
              <a:chOff x="3600" y="219"/>
              <a:chExt cx="360" cy="175"/>
            </a:xfrm>
          </p:grpSpPr>
          <p:sp>
            <p:nvSpPr>
              <p:cNvPr id="30050" name="Oval 32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51" name="Line 32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0052" name="Line 32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0053" name="Rectangle 32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54" name="Oval 32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0055" name="Group 328"/>
              <p:cNvGrpSpPr/>
              <p:nvPr/>
            </p:nvGrpSpPr>
            <p:grpSpPr>
              <a:xfrm>
                <a:off x="3686" y="244"/>
                <a:ext cx="177" cy="66"/>
                <a:chOff x="2848" y="848"/>
                <a:chExt cx="140" cy="98"/>
              </a:xfrm>
            </p:grpSpPr>
            <p:sp>
              <p:nvSpPr>
                <p:cNvPr id="30060" name="Line 32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61" name="Line 33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62" name="Line 33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0056" name="Group 332"/>
              <p:cNvGrpSpPr/>
              <p:nvPr/>
            </p:nvGrpSpPr>
            <p:grpSpPr>
              <a:xfrm flipV="1">
                <a:off x="3686" y="243"/>
                <a:ext cx="177" cy="66"/>
                <a:chOff x="2848" y="848"/>
                <a:chExt cx="140" cy="98"/>
              </a:xfrm>
            </p:grpSpPr>
            <p:sp>
              <p:nvSpPr>
                <p:cNvPr id="30057" name="Line 33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58" name="Line 33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59" name="Line 33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29803" name="Group 336"/>
            <p:cNvGrpSpPr/>
            <p:nvPr/>
          </p:nvGrpSpPr>
          <p:grpSpPr>
            <a:xfrm>
              <a:off x="4738" y="2495"/>
              <a:ext cx="228" cy="108"/>
              <a:chOff x="3600" y="219"/>
              <a:chExt cx="360" cy="175"/>
            </a:xfrm>
          </p:grpSpPr>
          <p:sp>
            <p:nvSpPr>
              <p:cNvPr id="30037" name="Oval 33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38" name="Line 33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0039" name="Line 33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0040" name="Rectangle 34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41" name="Oval 34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0042" name="Group 342"/>
              <p:cNvGrpSpPr/>
              <p:nvPr/>
            </p:nvGrpSpPr>
            <p:grpSpPr>
              <a:xfrm>
                <a:off x="3686" y="244"/>
                <a:ext cx="177" cy="66"/>
                <a:chOff x="2848" y="848"/>
                <a:chExt cx="140" cy="98"/>
              </a:xfrm>
            </p:grpSpPr>
            <p:sp>
              <p:nvSpPr>
                <p:cNvPr id="30047" name="Line 34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48" name="Line 34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49" name="Line 34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0043" name="Group 346"/>
              <p:cNvGrpSpPr/>
              <p:nvPr/>
            </p:nvGrpSpPr>
            <p:grpSpPr>
              <a:xfrm flipV="1">
                <a:off x="3686" y="243"/>
                <a:ext cx="177" cy="66"/>
                <a:chOff x="2848" y="848"/>
                <a:chExt cx="140" cy="98"/>
              </a:xfrm>
            </p:grpSpPr>
            <p:sp>
              <p:nvSpPr>
                <p:cNvPr id="30044" name="Line 34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45" name="Line 34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46" name="Line 34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29804" name="Group 350"/>
            <p:cNvGrpSpPr/>
            <p:nvPr/>
          </p:nvGrpSpPr>
          <p:grpSpPr>
            <a:xfrm>
              <a:off x="4401" y="1766"/>
              <a:ext cx="221" cy="101"/>
              <a:chOff x="3600" y="219"/>
              <a:chExt cx="360" cy="175"/>
            </a:xfrm>
          </p:grpSpPr>
          <p:sp>
            <p:nvSpPr>
              <p:cNvPr id="30024" name="Oval 35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25" name="Line 35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0026" name="Line 35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0027" name="Rectangle 35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28" name="Oval 35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0029" name="Group 356"/>
              <p:cNvGrpSpPr/>
              <p:nvPr/>
            </p:nvGrpSpPr>
            <p:grpSpPr>
              <a:xfrm>
                <a:off x="3686" y="244"/>
                <a:ext cx="177" cy="66"/>
                <a:chOff x="2848" y="848"/>
                <a:chExt cx="140" cy="98"/>
              </a:xfrm>
            </p:grpSpPr>
            <p:sp>
              <p:nvSpPr>
                <p:cNvPr id="30034" name="Line 35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35" name="Line 35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36" name="Line 35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0030" name="Group 360"/>
              <p:cNvGrpSpPr/>
              <p:nvPr/>
            </p:nvGrpSpPr>
            <p:grpSpPr>
              <a:xfrm flipV="1">
                <a:off x="3686" y="243"/>
                <a:ext cx="177" cy="66"/>
                <a:chOff x="2848" y="848"/>
                <a:chExt cx="140" cy="98"/>
              </a:xfrm>
            </p:grpSpPr>
            <p:sp>
              <p:nvSpPr>
                <p:cNvPr id="30031" name="Line 36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32" name="Line 36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33" name="Line 36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29805" name="Group 364"/>
            <p:cNvGrpSpPr/>
            <p:nvPr/>
          </p:nvGrpSpPr>
          <p:grpSpPr>
            <a:xfrm>
              <a:off x="4400" y="1927"/>
              <a:ext cx="228" cy="108"/>
              <a:chOff x="3600" y="219"/>
              <a:chExt cx="360" cy="175"/>
            </a:xfrm>
          </p:grpSpPr>
          <p:sp>
            <p:nvSpPr>
              <p:cNvPr id="30011" name="Oval 36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12" name="Line 36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0013" name="Line 36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0014" name="Rectangle 36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15" name="Oval 36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0016" name="Group 370"/>
              <p:cNvGrpSpPr/>
              <p:nvPr/>
            </p:nvGrpSpPr>
            <p:grpSpPr>
              <a:xfrm>
                <a:off x="3686" y="244"/>
                <a:ext cx="177" cy="66"/>
                <a:chOff x="2848" y="848"/>
                <a:chExt cx="140" cy="98"/>
              </a:xfrm>
            </p:grpSpPr>
            <p:sp>
              <p:nvSpPr>
                <p:cNvPr id="30021" name="Line 37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22" name="Line 37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23" name="Line 37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0017" name="Group 374"/>
              <p:cNvGrpSpPr/>
              <p:nvPr/>
            </p:nvGrpSpPr>
            <p:grpSpPr>
              <a:xfrm flipV="1">
                <a:off x="3686" y="243"/>
                <a:ext cx="177" cy="66"/>
                <a:chOff x="2848" y="848"/>
                <a:chExt cx="140" cy="98"/>
              </a:xfrm>
            </p:grpSpPr>
            <p:sp>
              <p:nvSpPr>
                <p:cNvPr id="30018" name="Line 37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19" name="Line 37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20" name="Line 37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29806" name="Group 378"/>
            <p:cNvGrpSpPr/>
            <p:nvPr/>
          </p:nvGrpSpPr>
          <p:grpSpPr>
            <a:xfrm>
              <a:off x="4700" y="1706"/>
              <a:ext cx="210" cy="97"/>
              <a:chOff x="3600" y="219"/>
              <a:chExt cx="360" cy="175"/>
            </a:xfrm>
          </p:grpSpPr>
          <p:sp>
            <p:nvSpPr>
              <p:cNvPr id="29998" name="Oval 37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99" name="Line 38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0000" name="Line 38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0001" name="Rectangle 38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0002" name="Oval 38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0003" name="Group 384"/>
              <p:cNvGrpSpPr/>
              <p:nvPr/>
            </p:nvGrpSpPr>
            <p:grpSpPr>
              <a:xfrm>
                <a:off x="3686" y="244"/>
                <a:ext cx="177" cy="66"/>
                <a:chOff x="2848" y="848"/>
                <a:chExt cx="140" cy="98"/>
              </a:xfrm>
            </p:grpSpPr>
            <p:sp>
              <p:nvSpPr>
                <p:cNvPr id="30008" name="Line 38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09" name="Line 38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10" name="Line 38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0004" name="Group 388"/>
              <p:cNvGrpSpPr/>
              <p:nvPr/>
            </p:nvGrpSpPr>
            <p:grpSpPr>
              <a:xfrm flipV="1">
                <a:off x="3686" y="243"/>
                <a:ext cx="177" cy="66"/>
                <a:chOff x="2848" y="848"/>
                <a:chExt cx="140" cy="98"/>
              </a:xfrm>
            </p:grpSpPr>
            <p:sp>
              <p:nvSpPr>
                <p:cNvPr id="30005" name="Line 38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0006" name="Line 39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0007" name="Line 39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29807" name="Group 392"/>
            <p:cNvGrpSpPr/>
            <p:nvPr/>
          </p:nvGrpSpPr>
          <p:grpSpPr>
            <a:xfrm>
              <a:off x="4754" y="1927"/>
              <a:ext cx="228" cy="108"/>
              <a:chOff x="3600" y="219"/>
              <a:chExt cx="360" cy="175"/>
            </a:xfrm>
          </p:grpSpPr>
          <p:sp>
            <p:nvSpPr>
              <p:cNvPr id="29985" name="Oval 39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86" name="Line 39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29987" name="Line 39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29988" name="Rectangle 39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89" name="Oval 39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29990" name="Group 398"/>
              <p:cNvGrpSpPr/>
              <p:nvPr/>
            </p:nvGrpSpPr>
            <p:grpSpPr>
              <a:xfrm>
                <a:off x="3686" y="244"/>
                <a:ext cx="177" cy="66"/>
                <a:chOff x="2848" y="848"/>
                <a:chExt cx="140" cy="98"/>
              </a:xfrm>
            </p:grpSpPr>
            <p:sp>
              <p:nvSpPr>
                <p:cNvPr id="29995" name="Line 39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96" name="Line 40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97" name="Line 40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29991" name="Group 402"/>
              <p:cNvGrpSpPr/>
              <p:nvPr/>
            </p:nvGrpSpPr>
            <p:grpSpPr>
              <a:xfrm flipV="1">
                <a:off x="3686" y="243"/>
                <a:ext cx="177" cy="66"/>
                <a:chOff x="2848" y="848"/>
                <a:chExt cx="140" cy="98"/>
              </a:xfrm>
            </p:grpSpPr>
            <p:sp>
              <p:nvSpPr>
                <p:cNvPr id="29992" name="Line 40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93" name="Line 40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94" name="Line 40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29808" name="Group 406"/>
            <p:cNvGrpSpPr/>
            <p:nvPr/>
          </p:nvGrpSpPr>
          <p:grpSpPr>
            <a:xfrm>
              <a:off x="3866" y="1763"/>
              <a:ext cx="220" cy="100"/>
              <a:chOff x="3600" y="219"/>
              <a:chExt cx="360" cy="175"/>
            </a:xfrm>
          </p:grpSpPr>
          <p:sp>
            <p:nvSpPr>
              <p:cNvPr id="29972" name="Oval 40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73" name="Line 40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29974" name="Line 40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29975" name="Rectangle 41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76" name="Oval 41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29977" name="Group 412"/>
              <p:cNvGrpSpPr/>
              <p:nvPr/>
            </p:nvGrpSpPr>
            <p:grpSpPr>
              <a:xfrm>
                <a:off x="3686" y="244"/>
                <a:ext cx="177" cy="66"/>
                <a:chOff x="2848" y="848"/>
                <a:chExt cx="140" cy="98"/>
              </a:xfrm>
            </p:grpSpPr>
            <p:sp>
              <p:nvSpPr>
                <p:cNvPr id="29982" name="Line 41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83" name="Line 41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84" name="Line 41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29978" name="Group 416"/>
              <p:cNvGrpSpPr/>
              <p:nvPr/>
            </p:nvGrpSpPr>
            <p:grpSpPr>
              <a:xfrm flipV="1">
                <a:off x="3686" y="243"/>
                <a:ext cx="177" cy="66"/>
                <a:chOff x="2848" y="848"/>
                <a:chExt cx="140" cy="98"/>
              </a:xfrm>
            </p:grpSpPr>
            <p:sp>
              <p:nvSpPr>
                <p:cNvPr id="29979" name="Line 41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80" name="Line 41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81" name="Line 41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29809" name="Group 420"/>
            <p:cNvGrpSpPr/>
            <p:nvPr/>
          </p:nvGrpSpPr>
          <p:grpSpPr>
            <a:xfrm>
              <a:off x="3673" y="2487"/>
              <a:ext cx="220" cy="100"/>
              <a:chOff x="3600" y="219"/>
              <a:chExt cx="360" cy="175"/>
            </a:xfrm>
          </p:grpSpPr>
          <p:sp>
            <p:nvSpPr>
              <p:cNvPr id="29959" name="Oval 42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60" name="Line 42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29961" name="Line 42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29962" name="Rectangle 42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63" name="Oval 42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29964" name="Group 426"/>
              <p:cNvGrpSpPr/>
              <p:nvPr/>
            </p:nvGrpSpPr>
            <p:grpSpPr>
              <a:xfrm>
                <a:off x="3686" y="244"/>
                <a:ext cx="177" cy="66"/>
                <a:chOff x="2848" y="848"/>
                <a:chExt cx="140" cy="98"/>
              </a:xfrm>
            </p:grpSpPr>
            <p:sp>
              <p:nvSpPr>
                <p:cNvPr id="29969" name="Line 42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70" name="Line 42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71" name="Line 42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29965" name="Group 430"/>
              <p:cNvGrpSpPr/>
              <p:nvPr/>
            </p:nvGrpSpPr>
            <p:grpSpPr>
              <a:xfrm flipV="1">
                <a:off x="3686" y="243"/>
                <a:ext cx="177" cy="66"/>
                <a:chOff x="2848" y="848"/>
                <a:chExt cx="140" cy="98"/>
              </a:xfrm>
            </p:grpSpPr>
            <p:sp>
              <p:nvSpPr>
                <p:cNvPr id="29966" name="Line 43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67" name="Line 43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68" name="Line 43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29810" name="Line 434"/>
            <p:cNvSpPr/>
            <p:nvPr/>
          </p:nvSpPr>
          <p:spPr>
            <a:xfrm flipV="1">
              <a:off x="4430" y="2757"/>
              <a:ext cx="143" cy="275"/>
            </a:xfrm>
            <a:prstGeom prst="line">
              <a:avLst/>
            </a:prstGeom>
            <a:ln w="9525" cap="flat" cmpd="sng">
              <a:solidFill>
                <a:schemeClr val="tx1"/>
              </a:solidFill>
              <a:prstDash val="solid"/>
              <a:headEnd type="none" w="med" len="med"/>
              <a:tailEnd type="none" w="med" len="med"/>
            </a:ln>
          </p:spPr>
        </p:sp>
        <p:sp>
          <p:nvSpPr>
            <p:cNvPr id="29811" name="Line 435"/>
            <p:cNvSpPr/>
            <p:nvPr/>
          </p:nvSpPr>
          <p:spPr>
            <a:xfrm>
              <a:off x="4508" y="2592"/>
              <a:ext cx="103" cy="76"/>
            </a:xfrm>
            <a:prstGeom prst="line">
              <a:avLst/>
            </a:prstGeom>
            <a:ln w="9525" cap="flat" cmpd="sng">
              <a:solidFill>
                <a:schemeClr val="tx1"/>
              </a:solidFill>
              <a:prstDash val="solid"/>
              <a:headEnd type="none" w="med" len="med"/>
              <a:tailEnd type="none" w="med" len="med"/>
            </a:ln>
          </p:spPr>
        </p:sp>
        <p:sp>
          <p:nvSpPr>
            <p:cNvPr id="29812" name="Line 436"/>
            <p:cNvSpPr/>
            <p:nvPr/>
          </p:nvSpPr>
          <p:spPr>
            <a:xfrm>
              <a:off x="4569" y="2542"/>
              <a:ext cx="176" cy="0"/>
            </a:xfrm>
            <a:prstGeom prst="line">
              <a:avLst/>
            </a:prstGeom>
            <a:ln w="9525" cap="flat" cmpd="sng">
              <a:solidFill>
                <a:schemeClr val="tx1"/>
              </a:solidFill>
              <a:prstDash val="solid"/>
              <a:headEnd type="none" w="med" len="med"/>
              <a:tailEnd type="none" w="med" len="med"/>
            </a:ln>
          </p:spPr>
        </p:sp>
        <p:sp>
          <p:nvSpPr>
            <p:cNvPr id="29813" name="Line 437"/>
            <p:cNvSpPr/>
            <p:nvPr/>
          </p:nvSpPr>
          <p:spPr>
            <a:xfrm flipV="1">
              <a:off x="4718" y="2596"/>
              <a:ext cx="85" cy="66"/>
            </a:xfrm>
            <a:prstGeom prst="line">
              <a:avLst/>
            </a:prstGeom>
            <a:ln w="9525" cap="flat" cmpd="sng">
              <a:solidFill>
                <a:schemeClr val="tx1"/>
              </a:solidFill>
              <a:prstDash val="solid"/>
              <a:headEnd type="none" w="med" len="med"/>
              <a:tailEnd type="none" w="med" len="med"/>
            </a:ln>
          </p:spPr>
        </p:sp>
        <p:sp>
          <p:nvSpPr>
            <p:cNvPr id="29814" name="Line 438"/>
            <p:cNvSpPr/>
            <p:nvPr/>
          </p:nvSpPr>
          <p:spPr>
            <a:xfrm>
              <a:off x="3898" y="2546"/>
              <a:ext cx="428" cy="0"/>
            </a:xfrm>
            <a:prstGeom prst="line">
              <a:avLst/>
            </a:prstGeom>
            <a:ln w="9525" cap="flat" cmpd="sng">
              <a:solidFill>
                <a:schemeClr val="tx1"/>
              </a:solidFill>
              <a:prstDash val="solid"/>
              <a:headEnd type="none" w="med" len="med"/>
              <a:tailEnd type="none" w="med" len="med"/>
            </a:ln>
          </p:spPr>
        </p:sp>
        <p:grpSp>
          <p:nvGrpSpPr>
            <p:cNvPr id="29815" name="Group 439"/>
            <p:cNvGrpSpPr/>
            <p:nvPr/>
          </p:nvGrpSpPr>
          <p:grpSpPr>
            <a:xfrm>
              <a:off x="3424" y="2213"/>
              <a:ext cx="209" cy="224"/>
              <a:chOff x="2870" y="1518"/>
              <a:chExt cx="292" cy="320"/>
            </a:xfrm>
          </p:grpSpPr>
          <p:graphicFrame>
            <p:nvGraphicFramePr>
              <p:cNvPr id="29957" name="Object 4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78" name="" r:id="rId7" imgW="11601450" imgH="11791950" progId="MS_ClipArt_Gallery.2">
                      <p:embed/>
                    </p:oleObj>
                  </mc:Choice>
                  <mc:Fallback>
                    <p:oleObj name="" r:id="rId7" imgW="11601450" imgH="11791950" progId="MS_ClipArt_Gallery.2">
                      <p:embed/>
                      <p:pic>
                        <p:nvPicPr>
                          <p:cNvPr id="0" name="图片 3077"/>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9958" name="Object 4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9" name="" r:id="rId8" imgW="1268095" imgH="1199515" progId="MS_ClipArt_Gallery.2">
                      <p:embed/>
                    </p:oleObj>
                  </mc:Choice>
                  <mc:Fallback>
                    <p:oleObj name="" r:id="rId8" imgW="1268095" imgH="1199515" progId="MS_ClipArt_Gallery.2">
                      <p:embed/>
                      <p:pic>
                        <p:nvPicPr>
                          <p:cNvPr id="0" name="图片 3078"/>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29816" name="Group 442"/>
            <p:cNvGrpSpPr/>
            <p:nvPr/>
          </p:nvGrpSpPr>
          <p:grpSpPr>
            <a:xfrm>
              <a:off x="3452" y="2445"/>
              <a:ext cx="139" cy="194"/>
              <a:chOff x="2556" y="2689"/>
              <a:chExt cx="183" cy="255"/>
            </a:xfrm>
          </p:grpSpPr>
          <p:pic>
            <p:nvPicPr>
              <p:cNvPr id="29940" name="Picture 443" descr="31u_bnrz[1]"/>
              <p:cNvPicPr>
                <a:picLocks noChangeAspect="1"/>
              </p:cNvPicPr>
              <p:nvPr/>
            </p:nvPicPr>
            <p:blipFill>
              <a:blip r:embed="rId9"/>
              <a:stretch>
                <a:fillRect/>
              </a:stretch>
            </p:blipFill>
            <p:spPr>
              <a:xfrm>
                <a:off x="2609" y="2770"/>
                <a:ext cx="121" cy="174"/>
              </a:xfrm>
              <a:prstGeom prst="rect">
                <a:avLst/>
              </a:prstGeom>
              <a:noFill/>
              <a:ln w="9525">
                <a:noFill/>
              </a:ln>
            </p:spPr>
          </p:pic>
          <p:sp>
            <p:nvSpPr>
              <p:cNvPr id="29941" name="Freeform 444"/>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29942" name="Freeform 445"/>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29943" name="Freeform 446"/>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29944" name="Freeform 447"/>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29945" name="Freeform 448"/>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29946" name="Freeform 449"/>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29947" name="Freeform 450"/>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29948" name="Freeform 451"/>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29949" name="Freeform 452"/>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29950" name="Freeform 453"/>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29951" name="Freeform 454"/>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29952" name="Freeform 455"/>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29953" name="Freeform 456"/>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29954" name="Freeform 457"/>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29955" name="Freeform 458"/>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29956" name="Freeform 459"/>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graphicFrame>
          <p:nvGraphicFramePr>
            <p:cNvPr id="29817" name="Object 460"/>
            <p:cNvGraphicFramePr>
              <a:graphicFrameLocks noChangeAspect="1"/>
            </p:cNvGraphicFramePr>
            <p:nvPr/>
          </p:nvGraphicFramePr>
          <p:xfrm>
            <a:off x="3694" y="2240"/>
            <a:ext cx="207" cy="173"/>
          </p:xfrm>
          <a:graphic>
            <a:graphicData uri="http://schemas.openxmlformats.org/presentationml/2006/ole">
              <mc:AlternateContent xmlns:mc="http://schemas.openxmlformats.org/markup-compatibility/2006">
                <mc:Choice xmlns:v="urn:schemas-microsoft-com:vml" Requires="v">
                  <p:oleObj spid="_x0000_s3080" name="" r:id="rId10" imgW="18192750" imgH="15087600" progId="MS_ClipArt_Gallery.2">
                    <p:embed/>
                  </p:oleObj>
                </mc:Choice>
                <mc:Fallback>
                  <p:oleObj name="" r:id="rId10" imgW="18192750" imgH="15087600" progId="MS_ClipArt_Gallery.2">
                    <p:embed/>
                    <p:pic>
                      <p:nvPicPr>
                        <p:cNvPr id="0" name="图片 3079"/>
                        <p:cNvPicPr/>
                        <p:nvPr/>
                      </p:nvPicPr>
                      <p:blipFill>
                        <a:blip r:embed="rId11"/>
                        <a:stretch>
                          <a:fillRect/>
                        </a:stretch>
                      </p:blipFill>
                      <p:spPr>
                        <a:xfrm>
                          <a:off x="3694" y="2240"/>
                          <a:ext cx="207" cy="173"/>
                        </a:xfrm>
                        <a:prstGeom prst="rect">
                          <a:avLst/>
                        </a:prstGeom>
                        <a:noFill/>
                        <a:ln w="38100">
                          <a:noFill/>
                          <a:miter/>
                        </a:ln>
                      </p:spPr>
                    </p:pic>
                  </p:oleObj>
                </mc:Fallback>
              </mc:AlternateContent>
            </a:graphicData>
          </a:graphic>
        </p:graphicFrame>
        <p:sp>
          <p:nvSpPr>
            <p:cNvPr id="29818" name="Line 461"/>
            <p:cNvSpPr/>
            <p:nvPr/>
          </p:nvSpPr>
          <p:spPr>
            <a:xfrm>
              <a:off x="4084" y="1820"/>
              <a:ext cx="321" cy="2"/>
            </a:xfrm>
            <a:prstGeom prst="line">
              <a:avLst/>
            </a:prstGeom>
            <a:ln w="9525" cap="flat" cmpd="sng">
              <a:solidFill>
                <a:schemeClr val="tx1"/>
              </a:solidFill>
              <a:prstDash val="solid"/>
              <a:headEnd type="none" w="med" len="med"/>
              <a:tailEnd type="none" w="med" len="med"/>
            </a:ln>
          </p:spPr>
        </p:sp>
        <p:sp>
          <p:nvSpPr>
            <p:cNvPr id="29819" name="Line 462"/>
            <p:cNvSpPr/>
            <p:nvPr/>
          </p:nvSpPr>
          <p:spPr>
            <a:xfrm>
              <a:off x="3811" y="1712"/>
              <a:ext cx="96" cy="52"/>
            </a:xfrm>
            <a:prstGeom prst="line">
              <a:avLst/>
            </a:prstGeom>
            <a:ln w="9525" cap="flat" cmpd="sng">
              <a:solidFill>
                <a:schemeClr val="tx1"/>
              </a:solidFill>
              <a:prstDash val="solid"/>
              <a:headEnd type="none" w="med" len="med"/>
              <a:tailEnd type="none" w="med" len="med"/>
            </a:ln>
          </p:spPr>
        </p:sp>
        <p:sp>
          <p:nvSpPr>
            <p:cNvPr id="29820" name="Freeform 463"/>
            <p:cNvSpPr/>
            <p:nvPr/>
          </p:nvSpPr>
          <p:spPr>
            <a:xfrm>
              <a:off x="3382" y="2976"/>
              <a:ext cx="1877" cy="917"/>
            </a:xfrm>
            <a:custGeom>
              <a:avLst/>
              <a:gdLst>
                <a:gd name="txL" fmla="*/ 0 w 1877"/>
                <a:gd name="txT" fmla="*/ 0 h 917"/>
                <a:gd name="txR" fmla="*/ 1877 w 1877"/>
                <a:gd name="txB" fmla="*/ 917 h 917"/>
              </a:gdLst>
              <a:ahLst/>
              <a:cxnLst>
                <a:cxn ang="0">
                  <a:pos x="889" y="23"/>
                </a:cxn>
                <a:cxn ang="0">
                  <a:pos x="692" y="109"/>
                </a:cxn>
                <a:cxn ang="0">
                  <a:pos x="415" y="91"/>
                </a:cxn>
                <a:cxn ang="0">
                  <a:pos x="112" y="170"/>
                </a:cxn>
                <a:cxn ang="0">
                  <a:pos x="50" y="353"/>
                </a:cxn>
                <a:cxn ang="0">
                  <a:pos x="14" y="528"/>
                </a:cxn>
                <a:cxn ang="0">
                  <a:pos x="139" y="650"/>
                </a:cxn>
                <a:cxn ang="0">
                  <a:pos x="505" y="781"/>
                </a:cxn>
                <a:cxn ang="0">
                  <a:pos x="933" y="886"/>
                </a:cxn>
                <a:cxn ang="0">
                  <a:pos x="1370" y="901"/>
                </a:cxn>
                <a:cxn ang="0">
                  <a:pos x="1676" y="793"/>
                </a:cxn>
                <a:cxn ang="0">
                  <a:pos x="1860" y="624"/>
                </a:cxn>
                <a:cxn ang="0">
                  <a:pos x="1776" y="219"/>
                </a:cxn>
                <a:cxn ang="0">
                  <a:pos x="1503" y="100"/>
                </a:cxn>
                <a:cxn ang="0">
                  <a:pos x="1200" y="13"/>
                </a:cxn>
                <a:cxn ang="0">
                  <a:pos x="889" y="23"/>
                </a:cxn>
              </a:cxnLst>
              <a:rect l="txL" t="txT" r="txR" b="txB"/>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alpha val="100000"/>
              </a:srgbClr>
            </a:solidFill>
            <a:ln w="9525">
              <a:noFill/>
            </a:ln>
          </p:spPr>
          <p:txBody>
            <a:bodyPr/>
            <a:p>
              <a:endParaRPr lang="zh-CN" altLang="en-US"/>
            </a:p>
          </p:txBody>
        </p:sp>
        <p:sp>
          <p:nvSpPr>
            <p:cNvPr id="29821" name="Line 464"/>
            <p:cNvSpPr/>
            <p:nvPr/>
          </p:nvSpPr>
          <p:spPr>
            <a:xfrm rot="-5400000">
              <a:off x="4791" y="3440"/>
              <a:ext cx="330" cy="88"/>
            </a:xfrm>
            <a:prstGeom prst="line">
              <a:avLst/>
            </a:prstGeom>
            <a:ln w="12700" cap="flat" cmpd="sng">
              <a:solidFill>
                <a:schemeClr val="tx1"/>
              </a:solidFill>
              <a:prstDash val="solid"/>
              <a:headEnd type="none" w="med" len="med"/>
              <a:tailEnd type="none" w="med" len="med"/>
            </a:ln>
          </p:spPr>
        </p:sp>
        <p:grpSp>
          <p:nvGrpSpPr>
            <p:cNvPr id="29822" name="Group 465"/>
            <p:cNvGrpSpPr/>
            <p:nvPr/>
          </p:nvGrpSpPr>
          <p:grpSpPr>
            <a:xfrm>
              <a:off x="4736" y="3526"/>
              <a:ext cx="125" cy="230"/>
              <a:chOff x="4180" y="783"/>
              <a:chExt cx="150" cy="307"/>
            </a:xfrm>
          </p:grpSpPr>
          <p:sp>
            <p:nvSpPr>
              <p:cNvPr id="29932" name="AutoShape 466"/>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33" name="Rectangle 467"/>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34" name="Rectangle 468"/>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35" name="AutoShape 469"/>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36" name="Line 470"/>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29937" name="Line 471"/>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29938" name="Rectangle 472"/>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39" name="Rectangle 473"/>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29823" name="Line 474"/>
            <p:cNvSpPr/>
            <p:nvPr/>
          </p:nvSpPr>
          <p:spPr>
            <a:xfrm rot="5400000" flipV="1">
              <a:off x="4883" y="3617"/>
              <a:ext cx="2" cy="54"/>
            </a:xfrm>
            <a:prstGeom prst="line">
              <a:avLst/>
            </a:prstGeom>
            <a:ln w="12700" cap="flat" cmpd="sng">
              <a:solidFill>
                <a:schemeClr val="tx1"/>
              </a:solidFill>
              <a:prstDash val="solid"/>
              <a:headEnd type="none" w="med" len="med"/>
              <a:tailEnd type="none" w="med" len="med"/>
            </a:ln>
          </p:spPr>
        </p:sp>
        <p:sp>
          <p:nvSpPr>
            <p:cNvPr id="29824" name="Line 475"/>
            <p:cNvSpPr/>
            <p:nvPr/>
          </p:nvSpPr>
          <p:spPr>
            <a:xfrm rot="-5400000">
              <a:off x="5000" y="3413"/>
              <a:ext cx="0" cy="72"/>
            </a:xfrm>
            <a:prstGeom prst="line">
              <a:avLst/>
            </a:prstGeom>
            <a:ln w="12700" cap="flat" cmpd="sng">
              <a:solidFill>
                <a:schemeClr val="tx1"/>
              </a:solidFill>
              <a:prstDash val="solid"/>
              <a:headEnd type="none" w="med" len="med"/>
              <a:tailEnd type="none" w="med" len="med"/>
            </a:ln>
          </p:spPr>
        </p:sp>
        <p:grpSp>
          <p:nvGrpSpPr>
            <p:cNvPr id="29825" name="Group 476"/>
            <p:cNvGrpSpPr/>
            <p:nvPr/>
          </p:nvGrpSpPr>
          <p:grpSpPr>
            <a:xfrm>
              <a:off x="4735" y="3230"/>
              <a:ext cx="316" cy="148"/>
              <a:chOff x="3600" y="219"/>
              <a:chExt cx="360" cy="175"/>
            </a:xfrm>
          </p:grpSpPr>
          <p:sp>
            <p:nvSpPr>
              <p:cNvPr id="29919" name="Oval 47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20" name="Line 47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29921" name="Line 47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29922" name="Rectangle 48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23" name="Oval 48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29924" name="Group 482"/>
              <p:cNvGrpSpPr/>
              <p:nvPr/>
            </p:nvGrpSpPr>
            <p:grpSpPr>
              <a:xfrm>
                <a:off x="3686" y="244"/>
                <a:ext cx="177" cy="66"/>
                <a:chOff x="2848" y="848"/>
                <a:chExt cx="140" cy="98"/>
              </a:xfrm>
            </p:grpSpPr>
            <p:sp>
              <p:nvSpPr>
                <p:cNvPr id="29929" name="Line 48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30" name="Line 48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31" name="Line 48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29925" name="Group 486"/>
              <p:cNvGrpSpPr/>
              <p:nvPr/>
            </p:nvGrpSpPr>
            <p:grpSpPr>
              <a:xfrm flipV="1">
                <a:off x="3686" y="243"/>
                <a:ext cx="177" cy="66"/>
                <a:chOff x="2848" y="848"/>
                <a:chExt cx="140" cy="98"/>
              </a:xfrm>
            </p:grpSpPr>
            <p:sp>
              <p:nvSpPr>
                <p:cNvPr id="29926" name="Line 48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27" name="Line 48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28" name="Line 48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29826" name="Group 490"/>
            <p:cNvGrpSpPr/>
            <p:nvPr/>
          </p:nvGrpSpPr>
          <p:grpSpPr>
            <a:xfrm>
              <a:off x="4221" y="3056"/>
              <a:ext cx="316" cy="148"/>
              <a:chOff x="3600" y="219"/>
              <a:chExt cx="360" cy="175"/>
            </a:xfrm>
          </p:grpSpPr>
          <p:sp>
            <p:nvSpPr>
              <p:cNvPr id="29906" name="Oval 49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07" name="Line 49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29908" name="Line 49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29909" name="Rectangle 49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910" name="Oval 49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29911" name="Group 496"/>
              <p:cNvGrpSpPr/>
              <p:nvPr/>
            </p:nvGrpSpPr>
            <p:grpSpPr>
              <a:xfrm>
                <a:off x="3686" y="244"/>
                <a:ext cx="177" cy="66"/>
                <a:chOff x="2848" y="848"/>
                <a:chExt cx="140" cy="98"/>
              </a:xfrm>
            </p:grpSpPr>
            <p:sp>
              <p:nvSpPr>
                <p:cNvPr id="29916" name="Line 49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17" name="Line 49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18" name="Line 49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29912" name="Group 500"/>
              <p:cNvGrpSpPr/>
              <p:nvPr/>
            </p:nvGrpSpPr>
            <p:grpSpPr>
              <a:xfrm flipV="1">
                <a:off x="3686" y="243"/>
                <a:ext cx="177" cy="66"/>
                <a:chOff x="2848" y="848"/>
                <a:chExt cx="140" cy="98"/>
              </a:xfrm>
            </p:grpSpPr>
            <p:sp>
              <p:nvSpPr>
                <p:cNvPr id="29913" name="Line 50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14" name="Line 50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15" name="Line 50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29827" name="Group 504"/>
            <p:cNvGrpSpPr/>
            <p:nvPr/>
          </p:nvGrpSpPr>
          <p:grpSpPr>
            <a:xfrm>
              <a:off x="3802" y="3248"/>
              <a:ext cx="316" cy="148"/>
              <a:chOff x="3600" y="219"/>
              <a:chExt cx="360" cy="175"/>
            </a:xfrm>
          </p:grpSpPr>
          <p:sp>
            <p:nvSpPr>
              <p:cNvPr id="29893" name="Oval 50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894" name="Line 50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29895" name="Line 50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29896" name="Rectangle 50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897" name="Oval 50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29898" name="Group 510"/>
              <p:cNvGrpSpPr/>
              <p:nvPr/>
            </p:nvGrpSpPr>
            <p:grpSpPr>
              <a:xfrm>
                <a:off x="3686" y="244"/>
                <a:ext cx="177" cy="66"/>
                <a:chOff x="2848" y="848"/>
                <a:chExt cx="140" cy="98"/>
              </a:xfrm>
            </p:grpSpPr>
            <p:sp>
              <p:nvSpPr>
                <p:cNvPr id="29903" name="Line 51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04" name="Line 51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05" name="Line 51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29899" name="Group 514"/>
              <p:cNvGrpSpPr/>
              <p:nvPr/>
            </p:nvGrpSpPr>
            <p:grpSpPr>
              <a:xfrm flipV="1">
                <a:off x="3686" y="243"/>
                <a:ext cx="177" cy="66"/>
                <a:chOff x="2848" y="848"/>
                <a:chExt cx="140" cy="98"/>
              </a:xfrm>
            </p:grpSpPr>
            <p:sp>
              <p:nvSpPr>
                <p:cNvPr id="29900" name="Line 5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901" name="Line 5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902" name="Line 5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29828" name="Line 518"/>
            <p:cNvSpPr/>
            <p:nvPr/>
          </p:nvSpPr>
          <p:spPr>
            <a:xfrm>
              <a:off x="4504" y="3189"/>
              <a:ext cx="226" cy="76"/>
            </a:xfrm>
            <a:prstGeom prst="line">
              <a:avLst/>
            </a:prstGeom>
            <a:ln w="9525" cap="flat" cmpd="sng">
              <a:solidFill>
                <a:schemeClr val="tx1"/>
              </a:solidFill>
              <a:prstDash val="solid"/>
              <a:headEnd type="none" w="med" len="med"/>
              <a:tailEnd type="none" w="med" len="med"/>
            </a:ln>
          </p:spPr>
        </p:sp>
        <p:sp>
          <p:nvSpPr>
            <p:cNvPr id="29829" name="Line 519"/>
            <p:cNvSpPr/>
            <p:nvPr/>
          </p:nvSpPr>
          <p:spPr>
            <a:xfrm flipV="1">
              <a:off x="4093" y="3197"/>
              <a:ext cx="175" cy="69"/>
            </a:xfrm>
            <a:prstGeom prst="line">
              <a:avLst/>
            </a:prstGeom>
            <a:ln w="9525" cap="flat" cmpd="sng">
              <a:solidFill>
                <a:schemeClr val="tx1"/>
              </a:solidFill>
              <a:prstDash val="solid"/>
              <a:headEnd type="none" w="med" len="med"/>
              <a:tailEnd type="none" w="med" len="med"/>
            </a:ln>
          </p:spPr>
        </p:sp>
        <p:sp>
          <p:nvSpPr>
            <p:cNvPr id="29830" name="Line 520"/>
            <p:cNvSpPr/>
            <p:nvPr/>
          </p:nvSpPr>
          <p:spPr>
            <a:xfrm flipV="1">
              <a:off x="4120" y="3325"/>
              <a:ext cx="612" cy="0"/>
            </a:xfrm>
            <a:prstGeom prst="line">
              <a:avLst/>
            </a:prstGeom>
            <a:ln w="9525" cap="flat" cmpd="sng">
              <a:solidFill>
                <a:schemeClr val="tx1"/>
              </a:solidFill>
              <a:prstDash val="solid"/>
              <a:headEnd type="none" w="med" len="med"/>
              <a:tailEnd type="none" w="med" len="med"/>
            </a:ln>
          </p:spPr>
        </p:sp>
        <p:sp>
          <p:nvSpPr>
            <p:cNvPr id="29831" name="Line 521"/>
            <p:cNvSpPr/>
            <p:nvPr/>
          </p:nvSpPr>
          <p:spPr>
            <a:xfrm flipH="1">
              <a:off x="3676" y="3165"/>
              <a:ext cx="160" cy="296"/>
            </a:xfrm>
            <a:prstGeom prst="line">
              <a:avLst/>
            </a:prstGeom>
            <a:ln w="9525" cap="flat" cmpd="sng">
              <a:solidFill>
                <a:schemeClr val="tx1"/>
              </a:solidFill>
              <a:prstDash val="solid"/>
              <a:headEnd type="none" w="med" len="med"/>
              <a:tailEnd type="none" w="med" len="med"/>
            </a:ln>
          </p:spPr>
        </p:sp>
        <p:sp>
          <p:nvSpPr>
            <p:cNvPr id="29832" name="Line 522"/>
            <p:cNvSpPr/>
            <p:nvPr/>
          </p:nvSpPr>
          <p:spPr>
            <a:xfrm>
              <a:off x="3692" y="3197"/>
              <a:ext cx="124" cy="0"/>
            </a:xfrm>
            <a:prstGeom prst="line">
              <a:avLst/>
            </a:prstGeom>
            <a:ln w="9525" cap="flat" cmpd="sng">
              <a:solidFill>
                <a:schemeClr val="tx1"/>
              </a:solidFill>
              <a:prstDash val="solid"/>
              <a:headEnd type="none" w="med" len="med"/>
              <a:tailEnd type="none" w="med" len="med"/>
            </a:ln>
          </p:spPr>
        </p:sp>
        <p:sp>
          <p:nvSpPr>
            <p:cNvPr id="29833" name="Line 523"/>
            <p:cNvSpPr/>
            <p:nvPr/>
          </p:nvSpPr>
          <p:spPr>
            <a:xfrm>
              <a:off x="3604" y="3409"/>
              <a:ext cx="97" cy="0"/>
            </a:xfrm>
            <a:prstGeom prst="line">
              <a:avLst/>
            </a:prstGeom>
            <a:ln w="9525" cap="flat" cmpd="sng">
              <a:solidFill>
                <a:schemeClr val="tx1"/>
              </a:solidFill>
              <a:prstDash val="solid"/>
              <a:headEnd type="none" w="med" len="med"/>
              <a:tailEnd type="none" w="med" len="med"/>
            </a:ln>
          </p:spPr>
        </p:sp>
        <p:sp>
          <p:nvSpPr>
            <p:cNvPr id="29834" name="Line 524"/>
            <p:cNvSpPr/>
            <p:nvPr/>
          </p:nvSpPr>
          <p:spPr>
            <a:xfrm>
              <a:off x="3763" y="3459"/>
              <a:ext cx="309" cy="0"/>
            </a:xfrm>
            <a:prstGeom prst="line">
              <a:avLst/>
            </a:prstGeom>
            <a:ln w="9525" cap="flat" cmpd="sng">
              <a:solidFill>
                <a:schemeClr val="tx1"/>
              </a:solidFill>
              <a:prstDash val="solid"/>
              <a:headEnd type="none" w="med" len="med"/>
              <a:tailEnd type="none" w="med" len="med"/>
            </a:ln>
          </p:spPr>
        </p:sp>
        <p:sp>
          <p:nvSpPr>
            <p:cNvPr id="29835" name="Line 525"/>
            <p:cNvSpPr/>
            <p:nvPr/>
          </p:nvSpPr>
          <p:spPr>
            <a:xfrm flipH="1">
              <a:off x="3914" y="3401"/>
              <a:ext cx="34" cy="54"/>
            </a:xfrm>
            <a:prstGeom prst="line">
              <a:avLst/>
            </a:prstGeom>
            <a:ln w="9525" cap="flat" cmpd="sng">
              <a:solidFill>
                <a:schemeClr val="tx1"/>
              </a:solidFill>
              <a:prstDash val="solid"/>
              <a:headEnd type="none" w="med" len="med"/>
              <a:tailEnd type="none" w="med" len="med"/>
            </a:ln>
          </p:spPr>
        </p:sp>
        <p:sp>
          <p:nvSpPr>
            <p:cNvPr id="29836" name="Line 526"/>
            <p:cNvSpPr/>
            <p:nvPr/>
          </p:nvSpPr>
          <p:spPr>
            <a:xfrm>
              <a:off x="3796" y="3457"/>
              <a:ext cx="1" cy="52"/>
            </a:xfrm>
            <a:prstGeom prst="line">
              <a:avLst/>
            </a:prstGeom>
            <a:ln w="9525" cap="flat" cmpd="sng">
              <a:solidFill>
                <a:schemeClr val="tx1"/>
              </a:solidFill>
              <a:prstDash val="solid"/>
              <a:headEnd type="none" w="med" len="med"/>
              <a:tailEnd type="none" w="med" len="med"/>
            </a:ln>
          </p:spPr>
        </p:sp>
        <p:sp>
          <p:nvSpPr>
            <p:cNvPr id="29837" name="Line 527"/>
            <p:cNvSpPr/>
            <p:nvPr/>
          </p:nvSpPr>
          <p:spPr>
            <a:xfrm flipH="1" flipV="1">
              <a:off x="4046" y="3462"/>
              <a:ext cx="0" cy="48"/>
            </a:xfrm>
            <a:prstGeom prst="line">
              <a:avLst/>
            </a:prstGeom>
            <a:ln w="9525" cap="flat" cmpd="sng">
              <a:solidFill>
                <a:schemeClr val="tx1"/>
              </a:solidFill>
              <a:prstDash val="solid"/>
              <a:headEnd type="none" w="med" len="med"/>
              <a:tailEnd type="none" w="med" len="med"/>
            </a:ln>
          </p:spPr>
        </p:sp>
        <p:graphicFrame>
          <p:nvGraphicFramePr>
            <p:cNvPr id="29838" name="Object 528"/>
            <p:cNvGraphicFramePr>
              <a:graphicFrameLocks noChangeAspect="1"/>
            </p:cNvGraphicFramePr>
            <p:nvPr/>
          </p:nvGraphicFramePr>
          <p:xfrm>
            <a:off x="3451" y="3335"/>
            <a:ext cx="216" cy="180"/>
          </p:xfrm>
          <a:graphic>
            <a:graphicData uri="http://schemas.openxmlformats.org/presentationml/2006/ole">
              <mc:AlternateContent xmlns:mc="http://schemas.openxmlformats.org/markup-compatibility/2006">
                <mc:Choice xmlns:v="urn:schemas-microsoft-com:vml" Requires="v">
                  <p:oleObj spid="_x0000_s3085" name="" r:id="rId12" imgW="18192750" imgH="15087600" progId="MS_ClipArt_Gallery.2">
                    <p:embed/>
                  </p:oleObj>
                </mc:Choice>
                <mc:Fallback>
                  <p:oleObj name="" r:id="rId12" imgW="18192750" imgH="15087600" progId="MS_ClipArt_Gallery.2">
                    <p:embed/>
                    <p:pic>
                      <p:nvPicPr>
                        <p:cNvPr id="0" name="图片 3084"/>
                        <p:cNvPicPr/>
                        <p:nvPr/>
                      </p:nvPicPr>
                      <p:blipFill>
                        <a:blip r:embed="rId11"/>
                        <a:stretch>
                          <a:fillRect/>
                        </a:stretch>
                      </p:blipFill>
                      <p:spPr>
                        <a:xfrm>
                          <a:off x="3451" y="3335"/>
                          <a:ext cx="216" cy="180"/>
                        </a:xfrm>
                        <a:prstGeom prst="rect">
                          <a:avLst/>
                        </a:prstGeom>
                        <a:noFill/>
                        <a:ln w="38100">
                          <a:noFill/>
                          <a:miter/>
                        </a:ln>
                      </p:spPr>
                    </p:pic>
                  </p:oleObj>
                </mc:Fallback>
              </mc:AlternateContent>
            </a:graphicData>
          </a:graphic>
        </p:graphicFrame>
        <p:graphicFrame>
          <p:nvGraphicFramePr>
            <p:cNvPr id="29839" name="Object 529"/>
            <p:cNvGraphicFramePr>
              <a:graphicFrameLocks noChangeAspect="1"/>
            </p:cNvGraphicFramePr>
            <p:nvPr/>
          </p:nvGraphicFramePr>
          <p:xfrm>
            <a:off x="3555" y="3135"/>
            <a:ext cx="216" cy="180"/>
          </p:xfrm>
          <a:graphic>
            <a:graphicData uri="http://schemas.openxmlformats.org/presentationml/2006/ole">
              <mc:AlternateContent xmlns:mc="http://schemas.openxmlformats.org/markup-compatibility/2006">
                <mc:Choice xmlns:v="urn:schemas-microsoft-com:vml" Requires="v">
                  <p:oleObj spid="_x0000_s3086" name="" r:id="rId13" imgW="18192750" imgH="15087600" progId="MS_ClipArt_Gallery.2">
                    <p:embed/>
                  </p:oleObj>
                </mc:Choice>
                <mc:Fallback>
                  <p:oleObj name="" r:id="rId13" imgW="18192750" imgH="15087600" progId="MS_ClipArt_Gallery.2">
                    <p:embed/>
                    <p:pic>
                      <p:nvPicPr>
                        <p:cNvPr id="0" name="图片 3085"/>
                        <p:cNvPicPr/>
                        <p:nvPr/>
                      </p:nvPicPr>
                      <p:blipFill>
                        <a:blip r:embed="rId11"/>
                        <a:stretch>
                          <a:fillRect/>
                        </a:stretch>
                      </p:blipFill>
                      <p:spPr>
                        <a:xfrm>
                          <a:off x="3555" y="3135"/>
                          <a:ext cx="216" cy="180"/>
                        </a:xfrm>
                        <a:prstGeom prst="rect">
                          <a:avLst/>
                        </a:prstGeom>
                        <a:noFill/>
                        <a:ln w="38100">
                          <a:noFill/>
                          <a:miter/>
                        </a:ln>
                      </p:spPr>
                    </p:pic>
                  </p:oleObj>
                </mc:Fallback>
              </mc:AlternateContent>
            </a:graphicData>
          </a:graphic>
        </p:graphicFrame>
        <p:graphicFrame>
          <p:nvGraphicFramePr>
            <p:cNvPr id="29840" name="Object 530"/>
            <p:cNvGraphicFramePr>
              <a:graphicFrameLocks noChangeAspect="1"/>
            </p:cNvGraphicFramePr>
            <p:nvPr/>
          </p:nvGraphicFramePr>
          <p:xfrm>
            <a:off x="3723" y="3495"/>
            <a:ext cx="216" cy="180"/>
          </p:xfrm>
          <a:graphic>
            <a:graphicData uri="http://schemas.openxmlformats.org/presentationml/2006/ole">
              <mc:AlternateContent xmlns:mc="http://schemas.openxmlformats.org/markup-compatibility/2006">
                <mc:Choice xmlns:v="urn:schemas-microsoft-com:vml" Requires="v">
                  <p:oleObj spid="_x0000_s3087" name="" r:id="rId14" imgW="18192750" imgH="15087600" progId="MS_ClipArt_Gallery.2">
                    <p:embed/>
                  </p:oleObj>
                </mc:Choice>
                <mc:Fallback>
                  <p:oleObj name="" r:id="rId14" imgW="18192750" imgH="15087600" progId="MS_ClipArt_Gallery.2">
                    <p:embed/>
                    <p:pic>
                      <p:nvPicPr>
                        <p:cNvPr id="0" name="图片 3086"/>
                        <p:cNvPicPr/>
                        <p:nvPr/>
                      </p:nvPicPr>
                      <p:blipFill>
                        <a:blip r:embed="rId11"/>
                        <a:stretch>
                          <a:fillRect/>
                        </a:stretch>
                      </p:blipFill>
                      <p:spPr>
                        <a:xfrm>
                          <a:off x="3723" y="3495"/>
                          <a:ext cx="216" cy="180"/>
                        </a:xfrm>
                        <a:prstGeom prst="rect">
                          <a:avLst/>
                        </a:prstGeom>
                        <a:noFill/>
                        <a:ln w="38100">
                          <a:noFill/>
                          <a:miter/>
                        </a:ln>
                      </p:spPr>
                    </p:pic>
                  </p:oleObj>
                </mc:Fallback>
              </mc:AlternateContent>
            </a:graphicData>
          </a:graphic>
        </p:graphicFrame>
        <p:graphicFrame>
          <p:nvGraphicFramePr>
            <p:cNvPr id="29841" name="Object 531"/>
            <p:cNvGraphicFramePr>
              <a:graphicFrameLocks noChangeAspect="1"/>
            </p:cNvGraphicFramePr>
            <p:nvPr/>
          </p:nvGraphicFramePr>
          <p:xfrm>
            <a:off x="3937" y="3497"/>
            <a:ext cx="216" cy="180"/>
          </p:xfrm>
          <a:graphic>
            <a:graphicData uri="http://schemas.openxmlformats.org/presentationml/2006/ole">
              <mc:AlternateContent xmlns:mc="http://schemas.openxmlformats.org/markup-compatibility/2006">
                <mc:Choice xmlns:v="urn:schemas-microsoft-com:vml" Requires="v">
                  <p:oleObj spid="_x0000_s3088" name="" r:id="rId15" imgW="18192750" imgH="15087600" progId="MS_ClipArt_Gallery.2">
                    <p:embed/>
                  </p:oleObj>
                </mc:Choice>
                <mc:Fallback>
                  <p:oleObj name="" r:id="rId15" imgW="18192750" imgH="15087600" progId="MS_ClipArt_Gallery.2">
                    <p:embed/>
                    <p:pic>
                      <p:nvPicPr>
                        <p:cNvPr id="0" name="图片 3087"/>
                        <p:cNvPicPr/>
                        <p:nvPr/>
                      </p:nvPicPr>
                      <p:blipFill>
                        <a:blip r:embed="rId11"/>
                        <a:stretch>
                          <a:fillRect/>
                        </a:stretch>
                      </p:blipFill>
                      <p:spPr>
                        <a:xfrm>
                          <a:off x="3937" y="3497"/>
                          <a:ext cx="216" cy="180"/>
                        </a:xfrm>
                        <a:prstGeom prst="rect">
                          <a:avLst/>
                        </a:prstGeom>
                        <a:noFill/>
                        <a:ln w="38100">
                          <a:noFill/>
                          <a:miter/>
                        </a:ln>
                      </p:spPr>
                    </p:pic>
                  </p:oleObj>
                </mc:Fallback>
              </mc:AlternateContent>
            </a:graphicData>
          </a:graphic>
        </p:graphicFrame>
        <p:grpSp>
          <p:nvGrpSpPr>
            <p:cNvPr id="29842" name="Group 532"/>
            <p:cNvGrpSpPr/>
            <p:nvPr/>
          </p:nvGrpSpPr>
          <p:grpSpPr>
            <a:xfrm>
              <a:off x="4509" y="3576"/>
              <a:ext cx="172" cy="215"/>
              <a:chOff x="2870" y="1518"/>
              <a:chExt cx="292" cy="320"/>
            </a:xfrm>
          </p:grpSpPr>
          <p:graphicFrame>
            <p:nvGraphicFramePr>
              <p:cNvPr id="29891" name="Object 5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1" name="" r:id="rId16" imgW="11601450" imgH="11791950" progId="MS_ClipArt_Gallery.2">
                      <p:embed/>
                    </p:oleObj>
                  </mc:Choice>
                  <mc:Fallback>
                    <p:oleObj name="" r:id="rId16" imgW="11601450" imgH="11791950" progId="MS_ClipArt_Gallery.2">
                      <p:embed/>
                      <p:pic>
                        <p:nvPicPr>
                          <p:cNvPr id="0" name="图片 309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9892" name="Object 5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4" name="" r:id="rId17" imgW="1268095" imgH="1199515" progId="MS_ClipArt_Gallery.2">
                      <p:embed/>
                    </p:oleObj>
                  </mc:Choice>
                  <mc:Fallback>
                    <p:oleObj name="" r:id="rId17" imgW="1268095" imgH="1199515" progId="MS_ClipArt_Gallery.2">
                      <p:embed/>
                      <p:pic>
                        <p:nvPicPr>
                          <p:cNvPr id="0" name="图片 3083"/>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29843" name="Group 535"/>
            <p:cNvGrpSpPr/>
            <p:nvPr/>
          </p:nvGrpSpPr>
          <p:grpSpPr>
            <a:xfrm>
              <a:off x="4225" y="3608"/>
              <a:ext cx="220" cy="203"/>
              <a:chOff x="2870" y="1518"/>
              <a:chExt cx="292" cy="320"/>
            </a:xfrm>
          </p:grpSpPr>
          <p:graphicFrame>
            <p:nvGraphicFramePr>
              <p:cNvPr id="29889" name="Object 5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9" name="" r:id="rId18" imgW="11601450" imgH="11791950" progId="MS_ClipArt_Gallery.2">
                      <p:embed/>
                    </p:oleObj>
                  </mc:Choice>
                  <mc:Fallback>
                    <p:oleObj name="" r:id="rId18" imgW="11601450" imgH="11791950" progId="MS_ClipArt_Gallery.2">
                      <p:embed/>
                      <p:pic>
                        <p:nvPicPr>
                          <p:cNvPr id="0" name="图片 3088"/>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9890" name="Object 5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0" name="" r:id="rId19" imgW="1268095" imgH="1199515" progId="MS_ClipArt_Gallery.2">
                      <p:embed/>
                    </p:oleObj>
                  </mc:Choice>
                  <mc:Fallback>
                    <p:oleObj name="" r:id="rId19" imgW="1268095" imgH="1199515" progId="MS_ClipArt_Gallery.2">
                      <p:embed/>
                      <p:pic>
                        <p:nvPicPr>
                          <p:cNvPr id="0" name="图片 3089"/>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29844" name="Group 538"/>
            <p:cNvGrpSpPr/>
            <p:nvPr/>
          </p:nvGrpSpPr>
          <p:grpSpPr>
            <a:xfrm>
              <a:off x="4324" y="3364"/>
              <a:ext cx="183" cy="255"/>
              <a:chOff x="2556" y="2689"/>
              <a:chExt cx="183" cy="255"/>
            </a:xfrm>
          </p:grpSpPr>
          <p:pic>
            <p:nvPicPr>
              <p:cNvPr id="29872" name="Picture 539" descr="31u_bnrz[1]"/>
              <p:cNvPicPr>
                <a:picLocks noChangeAspect="1"/>
              </p:cNvPicPr>
              <p:nvPr/>
            </p:nvPicPr>
            <p:blipFill>
              <a:blip r:embed="rId9"/>
              <a:stretch>
                <a:fillRect/>
              </a:stretch>
            </p:blipFill>
            <p:spPr>
              <a:xfrm>
                <a:off x="2609" y="2770"/>
                <a:ext cx="121" cy="174"/>
              </a:xfrm>
              <a:prstGeom prst="rect">
                <a:avLst/>
              </a:prstGeom>
              <a:noFill/>
              <a:ln w="9525">
                <a:noFill/>
              </a:ln>
            </p:spPr>
          </p:pic>
          <p:sp>
            <p:nvSpPr>
              <p:cNvPr id="29873" name="Freeform 540"/>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29874" name="Freeform 541"/>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29875" name="Freeform 542"/>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29876" name="Freeform 543"/>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29877" name="Freeform 544"/>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29878" name="Freeform 545"/>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29879" name="Freeform 546"/>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29880" name="Freeform 547"/>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29881" name="Freeform 548"/>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29882" name="Freeform 549"/>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29883" name="Freeform 550"/>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29884" name="Freeform 551"/>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29885" name="Freeform 552"/>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29886" name="Freeform 553"/>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29887" name="Freeform 554"/>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29888" name="Freeform 555"/>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sp>
          <p:nvSpPr>
            <p:cNvPr id="29845" name="Line 556"/>
            <p:cNvSpPr/>
            <p:nvPr/>
          </p:nvSpPr>
          <p:spPr>
            <a:xfrm>
              <a:off x="4097" y="3373"/>
              <a:ext cx="317" cy="170"/>
            </a:xfrm>
            <a:prstGeom prst="line">
              <a:avLst/>
            </a:prstGeom>
            <a:ln w="9525" cap="flat" cmpd="sng">
              <a:solidFill>
                <a:schemeClr val="tx1"/>
              </a:solidFill>
              <a:prstDash val="solid"/>
              <a:headEnd type="none" w="med" len="med"/>
              <a:tailEnd type="none" w="med" len="med"/>
            </a:ln>
          </p:spPr>
        </p:sp>
        <p:sp>
          <p:nvSpPr>
            <p:cNvPr id="29846" name="Line 557"/>
            <p:cNvSpPr/>
            <p:nvPr/>
          </p:nvSpPr>
          <p:spPr>
            <a:xfrm>
              <a:off x="3750" y="3332"/>
              <a:ext cx="51" cy="0"/>
            </a:xfrm>
            <a:prstGeom prst="line">
              <a:avLst/>
            </a:prstGeom>
            <a:ln w="9525" cap="flat" cmpd="sng">
              <a:solidFill>
                <a:schemeClr val="tx1"/>
              </a:solidFill>
              <a:prstDash val="solid"/>
              <a:headEnd type="none" w="med" len="med"/>
              <a:tailEnd type="none" w="med" len="med"/>
            </a:ln>
          </p:spPr>
        </p:sp>
        <p:grpSp>
          <p:nvGrpSpPr>
            <p:cNvPr id="29847" name="Group 558"/>
            <p:cNvGrpSpPr/>
            <p:nvPr/>
          </p:nvGrpSpPr>
          <p:grpSpPr>
            <a:xfrm>
              <a:off x="4995" y="3370"/>
              <a:ext cx="131" cy="258"/>
              <a:chOff x="4180" y="783"/>
              <a:chExt cx="150" cy="307"/>
            </a:xfrm>
          </p:grpSpPr>
          <p:sp>
            <p:nvSpPr>
              <p:cNvPr id="29864" name="AutoShape 559"/>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865" name="Rectangle 560"/>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866" name="Rectangle 561"/>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867" name="AutoShape 562"/>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868" name="Line 563"/>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29869" name="Line 564"/>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29870" name="Rectangle 565"/>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871" name="Rectangle 566"/>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29848" name="Line 567"/>
            <p:cNvSpPr/>
            <p:nvPr/>
          </p:nvSpPr>
          <p:spPr>
            <a:xfrm flipH="1">
              <a:off x="3806" y="2401"/>
              <a:ext cx="2" cy="91"/>
            </a:xfrm>
            <a:prstGeom prst="line">
              <a:avLst/>
            </a:prstGeom>
            <a:ln w="9525" cap="flat" cmpd="sng">
              <a:solidFill>
                <a:schemeClr val="tx1"/>
              </a:solidFill>
              <a:prstDash val="solid"/>
              <a:headEnd type="none" w="med" len="med"/>
              <a:tailEnd type="none" w="med" len="med"/>
            </a:ln>
          </p:spPr>
        </p:sp>
        <p:sp>
          <p:nvSpPr>
            <p:cNvPr id="29849" name="Line 568"/>
            <p:cNvSpPr/>
            <p:nvPr/>
          </p:nvSpPr>
          <p:spPr>
            <a:xfrm flipV="1">
              <a:off x="4623" y="1760"/>
              <a:ext cx="78" cy="55"/>
            </a:xfrm>
            <a:prstGeom prst="line">
              <a:avLst/>
            </a:prstGeom>
            <a:ln w="9525" cap="flat" cmpd="sng">
              <a:solidFill>
                <a:schemeClr val="tx1"/>
              </a:solidFill>
              <a:prstDash val="solid"/>
              <a:headEnd type="none" w="med" len="med"/>
              <a:tailEnd type="none" w="med" len="med"/>
            </a:ln>
          </p:spPr>
        </p:sp>
        <p:sp>
          <p:nvSpPr>
            <p:cNvPr id="29850" name="Line 569"/>
            <p:cNvSpPr/>
            <p:nvPr/>
          </p:nvSpPr>
          <p:spPr>
            <a:xfrm>
              <a:off x="4514" y="1869"/>
              <a:ext cx="0" cy="52"/>
            </a:xfrm>
            <a:prstGeom prst="line">
              <a:avLst/>
            </a:prstGeom>
            <a:ln w="9525" cap="flat" cmpd="sng">
              <a:solidFill>
                <a:schemeClr val="tx1"/>
              </a:solidFill>
              <a:prstDash val="solid"/>
              <a:headEnd type="none" w="med" len="med"/>
              <a:tailEnd type="none" w="med" len="med"/>
            </a:ln>
          </p:spPr>
        </p:sp>
        <p:sp>
          <p:nvSpPr>
            <p:cNvPr id="29851" name="Line 570"/>
            <p:cNvSpPr/>
            <p:nvPr/>
          </p:nvSpPr>
          <p:spPr>
            <a:xfrm flipV="1">
              <a:off x="4630" y="1804"/>
              <a:ext cx="166" cy="182"/>
            </a:xfrm>
            <a:prstGeom prst="line">
              <a:avLst/>
            </a:prstGeom>
            <a:ln w="9525" cap="flat" cmpd="sng">
              <a:solidFill>
                <a:schemeClr val="tx1"/>
              </a:solidFill>
              <a:prstDash val="solid"/>
              <a:headEnd type="none" w="med" len="med"/>
              <a:tailEnd type="none" w="med" len="med"/>
            </a:ln>
          </p:spPr>
        </p:sp>
        <p:sp>
          <p:nvSpPr>
            <p:cNvPr id="29852" name="Line 571"/>
            <p:cNvSpPr/>
            <p:nvPr/>
          </p:nvSpPr>
          <p:spPr>
            <a:xfrm>
              <a:off x="4852" y="1803"/>
              <a:ext cx="0" cy="124"/>
            </a:xfrm>
            <a:prstGeom prst="line">
              <a:avLst/>
            </a:prstGeom>
            <a:ln w="9525" cap="flat" cmpd="sng">
              <a:solidFill>
                <a:schemeClr val="tx1"/>
              </a:solidFill>
              <a:prstDash val="solid"/>
              <a:headEnd type="none" w="med" len="med"/>
              <a:tailEnd type="none" w="med" len="med"/>
            </a:ln>
          </p:spPr>
        </p:sp>
        <p:sp>
          <p:nvSpPr>
            <p:cNvPr id="29853" name="Line 572"/>
            <p:cNvSpPr/>
            <p:nvPr/>
          </p:nvSpPr>
          <p:spPr>
            <a:xfrm>
              <a:off x="4634" y="1996"/>
              <a:ext cx="119" cy="0"/>
            </a:xfrm>
            <a:prstGeom prst="line">
              <a:avLst/>
            </a:prstGeom>
            <a:ln w="9525" cap="flat" cmpd="sng">
              <a:solidFill>
                <a:schemeClr val="tx1"/>
              </a:solidFill>
              <a:prstDash val="solid"/>
              <a:headEnd type="none" w="med" len="med"/>
              <a:tailEnd type="none" w="med" len="med"/>
            </a:ln>
          </p:spPr>
        </p:sp>
        <p:sp>
          <p:nvSpPr>
            <p:cNvPr id="29854" name="Line 573"/>
            <p:cNvSpPr/>
            <p:nvPr/>
          </p:nvSpPr>
          <p:spPr>
            <a:xfrm flipV="1">
              <a:off x="3560" y="2542"/>
              <a:ext cx="106" cy="2"/>
            </a:xfrm>
            <a:prstGeom prst="line">
              <a:avLst/>
            </a:prstGeom>
            <a:ln w="9525" cap="flat" cmpd="sng">
              <a:solidFill>
                <a:schemeClr val="tx1"/>
              </a:solidFill>
              <a:prstDash val="solid"/>
              <a:headEnd type="none" w="med" len="med"/>
              <a:tailEnd type="none" w="med" len="med"/>
            </a:ln>
          </p:spPr>
        </p:sp>
        <p:sp>
          <p:nvSpPr>
            <p:cNvPr id="29855" name="Line 574"/>
            <p:cNvSpPr/>
            <p:nvPr/>
          </p:nvSpPr>
          <p:spPr>
            <a:xfrm flipV="1">
              <a:off x="4895" y="1614"/>
              <a:ext cx="150" cy="106"/>
            </a:xfrm>
            <a:prstGeom prst="line">
              <a:avLst/>
            </a:prstGeom>
            <a:ln w="9525" cap="flat" cmpd="sng">
              <a:solidFill>
                <a:schemeClr val="tx1"/>
              </a:solidFill>
              <a:prstDash val="solid"/>
              <a:headEnd type="none" w="med" len="med"/>
              <a:tailEnd type="none" w="med" len="med"/>
            </a:ln>
          </p:spPr>
        </p:sp>
        <p:sp>
          <p:nvSpPr>
            <p:cNvPr id="29856" name="Line 575"/>
            <p:cNvSpPr/>
            <p:nvPr/>
          </p:nvSpPr>
          <p:spPr>
            <a:xfrm>
              <a:off x="4983" y="1990"/>
              <a:ext cx="112" cy="0"/>
            </a:xfrm>
            <a:prstGeom prst="line">
              <a:avLst/>
            </a:prstGeom>
            <a:ln w="9525" cap="flat" cmpd="sng">
              <a:solidFill>
                <a:schemeClr val="tx1"/>
              </a:solidFill>
              <a:prstDash val="solid"/>
              <a:headEnd type="none" w="med" len="med"/>
              <a:tailEnd type="none" w="med" len="med"/>
            </a:ln>
          </p:spPr>
        </p:sp>
        <p:sp>
          <p:nvSpPr>
            <p:cNvPr id="29857" name="Line 576"/>
            <p:cNvSpPr/>
            <p:nvPr/>
          </p:nvSpPr>
          <p:spPr>
            <a:xfrm flipH="1">
              <a:off x="4445" y="2038"/>
              <a:ext cx="62" cy="444"/>
            </a:xfrm>
            <a:prstGeom prst="line">
              <a:avLst/>
            </a:prstGeom>
            <a:ln w="9525" cap="flat" cmpd="sng">
              <a:solidFill>
                <a:schemeClr val="tx1"/>
              </a:solidFill>
              <a:prstDash val="solid"/>
              <a:headEnd type="none" w="med" len="med"/>
              <a:tailEnd type="none" w="med" len="med"/>
            </a:ln>
          </p:spPr>
        </p:sp>
        <p:sp>
          <p:nvSpPr>
            <p:cNvPr id="29858" name="Line 577"/>
            <p:cNvSpPr/>
            <p:nvPr/>
          </p:nvSpPr>
          <p:spPr>
            <a:xfrm flipH="1">
              <a:off x="4817" y="2038"/>
              <a:ext cx="70" cy="458"/>
            </a:xfrm>
            <a:prstGeom prst="line">
              <a:avLst/>
            </a:prstGeom>
            <a:ln w="9525" cap="flat" cmpd="sng">
              <a:solidFill>
                <a:schemeClr val="tx1"/>
              </a:solidFill>
              <a:prstDash val="solid"/>
              <a:headEnd type="none" w="med" len="med"/>
              <a:tailEnd type="none" w="med" len="med"/>
            </a:ln>
          </p:spPr>
        </p:sp>
        <p:sp>
          <p:nvSpPr>
            <p:cNvPr id="29859" name="Text Box 578"/>
            <p:cNvSpPr txBox="1"/>
            <p:nvPr/>
          </p:nvSpPr>
          <p:spPr>
            <a:xfrm>
              <a:off x="3229" y="2006"/>
              <a:ext cx="10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Home network</a:t>
              </a:r>
              <a:endParaRPr lang="en-US" altLang="zh-CN" sz="1800" dirty="0">
                <a:ea typeface="宋体" panose="02010600030101010101" pitchFamily="2" charset="-122"/>
              </a:endParaRPr>
            </a:p>
          </p:txBody>
        </p:sp>
        <p:sp>
          <p:nvSpPr>
            <p:cNvPr id="29860" name="Text Box 579"/>
            <p:cNvSpPr txBox="1"/>
            <p:nvPr/>
          </p:nvSpPr>
          <p:spPr>
            <a:xfrm>
              <a:off x="3515" y="2852"/>
              <a:ext cx="1550"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Institutional network</a:t>
              </a:r>
              <a:endParaRPr lang="en-US" altLang="zh-CN" sz="1800" dirty="0">
                <a:ea typeface="宋体" panose="02010600030101010101" pitchFamily="2" charset="-122"/>
              </a:endParaRPr>
            </a:p>
          </p:txBody>
        </p:sp>
        <p:sp>
          <p:nvSpPr>
            <p:cNvPr id="29861" name="Text Box 580"/>
            <p:cNvSpPr txBox="1"/>
            <p:nvPr/>
          </p:nvSpPr>
          <p:spPr>
            <a:xfrm>
              <a:off x="3234" y="1065"/>
              <a:ext cx="1149"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Mobile network</a:t>
              </a:r>
              <a:endParaRPr lang="en-US" altLang="zh-CN" sz="1800" dirty="0">
                <a:ea typeface="宋体" panose="02010600030101010101" pitchFamily="2" charset="-122"/>
              </a:endParaRPr>
            </a:p>
          </p:txBody>
        </p:sp>
        <p:sp>
          <p:nvSpPr>
            <p:cNvPr id="29862" name="Text Box 581"/>
            <p:cNvSpPr txBox="1"/>
            <p:nvPr/>
          </p:nvSpPr>
          <p:spPr>
            <a:xfrm>
              <a:off x="4369" y="1368"/>
              <a:ext cx="82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Global ISP</a:t>
              </a:r>
              <a:endParaRPr lang="en-US" altLang="zh-CN" sz="1800" dirty="0">
                <a:ea typeface="宋体" panose="02010600030101010101" pitchFamily="2" charset="-122"/>
              </a:endParaRPr>
            </a:p>
          </p:txBody>
        </p:sp>
        <p:sp>
          <p:nvSpPr>
            <p:cNvPr id="29863" name="Text Box 582"/>
            <p:cNvSpPr txBox="1"/>
            <p:nvPr/>
          </p:nvSpPr>
          <p:spPr>
            <a:xfrm>
              <a:off x="4240" y="2240"/>
              <a:ext cx="96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Regional ISP</a:t>
              </a:r>
              <a:endParaRPr lang="en-US" altLang="zh-CN" sz="1800" dirty="0">
                <a:ea typeface="宋体" panose="02010600030101010101" pitchFamily="2" charset="-122"/>
              </a:endParaRPr>
            </a:p>
          </p:txBody>
        </p:sp>
      </p:grpSp>
      <p:grpSp>
        <p:nvGrpSpPr>
          <p:cNvPr id="4745" name="Group 674"/>
          <p:cNvGrpSpPr/>
          <p:nvPr/>
        </p:nvGrpSpPr>
        <p:grpSpPr>
          <a:xfrm>
            <a:off x="465138" y="5464175"/>
            <a:ext cx="800100" cy="506413"/>
            <a:chOff x="293" y="3442"/>
            <a:chExt cx="504" cy="319"/>
          </a:xfrm>
        </p:grpSpPr>
        <p:grpSp>
          <p:nvGrpSpPr>
            <p:cNvPr id="29778" name="Group 585"/>
            <p:cNvGrpSpPr/>
            <p:nvPr/>
          </p:nvGrpSpPr>
          <p:grpSpPr>
            <a:xfrm>
              <a:off x="383" y="3442"/>
              <a:ext cx="228" cy="108"/>
              <a:chOff x="3600" y="219"/>
              <a:chExt cx="360" cy="175"/>
            </a:xfrm>
          </p:grpSpPr>
          <p:sp>
            <p:nvSpPr>
              <p:cNvPr id="29780" name="Oval 58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781" name="Line 58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29782" name="Line 58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29783" name="Rectangle 58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784" name="Oval 59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29785" name="Group 591"/>
              <p:cNvGrpSpPr/>
              <p:nvPr/>
            </p:nvGrpSpPr>
            <p:grpSpPr>
              <a:xfrm>
                <a:off x="3686" y="244"/>
                <a:ext cx="177" cy="66"/>
                <a:chOff x="2848" y="848"/>
                <a:chExt cx="140" cy="98"/>
              </a:xfrm>
            </p:grpSpPr>
            <p:sp>
              <p:nvSpPr>
                <p:cNvPr id="29790" name="Line 59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791" name="Line 59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792" name="Line 59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29786" name="Group 595"/>
              <p:cNvGrpSpPr/>
              <p:nvPr/>
            </p:nvGrpSpPr>
            <p:grpSpPr>
              <a:xfrm flipV="1">
                <a:off x="3686" y="243"/>
                <a:ext cx="177" cy="66"/>
                <a:chOff x="2848" y="848"/>
                <a:chExt cx="140" cy="98"/>
              </a:xfrm>
            </p:grpSpPr>
            <p:sp>
              <p:nvSpPr>
                <p:cNvPr id="29787" name="Line 59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29788" name="Line 59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9789" name="Line 59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29779" name="Text Box 662"/>
            <p:cNvSpPr txBox="1"/>
            <p:nvPr/>
          </p:nvSpPr>
          <p:spPr>
            <a:xfrm>
              <a:off x="293" y="3549"/>
              <a:ext cx="504"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ea typeface="宋体" panose="02010600030101010101" pitchFamily="2" charset="-122"/>
                </a:rPr>
                <a:t>router</a:t>
              </a:r>
              <a:endParaRPr lang="en-US" altLang="zh-CN" sz="1600" dirty="0">
                <a:ea typeface="宋体" panose="02010600030101010101" pitchFamily="2" charset="-122"/>
              </a:endParaRPr>
            </a:p>
          </p:txBody>
        </p:sp>
      </p:grpSp>
      <p:grpSp>
        <p:nvGrpSpPr>
          <p:cNvPr id="4749" name="Group 672"/>
          <p:cNvGrpSpPr/>
          <p:nvPr/>
        </p:nvGrpSpPr>
        <p:grpSpPr>
          <a:xfrm>
            <a:off x="146050" y="1325563"/>
            <a:ext cx="1458913" cy="1893887"/>
            <a:chOff x="92" y="835"/>
            <a:chExt cx="919" cy="1193"/>
          </a:xfrm>
        </p:grpSpPr>
        <p:grpSp>
          <p:nvGrpSpPr>
            <p:cNvPr id="29760" name="Group 599"/>
            <p:cNvGrpSpPr/>
            <p:nvPr/>
          </p:nvGrpSpPr>
          <p:grpSpPr>
            <a:xfrm>
              <a:off x="92" y="1416"/>
              <a:ext cx="220" cy="245"/>
              <a:chOff x="2870" y="1518"/>
              <a:chExt cx="292" cy="320"/>
            </a:xfrm>
          </p:grpSpPr>
          <p:graphicFrame>
            <p:nvGraphicFramePr>
              <p:cNvPr id="29776" name="Object 60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1" name="" r:id="rId20" imgW="11601450" imgH="11791950" progId="MS_ClipArt_Gallery.2">
                      <p:embed/>
                    </p:oleObj>
                  </mc:Choice>
                  <mc:Fallback>
                    <p:oleObj name="" r:id="rId20" imgW="11601450" imgH="11791950" progId="MS_ClipArt_Gallery.2">
                      <p:embed/>
                      <p:pic>
                        <p:nvPicPr>
                          <p:cNvPr id="0" name="图片 308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9777" name="Object 60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2" name="" r:id="rId21" imgW="1268095" imgH="1199515" progId="MS_ClipArt_Gallery.2">
                      <p:embed/>
                    </p:oleObj>
                  </mc:Choice>
                  <mc:Fallback>
                    <p:oleObj name="" r:id="rId21" imgW="1268095" imgH="1199515" progId="MS_ClipArt_Gallery.2">
                      <p:embed/>
                      <p:pic>
                        <p:nvPicPr>
                          <p:cNvPr id="0" name="图片 3081"/>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aphicFrame>
          <p:nvGraphicFramePr>
            <p:cNvPr id="29761" name="Object 602"/>
            <p:cNvGraphicFramePr>
              <a:graphicFrameLocks noChangeAspect="1"/>
            </p:cNvGraphicFramePr>
            <p:nvPr/>
          </p:nvGraphicFramePr>
          <p:xfrm>
            <a:off x="131" y="843"/>
            <a:ext cx="207" cy="173"/>
          </p:xfrm>
          <a:graphic>
            <a:graphicData uri="http://schemas.openxmlformats.org/presentationml/2006/ole">
              <mc:AlternateContent xmlns:mc="http://schemas.openxmlformats.org/markup-compatibility/2006">
                <mc:Choice xmlns:v="urn:schemas-microsoft-com:vml" Requires="v">
                  <p:oleObj spid="_x0000_s3083" name="" r:id="rId22" imgW="18192750" imgH="15087600" progId="MS_ClipArt_Gallery.2">
                    <p:embed/>
                  </p:oleObj>
                </mc:Choice>
                <mc:Fallback>
                  <p:oleObj name="" r:id="rId22" imgW="18192750" imgH="15087600" progId="MS_ClipArt_Gallery.2">
                    <p:embed/>
                    <p:pic>
                      <p:nvPicPr>
                        <p:cNvPr id="0" name="图片 3082"/>
                        <p:cNvPicPr/>
                        <p:nvPr/>
                      </p:nvPicPr>
                      <p:blipFill>
                        <a:blip r:embed="rId11"/>
                        <a:stretch>
                          <a:fillRect/>
                        </a:stretch>
                      </p:blipFill>
                      <p:spPr>
                        <a:xfrm>
                          <a:off x="131" y="843"/>
                          <a:ext cx="207" cy="173"/>
                        </a:xfrm>
                        <a:prstGeom prst="rect">
                          <a:avLst/>
                        </a:prstGeom>
                        <a:noFill/>
                        <a:ln w="38100">
                          <a:noFill/>
                          <a:miter/>
                        </a:ln>
                      </p:spPr>
                    </p:pic>
                  </p:oleObj>
                </mc:Fallback>
              </mc:AlternateContent>
            </a:graphicData>
          </a:graphic>
        </p:graphicFrame>
        <p:grpSp>
          <p:nvGrpSpPr>
            <p:cNvPr id="29762" name="Group 603"/>
            <p:cNvGrpSpPr/>
            <p:nvPr/>
          </p:nvGrpSpPr>
          <p:grpSpPr>
            <a:xfrm>
              <a:off x="171" y="1105"/>
              <a:ext cx="148" cy="241"/>
              <a:chOff x="4180" y="783"/>
              <a:chExt cx="150" cy="307"/>
            </a:xfrm>
          </p:grpSpPr>
          <p:sp>
            <p:nvSpPr>
              <p:cNvPr id="29768" name="AutoShape 604"/>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769" name="Rectangle 605"/>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770" name="Rectangle 606"/>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771" name="AutoShape 607"/>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772" name="Line 608"/>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29773" name="Line 609"/>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29774" name="Rectangle 610"/>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9775" name="Rectangle 611"/>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pic>
          <p:nvPicPr>
            <p:cNvPr id="29763" name="Picture 661" descr="imgyjavg[1]"/>
            <p:cNvPicPr>
              <a:picLocks noChangeAspect="1"/>
            </p:cNvPicPr>
            <p:nvPr/>
          </p:nvPicPr>
          <p:blipFill>
            <a:blip r:embed="rId2"/>
            <a:stretch>
              <a:fillRect/>
            </a:stretch>
          </p:blipFill>
          <p:spPr>
            <a:xfrm>
              <a:off x="112" y="1763"/>
              <a:ext cx="232" cy="168"/>
            </a:xfrm>
            <a:prstGeom prst="rect">
              <a:avLst/>
            </a:prstGeom>
            <a:noFill/>
            <a:ln w="9525">
              <a:noFill/>
            </a:ln>
          </p:spPr>
        </p:pic>
        <p:sp>
          <p:nvSpPr>
            <p:cNvPr id="29764" name="Text Box 663"/>
            <p:cNvSpPr txBox="1"/>
            <p:nvPr/>
          </p:nvSpPr>
          <p:spPr>
            <a:xfrm>
              <a:off x="348" y="835"/>
              <a:ext cx="26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ea typeface="宋体" panose="02010600030101010101" pitchFamily="2" charset="-122"/>
                </a:rPr>
                <a:t>PC</a:t>
              </a:r>
              <a:endParaRPr lang="en-US" altLang="zh-CN" sz="1600" dirty="0">
                <a:ea typeface="宋体" panose="02010600030101010101" pitchFamily="2" charset="-122"/>
              </a:endParaRPr>
            </a:p>
          </p:txBody>
        </p:sp>
        <p:sp>
          <p:nvSpPr>
            <p:cNvPr id="29765" name="Text Box 664"/>
            <p:cNvSpPr txBox="1"/>
            <p:nvPr/>
          </p:nvSpPr>
          <p:spPr>
            <a:xfrm>
              <a:off x="334" y="1107"/>
              <a:ext cx="504"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ea typeface="宋体" panose="02010600030101010101" pitchFamily="2" charset="-122"/>
                </a:rPr>
                <a:t>server</a:t>
              </a:r>
              <a:endParaRPr lang="en-US" altLang="zh-CN" sz="1600" dirty="0">
                <a:ea typeface="宋体" panose="02010600030101010101" pitchFamily="2" charset="-122"/>
              </a:endParaRPr>
            </a:p>
          </p:txBody>
        </p:sp>
        <p:sp>
          <p:nvSpPr>
            <p:cNvPr id="29766" name="Text Box 665"/>
            <p:cNvSpPr txBox="1"/>
            <p:nvPr/>
          </p:nvSpPr>
          <p:spPr>
            <a:xfrm>
              <a:off x="345" y="1437"/>
              <a:ext cx="601" cy="2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nSpc>
                  <a:spcPct val="75000"/>
                </a:lnSpc>
                <a:spcBef>
                  <a:spcPct val="0"/>
                </a:spcBef>
                <a:buClrTx/>
                <a:buSzTx/>
                <a:buFontTx/>
                <a:buNone/>
              </a:pPr>
              <a:r>
                <a:rPr lang="en-US" altLang="zh-CN" sz="1600" dirty="0">
                  <a:ea typeface="宋体" panose="02010600030101010101" pitchFamily="2" charset="-122"/>
                </a:rPr>
                <a:t>wireless</a:t>
              </a:r>
              <a:endParaRPr lang="en-US" altLang="zh-CN" sz="1600" dirty="0">
                <a:ea typeface="宋体" panose="02010600030101010101" pitchFamily="2" charset="-122"/>
              </a:endParaRPr>
            </a:p>
            <a:p>
              <a:pPr marL="0" lvl="0" indent="0">
                <a:lnSpc>
                  <a:spcPct val="75000"/>
                </a:lnSpc>
                <a:spcBef>
                  <a:spcPct val="0"/>
                </a:spcBef>
                <a:buClrTx/>
                <a:buSzTx/>
                <a:buFontTx/>
                <a:buNone/>
              </a:pPr>
              <a:r>
                <a:rPr lang="en-US" altLang="zh-CN" sz="1600" dirty="0">
                  <a:ea typeface="宋体" panose="02010600030101010101" pitchFamily="2" charset="-122"/>
                </a:rPr>
                <a:t>laptop</a:t>
              </a:r>
              <a:endParaRPr lang="en-US" altLang="zh-CN" sz="1600" dirty="0">
                <a:ea typeface="宋体" panose="02010600030101010101" pitchFamily="2" charset="-122"/>
              </a:endParaRPr>
            </a:p>
          </p:txBody>
        </p:sp>
        <p:sp>
          <p:nvSpPr>
            <p:cNvPr id="29767" name="Text Box 667"/>
            <p:cNvSpPr txBox="1"/>
            <p:nvPr/>
          </p:nvSpPr>
          <p:spPr>
            <a:xfrm>
              <a:off x="359" y="1738"/>
              <a:ext cx="652" cy="2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nSpc>
                  <a:spcPct val="75000"/>
                </a:lnSpc>
                <a:spcBef>
                  <a:spcPct val="0"/>
                </a:spcBef>
                <a:buClrTx/>
                <a:buSzTx/>
                <a:buFontTx/>
                <a:buNone/>
              </a:pPr>
              <a:r>
                <a:rPr lang="en-US" altLang="zh-CN" sz="1600" dirty="0">
                  <a:ea typeface="宋体" panose="02010600030101010101" pitchFamily="2" charset="-122"/>
                </a:rPr>
                <a:t>cellular </a:t>
              </a:r>
              <a:endParaRPr lang="en-US" altLang="zh-CN" sz="1600" dirty="0">
                <a:ea typeface="宋体" panose="02010600030101010101" pitchFamily="2" charset="-122"/>
              </a:endParaRPr>
            </a:p>
            <a:p>
              <a:pPr marL="0" lvl="0" indent="0">
                <a:lnSpc>
                  <a:spcPct val="75000"/>
                </a:lnSpc>
                <a:spcBef>
                  <a:spcPct val="0"/>
                </a:spcBef>
                <a:buClrTx/>
                <a:buSzTx/>
                <a:buFontTx/>
                <a:buNone/>
              </a:pPr>
              <a:r>
                <a:rPr lang="en-US" altLang="zh-CN" sz="1600" dirty="0">
                  <a:ea typeface="宋体" panose="02010600030101010101" pitchFamily="2" charset="-122"/>
                </a:rPr>
                <a:t>handheld</a:t>
              </a:r>
              <a:endParaRPr lang="en-US" altLang="zh-CN" sz="1600" dirty="0">
                <a:ea typeface="宋体" panose="02010600030101010101" pitchFamily="2" charset="-122"/>
              </a:endParaRPr>
            </a:p>
          </p:txBody>
        </p:sp>
      </p:grpSp>
      <p:grpSp>
        <p:nvGrpSpPr>
          <p:cNvPr id="4752" name="Group 673"/>
          <p:cNvGrpSpPr/>
          <p:nvPr/>
        </p:nvGrpSpPr>
        <p:grpSpPr>
          <a:xfrm>
            <a:off x="338138" y="3865563"/>
            <a:ext cx="1431925" cy="992187"/>
            <a:chOff x="213" y="2435"/>
            <a:chExt cx="902" cy="625"/>
          </a:xfrm>
        </p:grpSpPr>
        <p:grpSp>
          <p:nvGrpSpPr>
            <p:cNvPr id="29708" name="Group 612"/>
            <p:cNvGrpSpPr/>
            <p:nvPr/>
          </p:nvGrpSpPr>
          <p:grpSpPr>
            <a:xfrm>
              <a:off x="213" y="2446"/>
              <a:ext cx="149" cy="213"/>
              <a:chOff x="2556" y="2689"/>
              <a:chExt cx="183" cy="255"/>
            </a:xfrm>
          </p:grpSpPr>
          <p:pic>
            <p:nvPicPr>
              <p:cNvPr id="29743" name="Picture 613" descr="31u_bnrz[1]"/>
              <p:cNvPicPr>
                <a:picLocks noChangeAspect="1"/>
              </p:cNvPicPr>
              <p:nvPr/>
            </p:nvPicPr>
            <p:blipFill>
              <a:blip r:embed="rId9"/>
              <a:stretch>
                <a:fillRect/>
              </a:stretch>
            </p:blipFill>
            <p:spPr>
              <a:xfrm>
                <a:off x="2609" y="2770"/>
                <a:ext cx="121" cy="174"/>
              </a:xfrm>
              <a:prstGeom prst="rect">
                <a:avLst/>
              </a:prstGeom>
              <a:noFill/>
              <a:ln w="9525">
                <a:noFill/>
              </a:ln>
            </p:spPr>
          </p:pic>
          <p:sp>
            <p:nvSpPr>
              <p:cNvPr id="29744" name="Freeform 614"/>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29745" name="Freeform 615"/>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29746" name="Freeform 616"/>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29747" name="Freeform 617"/>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29748" name="Freeform 618"/>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29749" name="Freeform 619"/>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29750" name="Freeform 620"/>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29751" name="Freeform 621"/>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29752" name="Freeform 622"/>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29753" name="Freeform 623"/>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29754" name="Freeform 624"/>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29755" name="Freeform 625"/>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29756" name="Freeform 626"/>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29757" name="Freeform 627"/>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29758" name="Freeform 628"/>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29759" name="Freeform 629"/>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grpSp>
          <p:nvGrpSpPr>
            <p:cNvPr id="29709" name="Group 630"/>
            <p:cNvGrpSpPr/>
            <p:nvPr/>
          </p:nvGrpSpPr>
          <p:grpSpPr>
            <a:xfrm>
              <a:off x="382" y="2435"/>
              <a:ext cx="139" cy="238"/>
              <a:chOff x="3796" y="1043"/>
              <a:chExt cx="865" cy="1237"/>
            </a:xfrm>
          </p:grpSpPr>
          <p:sp>
            <p:nvSpPr>
              <p:cNvPr id="29713" name="Line 631"/>
              <p:cNvSpPr/>
              <p:nvPr/>
            </p:nvSpPr>
            <p:spPr>
              <a:xfrm flipH="1">
                <a:off x="3992" y="1481"/>
                <a:ext cx="235" cy="724"/>
              </a:xfrm>
              <a:prstGeom prst="line">
                <a:avLst/>
              </a:prstGeom>
              <a:ln w="9525" cap="flat" cmpd="sng">
                <a:solidFill>
                  <a:schemeClr val="tx1"/>
                </a:solidFill>
                <a:prstDash val="solid"/>
                <a:headEnd type="none" w="med" len="med"/>
                <a:tailEnd type="none" w="med" len="med"/>
              </a:ln>
            </p:spPr>
          </p:sp>
          <p:sp>
            <p:nvSpPr>
              <p:cNvPr id="29714" name="Line 632"/>
              <p:cNvSpPr/>
              <p:nvPr/>
            </p:nvSpPr>
            <p:spPr>
              <a:xfrm>
                <a:off x="4227" y="1481"/>
                <a:ext cx="236" cy="720"/>
              </a:xfrm>
              <a:prstGeom prst="line">
                <a:avLst/>
              </a:prstGeom>
              <a:ln w="9525" cap="flat" cmpd="sng">
                <a:solidFill>
                  <a:schemeClr val="tx1"/>
                </a:solidFill>
                <a:prstDash val="solid"/>
                <a:headEnd type="none" w="med" len="med"/>
                <a:tailEnd type="none" w="med" len="med"/>
              </a:ln>
            </p:spPr>
          </p:sp>
          <p:sp>
            <p:nvSpPr>
              <p:cNvPr id="29715" name="Line 633"/>
              <p:cNvSpPr/>
              <p:nvPr/>
            </p:nvSpPr>
            <p:spPr>
              <a:xfrm>
                <a:off x="3992" y="2201"/>
                <a:ext cx="235" cy="79"/>
              </a:xfrm>
              <a:prstGeom prst="line">
                <a:avLst/>
              </a:prstGeom>
              <a:ln w="9525" cap="flat" cmpd="sng">
                <a:solidFill>
                  <a:schemeClr val="tx1"/>
                </a:solidFill>
                <a:prstDash val="solid"/>
                <a:headEnd type="none" w="med" len="med"/>
                <a:tailEnd type="none" w="med" len="med"/>
              </a:ln>
            </p:spPr>
          </p:sp>
          <p:sp>
            <p:nvSpPr>
              <p:cNvPr id="29716" name="Line 634"/>
              <p:cNvSpPr/>
              <p:nvPr/>
            </p:nvSpPr>
            <p:spPr>
              <a:xfrm flipH="1">
                <a:off x="4227" y="2201"/>
                <a:ext cx="236" cy="79"/>
              </a:xfrm>
              <a:prstGeom prst="line">
                <a:avLst/>
              </a:prstGeom>
              <a:ln w="9525" cap="flat" cmpd="sng">
                <a:solidFill>
                  <a:schemeClr val="tx1"/>
                </a:solidFill>
                <a:prstDash val="solid"/>
                <a:headEnd type="none" w="med" len="med"/>
                <a:tailEnd type="none" w="med" len="med"/>
              </a:ln>
            </p:spPr>
          </p:sp>
          <p:sp>
            <p:nvSpPr>
              <p:cNvPr id="29717" name="Line 635"/>
              <p:cNvSpPr/>
              <p:nvPr/>
            </p:nvSpPr>
            <p:spPr>
              <a:xfrm>
                <a:off x="4227" y="1497"/>
                <a:ext cx="0" cy="783"/>
              </a:xfrm>
              <a:prstGeom prst="line">
                <a:avLst/>
              </a:prstGeom>
              <a:ln w="9525" cap="flat" cmpd="sng">
                <a:solidFill>
                  <a:schemeClr val="tx1"/>
                </a:solidFill>
                <a:prstDash val="solid"/>
                <a:headEnd type="none" w="med" len="med"/>
                <a:tailEnd type="none" w="med" len="med"/>
              </a:ln>
            </p:spPr>
          </p:sp>
          <p:sp>
            <p:nvSpPr>
              <p:cNvPr id="29718" name="Line 636"/>
              <p:cNvSpPr/>
              <p:nvPr/>
            </p:nvSpPr>
            <p:spPr>
              <a:xfrm flipV="1">
                <a:off x="3992" y="2127"/>
                <a:ext cx="235" cy="78"/>
              </a:xfrm>
              <a:prstGeom prst="line">
                <a:avLst/>
              </a:prstGeom>
              <a:ln w="9525" cap="flat" cmpd="sng">
                <a:solidFill>
                  <a:schemeClr val="tx1"/>
                </a:solidFill>
                <a:prstDash val="solid"/>
                <a:headEnd type="none" w="med" len="med"/>
                <a:tailEnd type="none" w="med" len="med"/>
              </a:ln>
            </p:spPr>
          </p:sp>
          <p:sp>
            <p:nvSpPr>
              <p:cNvPr id="29719" name="Line 637"/>
              <p:cNvSpPr/>
              <p:nvPr/>
            </p:nvSpPr>
            <p:spPr>
              <a:xfrm flipH="1" flipV="1">
                <a:off x="4227" y="2127"/>
                <a:ext cx="236" cy="74"/>
              </a:xfrm>
              <a:prstGeom prst="line">
                <a:avLst/>
              </a:prstGeom>
              <a:ln w="9525" cap="flat" cmpd="sng">
                <a:solidFill>
                  <a:schemeClr val="tx1"/>
                </a:solidFill>
                <a:prstDash val="solid"/>
                <a:headEnd type="none" w="med" len="med"/>
                <a:tailEnd type="none" w="med" len="med"/>
              </a:ln>
            </p:spPr>
          </p:sp>
          <p:sp>
            <p:nvSpPr>
              <p:cNvPr id="29720" name="Line 638"/>
              <p:cNvSpPr/>
              <p:nvPr/>
            </p:nvSpPr>
            <p:spPr>
              <a:xfrm>
                <a:off x="4092" y="1890"/>
                <a:ext cx="135" cy="60"/>
              </a:xfrm>
              <a:prstGeom prst="line">
                <a:avLst/>
              </a:prstGeom>
              <a:ln w="9525" cap="flat" cmpd="sng">
                <a:solidFill>
                  <a:schemeClr val="tx1"/>
                </a:solidFill>
                <a:prstDash val="solid"/>
                <a:headEnd type="none" w="med" len="med"/>
                <a:tailEnd type="none" w="med" len="med"/>
              </a:ln>
            </p:spPr>
          </p:sp>
          <p:sp>
            <p:nvSpPr>
              <p:cNvPr id="29721" name="Line 639"/>
              <p:cNvSpPr/>
              <p:nvPr/>
            </p:nvSpPr>
            <p:spPr>
              <a:xfrm flipV="1">
                <a:off x="4227" y="1890"/>
                <a:ext cx="143" cy="60"/>
              </a:xfrm>
              <a:prstGeom prst="line">
                <a:avLst/>
              </a:prstGeom>
              <a:ln w="9525" cap="flat" cmpd="sng">
                <a:solidFill>
                  <a:schemeClr val="tx1"/>
                </a:solidFill>
                <a:prstDash val="solid"/>
                <a:headEnd type="none" w="med" len="med"/>
                <a:tailEnd type="none" w="med" len="med"/>
              </a:ln>
            </p:spPr>
          </p:sp>
          <p:sp>
            <p:nvSpPr>
              <p:cNvPr id="29722" name="Line 640"/>
              <p:cNvSpPr/>
              <p:nvPr/>
            </p:nvSpPr>
            <p:spPr>
              <a:xfrm>
                <a:off x="4047" y="1996"/>
                <a:ext cx="175" cy="81"/>
              </a:xfrm>
              <a:prstGeom prst="line">
                <a:avLst/>
              </a:prstGeom>
              <a:ln w="9525" cap="flat" cmpd="sng">
                <a:solidFill>
                  <a:schemeClr val="tx1"/>
                </a:solidFill>
                <a:prstDash val="solid"/>
                <a:headEnd type="none" w="med" len="med"/>
                <a:tailEnd type="none" w="med" len="med"/>
              </a:ln>
            </p:spPr>
          </p:sp>
          <p:sp>
            <p:nvSpPr>
              <p:cNvPr id="29723" name="Line 641"/>
              <p:cNvSpPr/>
              <p:nvPr/>
            </p:nvSpPr>
            <p:spPr>
              <a:xfrm flipV="1">
                <a:off x="4227" y="2012"/>
                <a:ext cx="176" cy="71"/>
              </a:xfrm>
              <a:prstGeom prst="line">
                <a:avLst/>
              </a:prstGeom>
              <a:ln w="9525" cap="flat" cmpd="sng">
                <a:solidFill>
                  <a:schemeClr val="tx1"/>
                </a:solidFill>
                <a:prstDash val="solid"/>
                <a:headEnd type="none" w="med" len="med"/>
                <a:tailEnd type="none" w="med" len="med"/>
              </a:ln>
            </p:spPr>
          </p:sp>
          <p:sp>
            <p:nvSpPr>
              <p:cNvPr id="29724" name="Line 642"/>
              <p:cNvSpPr/>
              <p:nvPr/>
            </p:nvSpPr>
            <p:spPr>
              <a:xfrm flipV="1">
                <a:off x="4227" y="1782"/>
                <a:ext cx="90" cy="29"/>
              </a:xfrm>
              <a:prstGeom prst="line">
                <a:avLst/>
              </a:prstGeom>
              <a:ln w="9525" cap="flat" cmpd="sng">
                <a:solidFill>
                  <a:schemeClr val="tx1"/>
                </a:solidFill>
                <a:prstDash val="solid"/>
                <a:headEnd type="none" w="med" len="med"/>
                <a:tailEnd type="none" w="med" len="med"/>
              </a:ln>
            </p:spPr>
          </p:sp>
          <p:sp>
            <p:nvSpPr>
              <p:cNvPr id="29725" name="Line 643"/>
              <p:cNvSpPr/>
              <p:nvPr/>
            </p:nvSpPr>
            <p:spPr>
              <a:xfrm flipV="1">
                <a:off x="4227" y="1632"/>
                <a:ext cx="57" cy="22"/>
              </a:xfrm>
              <a:prstGeom prst="line">
                <a:avLst/>
              </a:prstGeom>
              <a:ln w="9525" cap="flat" cmpd="sng">
                <a:solidFill>
                  <a:schemeClr val="tx1"/>
                </a:solidFill>
                <a:prstDash val="solid"/>
                <a:headEnd type="none" w="med" len="med"/>
                <a:tailEnd type="none" w="med" len="med"/>
              </a:ln>
            </p:spPr>
          </p:sp>
          <p:sp>
            <p:nvSpPr>
              <p:cNvPr id="29726" name="Line 644"/>
              <p:cNvSpPr/>
              <p:nvPr/>
            </p:nvSpPr>
            <p:spPr>
              <a:xfrm>
                <a:off x="4126" y="1772"/>
                <a:ext cx="109" cy="39"/>
              </a:xfrm>
              <a:prstGeom prst="line">
                <a:avLst/>
              </a:prstGeom>
              <a:ln w="9525" cap="flat" cmpd="sng">
                <a:solidFill>
                  <a:schemeClr val="tx1"/>
                </a:solidFill>
                <a:prstDash val="solid"/>
                <a:headEnd type="none" w="med" len="med"/>
                <a:tailEnd type="none" w="med" len="med"/>
              </a:ln>
            </p:spPr>
          </p:sp>
          <p:sp>
            <p:nvSpPr>
              <p:cNvPr id="29727" name="Line 645"/>
              <p:cNvSpPr/>
              <p:nvPr/>
            </p:nvSpPr>
            <p:spPr>
              <a:xfrm>
                <a:off x="4175" y="1625"/>
                <a:ext cx="63" cy="39"/>
              </a:xfrm>
              <a:prstGeom prst="line">
                <a:avLst/>
              </a:prstGeom>
              <a:ln w="9525" cap="flat" cmpd="sng">
                <a:solidFill>
                  <a:schemeClr val="tx1"/>
                </a:solidFill>
                <a:prstDash val="solid"/>
                <a:headEnd type="none" w="med" len="med"/>
                <a:tailEnd type="none" w="med" len="med"/>
              </a:ln>
            </p:spPr>
          </p:sp>
          <p:grpSp>
            <p:nvGrpSpPr>
              <p:cNvPr id="29728" name="Group 646"/>
              <p:cNvGrpSpPr/>
              <p:nvPr/>
            </p:nvGrpSpPr>
            <p:grpSpPr>
              <a:xfrm>
                <a:off x="4269" y="1415"/>
                <a:ext cx="392" cy="137"/>
                <a:chOff x="4227" y="1360"/>
                <a:chExt cx="863" cy="270"/>
              </a:xfrm>
            </p:grpSpPr>
            <p:sp>
              <p:nvSpPr>
                <p:cNvPr id="29739" name="Line 647"/>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29740" name="Line 648"/>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29741" name="Line 649"/>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29742" name="Line 650"/>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29729" name="Group 651"/>
              <p:cNvGrpSpPr/>
              <p:nvPr/>
            </p:nvGrpSpPr>
            <p:grpSpPr>
              <a:xfrm rot="5700496">
                <a:off x="4052" y="1170"/>
                <a:ext cx="392" cy="137"/>
                <a:chOff x="4227" y="1360"/>
                <a:chExt cx="863" cy="270"/>
              </a:xfrm>
            </p:grpSpPr>
            <p:sp>
              <p:nvSpPr>
                <p:cNvPr id="29735" name="Line 652"/>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29736" name="Line 653"/>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29737" name="Line 654"/>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29738" name="Line 655"/>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29730" name="Group 656"/>
              <p:cNvGrpSpPr/>
              <p:nvPr/>
            </p:nvGrpSpPr>
            <p:grpSpPr>
              <a:xfrm rot="10800000">
                <a:off x="3796" y="1402"/>
                <a:ext cx="392" cy="137"/>
                <a:chOff x="4227" y="1360"/>
                <a:chExt cx="863" cy="270"/>
              </a:xfrm>
            </p:grpSpPr>
            <p:sp>
              <p:nvSpPr>
                <p:cNvPr id="29731" name="Line 657"/>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29732" name="Line 658"/>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29733" name="Line 659"/>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29734" name="Line 660"/>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sp>
          <p:nvSpPr>
            <p:cNvPr id="29710" name="Text Box 666"/>
            <p:cNvSpPr txBox="1"/>
            <p:nvPr/>
          </p:nvSpPr>
          <p:spPr>
            <a:xfrm>
              <a:off x="564" y="2770"/>
              <a:ext cx="447" cy="2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nSpc>
                  <a:spcPct val="75000"/>
                </a:lnSpc>
                <a:spcBef>
                  <a:spcPct val="0"/>
                </a:spcBef>
                <a:buClrTx/>
                <a:buSzTx/>
                <a:buFontTx/>
                <a:buNone/>
              </a:pPr>
              <a:r>
                <a:rPr lang="en-US" altLang="zh-CN" sz="1600" dirty="0">
                  <a:ea typeface="宋体" panose="02010600030101010101" pitchFamily="2" charset="-122"/>
                </a:rPr>
                <a:t>wired</a:t>
              </a:r>
              <a:endParaRPr lang="en-US" altLang="zh-CN" sz="1600" dirty="0">
                <a:ea typeface="宋体" panose="02010600030101010101" pitchFamily="2" charset="-122"/>
              </a:endParaRPr>
            </a:p>
            <a:p>
              <a:pPr marL="0" lvl="0" indent="0">
                <a:lnSpc>
                  <a:spcPct val="75000"/>
                </a:lnSpc>
                <a:spcBef>
                  <a:spcPct val="0"/>
                </a:spcBef>
                <a:buClrTx/>
                <a:buSzTx/>
                <a:buFontTx/>
                <a:buNone/>
              </a:pPr>
              <a:r>
                <a:rPr lang="en-US" altLang="zh-CN" sz="1600" dirty="0">
                  <a:ea typeface="宋体" panose="02010600030101010101" pitchFamily="2" charset="-122"/>
                </a:rPr>
                <a:t>links</a:t>
              </a:r>
              <a:endParaRPr lang="en-US" altLang="zh-CN" sz="1600" dirty="0">
                <a:ea typeface="宋体" panose="02010600030101010101" pitchFamily="2" charset="-122"/>
              </a:endParaRPr>
            </a:p>
          </p:txBody>
        </p:sp>
        <p:sp>
          <p:nvSpPr>
            <p:cNvPr id="29711" name="Line 668"/>
            <p:cNvSpPr/>
            <p:nvPr/>
          </p:nvSpPr>
          <p:spPr>
            <a:xfrm>
              <a:off x="243" y="2838"/>
              <a:ext cx="276" cy="1"/>
            </a:xfrm>
            <a:prstGeom prst="line">
              <a:avLst/>
            </a:prstGeom>
            <a:ln w="9525" cap="flat" cmpd="sng">
              <a:solidFill>
                <a:schemeClr val="tx1"/>
              </a:solidFill>
              <a:prstDash val="solid"/>
              <a:headEnd type="none" w="med" len="med"/>
              <a:tailEnd type="none" w="med" len="med"/>
            </a:ln>
          </p:spPr>
        </p:sp>
        <p:sp>
          <p:nvSpPr>
            <p:cNvPr id="29712" name="Text Box 669"/>
            <p:cNvSpPr txBox="1"/>
            <p:nvPr/>
          </p:nvSpPr>
          <p:spPr>
            <a:xfrm>
              <a:off x="569" y="2465"/>
              <a:ext cx="546" cy="2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nSpc>
                  <a:spcPct val="75000"/>
                </a:lnSpc>
                <a:spcBef>
                  <a:spcPct val="0"/>
                </a:spcBef>
                <a:buClrTx/>
                <a:buSzTx/>
                <a:buFontTx/>
                <a:buNone/>
              </a:pPr>
              <a:r>
                <a:rPr lang="en-US" altLang="zh-CN" sz="1600" dirty="0">
                  <a:ea typeface="宋体" panose="02010600030101010101" pitchFamily="2" charset="-122"/>
                </a:rPr>
                <a:t>access </a:t>
              </a:r>
              <a:endParaRPr lang="en-US" altLang="zh-CN" sz="1600" dirty="0">
                <a:ea typeface="宋体" panose="02010600030101010101" pitchFamily="2" charset="-122"/>
              </a:endParaRPr>
            </a:p>
            <a:p>
              <a:pPr marL="0" lvl="0" indent="0">
                <a:lnSpc>
                  <a:spcPct val="75000"/>
                </a:lnSpc>
                <a:spcBef>
                  <a:spcPct val="0"/>
                </a:spcBef>
                <a:buClrTx/>
                <a:buSzTx/>
                <a:buFontTx/>
                <a:buNone/>
              </a:pPr>
              <a:r>
                <a:rPr lang="en-US" altLang="zh-CN" sz="1600" dirty="0">
                  <a:ea typeface="宋体" panose="02010600030101010101" pitchFamily="2" charset="-122"/>
                </a:rPr>
                <a:t>points</a:t>
              </a:r>
              <a:endParaRPr lang="en-US" altLang="zh-CN" sz="1600" dirty="0">
                <a:ea typeface="宋体" panose="02010600030101010101" pitchFamily="2" charset="-122"/>
              </a:endParaRPr>
            </a:p>
          </p:txBody>
        </p:sp>
      </p:grpSp>
      <p:sp>
        <p:nvSpPr>
          <p:cNvPr id="4766" name="Rectangle 670"/>
          <p:cNvSpPr/>
          <p:nvPr/>
        </p:nvSpPr>
        <p:spPr>
          <a:xfrm>
            <a:off x="1381125" y="3289300"/>
            <a:ext cx="3368675" cy="2090738"/>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sz="2400" i="1" dirty="0">
                <a:solidFill>
                  <a:srgbClr val="FF0000"/>
                </a:solidFill>
                <a:ea typeface="宋体" panose="02010600030101010101" pitchFamily="2" charset="-122"/>
              </a:rPr>
              <a:t>communication links</a:t>
            </a:r>
            <a:endParaRPr lang="en-US" altLang="zh-CN" sz="2400" dirty="0">
              <a:ea typeface="宋体" panose="02010600030101010101" pitchFamily="2" charset="-122"/>
            </a:endParaRPr>
          </a:p>
          <a:p>
            <a:pPr marL="742950" lvl="1" indent="-285750"/>
            <a:r>
              <a:rPr lang="en-US" altLang="zh-CN" dirty="0">
                <a:ea typeface="宋体" panose="02010600030101010101" pitchFamily="2" charset="-122"/>
              </a:rPr>
              <a:t>fiber, copper, radio, satellite</a:t>
            </a:r>
            <a:endParaRPr lang="en-US" altLang="zh-CN" dirty="0">
              <a:ea typeface="宋体" panose="02010600030101010101" pitchFamily="2" charset="-122"/>
            </a:endParaRPr>
          </a:p>
          <a:p>
            <a:pPr marL="742950" lvl="1" indent="-285750"/>
            <a:r>
              <a:rPr lang="en-US" altLang="zh-CN" dirty="0">
                <a:ea typeface="宋体" panose="02010600030101010101" pitchFamily="2" charset="-122"/>
              </a:rPr>
              <a:t>transmission rate = </a:t>
            </a:r>
            <a:r>
              <a:rPr lang="en-US" altLang="zh-CN" i="1" dirty="0">
                <a:solidFill>
                  <a:srgbClr val="FF0000"/>
                </a:solidFill>
                <a:ea typeface="宋体" panose="02010600030101010101" pitchFamily="2" charset="-122"/>
              </a:rPr>
              <a:t>bandwidth</a:t>
            </a:r>
            <a:endParaRPr lang="en-US" altLang="zh-CN" dirty="0">
              <a:ea typeface="宋体" panose="02010600030101010101" pitchFamily="2" charset="-122"/>
            </a:endParaRPr>
          </a:p>
        </p:txBody>
      </p:sp>
      <p:sp>
        <p:nvSpPr>
          <p:cNvPr id="4767" name="Rectangle 671"/>
          <p:cNvSpPr/>
          <p:nvPr/>
        </p:nvSpPr>
        <p:spPr>
          <a:xfrm>
            <a:off x="1439863" y="5307013"/>
            <a:ext cx="3779837" cy="1414462"/>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sz="2400" i="1" dirty="0">
                <a:solidFill>
                  <a:srgbClr val="FF0000"/>
                </a:solidFill>
                <a:ea typeface="宋体" panose="02010600030101010101" pitchFamily="2" charset="-122"/>
              </a:rPr>
              <a:t>routers:</a:t>
            </a:r>
            <a:r>
              <a:rPr lang="en-US" altLang="zh-CN" sz="2400" dirty="0">
                <a:ea typeface="宋体" panose="02010600030101010101" pitchFamily="2" charset="-122"/>
              </a:rPr>
              <a:t> forward packets (chunks of data)</a:t>
            </a:r>
            <a:endParaRPr lang="en-US" altLang="zh-CN" sz="2400"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6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p:bldP spid="4766" grpId="0"/>
      <p:bldP spid="476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31747"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3174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“Cool” internet appliances</a:t>
            </a:r>
            <a:endParaRPr lang="en-US" altLang="zh-CN" dirty="0">
              <a:ea typeface="宋体" panose="02010600030101010101" pitchFamily="2" charset="-122"/>
            </a:endParaRPr>
          </a:p>
        </p:txBody>
      </p:sp>
      <p:pic>
        <p:nvPicPr>
          <p:cNvPr id="31749" name="Picture 3" descr="toaster"/>
          <p:cNvPicPr>
            <a:picLocks noChangeAspect="1"/>
          </p:cNvPicPr>
          <p:nvPr/>
        </p:nvPicPr>
        <p:blipFill>
          <a:blip r:embed="rId1"/>
          <a:stretch>
            <a:fillRect/>
          </a:stretch>
        </p:blipFill>
        <p:spPr>
          <a:xfrm>
            <a:off x="4114800" y="1460500"/>
            <a:ext cx="2495550" cy="2935288"/>
          </a:xfrm>
          <a:prstGeom prst="rect">
            <a:avLst/>
          </a:prstGeom>
          <a:noFill/>
          <a:ln w="9525">
            <a:noFill/>
          </a:ln>
        </p:spPr>
      </p:pic>
      <p:pic>
        <p:nvPicPr>
          <p:cNvPr id="31750" name="Picture 4" descr="whisper"/>
          <p:cNvPicPr>
            <a:picLocks noChangeAspect="1"/>
          </p:cNvPicPr>
          <p:nvPr/>
        </p:nvPicPr>
        <p:blipFill>
          <a:blip r:embed="rId2"/>
          <a:stretch>
            <a:fillRect/>
          </a:stretch>
        </p:blipFill>
        <p:spPr>
          <a:xfrm>
            <a:off x="1166813" y="1368425"/>
            <a:ext cx="1895475" cy="1560513"/>
          </a:xfrm>
          <a:prstGeom prst="rect">
            <a:avLst/>
          </a:prstGeom>
          <a:noFill/>
          <a:ln w="9525">
            <a:noFill/>
          </a:ln>
        </p:spPr>
      </p:pic>
      <p:pic>
        <p:nvPicPr>
          <p:cNvPr id="31751" name="Picture 5" descr="iPic"/>
          <p:cNvPicPr>
            <a:picLocks noChangeAspect="1"/>
          </p:cNvPicPr>
          <p:nvPr/>
        </p:nvPicPr>
        <p:blipFill>
          <a:blip r:embed="rId3"/>
          <a:stretch>
            <a:fillRect/>
          </a:stretch>
        </p:blipFill>
        <p:spPr>
          <a:xfrm>
            <a:off x="739775" y="3763963"/>
            <a:ext cx="2165350" cy="1712912"/>
          </a:xfrm>
          <a:prstGeom prst="rect">
            <a:avLst/>
          </a:prstGeom>
          <a:noFill/>
          <a:ln w="9525">
            <a:noFill/>
          </a:ln>
        </p:spPr>
      </p:pic>
      <p:sp>
        <p:nvSpPr>
          <p:cNvPr id="31752" name="Text Box 6"/>
          <p:cNvSpPr txBox="1"/>
          <p:nvPr/>
        </p:nvSpPr>
        <p:spPr>
          <a:xfrm>
            <a:off x="739775" y="5476875"/>
            <a:ext cx="4144963" cy="581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World’s smallest web server</a:t>
            </a:r>
            <a:endParaRPr lang="en-US" altLang="zh-CN" sz="16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http://www-ccs.cs.umass.edu/~shri/iPic.html</a:t>
            </a:r>
            <a:endParaRPr lang="en-US" altLang="zh-CN" sz="1600" dirty="0">
              <a:latin typeface="Arial" panose="020B0604020202020204" pitchFamily="34" charset="0"/>
              <a:ea typeface="宋体" panose="02010600030101010101" pitchFamily="2" charset="-122"/>
            </a:endParaRPr>
          </a:p>
        </p:txBody>
      </p:sp>
      <p:sp>
        <p:nvSpPr>
          <p:cNvPr id="31753" name="Text Box 7"/>
          <p:cNvSpPr txBox="1"/>
          <p:nvPr/>
        </p:nvSpPr>
        <p:spPr>
          <a:xfrm>
            <a:off x="1279525" y="2774950"/>
            <a:ext cx="2162175" cy="581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IP picture frame</a:t>
            </a:r>
            <a:endParaRPr lang="en-US" altLang="zh-CN" sz="16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http://www.ceiva.com/</a:t>
            </a:r>
            <a:endParaRPr lang="en-US" altLang="zh-CN" sz="1600" dirty="0">
              <a:latin typeface="Arial" panose="020B0604020202020204" pitchFamily="34" charset="0"/>
              <a:ea typeface="宋体" panose="02010600030101010101" pitchFamily="2" charset="-122"/>
            </a:endParaRPr>
          </a:p>
        </p:txBody>
      </p:sp>
      <p:sp>
        <p:nvSpPr>
          <p:cNvPr id="31754" name="Text Box 8"/>
          <p:cNvSpPr txBox="1"/>
          <p:nvPr/>
        </p:nvSpPr>
        <p:spPr>
          <a:xfrm>
            <a:off x="6115050" y="1989138"/>
            <a:ext cx="2246313" cy="581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Web-enabled toaster +</a:t>
            </a:r>
            <a:endParaRPr lang="en-US" altLang="zh-CN" sz="16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weather forecaster</a:t>
            </a:r>
            <a:endParaRPr lang="en-US" altLang="zh-CN" sz="1600" dirty="0">
              <a:latin typeface="Arial" panose="020B0604020202020204" pitchFamily="34" charset="0"/>
              <a:ea typeface="宋体" panose="02010600030101010101" pitchFamily="2" charset="-122"/>
            </a:endParaRPr>
          </a:p>
        </p:txBody>
      </p:sp>
      <p:pic>
        <p:nvPicPr>
          <p:cNvPr id="31755" name="Picture 9" descr="cisco"/>
          <p:cNvPicPr>
            <a:picLocks noChangeAspect="1"/>
          </p:cNvPicPr>
          <p:nvPr/>
        </p:nvPicPr>
        <p:blipFill>
          <a:blip r:embed="rId4"/>
          <a:stretch>
            <a:fillRect/>
          </a:stretch>
        </p:blipFill>
        <p:spPr>
          <a:xfrm>
            <a:off x="6115050" y="4138613"/>
            <a:ext cx="2395538" cy="1919287"/>
          </a:xfrm>
          <a:prstGeom prst="rect">
            <a:avLst/>
          </a:prstGeom>
          <a:noFill/>
          <a:ln w="9525">
            <a:noFill/>
          </a:ln>
        </p:spPr>
      </p:pic>
      <p:sp>
        <p:nvSpPr>
          <p:cNvPr id="31756" name="Text Box 10"/>
          <p:cNvSpPr txBox="1"/>
          <p:nvPr/>
        </p:nvSpPr>
        <p:spPr>
          <a:xfrm>
            <a:off x="6457950" y="5767388"/>
            <a:ext cx="15970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Internet phones</a:t>
            </a:r>
            <a:endParaRPr lang="en-US" altLang="zh-CN" sz="1600" dirty="0">
              <a:latin typeface="Arial" panose="020B0604020202020204" pitchFamily="34" charset="0"/>
              <a:ea typeface="宋体" panose="02010600030101010101" pitchFamily="2"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33795"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33796" name="Rectangle 2"/>
          <p:cNvSpPr>
            <a:spLocks noGrp="1"/>
          </p:cNvSpPr>
          <p:nvPr>
            <p:ph type="title"/>
          </p:nvPr>
        </p:nvSpPr>
        <p:spPr>
          <a:xfrm>
            <a:off x="304800" y="228600"/>
            <a:ext cx="8382000" cy="1143000"/>
          </a:xfrm>
        </p:spPr>
        <p:txBody>
          <a:bodyPr vert="horz" wrap="square" lIns="91440" tIns="45720" rIns="91440" bIns="45720" anchor="ctr" anchorCtr="0"/>
          <a:p>
            <a:r>
              <a:rPr lang="en-US" altLang="zh-CN" sz="3200" dirty="0">
                <a:ea typeface="宋体" panose="02010600030101010101" pitchFamily="2" charset="-122"/>
              </a:rPr>
              <a:t>What’s the Internet: “nuts and bolts” view</a:t>
            </a:r>
            <a:endParaRPr lang="en-US" altLang="zh-CN" dirty="0">
              <a:ea typeface="宋体" panose="02010600030101010101" pitchFamily="2" charset="-122"/>
            </a:endParaRPr>
          </a:p>
        </p:txBody>
      </p:sp>
      <p:sp>
        <p:nvSpPr>
          <p:cNvPr id="33797" name="Rectangle 3"/>
          <p:cNvSpPr>
            <a:spLocks noGrp="1"/>
          </p:cNvSpPr>
          <p:nvPr>
            <p:ph sz="half" idx="1"/>
          </p:nvPr>
        </p:nvSpPr>
        <p:spPr>
          <a:xfrm>
            <a:off x="304800" y="1371600"/>
            <a:ext cx="4419600" cy="5132388"/>
          </a:xfrm>
        </p:spPr>
        <p:txBody>
          <a:bodyPr vert="horz" wrap="square" lIns="91440" tIns="45720" rIns="91440" bIns="45720" anchor="t" anchorCtr="0"/>
          <a:p>
            <a:pPr>
              <a:buSzPct val="85000"/>
            </a:pPr>
            <a:r>
              <a:rPr lang="en-US" altLang="zh-CN" sz="2400" i="1" dirty="0">
                <a:solidFill>
                  <a:srgbClr val="FF0000"/>
                </a:solidFill>
                <a:latin typeface="+mn-lt"/>
                <a:ea typeface="宋体" panose="02010600030101010101" pitchFamily="2" charset="-122"/>
                <a:cs typeface="+mn-cs"/>
              </a:rPr>
              <a:t>protocols</a:t>
            </a:r>
            <a:r>
              <a:rPr lang="en-US" altLang="zh-CN" sz="2400" dirty="0">
                <a:solidFill>
                  <a:srgbClr val="FF0000"/>
                </a:solidFill>
                <a:latin typeface="+mn-lt"/>
                <a:ea typeface="宋体" panose="02010600030101010101" pitchFamily="2" charset="-122"/>
                <a:cs typeface="+mn-cs"/>
              </a:rPr>
              <a:t> </a:t>
            </a:r>
            <a:r>
              <a:rPr lang="en-US" altLang="zh-CN" sz="2400" dirty="0">
                <a:latin typeface="+mn-lt"/>
                <a:ea typeface="宋体" panose="02010600030101010101" pitchFamily="2" charset="-122"/>
                <a:cs typeface="+mn-cs"/>
              </a:rPr>
              <a:t>control sending, receiving of msgs</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e.g., TCP, IP, HTTP, Skype,  Ethernet</a:t>
            </a:r>
            <a:endParaRPr lang="en-US" altLang="zh-CN" sz="2000" dirty="0">
              <a:latin typeface="+mn-lt"/>
              <a:ea typeface="宋体" panose="02010600030101010101" pitchFamily="2" charset="-122"/>
            </a:endParaRPr>
          </a:p>
          <a:p>
            <a:pPr>
              <a:buSzPct val="85000"/>
            </a:pPr>
            <a:r>
              <a:rPr lang="en-US" altLang="zh-CN" sz="2400" i="1" dirty="0">
                <a:solidFill>
                  <a:srgbClr val="FF0000"/>
                </a:solidFill>
                <a:latin typeface="+mn-lt"/>
                <a:ea typeface="宋体" panose="02010600030101010101" pitchFamily="2" charset="-122"/>
                <a:cs typeface="+mn-cs"/>
              </a:rPr>
              <a:t>Internet: </a:t>
            </a:r>
            <a:r>
              <a:rPr lang="en-US" altLang="zh-CN" sz="2400" dirty="0">
                <a:solidFill>
                  <a:srgbClr val="FF0000"/>
                </a:solidFill>
                <a:latin typeface="+mn-lt"/>
                <a:ea typeface="宋体" panose="02010600030101010101" pitchFamily="2" charset="-122"/>
                <a:cs typeface="+mn-cs"/>
              </a:rPr>
              <a:t>“network of networks”</a:t>
            </a:r>
            <a:endParaRPr lang="en-US" altLang="zh-CN" sz="2400" dirty="0">
              <a:solidFill>
                <a:srgbClr val="FF0000"/>
              </a:solidFill>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loosely hierarchical</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public Internet versus private intranet</a:t>
            </a:r>
            <a:endParaRPr lang="en-US" altLang="zh-CN" sz="2000" dirty="0">
              <a:latin typeface="+mn-lt"/>
              <a:ea typeface="宋体" panose="02010600030101010101" pitchFamily="2" charset="-122"/>
            </a:endParaRPr>
          </a:p>
          <a:p>
            <a:pPr>
              <a:buSzPct val="85000"/>
            </a:pPr>
            <a:r>
              <a:rPr lang="en-US" altLang="zh-CN" sz="2400" dirty="0">
                <a:latin typeface="+mn-lt"/>
                <a:ea typeface="宋体" panose="02010600030101010101" pitchFamily="2" charset="-122"/>
                <a:cs typeface="+mn-cs"/>
              </a:rPr>
              <a:t>Internet standards</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RFC: Request for comments</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IETF: Internet Engineering Task Force</a:t>
            </a:r>
            <a:endParaRPr lang="en-US" altLang="zh-CN" sz="2000" dirty="0">
              <a:latin typeface="+mn-lt"/>
              <a:ea typeface="宋体" panose="02010600030101010101" pitchFamily="2" charset="-122"/>
            </a:endParaRPr>
          </a:p>
        </p:txBody>
      </p:sp>
      <p:grpSp>
        <p:nvGrpSpPr>
          <p:cNvPr id="33798" name="Group 260"/>
          <p:cNvGrpSpPr/>
          <p:nvPr/>
        </p:nvGrpSpPr>
        <p:grpSpPr>
          <a:xfrm>
            <a:off x="4989513" y="1319213"/>
            <a:ext cx="3470275" cy="4489450"/>
            <a:chOff x="3177" y="1065"/>
            <a:chExt cx="2186" cy="2828"/>
          </a:xfrm>
        </p:grpSpPr>
        <p:sp>
          <p:nvSpPr>
            <p:cNvPr id="33799" name="Freeform 261"/>
            <p:cNvSpPr/>
            <p:nvPr/>
          </p:nvSpPr>
          <p:spPr>
            <a:xfrm>
              <a:off x="4261" y="2412"/>
              <a:ext cx="828" cy="425"/>
            </a:xfrm>
            <a:custGeom>
              <a:avLst/>
              <a:gdLst>
                <a:gd name="txL" fmla="*/ 0 w 828"/>
                <a:gd name="txT" fmla="*/ 0 h 425"/>
                <a:gd name="txR" fmla="*/ 828 w 828"/>
                <a:gd name="txB" fmla="*/ 425 h 425"/>
              </a:gdLst>
              <a:ahLst/>
              <a:cxnLst>
                <a:cxn ang="0">
                  <a:pos x="382" y="30"/>
                </a:cxn>
                <a:cxn ang="0">
                  <a:pos x="370" y="30"/>
                </a:cxn>
                <a:cxn ang="0">
                  <a:pos x="126" y="32"/>
                </a:cxn>
                <a:cxn ang="0">
                  <a:pos x="6" y="126"/>
                </a:cxn>
                <a:cxn ang="0">
                  <a:pos x="92" y="274"/>
                </a:cxn>
                <a:cxn ang="0">
                  <a:pos x="292" y="384"/>
                </a:cxn>
                <a:cxn ang="0">
                  <a:pos x="540" y="416"/>
                </a:cxn>
                <a:cxn ang="0">
                  <a:pos x="698" y="330"/>
                </a:cxn>
                <a:cxn ang="0">
                  <a:pos x="776" y="170"/>
                </a:cxn>
                <a:cxn ang="0">
                  <a:pos x="792" y="22"/>
                </a:cxn>
                <a:cxn ang="0">
                  <a:pos x="560" y="38"/>
                </a:cxn>
                <a:cxn ang="0">
                  <a:pos x="382" y="30"/>
                </a:cxn>
              </a:cxnLst>
              <a:rect l="txL" t="txT" r="txR" b="tx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alpha val="100000"/>
              </a:srgbClr>
            </a:solidFill>
            <a:ln w="9525">
              <a:noFill/>
            </a:ln>
          </p:spPr>
          <p:txBody>
            <a:bodyPr/>
            <a:p>
              <a:endParaRPr lang="zh-CN" altLang="en-US"/>
            </a:p>
          </p:txBody>
        </p:sp>
        <p:sp>
          <p:nvSpPr>
            <p:cNvPr id="33800" name="Freeform 262"/>
            <p:cNvSpPr/>
            <p:nvPr/>
          </p:nvSpPr>
          <p:spPr>
            <a:xfrm>
              <a:off x="4273" y="1451"/>
              <a:ext cx="1090" cy="658"/>
            </a:xfrm>
            <a:custGeom>
              <a:avLst/>
              <a:gdLst>
                <a:gd name="txL" fmla="*/ 0 w 765"/>
                <a:gd name="txT" fmla="*/ 0 h 459"/>
                <a:gd name="txR" fmla="*/ 765 w 765"/>
                <a:gd name="txB" fmla="*/ 459 h 459"/>
              </a:gdLst>
              <a:ahLst/>
              <a:cxnLst>
                <a:cxn ang="0">
                  <a:pos x="2491" y="60"/>
                </a:cxn>
                <a:cxn ang="0">
                  <a:pos x="1688" y="421"/>
                </a:cxn>
                <a:cxn ang="0">
                  <a:pos x="564" y="604"/>
                </a:cxn>
                <a:cxn ang="0">
                  <a:pos x="81" y="2037"/>
                </a:cxn>
                <a:cxn ang="0">
                  <a:pos x="1056" y="2686"/>
                </a:cxn>
                <a:cxn ang="0">
                  <a:pos x="2030" y="2582"/>
                </a:cxn>
                <a:cxn ang="0">
                  <a:pos x="3427" y="2686"/>
                </a:cxn>
                <a:cxn ang="0">
                  <a:pos x="4101" y="2629"/>
                </a:cxn>
                <a:cxn ang="0">
                  <a:pos x="4414" y="2251"/>
                </a:cxn>
                <a:cxn ang="0">
                  <a:pos x="4406" y="958"/>
                </a:cxn>
                <a:cxn ang="0">
                  <a:pos x="3888" y="205"/>
                </a:cxn>
                <a:cxn ang="0">
                  <a:pos x="2491" y="60"/>
                </a:cxn>
              </a:cxnLst>
              <a:rect l="txL" t="txT" r="txR" b="tx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alpha val="100000"/>
                  </a:srgbClr>
                </a:gs>
                <a:gs pos="100000">
                  <a:schemeClr val="bg1">
                    <a:alpha val="100000"/>
                  </a:schemeClr>
                </a:gs>
              </a:gsLst>
              <a:lin ang="0" scaled="1"/>
              <a:tileRect/>
            </a:gradFill>
            <a:ln w="9525">
              <a:noFill/>
            </a:ln>
          </p:spPr>
          <p:txBody>
            <a:bodyPr/>
            <a:p>
              <a:endParaRPr lang="zh-CN" altLang="en-US"/>
            </a:p>
          </p:txBody>
        </p:sp>
        <p:sp>
          <p:nvSpPr>
            <p:cNvPr id="33801" name="Freeform 263"/>
            <p:cNvSpPr/>
            <p:nvPr/>
          </p:nvSpPr>
          <p:spPr>
            <a:xfrm>
              <a:off x="3177" y="1267"/>
              <a:ext cx="1036" cy="675"/>
            </a:xfrm>
            <a:custGeom>
              <a:avLst/>
              <a:gdLst>
                <a:gd name="txL" fmla="*/ 0 w 1036"/>
                <a:gd name="txT" fmla="*/ 0 h 675"/>
                <a:gd name="txR" fmla="*/ 1036 w 1036"/>
                <a:gd name="txB" fmla="*/ 675 h 675"/>
              </a:gdLst>
              <a:ahLst/>
              <a:cxnLst>
                <a:cxn ang="0">
                  <a:pos x="648" y="11"/>
                </a:cxn>
                <a:cxn ang="0">
                  <a:pos x="390" y="53"/>
                </a:cxn>
                <a:cxn ang="0">
                  <a:pos x="206" y="129"/>
                </a:cxn>
                <a:cxn ang="0">
                  <a:pos x="152" y="229"/>
                </a:cxn>
                <a:cxn ang="0">
                  <a:pos x="22" y="297"/>
                </a:cxn>
                <a:cxn ang="0">
                  <a:pos x="18" y="459"/>
                </a:cxn>
                <a:cxn ang="0">
                  <a:pos x="132" y="489"/>
                </a:cxn>
                <a:cxn ang="0">
                  <a:pos x="458" y="489"/>
                </a:cxn>
                <a:cxn ang="0">
                  <a:pos x="598" y="555"/>
                </a:cxn>
                <a:cxn ang="0">
                  <a:pos x="752" y="657"/>
                </a:cxn>
                <a:cxn ang="0">
                  <a:pos x="870" y="661"/>
                </a:cxn>
                <a:cxn ang="0">
                  <a:pos x="952" y="603"/>
                </a:cxn>
                <a:cxn ang="0">
                  <a:pos x="992" y="445"/>
                </a:cxn>
                <a:cxn ang="0">
                  <a:pos x="1018" y="291"/>
                </a:cxn>
                <a:cxn ang="0">
                  <a:pos x="1022" y="107"/>
                </a:cxn>
                <a:cxn ang="0">
                  <a:pos x="934" y="17"/>
                </a:cxn>
                <a:cxn ang="0">
                  <a:pos x="776" y="3"/>
                </a:cxn>
                <a:cxn ang="0">
                  <a:pos x="648" y="11"/>
                </a:cxn>
              </a:cxnLst>
              <a:rect l="txL" t="txT" r="txR" b="tx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alpha val="100000"/>
              </a:srgbClr>
            </a:solidFill>
            <a:ln w="9525">
              <a:noFill/>
            </a:ln>
          </p:spPr>
          <p:txBody>
            <a:bodyPr/>
            <a:p>
              <a:endParaRPr lang="zh-CN" altLang="en-US"/>
            </a:p>
          </p:txBody>
        </p:sp>
        <p:grpSp>
          <p:nvGrpSpPr>
            <p:cNvPr id="33802" name="Group 264"/>
            <p:cNvGrpSpPr/>
            <p:nvPr/>
          </p:nvGrpSpPr>
          <p:grpSpPr>
            <a:xfrm>
              <a:off x="3232" y="2108"/>
              <a:ext cx="919" cy="588"/>
              <a:chOff x="2889" y="1631"/>
              <a:chExt cx="980" cy="743"/>
            </a:xfrm>
          </p:grpSpPr>
          <p:sp>
            <p:nvSpPr>
              <p:cNvPr id="34117" name="Rectangle 265"/>
              <p:cNvSpPr/>
              <p:nvPr/>
            </p:nvSpPr>
            <p:spPr>
              <a:xfrm>
                <a:off x="3046" y="1841"/>
                <a:ext cx="663" cy="533"/>
              </a:xfrm>
              <a:prstGeom prst="rect">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118" name="AutoShape 266"/>
              <p:cNvSpPr/>
              <p:nvPr/>
            </p:nvSpPr>
            <p:spPr>
              <a:xfrm>
                <a:off x="2889" y="1631"/>
                <a:ext cx="980" cy="253"/>
              </a:xfrm>
              <a:prstGeom prst="triangle">
                <a:avLst>
                  <a:gd name="adj" fmla="val 50000"/>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solidFill>
                    <a:srgbClr val="00CCFF"/>
                  </a:solidFill>
                  <a:latin typeface="Times New Roman" panose="02020603050405020304" pitchFamily="18" charset="0"/>
                  <a:ea typeface="宋体" panose="02010600030101010101" pitchFamily="2" charset="-122"/>
                </a:endParaRPr>
              </a:p>
            </p:txBody>
          </p:sp>
        </p:grpSp>
        <p:grpSp>
          <p:nvGrpSpPr>
            <p:cNvPr id="33803" name="Group 267"/>
            <p:cNvGrpSpPr/>
            <p:nvPr/>
          </p:nvGrpSpPr>
          <p:grpSpPr>
            <a:xfrm>
              <a:off x="3674" y="1388"/>
              <a:ext cx="212" cy="335"/>
              <a:chOff x="3796" y="1043"/>
              <a:chExt cx="865" cy="1237"/>
            </a:xfrm>
          </p:grpSpPr>
          <p:sp>
            <p:nvSpPr>
              <p:cNvPr id="34087" name="Line 268"/>
              <p:cNvSpPr/>
              <p:nvPr/>
            </p:nvSpPr>
            <p:spPr>
              <a:xfrm flipH="1">
                <a:off x="3992" y="1481"/>
                <a:ext cx="235" cy="724"/>
              </a:xfrm>
              <a:prstGeom prst="line">
                <a:avLst/>
              </a:prstGeom>
              <a:ln w="9525" cap="flat" cmpd="sng">
                <a:solidFill>
                  <a:schemeClr val="tx1"/>
                </a:solidFill>
                <a:prstDash val="solid"/>
                <a:headEnd type="none" w="med" len="med"/>
                <a:tailEnd type="none" w="med" len="med"/>
              </a:ln>
            </p:spPr>
          </p:sp>
          <p:sp>
            <p:nvSpPr>
              <p:cNvPr id="34088" name="Line 269"/>
              <p:cNvSpPr/>
              <p:nvPr/>
            </p:nvSpPr>
            <p:spPr>
              <a:xfrm>
                <a:off x="4227" y="1481"/>
                <a:ext cx="236" cy="720"/>
              </a:xfrm>
              <a:prstGeom prst="line">
                <a:avLst/>
              </a:prstGeom>
              <a:ln w="9525" cap="flat" cmpd="sng">
                <a:solidFill>
                  <a:schemeClr val="tx1"/>
                </a:solidFill>
                <a:prstDash val="solid"/>
                <a:headEnd type="none" w="med" len="med"/>
                <a:tailEnd type="none" w="med" len="med"/>
              </a:ln>
            </p:spPr>
          </p:sp>
          <p:sp>
            <p:nvSpPr>
              <p:cNvPr id="34089" name="Line 270"/>
              <p:cNvSpPr/>
              <p:nvPr/>
            </p:nvSpPr>
            <p:spPr>
              <a:xfrm>
                <a:off x="3992" y="2201"/>
                <a:ext cx="235" cy="79"/>
              </a:xfrm>
              <a:prstGeom prst="line">
                <a:avLst/>
              </a:prstGeom>
              <a:ln w="9525" cap="flat" cmpd="sng">
                <a:solidFill>
                  <a:schemeClr val="tx1"/>
                </a:solidFill>
                <a:prstDash val="solid"/>
                <a:headEnd type="none" w="med" len="med"/>
                <a:tailEnd type="none" w="med" len="med"/>
              </a:ln>
            </p:spPr>
          </p:sp>
          <p:sp>
            <p:nvSpPr>
              <p:cNvPr id="34090" name="Line 271"/>
              <p:cNvSpPr/>
              <p:nvPr/>
            </p:nvSpPr>
            <p:spPr>
              <a:xfrm flipH="1">
                <a:off x="4227" y="2201"/>
                <a:ext cx="236" cy="79"/>
              </a:xfrm>
              <a:prstGeom prst="line">
                <a:avLst/>
              </a:prstGeom>
              <a:ln w="9525" cap="flat" cmpd="sng">
                <a:solidFill>
                  <a:schemeClr val="tx1"/>
                </a:solidFill>
                <a:prstDash val="solid"/>
                <a:headEnd type="none" w="med" len="med"/>
                <a:tailEnd type="none" w="med" len="med"/>
              </a:ln>
            </p:spPr>
          </p:sp>
          <p:sp>
            <p:nvSpPr>
              <p:cNvPr id="34091" name="Line 272"/>
              <p:cNvSpPr/>
              <p:nvPr/>
            </p:nvSpPr>
            <p:spPr>
              <a:xfrm>
                <a:off x="4227" y="1497"/>
                <a:ext cx="0" cy="783"/>
              </a:xfrm>
              <a:prstGeom prst="line">
                <a:avLst/>
              </a:prstGeom>
              <a:ln w="9525" cap="flat" cmpd="sng">
                <a:solidFill>
                  <a:schemeClr val="tx1"/>
                </a:solidFill>
                <a:prstDash val="solid"/>
                <a:headEnd type="none" w="med" len="med"/>
                <a:tailEnd type="none" w="med" len="med"/>
              </a:ln>
            </p:spPr>
          </p:sp>
          <p:sp>
            <p:nvSpPr>
              <p:cNvPr id="34092" name="Line 273"/>
              <p:cNvSpPr/>
              <p:nvPr/>
            </p:nvSpPr>
            <p:spPr>
              <a:xfrm flipV="1">
                <a:off x="3992" y="2127"/>
                <a:ext cx="235" cy="78"/>
              </a:xfrm>
              <a:prstGeom prst="line">
                <a:avLst/>
              </a:prstGeom>
              <a:ln w="9525" cap="flat" cmpd="sng">
                <a:solidFill>
                  <a:schemeClr val="tx1"/>
                </a:solidFill>
                <a:prstDash val="solid"/>
                <a:headEnd type="none" w="med" len="med"/>
                <a:tailEnd type="none" w="med" len="med"/>
              </a:ln>
            </p:spPr>
          </p:sp>
          <p:sp>
            <p:nvSpPr>
              <p:cNvPr id="34093" name="Line 274"/>
              <p:cNvSpPr/>
              <p:nvPr/>
            </p:nvSpPr>
            <p:spPr>
              <a:xfrm flipH="1" flipV="1">
                <a:off x="4227" y="2127"/>
                <a:ext cx="236" cy="74"/>
              </a:xfrm>
              <a:prstGeom prst="line">
                <a:avLst/>
              </a:prstGeom>
              <a:ln w="9525" cap="flat" cmpd="sng">
                <a:solidFill>
                  <a:schemeClr val="tx1"/>
                </a:solidFill>
                <a:prstDash val="solid"/>
                <a:headEnd type="none" w="med" len="med"/>
                <a:tailEnd type="none" w="med" len="med"/>
              </a:ln>
            </p:spPr>
          </p:sp>
          <p:sp>
            <p:nvSpPr>
              <p:cNvPr id="34094" name="Line 275"/>
              <p:cNvSpPr/>
              <p:nvPr/>
            </p:nvSpPr>
            <p:spPr>
              <a:xfrm>
                <a:off x="4092" y="1890"/>
                <a:ext cx="135" cy="60"/>
              </a:xfrm>
              <a:prstGeom prst="line">
                <a:avLst/>
              </a:prstGeom>
              <a:ln w="9525" cap="flat" cmpd="sng">
                <a:solidFill>
                  <a:schemeClr val="tx1"/>
                </a:solidFill>
                <a:prstDash val="solid"/>
                <a:headEnd type="none" w="med" len="med"/>
                <a:tailEnd type="none" w="med" len="med"/>
              </a:ln>
            </p:spPr>
          </p:sp>
          <p:sp>
            <p:nvSpPr>
              <p:cNvPr id="34095" name="Line 276"/>
              <p:cNvSpPr/>
              <p:nvPr/>
            </p:nvSpPr>
            <p:spPr>
              <a:xfrm flipV="1">
                <a:off x="4227" y="1890"/>
                <a:ext cx="143" cy="60"/>
              </a:xfrm>
              <a:prstGeom prst="line">
                <a:avLst/>
              </a:prstGeom>
              <a:ln w="9525" cap="flat" cmpd="sng">
                <a:solidFill>
                  <a:schemeClr val="tx1"/>
                </a:solidFill>
                <a:prstDash val="solid"/>
                <a:headEnd type="none" w="med" len="med"/>
                <a:tailEnd type="none" w="med" len="med"/>
              </a:ln>
            </p:spPr>
          </p:sp>
          <p:sp>
            <p:nvSpPr>
              <p:cNvPr id="34096" name="Line 277"/>
              <p:cNvSpPr/>
              <p:nvPr/>
            </p:nvSpPr>
            <p:spPr>
              <a:xfrm>
                <a:off x="4047" y="1996"/>
                <a:ext cx="175" cy="81"/>
              </a:xfrm>
              <a:prstGeom prst="line">
                <a:avLst/>
              </a:prstGeom>
              <a:ln w="9525" cap="flat" cmpd="sng">
                <a:solidFill>
                  <a:schemeClr val="tx1"/>
                </a:solidFill>
                <a:prstDash val="solid"/>
                <a:headEnd type="none" w="med" len="med"/>
                <a:tailEnd type="none" w="med" len="med"/>
              </a:ln>
            </p:spPr>
          </p:sp>
          <p:sp>
            <p:nvSpPr>
              <p:cNvPr id="34097" name="Line 278"/>
              <p:cNvSpPr/>
              <p:nvPr/>
            </p:nvSpPr>
            <p:spPr>
              <a:xfrm flipV="1">
                <a:off x="4227" y="2012"/>
                <a:ext cx="176" cy="71"/>
              </a:xfrm>
              <a:prstGeom prst="line">
                <a:avLst/>
              </a:prstGeom>
              <a:ln w="9525" cap="flat" cmpd="sng">
                <a:solidFill>
                  <a:schemeClr val="tx1"/>
                </a:solidFill>
                <a:prstDash val="solid"/>
                <a:headEnd type="none" w="med" len="med"/>
                <a:tailEnd type="none" w="med" len="med"/>
              </a:ln>
            </p:spPr>
          </p:sp>
          <p:sp>
            <p:nvSpPr>
              <p:cNvPr id="34098" name="Line 279"/>
              <p:cNvSpPr/>
              <p:nvPr/>
            </p:nvSpPr>
            <p:spPr>
              <a:xfrm flipV="1">
                <a:off x="4227" y="1782"/>
                <a:ext cx="90" cy="29"/>
              </a:xfrm>
              <a:prstGeom prst="line">
                <a:avLst/>
              </a:prstGeom>
              <a:ln w="9525" cap="flat" cmpd="sng">
                <a:solidFill>
                  <a:schemeClr val="tx1"/>
                </a:solidFill>
                <a:prstDash val="solid"/>
                <a:headEnd type="none" w="med" len="med"/>
                <a:tailEnd type="none" w="med" len="med"/>
              </a:ln>
            </p:spPr>
          </p:sp>
          <p:sp>
            <p:nvSpPr>
              <p:cNvPr id="34099" name="Line 280"/>
              <p:cNvSpPr/>
              <p:nvPr/>
            </p:nvSpPr>
            <p:spPr>
              <a:xfrm flipV="1">
                <a:off x="4227" y="1632"/>
                <a:ext cx="57" cy="22"/>
              </a:xfrm>
              <a:prstGeom prst="line">
                <a:avLst/>
              </a:prstGeom>
              <a:ln w="9525" cap="flat" cmpd="sng">
                <a:solidFill>
                  <a:schemeClr val="tx1"/>
                </a:solidFill>
                <a:prstDash val="solid"/>
                <a:headEnd type="none" w="med" len="med"/>
                <a:tailEnd type="none" w="med" len="med"/>
              </a:ln>
            </p:spPr>
          </p:sp>
          <p:sp>
            <p:nvSpPr>
              <p:cNvPr id="34100" name="Line 281"/>
              <p:cNvSpPr/>
              <p:nvPr/>
            </p:nvSpPr>
            <p:spPr>
              <a:xfrm>
                <a:off x="4126" y="1772"/>
                <a:ext cx="109" cy="39"/>
              </a:xfrm>
              <a:prstGeom prst="line">
                <a:avLst/>
              </a:prstGeom>
              <a:ln w="9525" cap="flat" cmpd="sng">
                <a:solidFill>
                  <a:schemeClr val="tx1"/>
                </a:solidFill>
                <a:prstDash val="solid"/>
                <a:headEnd type="none" w="med" len="med"/>
                <a:tailEnd type="none" w="med" len="med"/>
              </a:ln>
            </p:spPr>
          </p:sp>
          <p:sp>
            <p:nvSpPr>
              <p:cNvPr id="34101" name="Line 282"/>
              <p:cNvSpPr/>
              <p:nvPr/>
            </p:nvSpPr>
            <p:spPr>
              <a:xfrm>
                <a:off x="4175" y="1625"/>
                <a:ext cx="63" cy="39"/>
              </a:xfrm>
              <a:prstGeom prst="line">
                <a:avLst/>
              </a:prstGeom>
              <a:ln w="9525" cap="flat" cmpd="sng">
                <a:solidFill>
                  <a:schemeClr val="tx1"/>
                </a:solidFill>
                <a:prstDash val="solid"/>
                <a:headEnd type="none" w="med" len="med"/>
                <a:tailEnd type="none" w="med" len="med"/>
              </a:ln>
            </p:spPr>
          </p:sp>
          <p:grpSp>
            <p:nvGrpSpPr>
              <p:cNvPr id="34102" name="Group 283"/>
              <p:cNvGrpSpPr/>
              <p:nvPr/>
            </p:nvGrpSpPr>
            <p:grpSpPr>
              <a:xfrm>
                <a:off x="4269" y="1415"/>
                <a:ext cx="392" cy="137"/>
                <a:chOff x="4227" y="1360"/>
                <a:chExt cx="863" cy="270"/>
              </a:xfrm>
            </p:grpSpPr>
            <p:sp>
              <p:nvSpPr>
                <p:cNvPr id="34113" name="Line 284"/>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34114" name="Line 285"/>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34115" name="Line 286"/>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34116" name="Line 287"/>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34103" name="Group 288"/>
              <p:cNvGrpSpPr/>
              <p:nvPr/>
            </p:nvGrpSpPr>
            <p:grpSpPr>
              <a:xfrm rot="5700496">
                <a:off x="4052" y="1170"/>
                <a:ext cx="392" cy="137"/>
                <a:chOff x="4227" y="1360"/>
                <a:chExt cx="863" cy="270"/>
              </a:xfrm>
            </p:grpSpPr>
            <p:sp>
              <p:nvSpPr>
                <p:cNvPr id="34109" name="Line 289"/>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34110" name="Line 290"/>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34111" name="Line 291"/>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34112" name="Line 292"/>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34104" name="Group 293"/>
              <p:cNvGrpSpPr/>
              <p:nvPr/>
            </p:nvGrpSpPr>
            <p:grpSpPr>
              <a:xfrm rot="10800000">
                <a:off x="3796" y="1402"/>
                <a:ext cx="392" cy="137"/>
                <a:chOff x="4227" y="1360"/>
                <a:chExt cx="863" cy="270"/>
              </a:xfrm>
            </p:grpSpPr>
            <p:sp>
              <p:nvSpPr>
                <p:cNvPr id="34105" name="Line 294"/>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34106" name="Line 295"/>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34107" name="Line 296"/>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34108" name="Line 297"/>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grpSp>
          <p:nvGrpSpPr>
            <p:cNvPr id="33804" name="Group 298"/>
            <p:cNvGrpSpPr/>
            <p:nvPr/>
          </p:nvGrpSpPr>
          <p:grpSpPr>
            <a:xfrm>
              <a:off x="3223" y="1598"/>
              <a:ext cx="436" cy="114"/>
              <a:chOff x="3072" y="739"/>
              <a:chExt cx="652" cy="146"/>
            </a:xfrm>
          </p:grpSpPr>
          <p:pic>
            <p:nvPicPr>
              <p:cNvPr id="34084" name="Picture 299" descr="lgv_fqmg[1]"/>
              <p:cNvPicPr>
                <a:picLocks noChangeAspect="1"/>
              </p:cNvPicPr>
              <p:nvPr/>
            </p:nvPicPr>
            <p:blipFill>
              <a:blip r:embed="rId1"/>
              <a:stretch>
                <a:fillRect/>
              </a:stretch>
            </p:blipFill>
            <p:spPr>
              <a:xfrm flipH="1">
                <a:off x="3237" y="739"/>
                <a:ext cx="487" cy="146"/>
              </a:xfrm>
              <a:prstGeom prst="rect">
                <a:avLst/>
              </a:prstGeom>
              <a:noFill/>
              <a:ln w="9525">
                <a:noFill/>
              </a:ln>
            </p:spPr>
          </p:pic>
          <p:sp>
            <p:nvSpPr>
              <p:cNvPr id="34085" name="Line 300"/>
              <p:cNvSpPr/>
              <p:nvPr/>
            </p:nvSpPr>
            <p:spPr>
              <a:xfrm flipH="1">
                <a:off x="3104" y="784"/>
                <a:ext cx="88" cy="0"/>
              </a:xfrm>
              <a:prstGeom prst="line">
                <a:avLst/>
              </a:prstGeom>
              <a:ln w="9525" cap="flat" cmpd="sng">
                <a:solidFill>
                  <a:schemeClr val="tx1"/>
                </a:solidFill>
                <a:prstDash val="solid"/>
                <a:headEnd type="none" w="med" len="med"/>
                <a:tailEnd type="none" w="med" len="med"/>
              </a:ln>
            </p:spPr>
          </p:sp>
          <p:sp>
            <p:nvSpPr>
              <p:cNvPr id="34086" name="Line 301"/>
              <p:cNvSpPr/>
              <p:nvPr/>
            </p:nvSpPr>
            <p:spPr>
              <a:xfrm flipH="1">
                <a:off x="3072" y="760"/>
                <a:ext cx="144" cy="0"/>
              </a:xfrm>
              <a:prstGeom prst="line">
                <a:avLst/>
              </a:prstGeom>
              <a:ln w="9525" cap="flat" cmpd="sng">
                <a:solidFill>
                  <a:schemeClr val="tx1"/>
                </a:solidFill>
                <a:prstDash val="solid"/>
                <a:headEnd type="none" w="med" len="med"/>
                <a:tailEnd type="none" w="med" len="med"/>
              </a:ln>
            </p:spPr>
          </p:sp>
        </p:grpSp>
        <p:pic>
          <p:nvPicPr>
            <p:cNvPr id="33805" name="Picture 302" descr="imgyjavg[1]"/>
            <p:cNvPicPr>
              <a:picLocks noChangeAspect="1"/>
            </p:cNvPicPr>
            <p:nvPr/>
          </p:nvPicPr>
          <p:blipFill>
            <a:blip r:embed="rId2"/>
            <a:stretch>
              <a:fillRect/>
            </a:stretch>
          </p:blipFill>
          <p:spPr>
            <a:xfrm>
              <a:off x="3399" y="1417"/>
              <a:ext cx="232" cy="168"/>
            </a:xfrm>
            <a:prstGeom prst="rect">
              <a:avLst/>
            </a:prstGeom>
            <a:noFill/>
            <a:ln w="9525">
              <a:noFill/>
            </a:ln>
          </p:spPr>
        </p:pic>
        <p:grpSp>
          <p:nvGrpSpPr>
            <p:cNvPr id="33806" name="Group 303"/>
            <p:cNvGrpSpPr/>
            <p:nvPr/>
          </p:nvGrpSpPr>
          <p:grpSpPr>
            <a:xfrm>
              <a:off x="3880" y="1303"/>
              <a:ext cx="256" cy="269"/>
              <a:chOff x="2870" y="1518"/>
              <a:chExt cx="292" cy="320"/>
            </a:xfrm>
          </p:grpSpPr>
          <p:graphicFrame>
            <p:nvGraphicFramePr>
              <p:cNvPr id="34082" name="Object 30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2" name="" r:id="rId3" imgW="11601450" imgH="11791950" progId="MS_ClipArt_Gallery.2">
                      <p:embed/>
                    </p:oleObj>
                  </mc:Choice>
                  <mc:Fallback>
                    <p:oleObj name="" r:id="rId3" imgW="11601450" imgH="11791950" progId="MS_ClipArt_Gallery.2">
                      <p:embed/>
                      <p:pic>
                        <p:nvPicPr>
                          <p:cNvPr id="0" name="图片 3091"/>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4083" name="Object 30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3" name="" r:id="rId5" imgW="1268095" imgH="1199515" progId="MS_ClipArt_Gallery.2">
                      <p:embed/>
                    </p:oleObj>
                  </mc:Choice>
                  <mc:Fallback>
                    <p:oleObj name="" r:id="rId5" imgW="1268095" imgH="1199515" progId="MS_ClipArt_Gallery.2">
                      <p:embed/>
                      <p:pic>
                        <p:nvPicPr>
                          <p:cNvPr id="0" name="图片 3092"/>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3807" name="Group 306"/>
            <p:cNvGrpSpPr/>
            <p:nvPr/>
          </p:nvGrpSpPr>
          <p:grpSpPr>
            <a:xfrm>
              <a:off x="4338" y="2487"/>
              <a:ext cx="228" cy="108"/>
              <a:chOff x="3600" y="219"/>
              <a:chExt cx="360" cy="175"/>
            </a:xfrm>
          </p:grpSpPr>
          <p:sp>
            <p:nvSpPr>
              <p:cNvPr id="34069" name="Oval 30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70" name="Line 30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4071" name="Line 30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4072" name="Rectangle 31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73" name="Oval 31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4074" name="Group 312"/>
              <p:cNvGrpSpPr/>
              <p:nvPr/>
            </p:nvGrpSpPr>
            <p:grpSpPr>
              <a:xfrm>
                <a:off x="3686" y="244"/>
                <a:ext cx="177" cy="66"/>
                <a:chOff x="2848" y="848"/>
                <a:chExt cx="140" cy="98"/>
              </a:xfrm>
            </p:grpSpPr>
            <p:sp>
              <p:nvSpPr>
                <p:cNvPr id="34079" name="Line 31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80" name="Line 31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81" name="Line 31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4075" name="Group 316"/>
              <p:cNvGrpSpPr/>
              <p:nvPr/>
            </p:nvGrpSpPr>
            <p:grpSpPr>
              <a:xfrm flipV="1">
                <a:off x="3686" y="243"/>
                <a:ext cx="177" cy="66"/>
                <a:chOff x="2848" y="848"/>
                <a:chExt cx="140" cy="98"/>
              </a:xfrm>
            </p:grpSpPr>
            <p:sp>
              <p:nvSpPr>
                <p:cNvPr id="34076" name="Line 31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77" name="Line 31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78" name="Line 31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3808" name="Group 320"/>
            <p:cNvGrpSpPr/>
            <p:nvPr/>
          </p:nvGrpSpPr>
          <p:grpSpPr>
            <a:xfrm>
              <a:off x="4562" y="2663"/>
              <a:ext cx="228" cy="108"/>
              <a:chOff x="3600" y="219"/>
              <a:chExt cx="360" cy="175"/>
            </a:xfrm>
          </p:grpSpPr>
          <p:sp>
            <p:nvSpPr>
              <p:cNvPr id="34056" name="Oval 32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57" name="Line 32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4058" name="Line 32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4059" name="Rectangle 32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60" name="Oval 32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4061" name="Group 326"/>
              <p:cNvGrpSpPr/>
              <p:nvPr/>
            </p:nvGrpSpPr>
            <p:grpSpPr>
              <a:xfrm>
                <a:off x="3686" y="244"/>
                <a:ext cx="177" cy="66"/>
                <a:chOff x="2848" y="848"/>
                <a:chExt cx="140" cy="98"/>
              </a:xfrm>
            </p:grpSpPr>
            <p:sp>
              <p:nvSpPr>
                <p:cNvPr id="34066" name="Line 32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67" name="Line 32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68" name="Line 32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4062" name="Group 330"/>
              <p:cNvGrpSpPr/>
              <p:nvPr/>
            </p:nvGrpSpPr>
            <p:grpSpPr>
              <a:xfrm flipV="1">
                <a:off x="3686" y="243"/>
                <a:ext cx="177" cy="66"/>
                <a:chOff x="2848" y="848"/>
                <a:chExt cx="140" cy="98"/>
              </a:xfrm>
            </p:grpSpPr>
            <p:sp>
              <p:nvSpPr>
                <p:cNvPr id="34063" name="Line 33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64" name="Line 33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65" name="Line 33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3809" name="Group 334"/>
            <p:cNvGrpSpPr/>
            <p:nvPr/>
          </p:nvGrpSpPr>
          <p:grpSpPr>
            <a:xfrm>
              <a:off x="4738" y="2495"/>
              <a:ext cx="228" cy="108"/>
              <a:chOff x="3600" y="219"/>
              <a:chExt cx="360" cy="175"/>
            </a:xfrm>
          </p:grpSpPr>
          <p:sp>
            <p:nvSpPr>
              <p:cNvPr id="34043" name="Oval 33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44" name="Line 33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4045" name="Line 33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4046" name="Rectangle 33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47" name="Oval 33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4048" name="Group 340"/>
              <p:cNvGrpSpPr/>
              <p:nvPr/>
            </p:nvGrpSpPr>
            <p:grpSpPr>
              <a:xfrm>
                <a:off x="3686" y="244"/>
                <a:ext cx="177" cy="66"/>
                <a:chOff x="2848" y="848"/>
                <a:chExt cx="140" cy="98"/>
              </a:xfrm>
            </p:grpSpPr>
            <p:sp>
              <p:nvSpPr>
                <p:cNvPr id="34053" name="Line 34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54" name="Line 34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55" name="Line 34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4049" name="Group 344"/>
              <p:cNvGrpSpPr/>
              <p:nvPr/>
            </p:nvGrpSpPr>
            <p:grpSpPr>
              <a:xfrm flipV="1">
                <a:off x="3686" y="243"/>
                <a:ext cx="177" cy="66"/>
                <a:chOff x="2848" y="848"/>
                <a:chExt cx="140" cy="98"/>
              </a:xfrm>
            </p:grpSpPr>
            <p:sp>
              <p:nvSpPr>
                <p:cNvPr id="34050" name="Line 34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51" name="Line 34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52" name="Line 34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3810" name="Group 348"/>
            <p:cNvGrpSpPr/>
            <p:nvPr/>
          </p:nvGrpSpPr>
          <p:grpSpPr>
            <a:xfrm>
              <a:off x="4401" y="1766"/>
              <a:ext cx="221" cy="101"/>
              <a:chOff x="3600" y="219"/>
              <a:chExt cx="360" cy="175"/>
            </a:xfrm>
          </p:grpSpPr>
          <p:sp>
            <p:nvSpPr>
              <p:cNvPr id="34030" name="Oval 34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31" name="Line 35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4032" name="Line 35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4033" name="Rectangle 35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34" name="Oval 35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4035" name="Group 354"/>
              <p:cNvGrpSpPr/>
              <p:nvPr/>
            </p:nvGrpSpPr>
            <p:grpSpPr>
              <a:xfrm>
                <a:off x="3686" y="244"/>
                <a:ext cx="177" cy="66"/>
                <a:chOff x="2848" y="848"/>
                <a:chExt cx="140" cy="98"/>
              </a:xfrm>
            </p:grpSpPr>
            <p:sp>
              <p:nvSpPr>
                <p:cNvPr id="34040" name="Line 35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41" name="Line 35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42" name="Line 35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4036" name="Group 358"/>
              <p:cNvGrpSpPr/>
              <p:nvPr/>
            </p:nvGrpSpPr>
            <p:grpSpPr>
              <a:xfrm flipV="1">
                <a:off x="3686" y="243"/>
                <a:ext cx="177" cy="66"/>
                <a:chOff x="2848" y="848"/>
                <a:chExt cx="140" cy="98"/>
              </a:xfrm>
            </p:grpSpPr>
            <p:sp>
              <p:nvSpPr>
                <p:cNvPr id="34037" name="Line 35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38" name="Line 36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39" name="Line 36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3811" name="Group 362"/>
            <p:cNvGrpSpPr/>
            <p:nvPr/>
          </p:nvGrpSpPr>
          <p:grpSpPr>
            <a:xfrm>
              <a:off x="4400" y="1927"/>
              <a:ext cx="228" cy="108"/>
              <a:chOff x="3600" y="219"/>
              <a:chExt cx="360" cy="175"/>
            </a:xfrm>
          </p:grpSpPr>
          <p:sp>
            <p:nvSpPr>
              <p:cNvPr id="34017" name="Oval 36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18" name="Line 36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4019" name="Line 36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4020" name="Rectangle 36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21" name="Oval 36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4022" name="Group 368"/>
              <p:cNvGrpSpPr/>
              <p:nvPr/>
            </p:nvGrpSpPr>
            <p:grpSpPr>
              <a:xfrm>
                <a:off x="3686" y="244"/>
                <a:ext cx="177" cy="66"/>
                <a:chOff x="2848" y="848"/>
                <a:chExt cx="140" cy="98"/>
              </a:xfrm>
            </p:grpSpPr>
            <p:sp>
              <p:nvSpPr>
                <p:cNvPr id="34027" name="Line 36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28" name="Line 37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29" name="Line 37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4023" name="Group 372"/>
              <p:cNvGrpSpPr/>
              <p:nvPr/>
            </p:nvGrpSpPr>
            <p:grpSpPr>
              <a:xfrm flipV="1">
                <a:off x="3686" y="243"/>
                <a:ext cx="177" cy="66"/>
                <a:chOff x="2848" y="848"/>
                <a:chExt cx="140" cy="98"/>
              </a:xfrm>
            </p:grpSpPr>
            <p:sp>
              <p:nvSpPr>
                <p:cNvPr id="34024" name="Line 37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25" name="Line 37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26" name="Line 37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3812" name="Group 376"/>
            <p:cNvGrpSpPr/>
            <p:nvPr/>
          </p:nvGrpSpPr>
          <p:grpSpPr>
            <a:xfrm>
              <a:off x="4700" y="1706"/>
              <a:ext cx="210" cy="97"/>
              <a:chOff x="3600" y="219"/>
              <a:chExt cx="360" cy="175"/>
            </a:xfrm>
          </p:grpSpPr>
          <p:sp>
            <p:nvSpPr>
              <p:cNvPr id="34004" name="Oval 37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05" name="Line 37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4006" name="Line 37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4007" name="Rectangle 38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4008" name="Oval 38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4009" name="Group 382"/>
              <p:cNvGrpSpPr/>
              <p:nvPr/>
            </p:nvGrpSpPr>
            <p:grpSpPr>
              <a:xfrm>
                <a:off x="3686" y="244"/>
                <a:ext cx="177" cy="66"/>
                <a:chOff x="2848" y="848"/>
                <a:chExt cx="140" cy="98"/>
              </a:xfrm>
            </p:grpSpPr>
            <p:sp>
              <p:nvSpPr>
                <p:cNvPr id="34014" name="Line 38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15" name="Line 38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16" name="Line 38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4010" name="Group 386"/>
              <p:cNvGrpSpPr/>
              <p:nvPr/>
            </p:nvGrpSpPr>
            <p:grpSpPr>
              <a:xfrm flipV="1">
                <a:off x="3686" y="243"/>
                <a:ext cx="177" cy="66"/>
                <a:chOff x="2848" y="848"/>
                <a:chExt cx="140" cy="98"/>
              </a:xfrm>
            </p:grpSpPr>
            <p:sp>
              <p:nvSpPr>
                <p:cNvPr id="34011" name="Line 38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12" name="Line 38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13" name="Line 38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3813" name="Group 390"/>
            <p:cNvGrpSpPr/>
            <p:nvPr/>
          </p:nvGrpSpPr>
          <p:grpSpPr>
            <a:xfrm>
              <a:off x="4754" y="1927"/>
              <a:ext cx="228" cy="108"/>
              <a:chOff x="3600" y="219"/>
              <a:chExt cx="360" cy="175"/>
            </a:xfrm>
          </p:grpSpPr>
          <p:sp>
            <p:nvSpPr>
              <p:cNvPr id="33991" name="Oval 39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92" name="Line 39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3993" name="Line 39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3994" name="Rectangle 39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95" name="Oval 39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3996" name="Group 396"/>
              <p:cNvGrpSpPr/>
              <p:nvPr/>
            </p:nvGrpSpPr>
            <p:grpSpPr>
              <a:xfrm>
                <a:off x="3686" y="244"/>
                <a:ext cx="177" cy="66"/>
                <a:chOff x="2848" y="848"/>
                <a:chExt cx="140" cy="98"/>
              </a:xfrm>
            </p:grpSpPr>
            <p:sp>
              <p:nvSpPr>
                <p:cNvPr id="34001" name="Line 39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4002" name="Line 39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03" name="Line 39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3997" name="Group 400"/>
              <p:cNvGrpSpPr/>
              <p:nvPr/>
            </p:nvGrpSpPr>
            <p:grpSpPr>
              <a:xfrm flipV="1">
                <a:off x="3686" y="243"/>
                <a:ext cx="177" cy="66"/>
                <a:chOff x="2848" y="848"/>
                <a:chExt cx="140" cy="98"/>
              </a:xfrm>
            </p:grpSpPr>
            <p:sp>
              <p:nvSpPr>
                <p:cNvPr id="33998" name="Line 40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99" name="Line 40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4000" name="Line 40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3814" name="Group 404"/>
            <p:cNvGrpSpPr/>
            <p:nvPr/>
          </p:nvGrpSpPr>
          <p:grpSpPr>
            <a:xfrm>
              <a:off x="3866" y="1763"/>
              <a:ext cx="220" cy="100"/>
              <a:chOff x="3600" y="219"/>
              <a:chExt cx="360" cy="175"/>
            </a:xfrm>
          </p:grpSpPr>
          <p:sp>
            <p:nvSpPr>
              <p:cNvPr id="33978" name="Oval 40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79" name="Line 40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3980" name="Line 40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3981" name="Rectangle 40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82" name="Oval 40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3983" name="Group 410"/>
              <p:cNvGrpSpPr/>
              <p:nvPr/>
            </p:nvGrpSpPr>
            <p:grpSpPr>
              <a:xfrm>
                <a:off x="3686" y="244"/>
                <a:ext cx="177" cy="66"/>
                <a:chOff x="2848" y="848"/>
                <a:chExt cx="140" cy="98"/>
              </a:xfrm>
            </p:grpSpPr>
            <p:sp>
              <p:nvSpPr>
                <p:cNvPr id="33988" name="Line 41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89" name="Line 41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3990" name="Line 41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3984" name="Group 414"/>
              <p:cNvGrpSpPr/>
              <p:nvPr/>
            </p:nvGrpSpPr>
            <p:grpSpPr>
              <a:xfrm flipV="1">
                <a:off x="3686" y="243"/>
                <a:ext cx="177" cy="66"/>
                <a:chOff x="2848" y="848"/>
                <a:chExt cx="140" cy="98"/>
              </a:xfrm>
            </p:grpSpPr>
            <p:sp>
              <p:nvSpPr>
                <p:cNvPr id="33985" name="Line 4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86" name="Line 4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3987" name="Line 4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3815" name="Group 418"/>
            <p:cNvGrpSpPr/>
            <p:nvPr/>
          </p:nvGrpSpPr>
          <p:grpSpPr>
            <a:xfrm>
              <a:off x="3673" y="2487"/>
              <a:ext cx="220" cy="100"/>
              <a:chOff x="3600" y="219"/>
              <a:chExt cx="360" cy="175"/>
            </a:xfrm>
          </p:grpSpPr>
          <p:sp>
            <p:nvSpPr>
              <p:cNvPr id="33965" name="Oval 41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66" name="Line 42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3967" name="Line 42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3968" name="Rectangle 42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69" name="Oval 42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3970" name="Group 424"/>
              <p:cNvGrpSpPr/>
              <p:nvPr/>
            </p:nvGrpSpPr>
            <p:grpSpPr>
              <a:xfrm>
                <a:off x="3686" y="244"/>
                <a:ext cx="177" cy="66"/>
                <a:chOff x="2848" y="848"/>
                <a:chExt cx="140" cy="98"/>
              </a:xfrm>
            </p:grpSpPr>
            <p:sp>
              <p:nvSpPr>
                <p:cNvPr id="33975" name="Line 42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76" name="Line 42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3977" name="Line 42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3971" name="Group 428"/>
              <p:cNvGrpSpPr/>
              <p:nvPr/>
            </p:nvGrpSpPr>
            <p:grpSpPr>
              <a:xfrm flipV="1">
                <a:off x="3686" y="243"/>
                <a:ext cx="177" cy="66"/>
                <a:chOff x="2848" y="848"/>
                <a:chExt cx="140" cy="98"/>
              </a:xfrm>
            </p:grpSpPr>
            <p:sp>
              <p:nvSpPr>
                <p:cNvPr id="33972" name="Line 42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73" name="Line 43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3974" name="Line 43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33816" name="Line 432"/>
            <p:cNvSpPr/>
            <p:nvPr/>
          </p:nvSpPr>
          <p:spPr>
            <a:xfrm flipV="1">
              <a:off x="4430" y="2757"/>
              <a:ext cx="143" cy="275"/>
            </a:xfrm>
            <a:prstGeom prst="line">
              <a:avLst/>
            </a:prstGeom>
            <a:ln w="9525" cap="flat" cmpd="sng">
              <a:solidFill>
                <a:schemeClr val="tx1"/>
              </a:solidFill>
              <a:prstDash val="solid"/>
              <a:headEnd type="none" w="med" len="med"/>
              <a:tailEnd type="none" w="med" len="med"/>
            </a:ln>
          </p:spPr>
        </p:sp>
        <p:sp>
          <p:nvSpPr>
            <p:cNvPr id="33817" name="Line 433"/>
            <p:cNvSpPr/>
            <p:nvPr/>
          </p:nvSpPr>
          <p:spPr>
            <a:xfrm>
              <a:off x="4508" y="2592"/>
              <a:ext cx="103" cy="76"/>
            </a:xfrm>
            <a:prstGeom prst="line">
              <a:avLst/>
            </a:prstGeom>
            <a:ln w="9525" cap="flat" cmpd="sng">
              <a:solidFill>
                <a:schemeClr val="tx1"/>
              </a:solidFill>
              <a:prstDash val="solid"/>
              <a:headEnd type="none" w="med" len="med"/>
              <a:tailEnd type="none" w="med" len="med"/>
            </a:ln>
          </p:spPr>
        </p:sp>
        <p:sp>
          <p:nvSpPr>
            <p:cNvPr id="33818" name="Line 434"/>
            <p:cNvSpPr/>
            <p:nvPr/>
          </p:nvSpPr>
          <p:spPr>
            <a:xfrm>
              <a:off x="4569" y="2542"/>
              <a:ext cx="176" cy="0"/>
            </a:xfrm>
            <a:prstGeom prst="line">
              <a:avLst/>
            </a:prstGeom>
            <a:ln w="9525" cap="flat" cmpd="sng">
              <a:solidFill>
                <a:schemeClr val="tx1"/>
              </a:solidFill>
              <a:prstDash val="solid"/>
              <a:headEnd type="none" w="med" len="med"/>
              <a:tailEnd type="none" w="med" len="med"/>
            </a:ln>
          </p:spPr>
        </p:sp>
        <p:sp>
          <p:nvSpPr>
            <p:cNvPr id="33819" name="Line 435"/>
            <p:cNvSpPr/>
            <p:nvPr/>
          </p:nvSpPr>
          <p:spPr>
            <a:xfrm flipV="1">
              <a:off x="4718" y="2596"/>
              <a:ext cx="85" cy="66"/>
            </a:xfrm>
            <a:prstGeom prst="line">
              <a:avLst/>
            </a:prstGeom>
            <a:ln w="9525" cap="flat" cmpd="sng">
              <a:solidFill>
                <a:schemeClr val="tx1"/>
              </a:solidFill>
              <a:prstDash val="solid"/>
              <a:headEnd type="none" w="med" len="med"/>
              <a:tailEnd type="none" w="med" len="med"/>
            </a:ln>
          </p:spPr>
        </p:sp>
        <p:sp>
          <p:nvSpPr>
            <p:cNvPr id="33820" name="Line 436"/>
            <p:cNvSpPr/>
            <p:nvPr/>
          </p:nvSpPr>
          <p:spPr>
            <a:xfrm>
              <a:off x="3898" y="2546"/>
              <a:ext cx="428" cy="0"/>
            </a:xfrm>
            <a:prstGeom prst="line">
              <a:avLst/>
            </a:prstGeom>
            <a:ln w="9525" cap="flat" cmpd="sng">
              <a:solidFill>
                <a:schemeClr val="tx1"/>
              </a:solidFill>
              <a:prstDash val="solid"/>
              <a:headEnd type="none" w="med" len="med"/>
              <a:tailEnd type="none" w="med" len="med"/>
            </a:ln>
          </p:spPr>
        </p:sp>
        <p:grpSp>
          <p:nvGrpSpPr>
            <p:cNvPr id="33821" name="Group 437"/>
            <p:cNvGrpSpPr/>
            <p:nvPr/>
          </p:nvGrpSpPr>
          <p:grpSpPr>
            <a:xfrm>
              <a:off x="3424" y="2213"/>
              <a:ext cx="209" cy="224"/>
              <a:chOff x="2870" y="1518"/>
              <a:chExt cx="292" cy="320"/>
            </a:xfrm>
          </p:grpSpPr>
          <p:graphicFrame>
            <p:nvGraphicFramePr>
              <p:cNvPr id="33963" name="Object 43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5" name="" r:id="rId7" imgW="11601450" imgH="11791950" progId="MS_ClipArt_Gallery.2">
                      <p:embed/>
                    </p:oleObj>
                  </mc:Choice>
                  <mc:Fallback>
                    <p:oleObj name="" r:id="rId7" imgW="11601450" imgH="11791950" progId="MS_ClipArt_Gallery.2">
                      <p:embed/>
                      <p:pic>
                        <p:nvPicPr>
                          <p:cNvPr id="0" name="图片 3094"/>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3964" name="Object 43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4" name="" r:id="rId8" imgW="1268095" imgH="1199515" progId="MS_ClipArt_Gallery.2">
                      <p:embed/>
                    </p:oleObj>
                  </mc:Choice>
                  <mc:Fallback>
                    <p:oleObj name="" r:id="rId8" imgW="1268095" imgH="1199515" progId="MS_ClipArt_Gallery.2">
                      <p:embed/>
                      <p:pic>
                        <p:nvPicPr>
                          <p:cNvPr id="0" name="图片 3093"/>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3822" name="Group 440"/>
            <p:cNvGrpSpPr/>
            <p:nvPr/>
          </p:nvGrpSpPr>
          <p:grpSpPr>
            <a:xfrm>
              <a:off x="3452" y="2445"/>
              <a:ext cx="139" cy="194"/>
              <a:chOff x="2556" y="2689"/>
              <a:chExt cx="183" cy="255"/>
            </a:xfrm>
          </p:grpSpPr>
          <p:pic>
            <p:nvPicPr>
              <p:cNvPr id="33946" name="Picture 441" descr="31u_bnrz[1]"/>
              <p:cNvPicPr>
                <a:picLocks noChangeAspect="1"/>
              </p:cNvPicPr>
              <p:nvPr/>
            </p:nvPicPr>
            <p:blipFill>
              <a:blip r:embed="rId9"/>
              <a:stretch>
                <a:fillRect/>
              </a:stretch>
            </p:blipFill>
            <p:spPr>
              <a:xfrm>
                <a:off x="2609" y="2770"/>
                <a:ext cx="121" cy="174"/>
              </a:xfrm>
              <a:prstGeom prst="rect">
                <a:avLst/>
              </a:prstGeom>
              <a:noFill/>
              <a:ln w="9525">
                <a:noFill/>
              </a:ln>
            </p:spPr>
          </p:pic>
          <p:sp>
            <p:nvSpPr>
              <p:cNvPr id="33947" name="Freeform 442"/>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33948" name="Freeform 443"/>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33949" name="Freeform 444"/>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33950" name="Freeform 445"/>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33951" name="Freeform 446"/>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33952" name="Freeform 447"/>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33953" name="Freeform 448"/>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33954" name="Freeform 449"/>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33955" name="Freeform 450"/>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33956" name="Freeform 451"/>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33957" name="Freeform 452"/>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33958" name="Freeform 453"/>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33959" name="Freeform 454"/>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33960" name="Freeform 455"/>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33961" name="Freeform 456"/>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33962" name="Freeform 457"/>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graphicFrame>
          <p:nvGraphicFramePr>
            <p:cNvPr id="33823" name="Object 458"/>
            <p:cNvGraphicFramePr>
              <a:graphicFrameLocks noChangeAspect="1"/>
            </p:cNvGraphicFramePr>
            <p:nvPr/>
          </p:nvGraphicFramePr>
          <p:xfrm>
            <a:off x="3694" y="2240"/>
            <a:ext cx="207" cy="173"/>
          </p:xfrm>
          <a:graphic>
            <a:graphicData uri="http://schemas.openxmlformats.org/presentationml/2006/ole">
              <mc:AlternateContent xmlns:mc="http://schemas.openxmlformats.org/markup-compatibility/2006">
                <mc:Choice xmlns:v="urn:schemas-microsoft-com:vml" Requires="v">
                  <p:oleObj spid="_x0000_s3096" name="" r:id="rId10" imgW="18192750" imgH="15087600" progId="MS_ClipArt_Gallery.2">
                    <p:embed/>
                  </p:oleObj>
                </mc:Choice>
                <mc:Fallback>
                  <p:oleObj name="" r:id="rId10" imgW="18192750" imgH="15087600" progId="MS_ClipArt_Gallery.2">
                    <p:embed/>
                    <p:pic>
                      <p:nvPicPr>
                        <p:cNvPr id="0" name="图片 3095"/>
                        <p:cNvPicPr/>
                        <p:nvPr/>
                      </p:nvPicPr>
                      <p:blipFill>
                        <a:blip r:embed="rId11"/>
                        <a:stretch>
                          <a:fillRect/>
                        </a:stretch>
                      </p:blipFill>
                      <p:spPr>
                        <a:xfrm>
                          <a:off x="3694" y="2240"/>
                          <a:ext cx="207" cy="173"/>
                        </a:xfrm>
                        <a:prstGeom prst="rect">
                          <a:avLst/>
                        </a:prstGeom>
                        <a:noFill/>
                        <a:ln w="38100">
                          <a:noFill/>
                          <a:miter/>
                        </a:ln>
                      </p:spPr>
                    </p:pic>
                  </p:oleObj>
                </mc:Fallback>
              </mc:AlternateContent>
            </a:graphicData>
          </a:graphic>
        </p:graphicFrame>
        <p:sp>
          <p:nvSpPr>
            <p:cNvPr id="33824" name="Line 459"/>
            <p:cNvSpPr/>
            <p:nvPr/>
          </p:nvSpPr>
          <p:spPr>
            <a:xfrm>
              <a:off x="4084" y="1820"/>
              <a:ext cx="321" cy="2"/>
            </a:xfrm>
            <a:prstGeom prst="line">
              <a:avLst/>
            </a:prstGeom>
            <a:ln w="9525" cap="flat" cmpd="sng">
              <a:solidFill>
                <a:schemeClr val="tx1"/>
              </a:solidFill>
              <a:prstDash val="solid"/>
              <a:headEnd type="none" w="med" len="med"/>
              <a:tailEnd type="none" w="med" len="med"/>
            </a:ln>
          </p:spPr>
        </p:sp>
        <p:sp>
          <p:nvSpPr>
            <p:cNvPr id="33825" name="Line 460"/>
            <p:cNvSpPr/>
            <p:nvPr/>
          </p:nvSpPr>
          <p:spPr>
            <a:xfrm>
              <a:off x="3811" y="1712"/>
              <a:ext cx="96" cy="52"/>
            </a:xfrm>
            <a:prstGeom prst="line">
              <a:avLst/>
            </a:prstGeom>
            <a:ln w="9525" cap="flat" cmpd="sng">
              <a:solidFill>
                <a:schemeClr val="tx1"/>
              </a:solidFill>
              <a:prstDash val="solid"/>
              <a:headEnd type="none" w="med" len="med"/>
              <a:tailEnd type="none" w="med" len="med"/>
            </a:ln>
          </p:spPr>
        </p:sp>
        <p:sp>
          <p:nvSpPr>
            <p:cNvPr id="33826" name="Freeform 461"/>
            <p:cNvSpPr/>
            <p:nvPr/>
          </p:nvSpPr>
          <p:spPr>
            <a:xfrm>
              <a:off x="3382" y="2976"/>
              <a:ext cx="1877" cy="917"/>
            </a:xfrm>
            <a:custGeom>
              <a:avLst/>
              <a:gdLst>
                <a:gd name="txL" fmla="*/ 0 w 1877"/>
                <a:gd name="txT" fmla="*/ 0 h 917"/>
                <a:gd name="txR" fmla="*/ 1877 w 1877"/>
                <a:gd name="txB" fmla="*/ 917 h 917"/>
              </a:gdLst>
              <a:ahLst/>
              <a:cxnLst>
                <a:cxn ang="0">
                  <a:pos x="889" y="23"/>
                </a:cxn>
                <a:cxn ang="0">
                  <a:pos x="692" y="109"/>
                </a:cxn>
                <a:cxn ang="0">
                  <a:pos x="415" y="91"/>
                </a:cxn>
                <a:cxn ang="0">
                  <a:pos x="112" y="170"/>
                </a:cxn>
                <a:cxn ang="0">
                  <a:pos x="50" y="353"/>
                </a:cxn>
                <a:cxn ang="0">
                  <a:pos x="14" y="528"/>
                </a:cxn>
                <a:cxn ang="0">
                  <a:pos x="139" y="650"/>
                </a:cxn>
                <a:cxn ang="0">
                  <a:pos x="505" y="781"/>
                </a:cxn>
                <a:cxn ang="0">
                  <a:pos x="933" y="886"/>
                </a:cxn>
                <a:cxn ang="0">
                  <a:pos x="1370" y="901"/>
                </a:cxn>
                <a:cxn ang="0">
                  <a:pos x="1676" y="793"/>
                </a:cxn>
                <a:cxn ang="0">
                  <a:pos x="1860" y="624"/>
                </a:cxn>
                <a:cxn ang="0">
                  <a:pos x="1776" y="219"/>
                </a:cxn>
                <a:cxn ang="0">
                  <a:pos x="1503" y="100"/>
                </a:cxn>
                <a:cxn ang="0">
                  <a:pos x="1200" y="13"/>
                </a:cxn>
                <a:cxn ang="0">
                  <a:pos x="889" y="23"/>
                </a:cxn>
              </a:cxnLst>
              <a:rect l="txL" t="txT" r="txR" b="txB"/>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alpha val="100000"/>
              </a:srgbClr>
            </a:solidFill>
            <a:ln w="9525">
              <a:noFill/>
            </a:ln>
          </p:spPr>
          <p:txBody>
            <a:bodyPr/>
            <a:p>
              <a:endParaRPr lang="zh-CN" altLang="en-US"/>
            </a:p>
          </p:txBody>
        </p:sp>
        <p:sp>
          <p:nvSpPr>
            <p:cNvPr id="33827" name="Line 462"/>
            <p:cNvSpPr/>
            <p:nvPr/>
          </p:nvSpPr>
          <p:spPr>
            <a:xfrm rot="-5400000">
              <a:off x="4791" y="3440"/>
              <a:ext cx="330" cy="88"/>
            </a:xfrm>
            <a:prstGeom prst="line">
              <a:avLst/>
            </a:prstGeom>
            <a:ln w="12700" cap="flat" cmpd="sng">
              <a:solidFill>
                <a:schemeClr val="tx1"/>
              </a:solidFill>
              <a:prstDash val="solid"/>
              <a:headEnd type="none" w="med" len="med"/>
              <a:tailEnd type="none" w="med" len="med"/>
            </a:ln>
          </p:spPr>
        </p:sp>
        <p:grpSp>
          <p:nvGrpSpPr>
            <p:cNvPr id="33828" name="Group 463"/>
            <p:cNvGrpSpPr/>
            <p:nvPr/>
          </p:nvGrpSpPr>
          <p:grpSpPr>
            <a:xfrm>
              <a:off x="4736" y="3526"/>
              <a:ext cx="125" cy="230"/>
              <a:chOff x="4180" y="783"/>
              <a:chExt cx="150" cy="307"/>
            </a:xfrm>
          </p:grpSpPr>
          <p:sp>
            <p:nvSpPr>
              <p:cNvPr id="33938" name="AutoShape 464"/>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39" name="Rectangle 465"/>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40" name="Rectangle 466"/>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41" name="AutoShape 467"/>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42" name="Line 468"/>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33943" name="Line 469"/>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33944" name="Rectangle 470"/>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45" name="Rectangle 471"/>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33829" name="Line 472"/>
            <p:cNvSpPr/>
            <p:nvPr/>
          </p:nvSpPr>
          <p:spPr>
            <a:xfrm rot="5400000" flipV="1">
              <a:off x="4883" y="3617"/>
              <a:ext cx="2" cy="54"/>
            </a:xfrm>
            <a:prstGeom prst="line">
              <a:avLst/>
            </a:prstGeom>
            <a:ln w="12700" cap="flat" cmpd="sng">
              <a:solidFill>
                <a:schemeClr val="tx1"/>
              </a:solidFill>
              <a:prstDash val="solid"/>
              <a:headEnd type="none" w="med" len="med"/>
              <a:tailEnd type="none" w="med" len="med"/>
            </a:ln>
          </p:spPr>
        </p:sp>
        <p:sp>
          <p:nvSpPr>
            <p:cNvPr id="33830" name="Line 473"/>
            <p:cNvSpPr/>
            <p:nvPr/>
          </p:nvSpPr>
          <p:spPr>
            <a:xfrm rot="-5400000">
              <a:off x="5000" y="3413"/>
              <a:ext cx="0" cy="72"/>
            </a:xfrm>
            <a:prstGeom prst="line">
              <a:avLst/>
            </a:prstGeom>
            <a:ln w="12700" cap="flat" cmpd="sng">
              <a:solidFill>
                <a:schemeClr val="tx1"/>
              </a:solidFill>
              <a:prstDash val="solid"/>
              <a:headEnd type="none" w="med" len="med"/>
              <a:tailEnd type="none" w="med" len="med"/>
            </a:ln>
          </p:spPr>
        </p:sp>
        <p:grpSp>
          <p:nvGrpSpPr>
            <p:cNvPr id="33831" name="Group 474"/>
            <p:cNvGrpSpPr/>
            <p:nvPr/>
          </p:nvGrpSpPr>
          <p:grpSpPr>
            <a:xfrm>
              <a:off x="4735" y="3230"/>
              <a:ext cx="316" cy="148"/>
              <a:chOff x="3600" y="219"/>
              <a:chExt cx="360" cy="175"/>
            </a:xfrm>
          </p:grpSpPr>
          <p:sp>
            <p:nvSpPr>
              <p:cNvPr id="33925" name="Oval 47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26" name="Line 47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3927" name="Line 47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3928" name="Rectangle 47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29" name="Oval 47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3930" name="Group 480"/>
              <p:cNvGrpSpPr/>
              <p:nvPr/>
            </p:nvGrpSpPr>
            <p:grpSpPr>
              <a:xfrm>
                <a:off x="3686" y="244"/>
                <a:ext cx="177" cy="66"/>
                <a:chOff x="2848" y="848"/>
                <a:chExt cx="140" cy="98"/>
              </a:xfrm>
            </p:grpSpPr>
            <p:sp>
              <p:nvSpPr>
                <p:cNvPr id="33935" name="Line 48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36" name="Line 48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3937" name="Line 48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3931" name="Group 484"/>
              <p:cNvGrpSpPr/>
              <p:nvPr/>
            </p:nvGrpSpPr>
            <p:grpSpPr>
              <a:xfrm flipV="1">
                <a:off x="3686" y="243"/>
                <a:ext cx="177" cy="66"/>
                <a:chOff x="2848" y="848"/>
                <a:chExt cx="140" cy="98"/>
              </a:xfrm>
            </p:grpSpPr>
            <p:sp>
              <p:nvSpPr>
                <p:cNvPr id="33932" name="Line 48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33" name="Line 48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3934" name="Line 48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3832" name="Group 488"/>
            <p:cNvGrpSpPr/>
            <p:nvPr/>
          </p:nvGrpSpPr>
          <p:grpSpPr>
            <a:xfrm>
              <a:off x="4221" y="3056"/>
              <a:ext cx="316" cy="148"/>
              <a:chOff x="3600" y="219"/>
              <a:chExt cx="360" cy="175"/>
            </a:xfrm>
          </p:grpSpPr>
          <p:sp>
            <p:nvSpPr>
              <p:cNvPr id="33912" name="Oval 48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13" name="Line 49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3914" name="Line 49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3915" name="Rectangle 49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16" name="Oval 49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3917" name="Group 494"/>
              <p:cNvGrpSpPr/>
              <p:nvPr/>
            </p:nvGrpSpPr>
            <p:grpSpPr>
              <a:xfrm>
                <a:off x="3686" y="244"/>
                <a:ext cx="177" cy="66"/>
                <a:chOff x="2848" y="848"/>
                <a:chExt cx="140" cy="98"/>
              </a:xfrm>
            </p:grpSpPr>
            <p:sp>
              <p:nvSpPr>
                <p:cNvPr id="33922" name="Line 49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23" name="Line 49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3924" name="Line 49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3918" name="Group 498"/>
              <p:cNvGrpSpPr/>
              <p:nvPr/>
            </p:nvGrpSpPr>
            <p:grpSpPr>
              <a:xfrm flipV="1">
                <a:off x="3686" y="243"/>
                <a:ext cx="177" cy="66"/>
                <a:chOff x="2848" y="848"/>
                <a:chExt cx="140" cy="98"/>
              </a:xfrm>
            </p:grpSpPr>
            <p:sp>
              <p:nvSpPr>
                <p:cNvPr id="33919" name="Line 49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20" name="Line 50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3921" name="Line 50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3833" name="Group 502"/>
            <p:cNvGrpSpPr/>
            <p:nvPr/>
          </p:nvGrpSpPr>
          <p:grpSpPr>
            <a:xfrm>
              <a:off x="3802" y="3248"/>
              <a:ext cx="316" cy="148"/>
              <a:chOff x="3600" y="219"/>
              <a:chExt cx="360" cy="175"/>
            </a:xfrm>
          </p:grpSpPr>
          <p:sp>
            <p:nvSpPr>
              <p:cNvPr id="33899" name="Oval 50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00" name="Line 50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3901" name="Line 50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3902" name="Rectangle 50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903" name="Oval 50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3904" name="Group 508"/>
              <p:cNvGrpSpPr/>
              <p:nvPr/>
            </p:nvGrpSpPr>
            <p:grpSpPr>
              <a:xfrm>
                <a:off x="3686" y="244"/>
                <a:ext cx="177" cy="66"/>
                <a:chOff x="2848" y="848"/>
                <a:chExt cx="140" cy="98"/>
              </a:xfrm>
            </p:grpSpPr>
            <p:sp>
              <p:nvSpPr>
                <p:cNvPr id="33909" name="Line 50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10" name="Line 51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3911" name="Line 51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3905" name="Group 512"/>
              <p:cNvGrpSpPr/>
              <p:nvPr/>
            </p:nvGrpSpPr>
            <p:grpSpPr>
              <a:xfrm flipV="1">
                <a:off x="3686" y="243"/>
                <a:ext cx="177" cy="66"/>
                <a:chOff x="2848" y="848"/>
                <a:chExt cx="140" cy="98"/>
              </a:xfrm>
            </p:grpSpPr>
            <p:sp>
              <p:nvSpPr>
                <p:cNvPr id="33906" name="Line 51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3907" name="Line 51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3908" name="Line 51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33834" name="Line 516"/>
            <p:cNvSpPr/>
            <p:nvPr/>
          </p:nvSpPr>
          <p:spPr>
            <a:xfrm>
              <a:off x="4504" y="3189"/>
              <a:ext cx="226" cy="76"/>
            </a:xfrm>
            <a:prstGeom prst="line">
              <a:avLst/>
            </a:prstGeom>
            <a:ln w="9525" cap="flat" cmpd="sng">
              <a:solidFill>
                <a:schemeClr val="tx1"/>
              </a:solidFill>
              <a:prstDash val="solid"/>
              <a:headEnd type="none" w="med" len="med"/>
              <a:tailEnd type="none" w="med" len="med"/>
            </a:ln>
          </p:spPr>
        </p:sp>
        <p:sp>
          <p:nvSpPr>
            <p:cNvPr id="33835" name="Line 517"/>
            <p:cNvSpPr/>
            <p:nvPr/>
          </p:nvSpPr>
          <p:spPr>
            <a:xfrm flipV="1">
              <a:off x="4093" y="3197"/>
              <a:ext cx="175" cy="69"/>
            </a:xfrm>
            <a:prstGeom prst="line">
              <a:avLst/>
            </a:prstGeom>
            <a:ln w="9525" cap="flat" cmpd="sng">
              <a:solidFill>
                <a:schemeClr val="tx1"/>
              </a:solidFill>
              <a:prstDash val="solid"/>
              <a:headEnd type="none" w="med" len="med"/>
              <a:tailEnd type="none" w="med" len="med"/>
            </a:ln>
          </p:spPr>
        </p:sp>
        <p:sp>
          <p:nvSpPr>
            <p:cNvPr id="33836" name="Line 518"/>
            <p:cNvSpPr/>
            <p:nvPr/>
          </p:nvSpPr>
          <p:spPr>
            <a:xfrm flipV="1">
              <a:off x="4120" y="3325"/>
              <a:ext cx="612" cy="0"/>
            </a:xfrm>
            <a:prstGeom prst="line">
              <a:avLst/>
            </a:prstGeom>
            <a:ln w="9525" cap="flat" cmpd="sng">
              <a:solidFill>
                <a:schemeClr val="tx1"/>
              </a:solidFill>
              <a:prstDash val="solid"/>
              <a:headEnd type="none" w="med" len="med"/>
              <a:tailEnd type="none" w="med" len="med"/>
            </a:ln>
          </p:spPr>
        </p:sp>
        <p:sp>
          <p:nvSpPr>
            <p:cNvPr id="33837" name="Line 519"/>
            <p:cNvSpPr/>
            <p:nvPr/>
          </p:nvSpPr>
          <p:spPr>
            <a:xfrm flipH="1">
              <a:off x="3676" y="3165"/>
              <a:ext cx="160" cy="296"/>
            </a:xfrm>
            <a:prstGeom prst="line">
              <a:avLst/>
            </a:prstGeom>
            <a:ln w="9525" cap="flat" cmpd="sng">
              <a:solidFill>
                <a:schemeClr val="tx1"/>
              </a:solidFill>
              <a:prstDash val="solid"/>
              <a:headEnd type="none" w="med" len="med"/>
              <a:tailEnd type="none" w="med" len="med"/>
            </a:ln>
          </p:spPr>
        </p:sp>
        <p:sp>
          <p:nvSpPr>
            <p:cNvPr id="33838" name="Line 520"/>
            <p:cNvSpPr/>
            <p:nvPr/>
          </p:nvSpPr>
          <p:spPr>
            <a:xfrm>
              <a:off x="3692" y="3197"/>
              <a:ext cx="124" cy="0"/>
            </a:xfrm>
            <a:prstGeom prst="line">
              <a:avLst/>
            </a:prstGeom>
            <a:ln w="9525" cap="flat" cmpd="sng">
              <a:solidFill>
                <a:schemeClr val="tx1"/>
              </a:solidFill>
              <a:prstDash val="solid"/>
              <a:headEnd type="none" w="med" len="med"/>
              <a:tailEnd type="none" w="med" len="med"/>
            </a:ln>
          </p:spPr>
        </p:sp>
        <p:sp>
          <p:nvSpPr>
            <p:cNvPr id="33839" name="Line 521"/>
            <p:cNvSpPr/>
            <p:nvPr/>
          </p:nvSpPr>
          <p:spPr>
            <a:xfrm>
              <a:off x="3604" y="3409"/>
              <a:ext cx="97" cy="0"/>
            </a:xfrm>
            <a:prstGeom prst="line">
              <a:avLst/>
            </a:prstGeom>
            <a:ln w="9525" cap="flat" cmpd="sng">
              <a:solidFill>
                <a:schemeClr val="tx1"/>
              </a:solidFill>
              <a:prstDash val="solid"/>
              <a:headEnd type="none" w="med" len="med"/>
              <a:tailEnd type="none" w="med" len="med"/>
            </a:ln>
          </p:spPr>
        </p:sp>
        <p:sp>
          <p:nvSpPr>
            <p:cNvPr id="33840" name="Line 522"/>
            <p:cNvSpPr/>
            <p:nvPr/>
          </p:nvSpPr>
          <p:spPr>
            <a:xfrm>
              <a:off x="3763" y="3459"/>
              <a:ext cx="309" cy="0"/>
            </a:xfrm>
            <a:prstGeom prst="line">
              <a:avLst/>
            </a:prstGeom>
            <a:ln w="9525" cap="flat" cmpd="sng">
              <a:solidFill>
                <a:schemeClr val="tx1"/>
              </a:solidFill>
              <a:prstDash val="solid"/>
              <a:headEnd type="none" w="med" len="med"/>
              <a:tailEnd type="none" w="med" len="med"/>
            </a:ln>
          </p:spPr>
        </p:sp>
        <p:sp>
          <p:nvSpPr>
            <p:cNvPr id="33841" name="Line 523"/>
            <p:cNvSpPr/>
            <p:nvPr/>
          </p:nvSpPr>
          <p:spPr>
            <a:xfrm flipH="1">
              <a:off x="3914" y="3401"/>
              <a:ext cx="34" cy="54"/>
            </a:xfrm>
            <a:prstGeom prst="line">
              <a:avLst/>
            </a:prstGeom>
            <a:ln w="9525" cap="flat" cmpd="sng">
              <a:solidFill>
                <a:schemeClr val="tx1"/>
              </a:solidFill>
              <a:prstDash val="solid"/>
              <a:headEnd type="none" w="med" len="med"/>
              <a:tailEnd type="none" w="med" len="med"/>
            </a:ln>
          </p:spPr>
        </p:sp>
        <p:sp>
          <p:nvSpPr>
            <p:cNvPr id="33842" name="Line 524"/>
            <p:cNvSpPr/>
            <p:nvPr/>
          </p:nvSpPr>
          <p:spPr>
            <a:xfrm>
              <a:off x="3796" y="3457"/>
              <a:ext cx="1" cy="52"/>
            </a:xfrm>
            <a:prstGeom prst="line">
              <a:avLst/>
            </a:prstGeom>
            <a:ln w="9525" cap="flat" cmpd="sng">
              <a:solidFill>
                <a:schemeClr val="tx1"/>
              </a:solidFill>
              <a:prstDash val="solid"/>
              <a:headEnd type="none" w="med" len="med"/>
              <a:tailEnd type="none" w="med" len="med"/>
            </a:ln>
          </p:spPr>
        </p:sp>
        <p:sp>
          <p:nvSpPr>
            <p:cNvPr id="33843" name="Line 525"/>
            <p:cNvSpPr/>
            <p:nvPr/>
          </p:nvSpPr>
          <p:spPr>
            <a:xfrm flipH="1" flipV="1">
              <a:off x="4046" y="3462"/>
              <a:ext cx="0" cy="48"/>
            </a:xfrm>
            <a:prstGeom prst="line">
              <a:avLst/>
            </a:prstGeom>
            <a:ln w="9525" cap="flat" cmpd="sng">
              <a:solidFill>
                <a:schemeClr val="tx1"/>
              </a:solidFill>
              <a:prstDash val="solid"/>
              <a:headEnd type="none" w="med" len="med"/>
              <a:tailEnd type="none" w="med" len="med"/>
            </a:ln>
          </p:spPr>
        </p:sp>
        <p:graphicFrame>
          <p:nvGraphicFramePr>
            <p:cNvPr id="33844" name="Object 526"/>
            <p:cNvGraphicFramePr>
              <a:graphicFrameLocks noChangeAspect="1"/>
            </p:cNvGraphicFramePr>
            <p:nvPr/>
          </p:nvGraphicFramePr>
          <p:xfrm>
            <a:off x="3451" y="3335"/>
            <a:ext cx="216" cy="180"/>
          </p:xfrm>
          <a:graphic>
            <a:graphicData uri="http://schemas.openxmlformats.org/presentationml/2006/ole">
              <mc:AlternateContent xmlns:mc="http://schemas.openxmlformats.org/markup-compatibility/2006">
                <mc:Choice xmlns:v="urn:schemas-microsoft-com:vml" Requires="v">
                  <p:oleObj spid="_x0000_s3099" name="" r:id="rId12" imgW="18192750" imgH="15087600" progId="MS_ClipArt_Gallery.2">
                    <p:embed/>
                  </p:oleObj>
                </mc:Choice>
                <mc:Fallback>
                  <p:oleObj name="" r:id="rId12" imgW="18192750" imgH="15087600" progId="MS_ClipArt_Gallery.2">
                    <p:embed/>
                    <p:pic>
                      <p:nvPicPr>
                        <p:cNvPr id="0" name="图片 3098"/>
                        <p:cNvPicPr/>
                        <p:nvPr/>
                      </p:nvPicPr>
                      <p:blipFill>
                        <a:blip r:embed="rId11"/>
                        <a:stretch>
                          <a:fillRect/>
                        </a:stretch>
                      </p:blipFill>
                      <p:spPr>
                        <a:xfrm>
                          <a:off x="3451" y="3335"/>
                          <a:ext cx="216" cy="180"/>
                        </a:xfrm>
                        <a:prstGeom prst="rect">
                          <a:avLst/>
                        </a:prstGeom>
                        <a:noFill/>
                        <a:ln w="38100">
                          <a:noFill/>
                          <a:miter/>
                        </a:ln>
                      </p:spPr>
                    </p:pic>
                  </p:oleObj>
                </mc:Fallback>
              </mc:AlternateContent>
            </a:graphicData>
          </a:graphic>
        </p:graphicFrame>
        <p:graphicFrame>
          <p:nvGraphicFramePr>
            <p:cNvPr id="33845" name="Object 527"/>
            <p:cNvGraphicFramePr>
              <a:graphicFrameLocks noChangeAspect="1"/>
            </p:cNvGraphicFramePr>
            <p:nvPr/>
          </p:nvGraphicFramePr>
          <p:xfrm>
            <a:off x="3555" y="3135"/>
            <a:ext cx="216" cy="180"/>
          </p:xfrm>
          <a:graphic>
            <a:graphicData uri="http://schemas.openxmlformats.org/presentationml/2006/ole">
              <mc:AlternateContent xmlns:mc="http://schemas.openxmlformats.org/markup-compatibility/2006">
                <mc:Choice xmlns:v="urn:schemas-microsoft-com:vml" Requires="v">
                  <p:oleObj spid="_x0000_s3103" name="" r:id="rId13" imgW="18192750" imgH="15087600" progId="MS_ClipArt_Gallery.2">
                    <p:embed/>
                  </p:oleObj>
                </mc:Choice>
                <mc:Fallback>
                  <p:oleObj name="" r:id="rId13" imgW="18192750" imgH="15087600" progId="MS_ClipArt_Gallery.2">
                    <p:embed/>
                    <p:pic>
                      <p:nvPicPr>
                        <p:cNvPr id="0" name="图片 3102"/>
                        <p:cNvPicPr/>
                        <p:nvPr/>
                      </p:nvPicPr>
                      <p:blipFill>
                        <a:blip r:embed="rId11"/>
                        <a:stretch>
                          <a:fillRect/>
                        </a:stretch>
                      </p:blipFill>
                      <p:spPr>
                        <a:xfrm>
                          <a:off x="3555" y="3135"/>
                          <a:ext cx="216" cy="180"/>
                        </a:xfrm>
                        <a:prstGeom prst="rect">
                          <a:avLst/>
                        </a:prstGeom>
                        <a:noFill/>
                        <a:ln w="38100">
                          <a:noFill/>
                          <a:miter/>
                        </a:ln>
                      </p:spPr>
                    </p:pic>
                  </p:oleObj>
                </mc:Fallback>
              </mc:AlternateContent>
            </a:graphicData>
          </a:graphic>
        </p:graphicFrame>
        <p:graphicFrame>
          <p:nvGraphicFramePr>
            <p:cNvPr id="33846" name="Object 528"/>
            <p:cNvGraphicFramePr>
              <a:graphicFrameLocks noChangeAspect="1"/>
            </p:cNvGraphicFramePr>
            <p:nvPr/>
          </p:nvGraphicFramePr>
          <p:xfrm>
            <a:off x="3723" y="3495"/>
            <a:ext cx="216" cy="180"/>
          </p:xfrm>
          <a:graphic>
            <a:graphicData uri="http://schemas.openxmlformats.org/presentationml/2006/ole">
              <mc:AlternateContent xmlns:mc="http://schemas.openxmlformats.org/markup-compatibility/2006">
                <mc:Choice xmlns:v="urn:schemas-microsoft-com:vml" Requires="v">
                  <p:oleObj spid="_x0000_s3098" name="" r:id="rId14" imgW="18192750" imgH="15087600" progId="MS_ClipArt_Gallery.2">
                    <p:embed/>
                  </p:oleObj>
                </mc:Choice>
                <mc:Fallback>
                  <p:oleObj name="" r:id="rId14" imgW="18192750" imgH="15087600" progId="MS_ClipArt_Gallery.2">
                    <p:embed/>
                    <p:pic>
                      <p:nvPicPr>
                        <p:cNvPr id="0" name="图片 3097"/>
                        <p:cNvPicPr/>
                        <p:nvPr/>
                      </p:nvPicPr>
                      <p:blipFill>
                        <a:blip r:embed="rId11"/>
                        <a:stretch>
                          <a:fillRect/>
                        </a:stretch>
                      </p:blipFill>
                      <p:spPr>
                        <a:xfrm>
                          <a:off x="3723" y="3495"/>
                          <a:ext cx="216" cy="180"/>
                        </a:xfrm>
                        <a:prstGeom prst="rect">
                          <a:avLst/>
                        </a:prstGeom>
                        <a:noFill/>
                        <a:ln w="38100">
                          <a:noFill/>
                          <a:miter/>
                        </a:ln>
                      </p:spPr>
                    </p:pic>
                  </p:oleObj>
                </mc:Fallback>
              </mc:AlternateContent>
            </a:graphicData>
          </a:graphic>
        </p:graphicFrame>
        <p:graphicFrame>
          <p:nvGraphicFramePr>
            <p:cNvPr id="33847" name="Object 529"/>
            <p:cNvGraphicFramePr>
              <a:graphicFrameLocks noChangeAspect="1"/>
            </p:cNvGraphicFramePr>
            <p:nvPr/>
          </p:nvGraphicFramePr>
          <p:xfrm>
            <a:off x="3937" y="3497"/>
            <a:ext cx="216" cy="180"/>
          </p:xfrm>
          <a:graphic>
            <a:graphicData uri="http://schemas.openxmlformats.org/presentationml/2006/ole">
              <mc:AlternateContent xmlns:mc="http://schemas.openxmlformats.org/markup-compatibility/2006">
                <mc:Choice xmlns:v="urn:schemas-microsoft-com:vml" Requires="v">
                  <p:oleObj spid="_x0000_s3097" name="" r:id="rId15" imgW="18192750" imgH="15087600" progId="MS_ClipArt_Gallery.2">
                    <p:embed/>
                  </p:oleObj>
                </mc:Choice>
                <mc:Fallback>
                  <p:oleObj name="" r:id="rId15" imgW="18192750" imgH="15087600" progId="MS_ClipArt_Gallery.2">
                    <p:embed/>
                    <p:pic>
                      <p:nvPicPr>
                        <p:cNvPr id="0" name="图片 3096"/>
                        <p:cNvPicPr/>
                        <p:nvPr/>
                      </p:nvPicPr>
                      <p:blipFill>
                        <a:blip r:embed="rId11"/>
                        <a:stretch>
                          <a:fillRect/>
                        </a:stretch>
                      </p:blipFill>
                      <p:spPr>
                        <a:xfrm>
                          <a:off x="3937" y="3497"/>
                          <a:ext cx="216" cy="180"/>
                        </a:xfrm>
                        <a:prstGeom prst="rect">
                          <a:avLst/>
                        </a:prstGeom>
                        <a:noFill/>
                        <a:ln w="38100">
                          <a:noFill/>
                          <a:miter/>
                        </a:ln>
                      </p:spPr>
                    </p:pic>
                  </p:oleObj>
                </mc:Fallback>
              </mc:AlternateContent>
            </a:graphicData>
          </a:graphic>
        </p:graphicFrame>
        <p:grpSp>
          <p:nvGrpSpPr>
            <p:cNvPr id="33848" name="Group 530"/>
            <p:cNvGrpSpPr/>
            <p:nvPr/>
          </p:nvGrpSpPr>
          <p:grpSpPr>
            <a:xfrm>
              <a:off x="4509" y="3576"/>
              <a:ext cx="172" cy="215"/>
              <a:chOff x="2870" y="1518"/>
              <a:chExt cx="292" cy="320"/>
            </a:xfrm>
          </p:grpSpPr>
          <p:graphicFrame>
            <p:nvGraphicFramePr>
              <p:cNvPr id="33897" name="Object 53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0" name="" r:id="rId16" imgW="11601450" imgH="11791950" progId="MS_ClipArt_Gallery.2">
                      <p:embed/>
                    </p:oleObj>
                  </mc:Choice>
                  <mc:Fallback>
                    <p:oleObj name="" r:id="rId16" imgW="11601450" imgH="11791950" progId="MS_ClipArt_Gallery.2">
                      <p:embed/>
                      <p:pic>
                        <p:nvPicPr>
                          <p:cNvPr id="0" name="图片 3099"/>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3898" name="Object 53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1" name="" r:id="rId17" imgW="1268095" imgH="1199515" progId="MS_ClipArt_Gallery.2">
                      <p:embed/>
                    </p:oleObj>
                  </mc:Choice>
                  <mc:Fallback>
                    <p:oleObj name="" r:id="rId17" imgW="1268095" imgH="1199515" progId="MS_ClipArt_Gallery.2">
                      <p:embed/>
                      <p:pic>
                        <p:nvPicPr>
                          <p:cNvPr id="0" name="图片 3100"/>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3849" name="Group 533"/>
            <p:cNvGrpSpPr/>
            <p:nvPr/>
          </p:nvGrpSpPr>
          <p:grpSpPr>
            <a:xfrm>
              <a:off x="4225" y="3608"/>
              <a:ext cx="220" cy="203"/>
              <a:chOff x="2870" y="1518"/>
              <a:chExt cx="292" cy="320"/>
            </a:xfrm>
          </p:grpSpPr>
          <p:graphicFrame>
            <p:nvGraphicFramePr>
              <p:cNvPr id="33895" name="Object 53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2" name="" r:id="rId18" imgW="11601450" imgH="11791950" progId="MS_ClipArt_Gallery.2">
                      <p:embed/>
                    </p:oleObj>
                  </mc:Choice>
                  <mc:Fallback>
                    <p:oleObj name="" r:id="rId18" imgW="11601450" imgH="11791950" progId="MS_ClipArt_Gallery.2">
                      <p:embed/>
                      <p:pic>
                        <p:nvPicPr>
                          <p:cNvPr id="0" name="图片 3101"/>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3896" name="Object 53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4" name="" r:id="rId19" imgW="1268095" imgH="1199515" progId="MS_ClipArt_Gallery.2">
                      <p:embed/>
                    </p:oleObj>
                  </mc:Choice>
                  <mc:Fallback>
                    <p:oleObj name="" r:id="rId19" imgW="1268095" imgH="1199515" progId="MS_ClipArt_Gallery.2">
                      <p:embed/>
                      <p:pic>
                        <p:nvPicPr>
                          <p:cNvPr id="0" name="图片 3103"/>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3850" name="Group 536"/>
            <p:cNvGrpSpPr/>
            <p:nvPr/>
          </p:nvGrpSpPr>
          <p:grpSpPr>
            <a:xfrm>
              <a:off x="4324" y="3364"/>
              <a:ext cx="183" cy="255"/>
              <a:chOff x="2556" y="2689"/>
              <a:chExt cx="183" cy="255"/>
            </a:xfrm>
          </p:grpSpPr>
          <p:pic>
            <p:nvPicPr>
              <p:cNvPr id="33878" name="Picture 537" descr="31u_bnrz[1]"/>
              <p:cNvPicPr>
                <a:picLocks noChangeAspect="1"/>
              </p:cNvPicPr>
              <p:nvPr/>
            </p:nvPicPr>
            <p:blipFill>
              <a:blip r:embed="rId9"/>
              <a:stretch>
                <a:fillRect/>
              </a:stretch>
            </p:blipFill>
            <p:spPr>
              <a:xfrm>
                <a:off x="2609" y="2770"/>
                <a:ext cx="121" cy="174"/>
              </a:xfrm>
              <a:prstGeom prst="rect">
                <a:avLst/>
              </a:prstGeom>
              <a:noFill/>
              <a:ln w="9525">
                <a:noFill/>
              </a:ln>
            </p:spPr>
          </p:pic>
          <p:sp>
            <p:nvSpPr>
              <p:cNvPr id="33879" name="Freeform 538"/>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33880" name="Freeform 539"/>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33881" name="Freeform 540"/>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33882" name="Freeform 541"/>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33883" name="Freeform 542"/>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33884" name="Freeform 543"/>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33885" name="Freeform 544"/>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33886" name="Freeform 545"/>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33887" name="Freeform 546"/>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33888" name="Freeform 547"/>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33889" name="Freeform 548"/>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33890" name="Freeform 549"/>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33891" name="Freeform 550"/>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33892" name="Freeform 551"/>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33893" name="Freeform 552"/>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33894" name="Freeform 553"/>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sp>
          <p:nvSpPr>
            <p:cNvPr id="33851" name="Line 554"/>
            <p:cNvSpPr/>
            <p:nvPr/>
          </p:nvSpPr>
          <p:spPr>
            <a:xfrm>
              <a:off x="4097" y="3373"/>
              <a:ext cx="317" cy="170"/>
            </a:xfrm>
            <a:prstGeom prst="line">
              <a:avLst/>
            </a:prstGeom>
            <a:ln w="9525" cap="flat" cmpd="sng">
              <a:solidFill>
                <a:schemeClr val="tx1"/>
              </a:solidFill>
              <a:prstDash val="solid"/>
              <a:headEnd type="none" w="med" len="med"/>
              <a:tailEnd type="none" w="med" len="med"/>
            </a:ln>
          </p:spPr>
        </p:sp>
        <p:sp>
          <p:nvSpPr>
            <p:cNvPr id="33852" name="Line 555"/>
            <p:cNvSpPr/>
            <p:nvPr/>
          </p:nvSpPr>
          <p:spPr>
            <a:xfrm>
              <a:off x="3750" y="3332"/>
              <a:ext cx="51" cy="0"/>
            </a:xfrm>
            <a:prstGeom prst="line">
              <a:avLst/>
            </a:prstGeom>
            <a:ln w="9525" cap="flat" cmpd="sng">
              <a:solidFill>
                <a:schemeClr val="tx1"/>
              </a:solidFill>
              <a:prstDash val="solid"/>
              <a:headEnd type="none" w="med" len="med"/>
              <a:tailEnd type="none" w="med" len="med"/>
            </a:ln>
          </p:spPr>
        </p:sp>
        <p:grpSp>
          <p:nvGrpSpPr>
            <p:cNvPr id="33853" name="Group 556"/>
            <p:cNvGrpSpPr/>
            <p:nvPr/>
          </p:nvGrpSpPr>
          <p:grpSpPr>
            <a:xfrm>
              <a:off x="4995" y="3370"/>
              <a:ext cx="131" cy="258"/>
              <a:chOff x="4180" y="783"/>
              <a:chExt cx="150" cy="307"/>
            </a:xfrm>
          </p:grpSpPr>
          <p:sp>
            <p:nvSpPr>
              <p:cNvPr id="33870" name="AutoShape 557"/>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871" name="Rectangle 558"/>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872" name="Rectangle 559"/>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873" name="AutoShape 560"/>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874" name="Line 561"/>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33875" name="Line 562"/>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33876" name="Rectangle 563"/>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3877" name="Rectangle 564"/>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33854" name="Line 565"/>
            <p:cNvSpPr/>
            <p:nvPr/>
          </p:nvSpPr>
          <p:spPr>
            <a:xfrm flipH="1">
              <a:off x="3806" y="2401"/>
              <a:ext cx="2" cy="91"/>
            </a:xfrm>
            <a:prstGeom prst="line">
              <a:avLst/>
            </a:prstGeom>
            <a:ln w="9525" cap="flat" cmpd="sng">
              <a:solidFill>
                <a:schemeClr val="tx1"/>
              </a:solidFill>
              <a:prstDash val="solid"/>
              <a:headEnd type="none" w="med" len="med"/>
              <a:tailEnd type="none" w="med" len="med"/>
            </a:ln>
          </p:spPr>
        </p:sp>
        <p:sp>
          <p:nvSpPr>
            <p:cNvPr id="33855" name="Line 566"/>
            <p:cNvSpPr/>
            <p:nvPr/>
          </p:nvSpPr>
          <p:spPr>
            <a:xfrm flipV="1">
              <a:off x="4623" y="1760"/>
              <a:ext cx="78" cy="55"/>
            </a:xfrm>
            <a:prstGeom prst="line">
              <a:avLst/>
            </a:prstGeom>
            <a:ln w="9525" cap="flat" cmpd="sng">
              <a:solidFill>
                <a:schemeClr val="tx1"/>
              </a:solidFill>
              <a:prstDash val="solid"/>
              <a:headEnd type="none" w="med" len="med"/>
              <a:tailEnd type="none" w="med" len="med"/>
            </a:ln>
          </p:spPr>
        </p:sp>
        <p:sp>
          <p:nvSpPr>
            <p:cNvPr id="33856" name="Line 567"/>
            <p:cNvSpPr/>
            <p:nvPr/>
          </p:nvSpPr>
          <p:spPr>
            <a:xfrm>
              <a:off x="4514" y="1869"/>
              <a:ext cx="0" cy="52"/>
            </a:xfrm>
            <a:prstGeom prst="line">
              <a:avLst/>
            </a:prstGeom>
            <a:ln w="9525" cap="flat" cmpd="sng">
              <a:solidFill>
                <a:schemeClr val="tx1"/>
              </a:solidFill>
              <a:prstDash val="solid"/>
              <a:headEnd type="none" w="med" len="med"/>
              <a:tailEnd type="none" w="med" len="med"/>
            </a:ln>
          </p:spPr>
        </p:sp>
        <p:sp>
          <p:nvSpPr>
            <p:cNvPr id="33857" name="Line 568"/>
            <p:cNvSpPr/>
            <p:nvPr/>
          </p:nvSpPr>
          <p:spPr>
            <a:xfrm flipV="1">
              <a:off x="4630" y="1804"/>
              <a:ext cx="166" cy="182"/>
            </a:xfrm>
            <a:prstGeom prst="line">
              <a:avLst/>
            </a:prstGeom>
            <a:ln w="9525" cap="flat" cmpd="sng">
              <a:solidFill>
                <a:schemeClr val="tx1"/>
              </a:solidFill>
              <a:prstDash val="solid"/>
              <a:headEnd type="none" w="med" len="med"/>
              <a:tailEnd type="none" w="med" len="med"/>
            </a:ln>
          </p:spPr>
        </p:sp>
        <p:sp>
          <p:nvSpPr>
            <p:cNvPr id="33858" name="Line 569"/>
            <p:cNvSpPr/>
            <p:nvPr/>
          </p:nvSpPr>
          <p:spPr>
            <a:xfrm>
              <a:off x="4852" y="1803"/>
              <a:ext cx="0" cy="124"/>
            </a:xfrm>
            <a:prstGeom prst="line">
              <a:avLst/>
            </a:prstGeom>
            <a:ln w="9525" cap="flat" cmpd="sng">
              <a:solidFill>
                <a:schemeClr val="tx1"/>
              </a:solidFill>
              <a:prstDash val="solid"/>
              <a:headEnd type="none" w="med" len="med"/>
              <a:tailEnd type="none" w="med" len="med"/>
            </a:ln>
          </p:spPr>
        </p:sp>
        <p:sp>
          <p:nvSpPr>
            <p:cNvPr id="33859" name="Line 570"/>
            <p:cNvSpPr/>
            <p:nvPr/>
          </p:nvSpPr>
          <p:spPr>
            <a:xfrm>
              <a:off x="4634" y="1996"/>
              <a:ext cx="119" cy="0"/>
            </a:xfrm>
            <a:prstGeom prst="line">
              <a:avLst/>
            </a:prstGeom>
            <a:ln w="9525" cap="flat" cmpd="sng">
              <a:solidFill>
                <a:schemeClr val="tx1"/>
              </a:solidFill>
              <a:prstDash val="solid"/>
              <a:headEnd type="none" w="med" len="med"/>
              <a:tailEnd type="none" w="med" len="med"/>
            </a:ln>
          </p:spPr>
        </p:sp>
        <p:sp>
          <p:nvSpPr>
            <p:cNvPr id="33860" name="Line 571"/>
            <p:cNvSpPr/>
            <p:nvPr/>
          </p:nvSpPr>
          <p:spPr>
            <a:xfrm flipV="1">
              <a:off x="3560" y="2542"/>
              <a:ext cx="106" cy="2"/>
            </a:xfrm>
            <a:prstGeom prst="line">
              <a:avLst/>
            </a:prstGeom>
            <a:ln w="9525" cap="flat" cmpd="sng">
              <a:solidFill>
                <a:schemeClr val="tx1"/>
              </a:solidFill>
              <a:prstDash val="solid"/>
              <a:headEnd type="none" w="med" len="med"/>
              <a:tailEnd type="none" w="med" len="med"/>
            </a:ln>
          </p:spPr>
        </p:sp>
        <p:sp>
          <p:nvSpPr>
            <p:cNvPr id="33861" name="Line 572"/>
            <p:cNvSpPr/>
            <p:nvPr/>
          </p:nvSpPr>
          <p:spPr>
            <a:xfrm flipV="1">
              <a:off x="4895" y="1614"/>
              <a:ext cx="150" cy="106"/>
            </a:xfrm>
            <a:prstGeom prst="line">
              <a:avLst/>
            </a:prstGeom>
            <a:ln w="9525" cap="flat" cmpd="sng">
              <a:solidFill>
                <a:schemeClr val="tx1"/>
              </a:solidFill>
              <a:prstDash val="solid"/>
              <a:headEnd type="none" w="med" len="med"/>
              <a:tailEnd type="none" w="med" len="med"/>
            </a:ln>
          </p:spPr>
        </p:sp>
        <p:sp>
          <p:nvSpPr>
            <p:cNvPr id="33862" name="Line 573"/>
            <p:cNvSpPr/>
            <p:nvPr/>
          </p:nvSpPr>
          <p:spPr>
            <a:xfrm>
              <a:off x="4983" y="1990"/>
              <a:ext cx="112" cy="0"/>
            </a:xfrm>
            <a:prstGeom prst="line">
              <a:avLst/>
            </a:prstGeom>
            <a:ln w="9525" cap="flat" cmpd="sng">
              <a:solidFill>
                <a:schemeClr val="tx1"/>
              </a:solidFill>
              <a:prstDash val="solid"/>
              <a:headEnd type="none" w="med" len="med"/>
              <a:tailEnd type="none" w="med" len="med"/>
            </a:ln>
          </p:spPr>
        </p:sp>
        <p:sp>
          <p:nvSpPr>
            <p:cNvPr id="33863" name="Line 574"/>
            <p:cNvSpPr/>
            <p:nvPr/>
          </p:nvSpPr>
          <p:spPr>
            <a:xfrm flipH="1">
              <a:off x="4445" y="2038"/>
              <a:ext cx="62" cy="444"/>
            </a:xfrm>
            <a:prstGeom prst="line">
              <a:avLst/>
            </a:prstGeom>
            <a:ln w="9525" cap="flat" cmpd="sng">
              <a:solidFill>
                <a:schemeClr val="tx1"/>
              </a:solidFill>
              <a:prstDash val="solid"/>
              <a:headEnd type="none" w="med" len="med"/>
              <a:tailEnd type="none" w="med" len="med"/>
            </a:ln>
          </p:spPr>
        </p:sp>
        <p:sp>
          <p:nvSpPr>
            <p:cNvPr id="33864" name="Line 575"/>
            <p:cNvSpPr/>
            <p:nvPr/>
          </p:nvSpPr>
          <p:spPr>
            <a:xfrm flipH="1">
              <a:off x="4817" y="2038"/>
              <a:ext cx="70" cy="458"/>
            </a:xfrm>
            <a:prstGeom prst="line">
              <a:avLst/>
            </a:prstGeom>
            <a:ln w="9525" cap="flat" cmpd="sng">
              <a:solidFill>
                <a:schemeClr val="tx1"/>
              </a:solidFill>
              <a:prstDash val="solid"/>
              <a:headEnd type="none" w="med" len="med"/>
              <a:tailEnd type="none" w="med" len="med"/>
            </a:ln>
          </p:spPr>
        </p:sp>
        <p:sp>
          <p:nvSpPr>
            <p:cNvPr id="33865" name="Text Box 576"/>
            <p:cNvSpPr txBox="1"/>
            <p:nvPr/>
          </p:nvSpPr>
          <p:spPr>
            <a:xfrm>
              <a:off x="3229" y="2006"/>
              <a:ext cx="10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Home network</a:t>
              </a:r>
              <a:endParaRPr lang="en-US" altLang="zh-CN" sz="1800" dirty="0">
                <a:ea typeface="宋体" panose="02010600030101010101" pitchFamily="2" charset="-122"/>
              </a:endParaRPr>
            </a:p>
          </p:txBody>
        </p:sp>
        <p:sp>
          <p:nvSpPr>
            <p:cNvPr id="33866" name="Text Box 577"/>
            <p:cNvSpPr txBox="1"/>
            <p:nvPr/>
          </p:nvSpPr>
          <p:spPr>
            <a:xfrm>
              <a:off x="3515" y="2852"/>
              <a:ext cx="1550"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Institutional network</a:t>
              </a:r>
              <a:endParaRPr lang="en-US" altLang="zh-CN" sz="1800" dirty="0">
                <a:ea typeface="宋体" panose="02010600030101010101" pitchFamily="2" charset="-122"/>
              </a:endParaRPr>
            </a:p>
          </p:txBody>
        </p:sp>
        <p:sp>
          <p:nvSpPr>
            <p:cNvPr id="33867" name="Text Box 578"/>
            <p:cNvSpPr txBox="1"/>
            <p:nvPr/>
          </p:nvSpPr>
          <p:spPr>
            <a:xfrm>
              <a:off x="3234" y="1065"/>
              <a:ext cx="1149"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Mobile network</a:t>
              </a:r>
              <a:endParaRPr lang="en-US" altLang="zh-CN" sz="1800" dirty="0">
                <a:ea typeface="宋体" panose="02010600030101010101" pitchFamily="2" charset="-122"/>
              </a:endParaRPr>
            </a:p>
          </p:txBody>
        </p:sp>
        <p:sp>
          <p:nvSpPr>
            <p:cNvPr id="33868" name="Text Box 579"/>
            <p:cNvSpPr txBox="1"/>
            <p:nvPr/>
          </p:nvSpPr>
          <p:spPr>
            <a:xfrm>
              <a:off x="4369" y="1368"/>
              <a:ext cx="82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Global ISP</a:t>
              </a:r>
              <a:endParaRPr lang="en-US" altLang="zh-CN" sz="1800" dirty="0">
                <a:ea typeface="宋体" panose="02010600030101010101" pitchFamily="2" charset="-122"/>
              </a:endParaRPr>
            </a:p>
          </p:txBody>
        </p:sp>
        <p:sp>
          <p:nvSpPr>
            <p:cNvPr id="33869" name="Text Box 580"/>
            <p:cNvSpPr txBox="1"/>
            <p:nvPr/>
          </p:nvSpPr>
          <p:spPr>
            <a:xfrm>
              <a:off x="4240" y="2240"/>
              <a:ext cx="96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Regional ISP</a:t>
              </a:r>
              <a:endParaRPr lang="en-US" altLang="zh-CN" sz="1800" dirty="0">
                <a:ea typeface="宋体" panose="02010600030101010101" pitchFamily="2" charset="-122"/>
              </a:endParaRPr>
            </a:p>
          </p:txBody>
        </p:sp>
      </p:gr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35843"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35844" name="Rectangle 2"/>
          <p:cNvSpPr>
            <a:spLocks noGrp="1"/>
          </p:cNvSpPr>
          <p:nvPr>
            <p:ph type="title"/>
          </p:nvPr>
        </p:nvSpPr>
        <p:spPr>
          <a:xfrm>
            <a:off x="304800" y="228600"/>
            <a:ext cx="8382000" cy="1143000"/>
          </a:xfrm>
        </p:spPr>
        <p:txBody>
          <a:bodyPr vert="horz" wrap="square" lIns="91440" tIns="45720" rIns="91440" bIns="45720" anchor="ctr" anchorCtr="0"/>
          <a:p>
            <a:r>
              <a:rPr lang="en-US" altLang="zh-CN" sz="3200" dirty="0">
                <a:ea typeface="宋体" panose="02010600030101010101" pitchFamily="2" charset="-122"/>
              </a:rPr>
              <a:t>What’s the Internet: a service view</a:t>
            </a:r>
            <a:endParaRPr lang="en-US" altLang="zh-CN" dirty="0">
              <a:ea typeface="宋体" panose="02010600030101010101" pitchFamily="2" charset="-122"/>
            </a:endParaRPr>
          </a:p>
        </p:txBody>
      </p:sp>
      <p:sp>
        <p:nvSpPr>
          <p:cNvPr id="35845" name="Rectangle 3"/>
          <p:cNvSpPr>
            <a:spLocks noGrp="1"/>
          </p:cNvSpPr>
          <p:nvPr>
            <p:ph sz="half" idx="1"/>
          </p:nvPr>
        </p:nvSpPr>
        <p:spPr>
          <a:xfrm>
            <a:off x="352425" y="1233488"/>
            <a:ext cx="4640263" cy="5145087"/>
          </a:xfrm>
        </p:spPr>
        <p:txBody>
          <a:bodyPr vert="horz" wrap="square" lIns="91440" tIns="45720" rIns="91440" bIns="45720" anchor="t" anchorCtr="0"/>
          <a:p>
            <a:pPr>
              <a:buSzPct val="85000"/>
            </a:pPr>
            <a:r>
              <a:rPr lang="en-US" altLang="zh-CN" sz="2400" dirty="0">
                <a:solidFill>
                  <a:srgbClr val="FF0000"/>
                </a:solidFill>
                <a:latin typeface="+mn-lt"/>
                <a:ea typeface="宋体" panose="02010600030101010101" pitchFamily="2" charset="-122"/>
                <a:cs typeface="+mn-cs"/>
              </a:rPr>
              <a:t>communication </a:t>
            </a:r>
            <a:r>
              <a:rPr lang="en-US" altLang="zh-CN" sz="2400" i="1" dirty="0">
                <a:solidFill>
                  <a:srgbClr val="FF0000"/>
                </a:solidFill>
                <a:latin typeface="+mn-lt"/>
                <a:ea typeface="宋体" panose="02010600030101010101" pitchFamily="2" charset="-122"/>
                <a:cs typeface="+mn-cs"/>
              </a:rPr>
              <a:t>infrastructure </a:t>
            </a:r>
            <a:r>
              <a:rPr lang="en-US" altLang="zh-CN" sz="2400" dirty="0">
                <a:latin typeface="+mn-lt"/>
                <a:ea typeface="宋体" panose="02010600030101010101" pitchFamily="2" charset="-122"/>
                <a:cs typeface="+mn-cs"/>
              </a:rPr>
              <a:t>enables distributed applications:</a:t>
            </a:r>
            <a:endParaRPr lang="en-US" altLang="zh-CN" sz="2400" dirty="0">
              <a:latin typeface="+mn-lt"/>
              <a:ea typeface="宋体" panose="02010600030101010101" pitchFamily="2" charset="-122"/>
              <a:cs typeface="+mn-cs"/>
            </a:endParaRPr>
          </a:p>
          <a:p>
            <a:pPr lvl="1">
              <a:buSzPct val="75000"/>
            </a:pPr>
            <a:r>
              <a:rPr lang="en-US" altLang="zh-CN" dirty="0">
                <a:latin typeface="+mn-lt"/>
                <a:ea typeface="宋体" panose="02010600030101010101" pitchFamily="2" charset="-122"/>
              </a:rPr>
              <a:t>Web, VoIP, email, games, e-commerce, file sharing</a:t>
            </a:r>
            <a:endParaRPr lang="en-US" altLang="zh-CN" dirty="0">
              <a:latin typeface="+mn-lt"/>
              <a:ea typeface="宋体" panose="02010600030101010101" pitchFamily="2" charset="-122"/>
            </a:endParaRPr>
          </a:p>
          <a:p>
            <a:pPr>
              <a:buSzPct val="85000"/>
            </a:pPr>
            <a:r>
              <a:rPr lang="en-US" altLang="zh-CN" sz="2400" dirty="0">
                <a:solidFill>
                  <a:srgbClr val="FF0000"/>
                </a:solidFill>
                <a:latin typeface="+mn-lt"/>
                <a:ea typeface="宋体" panose="02010600030101010101" pitchFamily="2" charset="-122"/>
                <a:cs typeface="+mn-cs"/>
              </a:rPr>
              <a:t>communication services provided to apps:</a:t>
            </a:r>
            <a:endParaRPr lang="en-US" altLang="zh-CN" sz="2400" dirty="0">
              <a:latin typeface="+mn-lt"/>
              <a:ea typeface="宋体" panose="02010600030101010101" pitchFamily="2" charset="-122"/>
              <a:cs typeface="+mn-cs"/>
            </a:endParaRPr>
          </a:p>
          <a:p>
            <a:pPr lvl="1">
              <a:buSzPct val="75000"/>
            </a:pPr>
            <a:r>
              <a:rPr lang="en-US" altLang="zh-CN" dirty="0">
                <a:latin typeface="+mn-lt"/>
                <a:ea typeface="宋体" panose="02010600030101010101" pitchFamily="2" charset="-122"/>
              </a:rPr>
              <a:t>reliable data delivery from source to destination</a:t>
            </a:r>
            <a:endParaRPr lang="en-US" altLang="zh-CN" dirty="0">
              <a:latin typeface="+mn-lt"/>
              <a:ea typeface="宋体" panose="02010600030101010101" pitchFamily="2" charset="-122"/>
            </a:endParaRPr>
          </a:p>
          <a:p>
            <a:pPr lvl="1">
              <a:buSzPct val="75000"/>
            </a:pPr>
            <a:r>
              <a:rPr lang="en-US" altLang="zh-CN" dirty="0">
                <a:latin typeface="+mn-lt"/>
                <a:ea typeface="宋体" panose="02010600030101010101" pitchFamily="2" charset="-122"/>
              </a:rPr>
              <a:t>“best effort” (unreliable) data delivery</a:t>
            </a:r>
            <a:endParaRPr lang="en-US" altLang="zh-CN" dirty="0">
              <a:latin typeface="+mn-lt"/>
              <a:ea typeface="宋体" panose="02010600030101010101" pitchFamily="2" charset="-122"/>
            </a:endParaRPr>
          </a:p>
        </p:txBody>
      </p:sp>
      <p:grpSp>
        <p:nvGrpSpPr>
          <p:cNvPr id="35846" name="Group 583"/>
          <p:cNvGrpSpPr/>
          <p:nvPr/>
        </p:nvGrpSpPr>
        <p:grpSpPr>
          <a:xfrm>
            <a:off x="4989513" y="1639888"/>
            <a:ext cx="3470275" cy="4168775"/>
            <a:chOff x="3143" y="1033"/>
            <a:chExt cx="2186" cy="2626"/>
          </a:xfrm>
        </p:grpSpPr>
        <p:sp>
          <p:nvSpPr>
            <p:cNvPr id="35847" name="Freeform 263"/>
            <p:cNvSpPr/>
            <p:nvPr/>
          </p:nvSpPr>
          <p:spPr>
            <a:xfrm>
              <a:off x="4227" y="2178"/>
              <a:ext cx="828" cy="425"/>
            </a:xfrm>
            <a:custGeom>
              <a:avLst/>
              <a:gdLst>
                <a:gd name="txL" fmla="*/ 0 w 828"/>
                <a:gd name="txT" fmla="*/ 0 h 425"/>
                <a:gd name="txR" fmla="*/ 828 w 828"/>
                <a:gd name="txB" fmla="*/ 425 h 425"/>
              </a:gdLst>
              <a:ahLst/>
              <a:cxnLst>
                <a:cxn ang="0">
                  <a:pos x="382" y="30"/>
                </a:cxn>
                <a:cxn ang="0">
                  <a:pos x="370" y="30"/>
                </a:cxn>
                <a:cxn ang="0">
                  <a:pos x="126" y="32"/>
                </a:cxn>
                <a:cxn ang="0">
                  <a:pos x="6" y="126"/>
                </a:cxn>
                <a:cxn ang="0">
                  <a:pos x="92" y="274"/>
                </a:cxn>
                <a:cxn ang="0">
                  <a:pos x="292" y="384"/>
                </a:cxn>
                <a:cxn ang="0">
                  <a:pos x="540" y="416"/>
                </a:cxn>
                <a:cxn ang="0">
                  <a:pos x="698" y="330"/>
                </a:cxn>
                <a:cxn ang="0">
                  <a:pos x="776" y="170"/>
                </a:cxn>
                <a:cxn ang="0">
                  <a:pos x="792" y="22"/>
                </a:cxn>
                <a:cxn ang="0">
                  <a:pos x="560" y="38"/>
                </a:cxn>
                <a:cxn ang="0">
                  <a:pos x="382" y="30"/>
                </a:cxn>
              </a:cxnLst>
              <a:rect l="txL" t="txT" r="txR" b="tx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alpha val="100000"/>
              </a:srgbClr>
            </a:solidFill>
            <a:ln w="9525">
              <a:noFill/>
            </a:ln>
          </p:spPr>
          <p:txBody>
            <a:bodyPr/>
            <a:p>
              <a:endParaRPr lang="zh-CN" altLang="en-US"/>
            </a:p>
          </p:txBody>
        </p:sp>
        <p:sp>
          <p:nvSpPr>
            <p:cNvPr id="35848" name="Freeform 264"/>
            <p:cNvSpPr/>
            <p:nvPr/>
          </p:nvSpPr>
          <p:spPr>
            <a:xfrm>
              <a:off x="4239" y="1217"/>
              <a:ext cx="1090" cy="658"/>
            </a:xfrm>
            <a:custGeom>
              <a:avLst/>
              <a:gdLst>
                <a:gd name="txL" fmla="*/ 0 w 765"/>
                <a:gd name="txT" fmla="*/ 0 h 459"/>
                <a:gd name="txR" fmla="*/ 765 w 765"/>
                <a:gd name="txB" fmla="*/ 459 h 459"/>
              </a:gdLst>
              <a:ahLst/>
              <a:cxnLst>
                <a:cxn ang="0">
                  <a:pos x="2491" y="60"/>
                </a:cxn>
                <a:cxn ang="0">
                  <a:pos x="1688" y="421"/>
                </a:cxn>
                <a:cxn ang="0">
                  <a:pos x="564" y="604"/>
                </a:cxn>
                <a:cxn ang="0">
                  <a:pos x="81" y="2037"/>
                </a:cxn>
                <a:cxn ang="0">
                  <a:pos x="1056" y="2686"/>
                </a:cxn>
                <a:cxn ang="0">
                  <a:pos x="2030" y="2582"/>
                </a:cxn>
                <a:cxn ang="0">
                  <a:pos x="3427" y="2686"/>
                </a:cxn>
                <a:cxn ang="0">
                  <a:pos x="4101" y="2629"/>
                </a:cxn>
                <a:cxn ang="0">
                  <a:pos x="4414" y="2251"/>
                </a:cxn>
                <a:cxn ang="0">
                  <a:pos x="4406" y="958"/>
                </a:cxn>
                <a:cxn ang="0">
                  <a:pos x="3888" y="205"/>
                </a:cxn>
                <a:cxn ang="0">
                  <a:pos x="2491" y="60"/>
                </a:cxn>
              </a:cxnLst>
              <a:rect l="txL" t="txT" r="txR" b="tx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alpha val="100000"/>
                  </a:srgbClr>
                </a:gs>
                <a:gs pos="100000">
                  <a:schemeClr val="bg1">
                    <a:alpha val="100000"/>
                  </a:schemeClr>
                </a:gs>
              </a:gsLst>
              <a:lin ang="0" scaled="1"/>
              <a:tileRect/>
            </a:gradFill>
            <a:ln w="9525">
              <a:noFill/>
            </a:ln>
          </p:spPr>
          <p:txBody>
            <a:bodyPr/>
            <a:p>
              <a:endParaRPr lang="zh-CN" altLang="en-US"/>
            </a:p>
          </p:txBody>
        </p:sp>
        <p:sp>
          <p:nvSpPr>
            <p:cNvPr id="35849" name="Freeform 265"/>
            <p:cNvSpPr/>
            <p:nvPr/>
          </p:nvSpPr>
          <p:spPr>
            <a:xfrm>
              <a:off x="3143" y="1033"/>
              <a:ext cx="1036" cy="675"/>
            </a:xfrm>
            <a:custGeom>
              <a:avLst/>
              <a:gdLst>
                <a:gd name="txL" fmla="*/ 0 w 1036"/>
                <a:gd name="txT" fmla="*/ 0 h 675"/>
                <a:gd name="txR" fmla="*/ 1036 w 1036"/>
                <a:gd name="txB" fmla="*/ 675 h 675"/>
              </a:gdLst>
              <a:ahLst/>
              <a:cxnLst>
                <a:cxn ang="0">
                  <a:pos x="648" y="11"/>
                </a:cxn>
                <a:cxn ang="0">
                  <a:pos x="390" y="53"/>
                </a:cxn>
                <a:cxn ang="0">
                  <a:pos x="206" y="129"/>
                </a:cxn>
                <a:cxn ang="0">
                  <a:pos x="152" y="229"/>
                </a:cxn>
                <a:cxn ang="0">
                  <a:pos x="22" y="297"/>
                </a:cxn>
                <a:cxn ang="0">
                  <a:pos x="18" y="459"/>
                </a:cxn>
                <a:cxn ang="0">
                  <a:pos x="132" y="489"/>
                </a:cxn>
                <a:cxn ang="0">
                  <a:pos x="458" y="489"/>
                </a:cxn>
                <a:cxn ang="0">
                  <a:pos x="598" y="555"/>
                </a:cxn>
                <a:cxn ang="0">
                  <a:pos x="752" y="657"/>
                </a:cxn>
                <a:cxn ang="0">
                  <a:pos x="870" y="661"/>
                </a:cxn>
                <a:cxn ang="0">
                  <a:pos x="952" y="603"/>
                </a:cxn>
                <a:cxn ang="0">
                  <a:pos x="992" y="445"/>
                </a:cxn>
                <a:cxn ang="0">
                  <a:pos x="1018" y="291"/>
                </a:cxn>
                <a:cxn ang="0">
                  <a:pos x="1022" y="107"/>
                </a:cxn>
                <a:cxn ang="0">
                  <a:pos x="934" y="17"/>
                </a:cxn>
                <a:cxn ang="0">
                  <a:pos x="776" y="3"/>
                </a:cxn>
                <a:cxn ang="0">
                  <a:pos x="648" y="11"/>
                </a:cxn>
              </a:cxnLst>
              <a:rect l="txL" t="txT" r="txR" b="tx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alpha val="100000"/>
              </a:srgbClr>
            </a:solidFill>
            <a:ln w="9525">
              <a:noFill/>
            </a:ln>
          </p:spPr>
          <p:txBody>
            <a:bodyPr/>
            <a:p>
              <a:endParaRPr lang="zh-CN" altLang="en-US"/>
            </a:p>
          </p:txBody>
        </p:sp>
        <p:grpSp>
          <p:nvGrpSpPr>
            <p:cNvPr id="35850" name="Group 266"/>
            <p:cNvGrpSpPr/>
            <p:nvPr/>
          </p:nvGrpSpPr>
          <p:grpSpPr>
            <a:xfrm>
              <a:off x="3198" y="1874"/>
              <a:ext cx="919" cy="588"/>
              <a:chOff x="2889" y="1631"/>
              <a:chExt cx="980" cy="743"/>
            </a:xfrm>
          </p:grpSpPr>
          <p:sp>
            <p:nvSpPr>
              <p:cNvPr id="36160" name="Rectangle 267"/>
              <p:cNvSpPr/>
              <p:nvPr/>
            </p:nvSpPr>
            <p:spPr>
              <a:xfrm>
                <a:off x="3046" y="1841"/>
                <a:ext cx="663" cy="533"/>
              </a:xfrm>
              <a:prstGeom prst="rect">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161" name="AutoShape 268"/>
              <p:cNvSpPr/>
              <p:nvPr/>
            </p:nvSpPr>
            <p:spPr>
              <a:xfrm>
                <a:off x="2889" y="1631"/>
                <a:ext cx="980" cy="253"/>
              </a:xfrm>
              <a:prstGeom prst="triangle">
                <a:avLst>
                  <a:gd name="adj" fmla="val 50000"/>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solidFill>
                    <a:srgbClr val="00CCFF"/>
                  </a:solidFill>
                  <a:latin typeface="Times New Roman" panose="02020603050405020304" pitchFamily="18" charset="0"/>
                  <a:ea typeface="宋体" panose="02010600030101010101" pitchFamily="2" charset="-122"/>
                </a:endParaRPr>
              </a:p>
            </p:txBody>
          </p:sp>
        </p:grpSp>
        <p:grpSp>
          <p:nvGrpSpPr>
            <p:cNvPr id="35851" name="Group 269"/>
            <p:cNvGrpSpPr/>
            <p:nvPr/>
          </p:nvGrpSpPr>
          <p:grpSpPr>
            <a:xfrm>
              <a:off x="3640" y="1154"/>
              <a:ext cx="212" cy="335"/>
              <a:chOff x="3796" y="1043"/>
              <a:chExt cx="865" cy="1237"/>
            </a:xfrm>
          </p:grpSpPr>
          <p:sp>
            <p:nvSpPr>
              <p:cNvPr id="36130" name="Line 270"/>
              <p:cNvSpPr/>
              <p:nvPr/>
            </p:nvSpPr>
            <p:spPr>
              <a:xfrm flipH="1">
                <a:off x="3992" y="1481"/>
                <a:ext cx="235" cy="724"/>
              </a:xfrm>
              <a:prstGeom prst="line">
                <a:avLst/>
              </a:prstGeom>
              <a:ln w="9525" cap="flat" cmpd="sng">
                <a:solidFill>
                  <a:schemeClr val="tx1"/>
                </a:solidFill>
                <a:prstDash val="solid"/>
                <a:headEnd type="none" w="med" len="med"/>
                <a:tailEnd type="none" w="med" len="med"/>
              </a:ln>
            </p:spPr>
          </p:sp>
          <p:sp>
            <p:nvSpPr>
              <p:cNvPr id="36131" name="Line 271"/>
              <p:cNvSpPr/>
              <p:nvPr/>
            </p:nvSpPr>
            <p:spPr>
              <a:xfrm>
                <a:off x="4227" y="1481"/>
                <a:ext cx="236" cy="720"/>
              </a:xfrm>
              <a:prstGeom prst="line">
                <a:avLst/>
              </a:prstGeom>
              <a:ln w="9525" cap="flat" cmpd="sng">
                <a:solidFill>
                  <a:schemeClr val="tx1"/>
                </a:solidFill>
                <a:prstDash val="solid"/>
                <a:headEnd type="none" w="med" len="med"/>
                <a:tailEnd type="none" w="med" len="med"/>
              </a:ln>
            </p:spPr>
          </p:sp>
          <p:sp>
            <p:nvSpPr>
              <p:cNvPr id="36132" name="Line 272"/>
              <p:cNvSpPr/>
              <p:nvPr/>
            </p:nvSpPr>
            <p:spPr>
              <a:xfrm>
                <a:off x="3992" y="2201"/>
                <a:ext cx="235" cy="79"/>
              </a:xfrm>
              <a:prstGeom prst="line">
                <a:avLst/>
              </a:prstGeom>
              <a:ln w="9525" cap="flat" cmpd="sng">
                <a:solidFill>
                  <a:schemeClr val="tx1"/>
                </a:solidFill>
                <a:prstDash val="solid"/>
                <a:headEnd type="none" w="med" len="med"/>
                <a:tailEnd type="none" w="med" len="med"/>
              </a:ln>
            </p:spPr>
          </p:sp>
          <p:sp>
            <p:nvSpPr>
              <p:cNvPr id="36133" name="Line 273"/>
              <p:cNvSpPr/>
              <p:nvPr/>
            </p:nvSpPr>
            <p:spPr>
              <a:xfrm flipH="1">
                <a:off x="4227" y="2201"/>
                <a:ext cx="236" cy="79"/>
              </a:xfrm>
              <a:prstGeom prst="line">
                <a:avLst/>
              </a:prstGeom>
              <a:ln w="9525" cap="flat" cmpd="sng">
                <a:solidFill>
                  <a:schemeClr val="tx1"/>
                </a:solidFill>
                <a:prstDash val="solid"/>
                <a:headEnd type="none" w="med" len="med"/>
                <a:tailEnd type="none" w="med" len="med"/>
              </a:ln>
            </p:spPr>
          </p:sp>
          <p:sp>
            <p:nvSpPr>
              <p:cNvPr id="36134" name="Line 274"/>
              <p:cNvSpPr/>
              <p:nvPr/>
            </p:nvSpPr>
            <p:spPr>
              <a:xfrm>
                <a:off x="4227" y="1497"/>
                <a:ext cx="0" cy="783"/>
              </a:xfrm>
              <a:prstGeom prst="line">
                <a:avLst/>
              </a:prstGeom>
              <a:ln w="9525" cap="flat" cmpd="sng">
                <a:solidFill>
                  <a:schemeClr val="tx1"/>
                </a:solidFill>
                <a:prstDash val="solid"/>
                <a:headEnd type="none" w="med" len="med"/>
                <a:tailEnd type="none" w="med" len="med"/>
              </a:ln>
            </p:spPr>
          </p:sp>
          <p:sp>
            <p:nvSpPr>
              <p:cNvPr id="36135" name="Line 275"/>
              <p:cNvSpPr/>
              <p:nvPr/>
            </p:nvSpPr>
            <p:spPr>
              <a:xfrm flipV="1">
                <a:off x="3992" y="2127"/>
                <a:ext cx="235" cy="78"/>
              </a:xfrm>
              <a:prstGeom prst="line">
                <a:avLst/>
              </a:prstGeom>
              <a:ln w="9525" cap="flat" cmpd="sng">
                <a:solidFill>
                  <a:schemeClr val="tx1"/>
                </a:solidFill>
                <a:prstDash val="solid"/>
                <a:headEnd type="none" w="med" len="med"/>
                <a:tailEnd type="none" w="med" len="med"/>
              </a:ln>
            </p:spPr>
          </p:sp>
          <p:sp>
            <p:nvSpPr>
              <p:cNvPr id="36136" name="Line 276"/>
              <p:cNvSpPr/>
              <p:nvPr/>
            </p:nvSpPr>
            <p:spPr>
              <a:xfrm flipH="1" flipV="1">
                <a:off x="4227" y="2127"/>
                <a:ext cx="236" cy="74"/>
              </a:xfrm>
              <a:prstGeom prst="line">
                <a:avLst/>
              </a:prstGeom>
              <a:ln w="9525" cap="flat" cmpd="sng">
                <a:solidFill>
                  <a:schemeClr val="tx1"/>
                </a:solidFill>
                <a:prstDash val="solid"/>
                <a:headEnd type="none" w="med" len="med"/>
                <a:tailEnd type="none" w="med" len="med"/>
              </a:ln>
            </p:spPr>
          </p:sp>
          <p:sp>
            <p:nvSpPr>
              <p:cNvPr id="36137" name="Line 277"/>
              <p:cNvSpPr/>
              <p:nvPr/>
            </p:nvSpPr>
            <p:spPr>
              <a:xfrm>
                <a:off x="4092" y="1890"/>
                <a:ext cx="135" cy="60"/>
              </a:xfrm>
              <a:prstGeom prst="line">
                <a:avLst/>
              </a:prstGeom>
              <a:ln w="9525" cap="flat" cmpd="sng">
                <a:solidFill>
                  <a:schemeClr val="tx1"/>
                </a:solidFill>
                <a:prstDash val="solid"/>
                <a:headEnd type="none" w="med" len="med"/>
                <a:tailEnd type="none" w="med" len="med"/>
              </a:ln>
            </p:spPr>
          </p:sp>
          <p:sp>
            <p:nvSpPr>
              <p:cNvPr id="36138" name="Line 278"/>
              <p:cNvSpPr/>
              <p:nvPr/>
            </p:nvSpPr>
            <p:spPr>
              <a:xfrm flipV="1">
                <a:off x="4227" y="1890"/>
                <a:ext cx="143" cy="60"/>
              </a:xfrm>
              <a:prstGeom prst="line">
                <a:avLst/>
              </a:prstGeom>
              <a:ln w="9525" cap="flat" cmpd="sng">
                <a:solidFill>
                  <a:schemeClr val="tx1"/>
                </a:solidFill>
                <a:prstDash val="solid"/>
                <a:headEnd type="none" w="med" len="med"/>
                <a:tailEnd type="none" w="med" len="med"/>
              </a:ln>
            </p:spPr>
          </p:sp>
          <p:sp>
            <p:nvSpPr>
              <p:cNvPr id="36139" name="Line 279"/>
              <p:cNvSpPr/>
              <p:nvPr/>
            </p:nvSpPr>
            <p:spPr>
              <a:xfrm>
                <a:off x="4047" y="1996"/>
                <a:ext cx="175" cy="81"/>
              </a:xfrm>
              <a:prstGeom prst="line">
                <a:avLst/>
              </a:prstGeom>
              <a:ln w="9525" cap="flat" cmpd="sng">
                <a:solidFill>
                  <a:schemeClr val="tx1"/>
                </a:solidFill>
                <a:prstDash val="solid"/>
                <a:headEnd type="none" w="med" len="med"/>
                <a:tailEnd type="none" w="med" len="med"/>
              </a:ln>
            </p:spPr>
          </p:sp>
          <p:sp>
            <p:nvSpPr>
              <p:cNvPr id="36140" name="Line 280"/>
              <p:cNvSpPr/>
              <p:nvPr/>
            </p:nvSpPr>
            <p:spPr>
              <a:xfrm flipV="1">
                <a:off x="4227" y="2012"/>
                <a:ext cx="176" cy="71"/>
              </a:xfrm>
              <a:prstGeom prst="line">
                <a:avLst/>
              </a:prstGeom>
              <a:ln w="9525" cap="flat" cmpd="sng">
                <a:solidFill>
                  <a:schemeClr val="tx1"/>
                </a:solidFill>
                <a:prstDash val="solid"/>
                <a:headEnd type="none" w="med" len="med"/>
                <a:tailEnd type="none" w="med" len="med"/>
              </a:ln>
            </p:spPr>
          </p:sp>
          <p:sp>
            <p:nvSpPr>
              <p:cNvPr id="36141" name="Line 281"/>
              <p:cNvSpPr/>
              <p:nvPr/>
            </p:nvSpPr>
            <p:spPr>
              <a:xfrm flipV="1">
                <a:off x="4227" y="1782"/>
                <a:ext cx="90" cy="29"/>
              </a:xfrm>
              <a:prstGeom prst="line">
                <a:avLst/>
              </a:prstGeom>
              <a:ln w="9525" cap="flat" cmpd="sng">
                <a:solidFill>
                  <a:schemeClr val="tx1"/>
                </a:solidFill>
                <a:prstDash val="solid"/>
                <a:headEnd type="none" w="med" len="med"/>
                <a:tailEnd type="none" w="med" len="med"/>
              </a:ln>
            </p:spPr>
          </p:sp>
          <p:sp>
            <p:nvSpPr>
              <p:cNvPr id="36142" name="Line 282"/>
              <p:cNvSpPr/>
              <p:nvPr/>
            </p:nvSpPr>
            <p:spPr>
              <a:xfrm flipV="1">
                <a:off x="4227" y="1632"/>
                <a:ext cx="57" cy="22"/>
              </a:xfrm>
              <a:prstGeom prst="line">
                <a:avLst/>
              </a:prstGeom>
              <a:ln w="9525" cap="flat" cmpd="sng">
                <a:solidFill>
                  <a:schemeClr val="tx1"/>
                </a:solidFill>
                <a:prstDash val="solid"/>
                <a:headEnd type="none" w="med" len="med"/>
                <a:tailEnd type="none" w="med" len="med"/>
              </a:ln>
            </p:spPr>
          </p:sp>
          <p:sp>
            <p:nvSpPr>
              <p:cNvPr id="36143" name="Line 283"/>
              <p:cNvSpPr/>
              <p:nvPr/>
            </p:nvSpPr>
            <p:spPr>
              <a:xfrm>
                <a:off x="4126" y="1772"/>
                <a:ext cx="109" cy="39"/>
              </a:xfrm>
              <a:prstGeom prst="line">
                <a:avLst/>
              </a:prstGeom>
              <a:ln w="9525" cap="flat" cmpd="sng">
                <a:solidFill>
                  <a:schemeClr val="tx1"/>
                </a:solidFill>
                <a:prstDash val="solid"/>
                <a:headEnd type="none" w="med" len="med"/>
                <a:tailEnd type="none" w="med" len="med"/>
              </a:ln>
            </p:spPr>
          </p:sp>
          <p:sp>
            <p:nvSpPr>
              <p:cNvPr id="36144" name="Line 284"/>
              <p:cNvSpPr/>
              <p:nvPr/>
            </p:nvSpPr>
            <p:spPr>
              <a:xfrm>
                <a:off x="4175" y="1625"/>
                <a:ext cx="63" cy="39"/>
              </a:xfrm>
              <a:prstGeom prst="line">
                <a:avLst/>
              </a:prstGeom>
              <a:ln w="9525" cap="flat" cmpd="sng">
                <a:solidFill>
                  <a:schemeClr val="tx1"/>
                </a:solidFill>
                <a:prstDash val="solid"/>
                <a:headEnd type="none" w="med" len="med"/>
                <a:tailEnd type="none" w="med" len="med"/>
              </a:ln>
            </p:spPr>
          </p:sp>
          <p:grpSp>
            <p:nvGrpSpPr>
              <p:cNvPr id="36145" name="Group 285"/>
              <p:cNvGrpSpPr/>
              <p:nvPr/>
            </p:nvGrpSpPr>
            <p:grpSpPr>
              <a:xfrm>
                <a:off x="4269" y="1415"/>
                <a:ext cx="392" cy="137"/>
                <a:chOff x="4227" y="1360"/>
                <a:chExt cx="863" cy="270"/>
              </a:xfrm>
            </p:grpSpPr>
            <p:sp>
              <p:nvSpPr>
                <p:cNvPr id="36156" name="Line 286"/>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36157" name="Line 287"/>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36158" name="Line 288"/>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36159" name="Line 289"/>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36146" name="Group 290"/>
              <p:cNvGrpSpPr/>
              <p:nvPr/>
            </p:nvGrpSpPr>
            <p:grpSpPr>
              <a:xfrm rot="5700496">
                <a:off x="4052" y="1170"/>
                <a:ext cx="392" cy="137"/>
                <a:chOff x="4227" y="1360"/>
                <a:chExt cx="863" cy="270"/>
              </a:xfrm>
            </p:grpSpPr>
            <p:sp>
              <p:nvSpPr>
                <p:cNvPr id="36152" name="Line 291"/>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36153" name="Line 292"/>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36154" name="Line 293"/>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36155" name="Line 294"/>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36147" name="Group 295"/>
              <p:cNvGrpSpPr/>
              <p:nvPr/>
            </p:nvGrpSpPr>
            <p:grpSpPr>
              <a:xfrm rot="10800000">
                <a:off x="3796" y="1402"/>
                <a:ext cx="392" cy="137"/>
                <a:chOff x="4227" y="1360"/>
                <a:chExt cx="863" cy="270"/>
              </a:xfrm>
            </p:grpSpPr>
            <p:sp>
              <p:nvSpPr>
                <p:cNvPr id="36148" name="Line 296"/>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36149" name="Line 297"/>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36150" name="Line 298"/>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36151" name="Line 299"/>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grpSp>
          <p:nvGrpSpPr>
            <p:cNvPr id="35852" name="Group 300"/>
            <p:cNvGrpSpPr/>
            <p:nvPr/>
          </p:nvGrpSpPr>
          <p:grpSpPr>
            <a:xfrm>
              <a:off x="3189" y="1364"/>
              <a:ext cx="436" cy="114"/>
              <a:chOff x="3072" y="739"/>
              <a:chExt cx="652" cy="146"/>
            </a:xfrm>
          </p:grpSpPr>
          <p:pic>
            <p:nvPicPr>
              <p:cNvPr id="36127" name="Picture 301" descr="lgv_fqmg[1]"/>
              <p:cNvPicPr>
                <a:picLocks noChangeAspect="1"/>
              </p:cNvPicPr>
              <p:nvPr/>
            </p:nvPicPr>
            <p:blipFill>
              <a:blip r:embed="rId1"/>
              <a:stretch>
                <a:fillRect/>
              </a:stretch>
            </p:blipFill>
            <p:spPr>
              <a:xfrm flipH="1">
                <a:off x="3237" y="739"/>
                <a:ext cx="487" cy="146"/>
              </a:xfrm>
              <a:prstGeom prst="rect">
                <a:avLst/>
              </a:prstGeom>
              <a:noFill/>
              <a:ln w="9525">
                <a:noFill/>
              </a:ln>
            </p:spPr>
          </p:pic>
          <p:sp>
            <p:nvSpPr>
              <p:cNvPr id="36128" name="Line 302"/>
              <p:cNvSpPr/>
              <p:nvPr/>
            </p:nvSpPr>
            <p:spPr>
              <a:xfrm flipH="1">
                <a:off x="3104" y="784"/>
                <a:ext cx="88" cy="0"/>
              </a:xfrm>
              <a:prstGeom prst="line">
                <a:avLst/>
              </a:prstGeom>
              <a:ln w="9525" cap="flat" cmpd="sng">
                <a:solidFill>
                  <a:schemeClr val="tx1"/>
                </a:solidFill>
                <a:prstDash val="solid"/>
                <a:headEnd type="none" w="med" len="med"/>
                <a:tailEnd type="none" w="med" len="med"/>
              </a:ln>
            </p:spPr>
          </p:sp>
          <p:sp>
            <p:nvSpPr>
              <p:cNvPr id="36129" name="Line 303"/>
              <p:cNvSpPr/>
              <p:nvPr/>
            </p:nvSpPr>
            <p:spPr>
              <a:xfrm flipH="1">
                <a:off x="3072" y="760"/>
                <a:ext cx="144" cy="0"/>
              </a:xfrm>
              <a:prstGeom prst="line">
                <a:avLst/>
              </a:prstGeom>
              <a:ln w="9525" cap="flat" cmpd="sng">
                <a:solidFill>
                  <a:schemeClr val="tx1"/>
                </a:solidFill>
                <a:prstDash val="solid"/>
                <a:headEnd type="none" w="med" len="med"/>
                <a:tailEnd type="none" w="med" len="med"/>
              </a:ln>
            </p:spPr>
          </p:sp>
        </p:grpSp>
        <p:pic>
          <p:nvPicPr>
            <p:cNvPr id="35853" name="Picture 304" descr="imgyjavg[1]"/>
            <p:cNvPicPr>
              <a:picLocks noChangeAspect="1"/>
            </p:cNvPicPr>
            <p:nvPr/>
          </p:nvPicPr>
          <p:blipFill>
            <a:blip r:embed="rId2"/>
            <a:stretch>
              <a:fillRect/>
            </a:stretch>
          </p:blipFill>
          <p:spPr>
            <a:xfrm>
              <a:off x="3365" y="1183"/>
              <a:ext cx="232" cy="168"/>
            </a:xfrm>
            <a:prstGeom prst="rect">
              <a:avLst/>
            </a:prstGeom>
            <a:noFill/>
            <a:ln w="9525">
              <a:noFill/>
            </a:ln>
          </p:spPr>
        </p:pic>
        <p:grpSp>
          <p:nvGrpSpPr>
            <p:cNvPr id="35854" name="Group 305"/>
            <p:cNvGrpSpPr/>
            <p:nvPr/>
          </p:nvGrpSpPr>
          <p:grpSpPr>
            <a:xfrm>
              <a:off x="3846" y="1069"/>
              <a:ext cx="256" cy="269"/>
              <a:chOff x="2870" y="1518"/>
              <a:chExt cx="292" cy="320"/>
            </a:xfrm>
          </p:grpSpPr>
          <p:graphicFrame>
            <p:nvGraphicFramePr>
              <p:cNvPr id="36125" name="Object 3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77" name="" r:id="rId3" imgW="11601450" imgH="11791950" progId="MS_ClipArt_Gallery.2">
                      <p:embed/>
                    </p:oleObj>
                  </mc:Choice>
                  <mc:Fallback>
                    <p:oleObj name="" r:id="rId3" imgW="11601450" imgH="11791950" progId="MS_ClipArt_Gallery.2">
                      <p:embed/>
                      <p:pic>
                        <p:nvPicPr>
                          <p:cNvPr id="0" name="图片 3076"/>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6126" name="Object 3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6" name="" r:id="rId5" imgW="1268095" imgH="1199515" progId="MS_ClipArt_Gallery.2">
                      <p:embed/>
                    </p:oleObj>
                  </mc:Choice>
                  <mc:Fallback>
                    <p:oleObj name="" r:id="rId5" imgW="1268095" imgH="1199515" progId="MS_ClipArt_Gallery.2">
                      <p:embed/>
                      <p:pic>
                        <p:nvPicPr>
                          <p:cNvPr id="0" name="图片 3075"/>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5855" name="Group 308"/>
            <p:cNvGrpSpPr/>
            <p:nvPr/>
          </p:nvGrpSpPr>
          <p:grpSpPr>
            <a:xfrm>
              <a:off x="4304" y="2253"/>
              <a:ext cx="228" cy="108"/>
              <a:chOff x="3600" y="219"/>
              <a:chExt cx="360" cy="175"/>
            </a:xfrm>
          </p:grpSpPr>
          <p:sp>
            <p:nvSpPr>
              <p:cNvPr id="36112" name="Oval 30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113" name="Line 31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6114" name="Line 31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6115" name="Rectangle 31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116" name="Oval 31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6117" name="Group 314"/>
              <p:cNvGrpSpPr/>
              <p:nvPr/>
            </p:nvGrpSpPr>
            <p:grpSpPr>
              <a:xfrm>
                <a:off x="3686" y="244"/>
                <a:ext cx="177" cy="66"/>
                <a:chOff x="2848" y="848"/>
                <a:chExt cx="140" cy="98"/>
              </a:xfrm>
            </p:grpSpPr>
            <p:sp>
              <p:nvSpPr>
                <p:cNvPr id="36122" name="Line 3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123" name="Line 3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124" name="Line 3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6118" name="Group 318"/>
              <p:cNvGrpSpPr/>
              <p:nvPr/>
            </p:nvGrpSpPr>
            <p:grpSpPr>
              <a:xfrm flipV="1">
                <a:off x="3686" y="243"/>
                <a:ext cx="177" cy="66"/>
                <a:chOff x="2848" y="848"/>
                <a:chExt cx="140" cy="98"/>
              </a:xfrm>
            </p:grpSpPr>
            <p:sp>
              <p:nvSpPr>
                <p:cNvPr id="36119" name="Line 31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120" name="Line 32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121" name="Line 32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5856" name="Group 322"/>
            <p:cNvGrpSpPr/>
            <p:nvPr/>
          </p:nvGrpSpPr>
          <p:grpSpPr>
            <a:xfrm>
              <a:off x="4528" y="2429"/>
              <a:ext cx="228" cy="108"/>
              <a:chOff x="3600" y="219"/>
              <a:chExt cx="360" cy="175"/>
            </a:xfrm>
          </p:grpSpPr>
          <p:sp>
            <p:nvSpPr>
              <p:cNvPr id="36099" name="Oval 32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100" name="Line 32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6101" name="Line 32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6102" name="Rectangle 32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103" name="Oval 32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6104" name="Group 328"/>
              <p:cNvGrpSpPr/>
              <p:nvPr/>
            </p:nvGrpSpPr>
            <p:grpSpPr>
              <a:xfrm>
                <a:off x="3686" y="244"/>
                <a:ext cx="177" cy="66"/>
                <a:chOff x="2848" y="848"/>
                <a:chExt cx="140" cy="98"/>
              </a:xfrm>
            </p:grpSpPr>
            <p:sp>
              <p:nvSpPr>
                <p:cNvPr id="36109" name="Line 32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110" name="Line 33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111" name="Line 33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6105" name="Group 332"/>
              <p:cNvGrpSpPr/>
              <p:nvPr/>
            </p:nvGrpSpPr>
            <p:grpSpPr>
              <a:xfrm flipV="1">
                <a:off x="3686" y="243"/>
                <a:ext cx="177" cy="66"/>
                <a:chOff x="2848" y="848"/>
                <a:chExt cx="140" cy="98"/>
              </a:xfrm>
            </p:grpSpPr>
            <p:sp>
              <p:nvSpPr>
                <p:cNvPr id="36106" name="Line 33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107" name="Line 33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108" name="Line 33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5857" name="Group 336"/>
            <p:cNvGrpSpPr/>
            <p:nvPr/>
          </p:nvGrpSpPr>
          <p:grpSpPr>
            <a:xfrm>
              <a:off x="4704" y="2261"/>
              <a:ext cx="228" cy="108"/>
              <a:chOff x="3600" y="219"/>
              <a:chExt cx="360" cy="175"/>
            </a:xfrm>
          </p:grpSpPr>
          <p:sp>
            <p:nvSpPr>
              <p:cNvPr id="36086" name="Oval 33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87" name="Line 33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6088" name="Line 33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6089" name="Rectangle 34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90" name="Oval 34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6091" name="Group 342"/>
              <p:cNvGrpSpPr/>
              <p:nvPr/>
            </p:nvGrpSpPr>
            <p:grpSpPr>
              <a:xfrm>
                <a:off x="3686" y="244"/>
                <a:ext cx="177" cy="66"/>
                <a:chOff x="2848" y="848"/>
                <a:chExt cx="140" cy="98"/>
              </a:xfrm>
            </p:grpSpPr>
            <p:sp>
              <p:nvSpPr>
                <p:cNvPr id="36096" name="Line 34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97" name="Line 34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98" name="Line 34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6092" name="Group 346"/>
              <p:cNvGrpSpPr/>
              <p:nvPr/>
            </p:nvGrpSpPr>
            <p:grpSpPr>
              <a:xfrm flipV="1">
                <a:off x="3686" y="243"/>
                <a:ext cx="177" cy="66"/>
                <a:chOff x="2848" y="848"/>
                <a:chExt cx="140" cy="98"/>
              </a:xfrm>
            </p:grpSpPr>
            <p:sp>
              <p:nvSpPr>
                <p:cNvPr id="36093" name="Line 34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94" name="Line 34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95" name="Line 34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5858" name="Group 350"/>
            <p:cNvGrpSpPr/>
            <p:nvPr/>
          </p:nvGrpSpPr>
          <p:grpSpPr>
            <a:xfrm>
              <a:off x="4367" y="1532"/>
              <a:ext cx="221" cy="101"/>
              <a:chOff x="3600" y="219"/>
              <a:chExt cx="360" cy="175"/>
            </a:xfrm>
          </p:grpSpPr>
          <p:sp>
            <p:nvSpPr>
              <p:cNvPr id="36073" name="Oval 35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74" name="Line 35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6075" name="Line 35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6076" name="Rectangle 35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77" name="Oval 35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6078" name="Group 356"/>
              <p:cNvGrpSpPr/>
              <p:nvPr/>
            </p:nvGrpSpPr>
            <p:grpSpPr>
              <a:xfrm>
                <a:off x="3686" y="244"/>
                <a:ext cx="177" cy="66"/>
                <a:chOff x="2848" y="848"/>
                <a:chExt cx="140" cy="98"/>
              </a:xfrm>
            </p:grpSpPr>
            <p:sp>
              <p:nvSpPr>
                <p:cNvPr id="36083" name="Line 35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84" name="Line 35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85" name="Line 35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6079" name="Group 360"/>
              <p:cNvGrpSpPr/>
              <p:nvPr/>
            </p:nvGrpSpPr>
            <p:grpSpPr>
              <a:xfrm flipV="1">
                <a:off x="3686" y="243"/>
                <a:ext cx="177" cy="66"/>
                <a:chOff x="2848" y="848"/>
                <a:chExt cx="140" cy="98"/>
              </a:xfrm>
            </p:grpSpPr>
            <p:sp>
              <p:nvSpPr>
                <p:cNvPr id="36080" name="Line 36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81" name="Line 36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82" name="Line 36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5859" name="Group 364"/>
            <p:cNvGrpSpPr/>
            <p:nvPr/>
          </p:nvGrpSpPr>
          <p:grpSpPr>
            <a:xfrm>
              <a:off x="4366" y="1693"/>
              <a:ext cx="228" cy="108"/>
              <a:chOff x="3600" y="219"/>
              <a:chExt cx="360" cy="175"/>
            </a:xfrm>
          </p:grpSpPr>
          <p:sp>
            <p:nvSpPr>
              <p:cNvPr id="36060" name="Oval 36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61" name="Line 36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6062" name="Line 36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6063" name="Rectangle 36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64" name="Oval 36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6065" name="Group 370"/>
              <p:cNvGrpSpPr/>
              <p:nvPr/>
            </p:nvGrpSpPr>
            <p:grpSpPr>
              <a:xfrm>
                <a:off x="3686" y="244"/>
                <a:ext cx="177" cy="66"/>
                <a:chOff x="2848" y="848"/>
                <a:chExt cx="140" cy="98"/>
              </a:xfrm>
            </p:grpSpPr>
            <p:sp>
              <p:nvSpPr>
                <p:cNvPr id="36070" name="Line 37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71" name="Line 37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72" name="Line 37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6066" name="Group 374"/>
              <p:cNvGrpSpPr/>
              <p:nvPr/>
            </p:nvGrpSpPr>
            <p:grpSpPr>
              <a:xfrm flipV="1">
                <a:off x="3686" y="243"/>
                <a:ext cx="177" cy="66"/>
                <a:chOff x="2848" y="848"/>
                <a:chExt cx="140" cy="98"/>
              </a:xfrm>
            </p:grpSpPr>
            <p:sp>
              <p:nvSpPr>
                <p:cNvPr id="36067" name="Line 37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68" name="Line 37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69" name="Line 37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5860" name="Group 378"/>
            <p:cNvGrpSpPr/>
            <p:nvPr/>
          </p:nvGrpSpPr>
          <p:grpSpPr>
            <a:xfrm>
              <a:off x="4666" y="1472"/>
              <a:ext cx="210" cy="97"/>
              <a:chOff x="3600" y="219"/>
              <a:chExt cx="360" cy="175"/>
            </a:xfrm>
          </p:grpSpPr>
          <p:sp>
            <p:nvSpPr>
              <p:cNvPr id="36047" name="Oval 37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48" name="Line 38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6049" name="Line 38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6050" name="Rectangle 38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51" name="Oval 38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6052" name="Group 384"/>
              <p:cNvGrpSpPr/>
              <p:nvPr/>
            </p:nvGrpSpPr>
            <p:grpSpPr>
              <a:xfrm>
                <a:off x="3686" y="244"/>
                <a:ext cx="177" cy="66"/>
                <a:chOff x="2848" y="848"/>
                <a:chExt cx="140" cy="98"/>
              </a:xfrm>
            </p:grpSpPr>
            <p:sp>
              <p:nvSpPr>
                <p:cNvPr id="36057" name="Line 38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58" name="Line 38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59" name="Line 38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6053" name="Group 388"/>
              <p:cNvGrpSpPr/>
              <p:nvPr/>
            </p:nvGrpSpPr>
            <p:grpSpPr>
              <a:xfrm flipV="1">
                <a:off x="3686" y="243"/>
                <a:ext cx="177" cy="66"/>
                <a:chOff x="2848" y="848"/>
                <a:chExt cx="140" cy="98"/>
              </a:xfrm>
            </p:grpSpPr>
            <p:sp>
              <p:nvSpPr>
                <p:cNvPr id="36054" name="Line 38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55" name="Line 39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56" name="Line 39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5861" name="Group 392"/>
            <p:cNvGrpSpPr/>
            <p:nvPr/>
          </p:nvGrpSpPr>
          <p:grpSpPr>
            <a:xfrm>
              <a:off x="4720" y="1693"/>
              <a:ext cx="228" cy="108"/>
              <a:chOff x="3600" y="219"/>
              <a:chExt cx="360" cy="175"/>
            </a:xfrm>
          </p:grpSpPr>
          <p:sp>
            <p:nvSpPr>
              <p:cNvPr id="36034" name="Oval 39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35" name="Line 39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6036" name="Line 39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6037" name="Rectangle 39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38" name="Oval 39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6039" name="Group 398"/>
              <p:cNvGrpSpPr/>
              <p:nvPr/>
            </p:nvGrpSpPr>
            <p:grpSpPr>
              <a:xfrm>
                <a:off x="3686" y="244"/>
                <a:ext cx="177" cy="66"/>
                <a:chOff x="2848" y="848"/>
                <a:chExt cx="140" cy="98"/>
              </a:xfrm>
            </p:grpSpPr>
            <p:sp>
              <p:nvSpPr>
                <p:cNvPr id="36044" name="Line 39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45" name="Line 40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46" name="Line 40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6040" name="Group 402"/>
              <p:cNvGrpSpPr/>
              <p:nvPr/>
            </p:nvGrpSpPr>
            <p:grpSpPr>
              <a:xfrm flipV="1">
                <a:off x="3686" y="243"/>
                <a:ext cx="177" cy="66"/>
                <a:chOff x="2848" y="848"/>
                <a:chExt cx="140" cy="98"/>
              </a:xfrm>
            </p:grpSpPr>
            <p:sp>
              <p:nvSpPr>
                <p:cNvPr id="36041" name="Line 40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42" name="Line 40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43" name="Line 40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5862" name="Group 406"/>
            <p:cNvGrpSpPr/>
            <p:nvPr/>
          </p:nvGrpSpPr>
          <p:grpSpPr>
            <a:xfrm>
              <a:off x="3832" y="1529"/>
              <a:ext cx="220" cy="100"/>
              <a:chOff x="3600" y="219"/>
              <a:chExt cx="360" cy="175"/>
            </a:xfrm>
          </p:grpSpPr>
          <p:sp>
            <p:nvSpPr>
              <p:cNvPr id="36021" name="Oval 40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22" name="Line 40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6023" name="Line 40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6024" name="Rectangle 41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25" name="Oval 41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6026" name="Group 412"/>
              <p:cNvGrpSpPr/>
              <p:nvPr/>
            </p:nvGrpSpPr>
            <p:grpSpPr>
              <a:xfrm>
                <a:off x="3686" y="244"/>
                <a:ext cx="177" cy="66"/>
                <a:chOff x="2848" y="848"/>
                <a:chExt cx="140" cy="98"/>
              </a:xfrm>
            </p:grpSpPr>
            <p:sp>
              <p:nvSpPr>
                <p:cNvPr id="36031" name="Line 41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32" name="Line 41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33" name="Line 41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6027" name="Group 416"/>
              <p:cNvGrpSpPr/>
              <p:nvPr/>
            </p:nvGrpSpPr>
            <p:grpSpPr>
              <a:xfrm flipV="1">
                <a:off x="3686" y="243"/>
                <a:ext cx="177" cy="66"/>
                <a:chOff x="2848" y="848"/>
                <a:chExt cx="140" cy="98"/>
              </a:xfrm>
            </p:grpSpPr>
            <p:sp>
              <p:nvSpPr>
                <p:cNvPr id="36028" name="Line 41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29" name="Line 41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30" name="Line 41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5863" name="Group 420"/>
            <p:cNvGrpSpPr/>
            <p:nvPr/>
          </p:nvGrpSpPr>
          <p:grpSpPr>
            <a:xfrm>
              <a:off x="3639" y="2253"/>
              <a:ext cx="220" cy="100"/>
              <a:chOff x="3600" y="219"/>
              <a:chExt cx="360" cy="175"/>
            </a:xfrm>
          </p:grpSpPr>
          <p:sp>
            <p:nvSpPr>
              <p:cNvPr id="36008" name="Oval 42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09" name="Line 42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6010" name="Line 42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6011" name="Rectangle 42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6012" name="Oval 42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6013" name="Group 426"/>
              <p:cNvGrpSpPr/>
              <p:nvPr/>
            </p:nvGrpSpPr>
            <p:grpSpPr>
              <a:xfrm>
                <a:off x="3686" y="244"/>
                <a:ext cx="177" cy="66"/>
                <a:chOff x="2848" y="848"/>
                <a:chExt cx="140" cy="98"/>
              </a:xfrm>
            </p:grpSpPr>
            <p:sp>
              <p:nvSpPr>
                <p:cNvPr id="36018" name="Line 42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19" name="Line 42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20" name="Line 42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6014" name="Group 430"/>
              <p:cNvGrpSpPr/>
              <p:nvPr/>
            </p:nvGrpSpPr>
            <p:grpSpPr>
              <a:xfrm flipV="1">
                <a:off x="3686" y="243"/>
                <a:ext cx="177" cy="66"/>
                <a:chOff x="2848" y="848"/>
                <a:chExt cx="140" cy="98"/>
              </a:xfrm>
            </p:grpSpPr>
            <p:sp>
              <p:nvSpPr>
                <p:cNvPr id="36015" name="Line 43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6016" name="Line 43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6017" name="Line 43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35864" name="Line 434"/>
            <p:cNvSpPr/>
            <p:nvPr/>
          </p:nvSpPr>
          <p:spPr>
            <a:xfrm flipV="1">
              <a:off x="4396" y="2523"/>
              <a:ext cx="143" cy="275"/>
            </a:xfrm>
            <a:prstGeom prst="line">
              <a:avLst/>
            </a:prstGeom>
            <a:ln w="9525" cap="flat" cmpd="sng">
              <a:solidFill>
                <a:schemeClr val="tx1"/>
              </a:solidFill>
              <a:prstDash val="solid"/>
              <a:headEnd type="none" w="med" len="med"/>
              <a:tailEnd type="none" w="med" len="med"/>
            </a:ln>
          </p:spPr>
        </p:sp>
        <p:sp>
          <p:nvSpPr>
            <p:cNvPr id="35865" name="Line 435"/>
            <p:cNvSpPr/>
            <p:nvPr/>
          </p:nvSpPr>
          <p:spPr>
            <a:xfrm>
              <a:off x="4474" y="2358"/>
              <a:ext cx="103" cy="76"/>
            </a:xfrm>
            <a:prstGeom prst="line">
              <a:avLst/>
            </a:prstGeom>
            <a:ln w="9525" cap="flat" cmpd="sng">
              <a:solidFill>
                <a:schemeClr val="tx1"/>
              </a:solidFill>
              <a:prstDash val="solid"/>
              <a:headEnd type="none" w="med" len="med"/>
              <a:tailEnd type="none" w="med" len="med"/>
            </a:ln>
          </p:spPr>
        </p:sp>
        <p:sp>
          <p:nvSpPr>
            <p:cNvPr id="35866" name="Line 436"/>
            <p:cNvSpPr/>
            <p:nvPr/>
          </p:nvSpPr>
          <p:spPr>
            <a:xfrm>
              <a:off x="4535" y="2308"/>
              <a:ext cx="176" cy="0"/>
            </a:xfrm>
            <a:prstGeom prst="line">
              <a:avLst/>
            </a:prstGeom>
            <a:ln w="9525" cap="flat" cmpd="sng">
              <a:solidFill>
                <a:schemeClr val="tx1"/>
              </a:solidFill>
              <a:prstDash val="solid"/>
              <a:headEnd type="none" w="med" len="med"/>
              <a:tailEnd type="none" w="med" len="med"/>
            </a:ln>
          </p:spPr>
        </p:sp>
        <p:sp>
          <p:nvSpPr>
            <p:cNvPr id="35867" name="Line 437"/>
            <p:cNvSpPr/>
            <p:nvPr/>
          </p:nvSpPr>
          <p:spPr>
            <a:xfrm flipV="1">
              <a:off x="4684" y="2362"/>
              <a:ext cx="85" cy="66"/>
            </a:xfrm>
            <a:prstGeom prst="line">
              <a:avLst/>
            </a:prstGeom>
            <a:ln w="9525" cap="flat" cmpd="sng">
              <a:solidFill>
                <a:schemeClr val="tx1"/>
              </a:solidFill>
              <a:prstDash val="solid"/>
              <a:headEnd type="none" w="med" len="med"/>
              <a:tailEnd type="none" w="med" len="med"/>
            </a:ln>
          </p:spPr>
        </p:sp>
        <p:sp>
          <p:nvSpPr>
            <p:cNvPr id="35868" name="Line 438"/>
            <p:cNvSpPr/>
            <p:nvPr/>
          </p:nvSpPr>
          <p:spPr>
            <a:xfrm>
              <a:off x="3864" y="2312"/>
              <a:ext cx="428" cy="0"/>
            </a:xfrm>
            <a:prstGeom prst="line">
              <a:avLst/>
            </a:prstGeom>
            <a:ln w="9525" cap="flat" cmpd="sng">
              <a:solidFill>
                <a:schemeClr val="tx1"/>
              </a:solidFill>
              <a:prstDash val="solid"/>
              <a:headEnd type="none" w="med" len="med"/>
              <a:tailEnd type="none" w="med" len="med"/>
            </a:ln>
          </p:spPr>
        </p:sp>
        <p:grpSp>
          <p:nvGrpSpPr>
            <p:cNvPr id="35869" name="Group 439"/>
            <p:cNvGrpSpPr/>
            <p:nvPr/>
          </p:nvGrpSpPr>
          <p:grpSpPr>
            <a:xfrm>
              <a:off x="3390" y="1979"/>
              <a:ext cx="209" cy="224"/>
              <a:chOff x="2870" y="1518"/>
              <a:chExt cx="292" cy="320"/>
            </a:xfrm>
          </p:grpSpPr>
          <p:graphicFrame>
            <p:nvGraphicFramePr>
              <p:cNvPr id="36006" name="Object 4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7" name="" r:id="rId7" imgW="11601450" imgH="11791950" progId="MS_ClipArt_Gallery.2">
                      <p:embed/>
                    </p:oleObj>
                  </mc:Choice>
                  <mc:Fallback>
                    <p:oleObj name="" r:id="rId7" imgW="11601450" imgH="11791950" progId="MS_ClipArt_Gallery.2">
                      <p:embed/>
                      <p:pic>
                        <p:nvPicPr>
                          <p:cNvPr id="0" name="图片 3086"/>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6007" name="Object 4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6" name="" r:id="rId8" imgW="1268095" imgH="1199515" progId="MS_ClipArt_Gallery.2">
                      <p:embed/>
                    </p:oleObj>
                  </mc:Choice>
                  <mc:Fallback>
                    <p:oleObj name="" r:id="rId8" imgW="1268095" imgH="1199515" progId="MS_ClipArt_Gallery.2">
                      <p:embed/>
                      <p:pic>
                        <p:nvPicPr>
                          <p:cNvPr id="0" name="图片 3085"/>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5870" name="Group 442"/>
            <p:cNvGrpSpPr/>
            <p:nvPr/>
          </p:nvGrpSpPr>
          <p:grpSpPr>
            <a:xfrm>
              <a:off x="3418" y="2211"/>
              <a:ext cx="139" cy="194"/>
              <a:chOff x="2556" y="2689"/>
              <a:chExt cx="183" cy="255"/>
            </a:xfrm>
          </p:grpSpPr>
          <p:pic>
            <p:nvPicPr>
              <p:cNvPr id="35989" name="Picture 443" descr="31u_bnrz[1]"/>
              <p:cNvPicPr>
                <a:picLocks noChangeAspect="1"/>
              </p:cNvPicPr>
              <p:nvPr/>
            </p:nvPicPr>
            <p:blipFill>
              <a:blip r:embed="rId9"/>
              <a:stretch>
                <a:fillRect/>
              </a:stretch>
            </p:blipFill>
            <p:spPr>
              <a:xfrm>
                <a:off x="2609" y="2770"/>
                <a:ext cx="121" cy="174"/>
              </a:xfrm>
              <a:prstGeom prst="rect">
                <a:avLst/>
              </a:prstGeom>
              <a:noFill/>
              <a:ln w="9525">
                <a:noFill/>
              </a:ln>
            </p:spPr>
          </p:pic>
          <p:sp>
            <p:nvSpPr>
              <p:cNvPr id="35990" name="Freeform 444"/>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35991" name="Freeform 445"/>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35992" name="Freeform 446"/>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35993" name="Freeform 447"/>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35994" name="Freeform 448"/>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35995" name="Freeform 449"/>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35996" name="Freeform 450"/>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35997" name="Freeform 451"/>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35998" name="Freeform 452"/>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35999" name="Freeform 453"/>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36000" name="Freeform 454"/>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36001" name="Freeform 455"/>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36002" name="Freeform 456"/>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36003" name="Freeform 457"/>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36004" name="Freeform 458"/>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36005" name="Freeform 459"/>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graphicFrame>
          <p:nvGraphicFramePr>
            <p:cNvPr id="35871" name="Object 460"/>
            <p:cNvGraphicFramePr>
              <a:graphicFrameLocks noChangeAspect="1"/>
            </p:cNvGraphicFramePr>
            <p:nvPr/>
          </p:nvGraphicFramePr>
          <p:xfrm>
            <a:off x="3660" y="2006"/>
            <a:ext cx="207" cy="173"/>
          </p:xfrm>
          <a:graphic>
            <a:graphicData uri="http://schemas.openxmlformats.org/presentationml/2006/ole">
              <mc:AlternateContent xmlns:mc="http://schemas.openxmlformats.org/markup-compatibility/2006">
                <mc:Choice xmlns:v="urn:schemas-microsoft-com:vml" Requires="v">
                  <p:oleObj spid="_x0000_s3088" name="" r:id="rId10" imgW="18192750" imgH="15087600" progId="MS_ClipArt_Gallery.2">
                    <p:embed/>
                  </p:oleObj>
                </mc:Choice>
                <mc:Fallback>
                  <p:oleObj name="" r:id="rId10" imgW="18192750" imgH="15087600" progId="MS_ClipArt_Gallery.2">
                    <p:embed/>
                    <p:pic>
                      <p:nvPicPr>
                        <p:cNvPr id="0" name="图片 3087"/>
                        <p:cNvPicPr/>
                        <p:nvPr/>
                      </p:nvPicPr>
                      <p:blipFill>
                        <a:blip r:embed="rId11"/>
                        <a:stretch>
                          <a:fillRect/>
                        </a:stretch>
                      </p:blipFill>
                      <p:spPr>
                        <a:xfrm>
                          <a:off x="3660" y="2006"/>
                          <a:ext cx="207" cy="173"/>
                        </a:xfrm>
                        <a:prstGeom prst="rect">
                          <a:avLst/>
                        </a:prstGeom>
                        <a:noFill/>
                        <a:ln w="38100">
                          <a:noFill/>
                          <a:miter/>
                        </a:ln>
                      </p:spPr>
                    </p:pic>
                  </p:oleObj>
                </mc:Fallback>
              </mc:AlternateContent>
            </a:graphicData>
          </a:graphic>
        </p:graphicFrame>
        <p:sp>
          <p:nvSpPr>
            <p:cNvPr id="35872" name="Line 461"/>
            <p:cNvSpPr/>
            <p:nvPr/>
          </p:nvSpPr>
          <p:spPr>
            <a:xfrm>
              <a:off x="4050" y="1586"/>
              <a:ext cx="321" cy="2"/>
            </a:xfrm>
            <a:prstGeom prst="line">
              <a:avLst/>
            </a:prstGeom>
            <a:ln w="9525" cap="flat" cmpd="sng">
              <a:solidFill>
                <a:schemeClr val="tx1"/>
              </a:solidFill>
              <a:prstDash val="solid"/>
              <a:headEnd type="none" w="med" len="med"/>
              <a:tailEnd type="none" w="med" len="med"/>
            </a:ln>
          </p:spPr>
        </p:sp>
        <p:sp>
          <p:nvSpPr>
            <p:cNvPr id="35873" name="Line 462"/>
            <p:cNvSpPr/>
            <p:nvPr/>
          </p:nvSpPr>
          <p:spPr>
            <a:xfrm>
              <a:off x="3777" y="1478"/>
              <a:ext cx="96" cy="52"/>
            </a:xfrm>
            <a:prstGeom prst="line">
              <a:avLst/>
            </a:prstGeom>
            <a:ln w="9525" cap="flat" cmpd="sng">
              <a:solidFill>
                <a:schemeClr val="tx1"/>
              </a:solidFill>
              <a:prstDash val="solid"/>
              <a:headEnd type="none" w="med" len="med"/>
              <a:tailEnd type="none" w="med" len="med"/>
            </a:ln>
          </p:spPr>
        </p:sp>
        <p:sp>
          <p:nvSpPr>
            <p:cNvPr id="35874" name="Freeform 463"/>
            <p:cNvSpPr/>
            <p:nvPr/>
          </p:nvSpPr>
          <p:spPr>
            <a:xfrm>
              <a:off x="3348" y="2742"/>
              <a:ext cx="1877" cy="917"/>
            </a:xfrm>
            <a:custGeom>
              <a:avLst/>
              <a:gdLst>
                <a:gd name="txL" fmla="*/ 0 w 1877"/>
                <a:gd name="txT" fmla="*/ 0 h 917"/>
                <a:gd name="txR" fmla="*/ 1877 w 1877"/>
                <a:gd name="txB" fmla="*/ 917 h 917"/>
              </a:gdLst>
              <a:ahLst/>
              <a:cxnLst>
                <a:cxn ang="0">
                  <a:pos x="889" y="23"/>
                </a:cxn>
                <a:cxn ang="0">
                  <a:pos x="692" y="109"/>
                </a:cxn>
                <a:cxn ang="0">
                  <a:pos x="415" y="91"/>
                </a:cxn>
                <a:cxn ang="0">
                  <a:pos x="112" y="170"/>
                </a:cxn>
                <a:cxn ang="0">
                  <a:pos x="50" y="353"/>
                </a:cxn>
                <a:cxn ang="0">
                  <a:pos x="14" y="528"/>
                </a:cxn>
                <a:cxn ang="0">
                  <a:pos x="139" y="650"/>
                </a:cxn>
                <a:cxn ang="0">
                  <a:pos x="505" y="781"/>
                </a:cxn>
                <a:cxn ang="0">
                  <a:pos x="933" y="886"/>
                </a:cxn>
                <a:cxn ang="0">
                  <a:pos x="1370" y="901"/>
                </a:cxn>
                <a:cxn ang="0">
                  <a:pos x="1676" y="793"/>
                </a:cxn>
                <a:cxn ang="0">
                  <a:pos x="1860" y="624"/>
                </a:cxn>
                <a:cxn ang="0">
                  <a:pos x="1776" y="219"/>
                </a:cxn>
                <a:cxn ang="0">
                  <a:pos x="1503" y="100"/>
                </a:cxn>
                <a:cxn ang="0">
                  <a:pos x="1200" y="13"/>
                </a:cxn>
                <a:cxn ang="0">
                  <a:pos x="889" y="23"/>
                </a:cxn>
              </a:cxnLst>
              <a:rect l="txL" t="txT" r="txR" b="txB"/>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alpha val="100000"/>
              </a:srgbClr>
            </a:solidFill>
            <a:ln w="9525">
              <a:noFill/>
            </a:ln>
          </p:spPr>
          <p:txBody>
            <a:bodyPr/>
            <a:p>
              <a:endParaRPr lang="zh-CN" altLang="en-US"/>
            </a:p>
          </p:txBody>
        </p:sp>
        <p:sp>
          <p:nvSpPr>
            <p:cNvPr id="35875" name="Line 464"/>
            <p:cNvSpPr/>
            <p:nvPr/>
          </p:nvSpPr>
          <p:spPr>
            <a:xfrm rot="-5400000">
              <a:off x="4757" y="3206"/>
              <a:ext cx="330" cy="88"/>
            </a:xfrm>
            <a:prstGeom prst="line">
              <a:avLst/>
            </a:prstGeom>
            <a:ln w="12700" cap="flat" cmpd="sng">
              <a:solidFill>
                <a:schemeClr val="tx1"/>
              </a:solidFill>
              <a:prstDash val="solid"/>
              <a:headEnd type="none" w="med" len="med"/>
              <a:tailEnd type="none" w="med" len="med"/>
            </a:ln>
          </p:spPr>
        </p:sp>
        <p:grpSp>
          <p:nvGrpSpPr>
            <p:cNvPr id="35876" name="Group 465"/>
            <p:cNvGrpSpPr/>
            <p:nvPr/>
          </p:nvGrpSpPr>
          <p:grpSpPr>
            <a:xfrm>
              <a:off x="4702" y="3292"/>
              <a:ext cx="125" cy="230"/>
              <a:chOff x="4180" y="783"/>
              <a:chExt cx="150" cy="307"/>
            </a:xfrm>
          </p:grpSpPr>
          <p:sp>
            <p:nvSpPr>
              <p:cNvPr id="35981" name="AutoShape 466"/>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82" name="Rectangle 467"/>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83" name="Rectangle 468"/>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84" name="AutoShape 469"/>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85" name="Line 470"/>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35986" name="Line 471"/>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35987" name="Rectangle 472"/>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88" name="Rectangle 473"/>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35877" name="Line 474"/>
            <p:cNvSpPr/>
            <p:nvPr/>
          </p:nvSpPr>
          <p:spPr>
            <a:xfrm rot="5400000" flipV="1">
              <a:off x="4849" y="3383"/>
              <a:ext cx="2" cy="54"/>
            </a:xfrm>
            <a:prstGeom prst="line">
              <a:avLst/>
            </a:prstGeom>
            <a:ln w="12700" cap="flat" cmpd="sng">
              <a:solidFill>
                <a:schemeClr val="tx1"/>
              </a:solidFill>
              <a:prstDash val="solid"/>
              <a:headEnd type="none" w="med" len="med"/>
              <a:tailEnd type="none" w="med" len="med"/>
            </a:ln>
          </p:spPr>
        </p:sp>
        <p:sp>
          <p:nvSpPr>
            <p:cNvPr id="35878" name="Line 475"/>
            <p:cNvSpPr/>
            <p:nvPr/>
          </p:nvSpPr>
          <p:spPr>
            <a:xfrm rot="-5400000">
              <a:off x="4966" y="3179"/>
              <a:ext cx="0" cy="72"/>
            </a:xfrm>
            <a:prstGeom prst="line">
              <a:avLst/>
            </a:prstGeom>
            <a:ln w="12700" cap="flat" cmpd="sng">
              <a:solidFill>
                <a:schemeClr val="tx1"/>
              </a:solidFill>
              <a:prstDash val="solid"/>
              <a:headEnd type="none" w="med" len="med"/>
              <a:tailEnd type="none" w="med" len="med"/>
            </a:ln>
          </p:spPr>
        </p:sp>
        <p:grpSp>
          <p:nvGrpSpPr>
            <p:cNvPr id="35879" name="Group 476"/>
            <p:cNvGrpSpPr/>
            <p:nvPr/>
          </p:nvGrpSpPr>
          <p:grpSpPr>
            <a:xfrm>
              <a:off x="4701" y="2996"/>
              <a:ext cx="316" cy="148"/>
              <a:chOff x="3600" y="219"/>
              <a:chExt cx="360" cy="175"/>
            </a:xfrm>
          </p:grpSpPr>
          <p:sp>
            <p:nvSpPr>
              <p:cNvPr id="35968" name="Oval 47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69" name="Line 47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5970" name="Line 47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5971" name="Rectangle 48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72" name="Oval 48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5973" name="Group 482"/>
              <p:cNvGrpSpPr/>
              <p:nvPr/>
            </p:nvGrpSpPr>
            <p:grpSpPr>
              <a:xfrm>
                <a:off x="3686" y="244"/>
                <a:ext cx="177" cy="66"/>
                <a:chOff x="2848" y="848"/>
                <a:chExt cx="140" cy="98"/>
              </a:xfrm>
            </p:grpSpPr>
            <p:sp>
              <p:nvSpPr>
                <p:cNvPr id="35978" name="Line 48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5979" name="Line 48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5980" name="Line 48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5974" name="Group 486"/>
              <p:cNvGrpSpPr/>
              <p:nvPr/>
            </p:nvGrpSpPr>
            <p:grpSpPr>
              <a:xfrm flipV="1">
                <a:off x="3686" y="243"/>
                <a:ext cx="177" cy="66"/>
                <a:chOff x="2848" y="848"/>
                <a:chExt cx="140" cy="98"/>
              </a:xfrm>
            </p:grpSpPr>
            <p:sp>
              <p:nvSpPr>
                <p:cNvPr id="35975" name="Line 48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5976" name="Line 48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5977" name="Line 48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5880" name="Group 490"/>
            <p:cNvGrpSpPr/>
            <p:nvPr/>
          </p:nvGrpSpPr>
          <p:grpSpPr>
            <a:xfrm>
              <a:off x="4187" y="2822"/>
              <a:ext cx="316" cy="148"/>
              <a:chOff x="3600" y="219"/>
              <a:chExt cx="360" cy="175"/>
            </a:xfrm>
          </p:grpSpPr>
          <p:sp>
            <p:nvSpPr>
              <p:cNvPr id="35955" name="Oval 49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56" name="Line 49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5957" name="Line 49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5958" name="Rectangle 49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59" name="Oval 49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5960" name="Group 496"/>
              <p:cNvGrpSpPr/>
              <p:nvPr/>
            </p:nvGrpSpPr>
            <p:grpSpPr>
              <a:xfrm>
                <a:off x="3686" y="244"/>
                <a:ext cx="177" cy="66"/>
                <a:chOff x="2848" y="848"/>
                <a:chExt cx="140" cy="98"/>
              </a:xfrm>
            </p:grpSpPr>
            <p:sp>
              <p:nvSpPr>
                <p:cNvPr id="35965" name="Line 49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5966" name="Line 49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5967" name="Line 49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5961" name="Group 500"/>
              <p:cNvGrpSpPr/>
              <p:nvPr/>
            </p:nvGrpSpPr>
            <p:grpSpPr>
              <a:xfrm flipV="1">
                <a:off x="3686" y="243"/>
                <a:ext cx="177" cy="66"/>
                <a:chOff x="2848" y="848"/>
                <a:chExt cx="140" cy="98"/>
              </a:xfrm>
            </p:grpSpPr>
            <p:sp>
              <p:nvSpPr>
                <p:cNvPr id="35962" name="Line 50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5963" name="Line 50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5964" name="Line 50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5881" name="Group 504"/>
            <p:cNvGrpSpPr/>
            <p:nvPr/>
          </p:nvGrpSpPr>
          <p:grpSpPr>
            <a:xfrm>
              <a:off x="3768" y="3014"/>
              <a:ext cx="316" cy="148"/>
              <a:chOff x="3600" y="219"/>
              <a:chExt cx="360" cy="175"/>
            </a:xfrm>
          </p:grpSpPr>
          <p:sp>
            <p:nvSpPr>
              <p:cNvPr id="35942" name="Oval 50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43" name="Line 50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35944" name="Line 50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35945" name="Rectangle 50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46" name="Oval 50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35947" name="Group 510"/>
              <p:cNvGrpSpPr/>
              <p:nvPr/>
            </p:nvGrpSpPr>
            <p:grpSpPr>
              <a:xfrm>
                <a:off x="3686" y="244"/>
                <a:ext cx="177" cy="66"/>
                <a:chOff x="2848" y="848"/>
                <a:chExt cx="140" cy="98"/>
              </a:xfrm>
            </p:grpSpPr>
            <p:sp>
              <p:nvSpPr>
                <p:cNvPr id="35952" name="Line 51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5953" name="Line 51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5954" name="Line 51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35948" name="Group 514"/>
              <p:cNvGrpSpPr/>
              <p:nvPr/>
            </p:nvGrpSpPr>
            <p:grpSpPr>
              <a:xfrm flipV="1">
                <a:off x="3686" y="243"/>
                <a:ext cx="177" cy="66"/>
                <a:chOff x="2848" y="848"/>
                <a:chExt cx="140" cy="98"/>
              </a:xfrm>
            </p:grpSpPr>
            <p:sp>
              <p:nvSpPr>
                <p:cNvPr id="35949" name="Line 5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35950" name="Line 5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35951" name="Line 5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35882" name="Line 518"/>
            <p:cNvSpPr/>
            <p:nvPr/>
          </p:nvSpPr>
          <p:spPr>
            <a:xfrm>
              <a:off x="4470" y="2955"/>
              <a:ext cx="226" cy="76"/>
            </a:xfrm>
            <a:prstGeom prst="line">
              <a:avLst/>
            </a:prstGeom>
            <a:ln w="9525" cap="flat" cmpd="sng">
              <a:solidFill>
                <a:schemeClr val="tx1"/>
              </a:solidFill>
              <a:prstDash val="solid"/>
              <a:headEnd type="none" w="med" len="med"/>
              <a:tailEnd type="none" w="med" len="med"/>
            </a:ln>
          </p:spPr>
        </p:sp>
        <p:sp>
          <p:nvSpPr>
            <p:cNvPr id="35883" name="Line 519"/>
            <p:cNvSpPr/>
            <p:nvPr/>
          </p:nvSpPr>
          <p:spPr>
            <a:xfrm flipV="1">
              <a:off x="4059" y="2963"/>
              <a:ext cx="175" cy="69"/>
            </a:xfrm>
            <a:prstGeom prst="line">
              <a:avLst/>
            </a:prstGeom>
            <a:ln w="9525" cap="flat" cmpd="sng">
              <a:solidFill>
                <a:schemeClr val="tx1"/>
              </a:solidFill>
              <a:prstDash val="solid"/>
              <a:headEnd type="none" w="med" len="med"/>
              <a:tailEnd type="none" w="med" len="med"/>
            </a:ln>
          </p:spPr>
        </p:sp>
        <p:sp>
          <p:nvSpPr>
            <p:cNvPr id="35884" name="Line 520"/>
            <p:cNvSpPr/>
            <p:nvPr/>
          </p:nvSpPr>
          <p:spPr>
            <a:xfrm flipV="1">
              <a:off x="4086" y="3091"/>
              <a:ext cx="612" cy="0"/>
            </a:xfrm>
            <a:prstGeom prst="line">
              <a:avLst/>
            </a:prstGeom>
            <a:ln w="9525" cap="flat" cmpd="sng">
              <a:solidFill>
                <a:schemeClr val="tx1"/>
              </a:solidFill>
              <a:prstDash val="solid"/>
              <a:headEnd type="none" w="med" len="med"/>
              <a:tailEnd type="none" w="med" len="med"/>
            </a:ln>
          </p:spPr>
        </p:sp>
        <p:sp>
          <p:nvSpPr>
            <p:cNvPr id="35885" name="Line 521"/>
            <p:cNvSpPr/>
            <p:nvPr/>
          </p:nvSpPr>
          <p:spPr>
            <a:xfrm flipH="1">
              <a:off x="3642" y="2931"/>
              <a:ext cx="160" cy="296"/>
            </a:xfrm>
            <a:prstGeom prst="line">
              <a:avLst/>
            </a:prstGeom>
            <a:ln w="9525" cap="flat" cmpd="sng">
              <a:solidFill>
                <a:schemeClr val="tx1"/>
              </a:solidFill>
              <a:prstDash val="solid"/>
              <a:headEnd type="none" w="med" len="med"/>
              <a:tailEnd type="none" w="med" len="med"/>
            </a:ln>
          </p:spPr>
        </p:sp>
        <p:sp>
          <p:nvSpPr>
            <p:cNvPr id="35886" name="Line 522"/>
            <p:cNvSpPr/>
            <p:nvPr/>
          </p:nvSpPr>
          <p:spPr>
            <a:xfrm>
              <a:off x="3658" y="2963"/>
              <a:ext cx="124" cy="0"/>
            </a:xfrm>
            <a:prstGeom prst="line">
              <a:avLst/>
            </a:prstGeom>
            <a:ln w="9525" cap="flat" cmpd="sng">
              <a:solidFill>
                <a:schemeClr val="tx1"/>
              </a:solidFill>
              <a:prstDash val="solid"/>
              <a:headEnd type="none" w="med" len="med"/>
              <a:tailEnd type="none" w="med" len="med"/>
            </a:ln>
          </p:spPr>
        </p:sp>
        <p:sp>
          <p:nvSpPr>
            <p:cNvPr id="35887" name="Line 523"/>
            <p:cNvSpPr/>
            <p:nvPr/>
          </p:nvSpPr>
          <p:spPr>
            <a:xfrm>
              <a:off x="3570" y="3175"/>
              <a:ext cx="97" cy="0"/>
            </a:xfrm>
            <a:prstGeom prst="line">
              <a:avLst/>
            </a:prstGeom>
            <a:ln w="9525" cap="flat" cmpd="sng">
              <a:solidFill>
                <a:schemeClr val="tx1"/>
              </a:solidFill>
              <a:prstDash val="solid"/>
              <a:headEnd type="none" w="med" len="med"/>
              <a:tailEnd type="none" w="med" len="med"/>
            </a:ln>
          </p:spPr>
        </p:sp>
        <p:sp>
          <p:nvSpPr>
            <p:cNvPr id="35888" name="Line 524"/>
            <p:cNvSpPr/>
            <p:nvPr/>
          </p:nvSpPr>
          <p:spPr>
            <a:xfrm>
              <a:off x="3729" y="3225"/>
              <a:ext cx="309" cy="0"/>
            </a:xfrm>
            <a:prstGeom prst="line">
              <a:avLst/>
            </a:prstGeom>
            <a:ln w="9525" cap="flat" cmpd="sng">
              <a:solidFill>
                <a:schemeClr val="tx1"/>
              </a:solidFill>
              <a:prstDash val="solid"/>
              <a:headEnd type="none" w="med" len="med"/>
              <a:tailEnd type="none" w="med" len="med"/>
            </a:ln>
          </p:spPr>
        </p:sp>
        <p:sp>
          <p:nvSpPr>
            <p:cNvPr id="35889" name="Line 525"/>
            <p:cNvSpPr/>
            <p:nvPr/>
          </p:nvSpPr>
          <p:spPr>
            <a:xfrm flipH="1">
              <a:off x="3880" y="3167"/>
              <a:ext cx="34" cy="54"/>
            </a:xfrm>
            <a:prstGeom prst="line">
              <a:avLst/>
            </a:prstGeom>
            <a:ln w="9525" cap="flat" cmpd="sng">
              <a:solidFill>
                <a:schemeClr val="tx1"/>
              </a:solidFill>
              <a:prstDash val="solid"/>
              <a:headEnd type="none" w="med" len="med"/>
              <a:tailEnd type="none" w="med" len="med"/>
            </a:ln>
          </p:spPr>
        </p:sp>
        <p:sp>
          <p:nvSpPr>
            <p:cNvPr id="35890" name="Line 526"/>
            <p:cNvSpPr/>
            <p:nvPr/>
          </p:nvSpPr>
          <p:spPr>
            <a:xfrm>
              <a:off x="3762" y="3223"/>
              <a:ext cx="1" cy="52"/>
            </a:xfrm>
            <a:prstGeom prst="line">
              <a:avLst/>
            </a:prstGeom>
            <a:ln w="9525" cap="flat" cmpd="sng">
              <a:solidFill>
                <a:schemeClr val="tx1"/>
              </a:solidFill>
              <a:prstDash val="solid"/>
              <a:headEnd type="none" w="med" len="med"/>
              <a:tailEnd type="none" w="med" len="med"/>
            </a:ln>
          </p:spPr>
        </p:sp>
        <p:sp>
          <p:nvSpPr>
            <p:cNvPr id="35891" name="Line 527"/>
            <p:cNvSpPr/>
            <p:nvPr/>
          </p:nvSpPr>
          <p:spPr>
            <a:xfrm flipH="1" flipV="1">
              <a:off x="4012" y="3228"/>
              <a:ext cx="0" cy="48"/>
            </a:xfrm>
            <a:prstGeom prst="line">
              <a:avLst/>
            </a:prstGeom>
            <a:ln w="9525" cap="flat" cmpd="sng">
              <a:solidFill>
                <a:schemeClr val="tx1"/>
              </a:solidFill>
              <a:prstDash val="solid"/>
              <a:headEnd type="none" w="med" len="med"/>
              <a:tailEnd type="none" w="med" len="med"/>
            </a:ln>
          </p:spPr>
        </p:sp>
        <p:graphicFrame>
          <p:nvGraphicFramePr>
            <p:cNvPr id="35892" name="Object 528"/>
            <p:cNvGraphicFramePr>
              <a:graphicFrameLocks noChangeAspect="1"/>
            </p:cNvGraphicFramePr>
            <p:nvPr/>
          </p:nvGraphicFramePr>
          <p:xfrm>
            <a:off x="3417" y="3101"/>
            <a:ext cx="216" cy="180"/>
          </p:xfrm>
          <a:graphic>
            <a:graphicData uri="http://schemas.openxmlformats.org/presentationml/2006/ole">
              <mc:AlternateContent xmlns:mc="http://schemas.openxmlformats.org/markup-compatibility/2006">
                <mc:Choice xmlns:v="urn:schemas-microsoft-com:vml" Requires="v">
                  <p:oleObj spid="_x0000_s3080" name="" r:id="rId12" imgW="18192750" imgH="15087600" progId="MS_ClipArt_Gallery.2">
                    <p:embed/>
                  </p:oleObj>
                </mc:Choice>
                <mc:Fallback>
                  <p:oleObj name="" r:id="rId12" imgW="18192750" imgH="15087600" progId="MS_ClipArt_Gallery.2">
                    <p:embed/>
                    <p:pic>
                      <p:nvPicPr>
                        <p:cNvPr id="0" name="图片 3079"/>
                        <p:cNvPicPr/>
                        <p:nvPr/>
                      </p:nvPicPr>
                      <p:blipFill>
                        <a:blip r:embed="rId11"/>
                        <a:stretch>
                          <a:fillRect/>
                        </a:stretch>
                      </p:blipFill>
                      <p:spPr>
                        <a:xfrm>
                          <a:off x="3417" y="3101"/>
                          <a:ext cx="216" cy="180"/>
                        </a:xfrm>
                        <a:prstGeom prst="rect">
                          <a:avLst/>
                        </a:prstGeom>
                        <a:noFill/>
                        <a:ln w="38100">
                          <a:noFill/>
                          <a:miter/>
                        </a:ln>
                      </p:spPr>
                    </p:pic>
                  </p:oleObj>
                </mc:Fallback>
              </mc:AlternateContent>
            </a:graphicData>
          </a:graphic>
        </p:graphicFrame>
        <p:graphicFrame>
          <p:nvGraphicFramePr>
            <p:cNvPr id="35893" name="Object 529"/>
            <p:cNvGraphicFramePr>
              <a:graphicFrameLocks noChangeAspect="1"/>
            </p:cNvGraphicFramePr>
            <p:nvPr/>
          </p:nvGraphicFramePr>
          <p:xfrm>
            <a:off x="3521" y="2901"/>
            <a:ext cx="216" cy="180"/>
          </p:xfrm>
          <a:graphic>
            <a:graphicData uri="http://schemas.openxmlformats.org/presentationml/2006/ole">
              <mc:AlternateContent xmlns:mc="http://schemas.openxmlformats.org/markup-compatibility/2006">
                <mc:Choice xmlns:v="urn:schemas-microsoft-com:vml" Requires="v">
                  <p:oleObj spid="_x0000_s3082" name="" r:id="rId13" imgW="18192750" imgH="15087600" progId="MS_ClipArt_Gallery.2">
                    <p:embed/>
                  </p:oleObj>
                </mc:Choice>
                <mc:Fallback>
                  <p:oleObj name="" r:id="rId13" imgW="18192750" imgH="15087600" progId="MS_ClipArt_Gallery.2">
                    <p:embed/>
                    <p:pic>
                      <p:nvPicPr>
                        <p:cNvPr id="0" name="图片 3081"/>
                        <p:cNvPicPr/>
                        <p:nvPr/>
                      </p:nvPicPr>
                      <p:blipFill>
                        <a:blip r:embed="rId11"/>
                        <a:stretch>
                          <a:fillRect/>
                        </a:stretch>
                      </p:blipFill>
                      <p:spPr>
                        <a:xfrm>
                          <a:off x="3521" y="2901"/>
                          <a:ext cx="216" cy="180"/>
                        </a:xfrm>
                        <a:prstGeom prst="rect">
                          <a:avLst/>
                        </a:prstGeom>
                        <a:noFill/>
                        <a:ln w="38100">
                          <a:noFill/>
                          <a:miter/>
                        </a:ln>
                      </p:spPr>
                    </p:pic>
                  </p:oleObj>
                </mc:Fallback>
              </mc:AlternateContent>
            </a:graphicData>
          </a:graphic>
        </p:graphicFrame>
        <p:graphicFrame>
          <p:nvGraphicFramePr>
            <p:cNvPr id="35894" name="Object 530"/>
            <p:cNvGraphicFramePr>
              <a:graphicFrameLocks noChangeAspect="1"/>
            </p:cNvGraphicFramePr>
            <p:nvPr/>
          </p:nvGraphicFramePr>
          <p:xfrm>
            <a:off x="3689" y="3261"/>
            <a:ext cx="216" cy="180"/>
          </p:xfrm>
          <a:graphic>
            <a:graphicData uri="http://schemas.openxmlformats.org/presentationml/2006/ole">
              <mc:AlternateContent xmlns:mc="http://schemas.openxmlformats.org/markup-compatibility/2006">
                <mc:Choice xmlns:v="urn:schemas-microsoft-com:vml" Requires="v">
                  <p:oleObj spid="_x0000_s3085" name="" r:id="rId14" imgW="18192750" imgH="15087600" progId="MS_ClipArt_Gallery.2">
                    <p:embed/>
                  </p:oleObj>
                </mc:Choice>
                <mc:Fallback>
                  <p:oleObj name="" r:id="rId14" imgW="18192750" imgH="15087600" progId="MS_ClipArt_Gallery.2">
                    <p:embed/>
                    <p:pic>
                      <p:nvPicPr>
                        <p:cNvPr id="0" name="图片 3084"/>
                        <p:cNvPicPr/>
                        <p:nvPr/>
                      </p:nvPicPr>
                      <p:blipFill>
                        <a:blip r:embed="rId11"/>
                        <a:stretch>
                          <a:fillRect/>
                        </a:stretch>
                      </p:blipFill>
                      <p:spPr>
                        <a:xfrm>
                          <a:off x="3689" y="3261"/>
                          <a:ext cx="216" cy="180"/>
                        </a:xfrm>
                        <a:prstGeom prst="rect">
                          <a:avLst/>
                        </a:prstGeom>
                        <a:noFill/>
                        <a:ln w="38100">
                          <a:noFill/>
                          <a:miter/>
                        </a:ln>
                      </p:spPr>
                    </p:pic>
                  </p:oleObj>
                </mc:Fallback>
              </mc:AlternateContent>
            </a:graphicData>
          </a:graphic>
        </p:graphicFrame>
        <p:graphicFrame>
          <p:nvGraphicFramePr>
            <p:cNvPr id="35895" name="Object 531"/>
            <p:cNvGraphicFramePr>
              <a:graphicFrameLocks noChangeAspect="1"/>
            </p:cNvGraphicFramePr>
            <p:nvPr/>
          </p:nvGraphicFramePr>
          <p:xfrm>
            <a:off x="3903" y="3263"/>
            <a:ext cx="216" cy="180"/>
          </p:xfrm>
          <a:graphic>
            <a:graphicData uri="http://schemas.openxmlformats.org/presentationml/2006/ole">
              <mc:AlternateContent xmlns:mc="http://schemas.openxmlformats.org/markup-compatibility/2006">
                <mc:Choice xmlns:v="urn:schemas-microsoft-com:vml" Requires="v">
                  <p:oleObj spid="_x0000_s3078" name="" r:id="rId15" imgW="18192750" imgH="15087600" progId="MS_ClipArt_Gallery.2">
                    <p:embed/>
                  </p:oleObj>
                </mc:Choice>
                <mc:Fallback>
                  <p:oleObj name="" r:id="rId15" imgW="18192750" imgH="15087600" progId="MS_ClipArt_Gallery.2">
                    <p:embed/>
                    <p:pic>
                      <p:nvPicPr>
                        <p:cNvPr id="0" name="图片 3077"/>
                        <p:cNvPicPr/>
                        <p:nvPr/>
                      </p:nvPicPr>
                      <p:blipFill>
                        <a:blip r:embed="rId11"/>
                        <a:stretch>
                          <a:fillRect/>
                        </a:stretch>
                      </p:blipFill>
                      <p:spPr>
                        <a:xfrm>
                          <a:off x="3903" y="3263"/>
                          <a:ext cx="216" cy="180"/>
                        </a:xfrm>
                        <a:prstGeom prst="rect">
                          <a:avLst/>
                        </a:prstGeom>
                        <a:noFill/>
                        <a:ln w="38100">
                          <a:noFill/>
                          <a:miter/>
                        </a:ln>
                      </p:spPr>
                    </p:pic>
                  </p:oleObj>
                </mc:Fallback>
              </mc:AlternateContent>
            </a:graphicData>
          </a:graphic>
        </p:graphicFrame>
        <p:grpSp>
          <p:nvGrpSpPr>
            <p:cNvPr id="35896" name="Group 532"/>
            <p:cNvGrpSpPr/>
            <p:nvPr/>
          </p:nvGrpSpPr>
          <p:grpSpPr>
            <a:xfrm>
              <a:off x="4475" y="3342"/>
              <a:ext cx="172" cy="215"/>
              <a:chOff x="2870" y="1518"/>
              <a:chExt cx="292" cy="320"/>
            </a:xfrm>
          </p:grpSpPr>
          <p:graphicFrame>
            <p:nvGraphicFramePr>
              <p:cNvPr id="35940" name="Object 5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1" name="" r:id="rId16" imgW="11601450" imgH="11791950" progId="MS_ClipArt_Gallery.2">
                      <p:embed/>
                    </p:oleObj>
                  </mc:Choice>
                  <mc:Fallback>
                    <p:oleObj name="" r:id="rId16" imgW="11601450" imgH="11791950" progId="MS_ClipArt_Gallery.2">
                      <p:embed/>
                      <p:pic>
                        <p:nvPicPr>
                          <p:cNvPr id="0" name="图片 308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5941" name="Object 5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4" name="" r:id="rId17" imgW="1268095" imgH="1199515" progId="MS_ClipArt_Gallery.2">
                      <p:embed/>
                    </p:oleObj>
                  </mc:Choice>
                  <mc:Fallback>
                    <p:oleObj name="" r:id="rId17" imgW="1268095" imgH="1199515" progId="MS_ClipArt_Gallery.2">
                      <p:embed/>
                      <p:pic>
                        <p:nvPicPr>
                          <p:cNvPr id="0" name="图片 3083"/>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5897" name="Group 535"/>
            <p:cNvGrpSpPr/>
            <p:nvPr/>
          </p:nvGrpSpPr>
          <p:grpSpPr>
            <a:xfrm>
              <a:off x="4191" y="3374"/>
              <a:ext cx="220" cy="203"/>
              <a:chOff x="2870" y="1518"/>
              <a:chExt cx="292" cy="320"/>
            </a:xfrm>
          </p:grpSpPr>
          <p:graphicFrame>
            <p:nvGraphicFramePr>
              <p:cNvPr id="35938" name="Object 5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3" name="" r:id="rId18" imgW="11601450" imgH="11791950" progId="MS_ClipArt_Gallery.2">
                      <p:embed/>
                    </p:oleObj>
                  </mc:Choice>
                  <mc:Fallback>
                    <p:oleObj name="" r:id="rId18" imgW="11601450" imgH="11791950" progId="MS_ClipArt_Gallery.2">
                      <p:embed/>
                      <p:pic>
                        <p:nvPicPr>
                          <p:cNvPr id="0" name="图片 3082"/>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35939" name="Object 5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9" name="" r:id="rId19" imgW="1268095" imgH="1199515" progId="MS_ClipArt_Gallery.2">
                      <p:embed/>
                    </p:oleObj>
                  </mc:Choice>
                  <mc:Fallback>
                    <p:oleObj name="" r:id="rId19" imgW="1268095" imgH="1199515" progId="MS_ClipArt_Gallery.2">
                      <p:embed/>
                      <p:pic>
                        <p:nvPicPr>
                          <p:cNvPr id="0" name="图片 3078"/>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35898" name="Group 538"/>
            <p:cNvGrpSpPr/>
            <p:nvPr/>
          </p:nvGrpSpPr>
          <p:grpSpPr>
            <a:xfrm>
              <a:off x="4290" y="3130"/>
              <a:ext cx="183" cy="255"/>
              <a:chOff x="2556" y="2689"/>
              <a:chExt cx="183" cy="255"/>
            </a:xfrm>
          </p:grpSpPr>
          <p:pic>
            <p:nvPicPr>
              <p:cNvPr id="35921" name="Picture 539" descr="31u_bnrz[1]"/>
              <p:cNvPicPr>
                <a:picLocks noChangeAspect="1"/>
              </p:cNvPicPr>
              <p:nvPr/>
            </p:nvPicPr>
            <p:blipFill>
              <a:blip r:embed="rId9"/>
              <a:stretch>
                <a:fillRect/>
              </a:stretch>
            </p:blipFill>
            <p:spPr>
              <a:xfrm>
                <a:off x="2609" y="2770"/>
                <a:ext cx="121" cy="174"/>
              </a:xfrm>
              <a:prstGeom prst="rect">
                <a:avLst/>
              </a:prstGeom>
              <a:noFill/>
              <a:ln w="9525">
                <a:noFill/>
              </a:ln>
            </p:spPr>
          </p:pic>
          <p:sp>
            <p:nvSpPr>
              <p:cNvPr id="35922" name="Freeform 540"/>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35923" name="Freeform 541"/>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35924" name="Freeform 542"/>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35925" name="Freeform 543"/>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35926" name="Freeform 544"/>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35927" name="Freeform 545"/>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35928" name="Freeform 546"/>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35929" name="Freeform 547"/>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35930" name="Freeform 548"/>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35931" name="Freeform 549"/>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35932" name="Freeform 550"/>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35933" name="Freeform 551"/>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35934" name="Freeform 552"/>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35935" name="Freeform 553"/>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35936" name="Freeform 554"/>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35937" name="Freeform 555"/>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sp>
          <p:nvSpPr>
            <p:cNvPr id="35899" name="Line 556"/>
            <p:cNvSpPr/>
            <p:nvPr/>
          </p:nvSpPr>
          <p:spPr>
            <a:xfrm>
              <a:off x="4063" y="3139"/>
              <a:ext cx="317" cy="170"/>
            </a:xfrm>
            <a:prstGeom prst="line">
              <a:avLst/>
            </a:prstGeom>
            <a:ln w="9525" cap="flat" cmpd="sng">
              <a:solidFill>
                <a:schemeClr val="tx1"/>
              </a:solidFill>
              <a:prstDash val="solid"/>
              <a:headEnd type="none" w="med" len="med"/>
              <a:tailEnd type="none" w="med" len="med"/>
            </a:ln>
          </p:spPr>
        </p:sp>
        <p:sp>
          <p:nvSpPr>
            <p:cNvPr id="35900" name="Line 557"/>
            <p:cNvSpPr/>
            <p:nvPr/>
          </p:nvSpPr>
          <p:spPr>
            <a:xfrm>
              <a:off x="3716" y="3098"/>
              <a:ext cx="51" cy="0"/>
            </a:xfrm>
            <a:prstGeom prst="line">
              <a:avLst/>
            </a:prstGeom>
            <a:ln w="9525" cap="flat" cmpd="sng">
              <a:solidFill>
                <a:schemeClr val="tx1"/>
              </a:solidFill>
              <a:prstDash val="solid"/>
              <a:headEnd type="none" w="med" len="med"/>
              <a:tailEnd type="none" w="med" len="med"/>
            </a:ln>
          </p:spPr>
        </p:sp>
        <p:grpSp>
          <p:nvGrpSpPr>
            <p:cNvPr id="35901" name="Group 558"/>
            <p:cNvGrpSpPr/>
            <p:nvPr/>
          </p:nvGrpSpPr>
          <p:grpSpPr>
            <a:xfrm>
              <a:off x="4961" y="3136"/>
              <a:ext cx="131" cy="258"/>
              <a:chOff x="4180" y="783"/>
              <a:chExt cx="150" cy="307"/>
            </a:xfrm>
          </p:grpSpPr>
          <p:sp>
            <p:nvSpPr>
              <p:cNvPr id="35913" name="AutoShape 559"/>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14" name="Rectangle 560"/>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15" name="Rectangle 561"/>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16" name="AutoShape 562"/>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17" name="Line 563"/>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35918" name="Line 564"/>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35919" name="Rectangle 565"/>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5920" name="Rectangle 566"/>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35902" name="Line 567"/>
            <p:cNvSpPr/>
            <p:nvPr/>
          </p:nvSpPr>
          <p:spPr>
            <a:xfrm flipH="1">
              <a:off x="3772" y="2167"/>
              <a:ext cx="2" cy="91"/>
            </a:xfrm>
            <a:prstGeom prst="line">
              <a:avLst/>
            </a:prstGeom>
            <a:ln w="9525" cap="flat" cmpd="sng">
              <a:solidFill>
                <a:schemeClr val="tx1"/>
              </a:solidFill>
              <a:prstDash val="solid"/>
              <a:headEnd type="none" w="med" len="med"/>
              <a:tailEnd type="none" w="med" len="med"/>
            </a:ln>
          </p:spPr>
        </p:sp>
        <p:sp>
          <p:nvSpPr>
            <p:cNvPr id="35903" name="Line 568"/>
            <p:cNvSpPr/>
            <p:nvPr/>
          </p:nvSpPr>
          <p:spPr>
            <a:xfrm flipV="1">
              <a:off x="4589" y="1526"/>
              <a:ext cx="78" cy="55"/>
            </a:xfrm>
            <a:prstGeom prst="line">
              <a:avLst/>
            </a:prstGeom>
            <a:ln w="9525" cap="flat" cmpd="sng">
              <a:solidFill>
                <a:schemeClr val="tx1"/>
              </a:solidFill>
              <a:prstDash val="solid"/>
              <a:headEnd type="none" w="med" len="med"/>
              <a:tailEnd type="none" w="med" len="med"/>
            </a:ln>
          </p:spPr>
        </p:sp>
        <p:sp>
          <p:nvSpPr>
            <p:cNvPr id="35904" name="Line 569"/>
            <p:cNvSpPr/>
            <p:nvPr/>
          </p:nvSpPr>
          <p:spPr>
            <a:xfrm>
              <a:off x="4480" y="1635"/>
              <a:ext cx="0" cy="52"/>
            </a:xfrm>
            <a:prstGeom prst="line">
              <a:avLst/>
            </a:prstGeom>
            <a:ln w="9525" cap="flat" cmpd="sng">
              <a:solidFill>
                <a:schemeClr val="tx1"/>
              </a:solidFill>
              <a:prstDash val="solid"/>
              <a:headEnd type="none" w="med" len="med"/>
              <a:tailEnd type="none" w="med" len="med"/>
            </a:ln>
          </p:spPr>
        </p:sp>
        <p:sp>
          <p:nvSpPr>
            <p:cNvPr id="35905" name="Line 570"/>
            <p:cNvSpPr/>
            <p:nvPr/>
          </p:nvSpPr>
          <p:spPr>
            <a:xfrm flipV="1">
              <a:off x="4596" y="1570"/>
              <a:ext cx="166" cy="182"/>
            </a:xfrm>
            <a:prstGeom prst="line">
              <a:avLst/>
            </a:prstGeom>
            <a:ln w="9525" cap="flat" cmpd="sng">
              <a:solidFill>
                <a:schemeClr val="tx1"/>
              </a:solidFill>
              <a:prstDash val="solid"/>
              <a:headEnd type="none" w="med" len="med"/>
              <a:tailEnd type="none" w="med" len="med"/>
            </a:ln>
          </p:spPr>
        </p:sp>
        <p:sp>
          <p:nvSpPr>
            <p:cNvPr id="35906" name="Line 571"/>
            <p:cNvSpPr/>
            <p:nvPr/>
          </p:nvSpPr>
          <p:spPr>
            <a:xfrm>
              <a:off x="4818" y="1569"/>
              <a:ext cx="0" cy="124"/>
            </a:xfrm>
            <a:prstGeom prst="line">
              <a:avLst/>
            </a:prstGeom>
            <a:ln w="9525" cap="flat" cmpd="sng">
              <a:solidFill>
                <a:schemeClr val="tx1"/>
              </a:solidFill>
              <a:prstDash val="solid"/>
              <a:headEnd type="none" w="med" len="med"/>
              <a:tailEnd type="none" w="med" len="med"/>
            </a:ln>
          </p:spPr>
        </p:sp>
        <p:sp>
          <p:nvSpPr>
            <p:cNvPr id="35907" name="Line 572"/>
            <p:cNvSpPr/>
            <p:nvPr/>
          </p:nvSpPr>
          <p:spPr>
            <a:xfrm>
              <a:off x="4600" y="1762"/>
              <a:ext cx="119" cy="0"/>
            </a:xfrm>
            <a:prstGeom prst="line">
              <a:avLst/>
            </a:prstGeom>
            <a:ln w="9525" cap="flat" cmpd="sng">
              <a:solidFill>
                <a:schemeClr val="tx1"/>
              </a:solidFill>
              <a:prstDash val="solid"/>
              <a:headEnd type="none" w="med" len="med"/>
              <a:tailEnd type="none" w="med" len="med"/>
            </a:ln>
          </p:spPr>
        </p:sp>
        <p:sp>
          <p:nvSpPr>
            <p:cNvPr id="35908" name="Line 573"/>
            <p:cNvSpPr/>
            <p:nvPr/>
          </p:nvSpPr>
          <p:spPr>
            <a:xfrm flipV="1">
              <a:off x="3526" y="2308"/>
              <a:ext cx="106" cy="2"/>
            </a:xfrm>
            <a:prstGeom prst="line">
              <a:avLst/>
            </a:prstGeom>
            <a:ln w="9525" cap="flat" cmpd="sng">
              <a:solidFill>
                <a:schemeClr val="tx1"/>
              </a:solidFill>
              <a:prstDash val="solid"/>
              <a:headEnd type="none" w="med" len="med"/>
              <a:tailEnd type="none" w="med" len="med"/>
            </a:ln>
          </p:spPr>
        </p:sp>
        <p:sp>
          <p:nvSpPr>
            <p:cNvPr id="35909" name="Line 574"/>
            <p:cNvSpPr/>
            <p:nvPr/>
          </p:nvSpPr>
          <p:spPr>
            <a:xfrm flipV="1">
              <a:off x="4861" y="1380"/>
              <a:ext cx="150" cy="106"/>
            </a:xfrm>
            <a:prstGeom prst="line">
              <a:avLst/>
            </a:prstGeom>
            <a:ln w="9525" cap="flat" cmpd="sng">
              <a:solidFill>
                <a:schemeClr val="tx1"/>
              </a:solidFill>
              <a:prstDash val="solid"/>
              <a:headEnd type="none" w="med" len="med"/>
              <a:tailEnd type="none" w="med" len="med"/>
            </a:ln>
          </p:spPr>
        </p:sp>
        <p:sp>
          <p:nvSpPr>
            <p:cNvPr id="35910" name="Line 575"/>
            <p:cNvSpPr/>
            <p:nvPr/>
          </p:nvSpPr>
          <p:spPr>
            <a:xfrm>
              <a:off x="4949" y="1756"/>
              <a:ext cx="112" cy="0"/>
            </a:xfrm>
            <a:prstGeom prst="line">
              <a:avLst/>
            </a:prstGeom>
            <a:ln w="9525" cap="flat" cmpd="sng">
              <a:solidFill>
                <a:schemeClr val="tx1"/>
              </a:solidFill>
              <a:prstDash val="solid"/>
              <a:headEnd type="none" w="med" len="med"/>
              <a:tailEnd type="none" w="med" len="med"/>
            </a:ln>
          </p:spPr>
        </p:sp>
        <p:sp>
          <p:nvSpPr>
            <p:cNvPr id="35911" name="Line 576"/>
            <p:cNvSpPr/>
            <p:nvPr/>
          </p:nvSpPr>
          <p:spPr>
            <a:xfrm flipH="1">
              <a:off x="4411" y="1804"/>
              <a:ext cx="62" cy="444"/>
            </a:xfrm>
            <a:prstGeom prst="line">
              <a:avLst/>
            </a:prstGeom>
            <a:ln w="9525" cap="flat" cmpd="sng">
              <a:solidFill>
                <a:schemeClr val="tx1"/>
              </a:solidFill>
              <a:prstDash val="solid"/>
              <a:headEnd type="none" w="med" len="med"/>
              <a:tailEnd type="none" w="med" len="med"/>
            </a:ln>
          </p:spPr>
        </p:sp>
        <p:sp>
          <p:nvSpPr>
            <p:cNvPr id="35912" name="Line 577"/>
            <p:cNvSpPr/>
            <p:nvPr/>
          </p:nvSpPr>
          <p:spPr>
            <a:xfrm flipH="1">
              <a:off x="4783" y="1804"/>
              <a:ext cx="70" cy="458"/>
            </a:xfrm>
            <a:prstGeom prst="line">
              <a:avLst/>
            </a:prstGeom>
            <a:ln w="9525" cap="flat" cmpd="sng">
              <a:solidFill>
                <a:schemeClr val="tx1"/>
              </a:solidFill>
              <a:prstDash val="solid"/>
              <a:headEnd type="none" w="med" len="med"/>
              <a:tailEnd type="none" w="med" len="med"/>
            </a:ln>
          </p:spPr>
        </p:sp>
      </p:gr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37891"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3789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What’s a protocol?</a:t>
            </a:r>
            <a:endParaRPr lang="en-US" altLang="zh-CN" dirty="0">
              <a:ea typeface="宋体" panose="02010600030101010101" pitchFamily="2" charset="-122"/>
            </a:endParaRPr>
          </a:p>
        </p:txBody>
      </p:sp>
      <p:sp>
        <p:nvSpPr>
          <p:cNvPr id="37893" name="Rectangle 3"/>
          <p:cNvSpPr>
            <a:spLocks noGrp="1"/>
          </p:cNvSpPr>
          <p:nvPr>
            <p:ph sz="half" idx="1"/>
          </p:nvPr>
        </p:nvSpPr>
        <p:spPr>
          <a:xfrm>
            <a:off x="533400" y="1371600"/>
            <a:ext cx="3581400" cy="4648200"/>
          </a:xfrm>
        </p:spPr>
        <p:txBody>
          <a:bodyPr vert="horz" wrap="square" lIns="91440" tIns="45720" rIns="91440" bIns="45720" anchor="t" anchorCtr="0"/>
          <a:p>
            <a:pPr>
              <a:buSzPct val="85000"/>
              <a:buFont typeface="Wingdings" panose="05000000000000000000" pitchFamily="2" charset="2"/>
              <a:buNone/>
            </a:pPr>
            <a:r>
              <a:rPr lang="en-US" altLang="zh-CN" sz="2400" u="sng" dirty="0">
                <a:solidFill>
                  <a:srgbClr val="FF0000"/>
                </a:solidFill>
                <a:latin typeface="+mn-lt"/>
                <a:ea typeface="宋体" panose="02010600030101010101" pitchFamily="2" charset="-122"/>
                <a:cs typeface="+mn-cs"/>
              </a:rPr>
              <a:t>human protocols: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“what’s the time?”</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“I have a question”</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introductions</a:t>
            </a:r>
            <a:endParaRPr lang="en-US" altLang="zh-CN" dirty="0">
              <a:latin typeface="+mn-lt"/>
              <a:ea typeface="宋体" panose="02010600030101010101" pitchFamily="2" charset="-122"/>
              <a:cs typeface="+mn-cs"/>
            </a:endParaRPr>
          </a:p>
          <a:p>
            <a:pPr lvl="1">
              <a:buSzPct val="75000"/>
            </a:pPr>
            <a:endParaRPr lang="en-US" altLang="zh-CN" sz="2000" dirty="0">
              <a:latin typeface="+mn-lt"/>
              <a:ea typeface="宋体" panose="02010600030101010101" pitchFamily="2" charset="-122"/>
            </a:endParaRPr>
          </a:p>
          <a:p>
            <a:pPr>
              <a:buSzPct val="85000"/>
              <a:buFont typeface="Wingdings" panose="05000000000000000000" pitchFamily="2" charset="2"/>
              <a:buNone/>
            </a:pPr>
            <a:r>
              <a:rPr lang="en-US" altLang="zh-CN" sz="2400" dirty="0">
                <a:latin typeface="+mn-lt"/>
                <a:ea typeface="宋体" panose="02010600030101010101" pitchFamily="2" charset="-122"/>
                <a:cs typeface="+mn-cs"/>
              </a:rPr>
              <a:t>… specific msgs sent</a:t>
            </a:r>
            <a:endParaRPr lang="en-US" altLang="zh-CN" sz="2400" dirty="0">
              <a:latin typeface="+mn-lt"/>
              <a:ea typeface="宋体" panose="02010600030101010101" pitchFamily="2" charset="-122"/>
              <a:cs typeface="+mn-cs"/>
            </a:endParaRPr>
          </a:p>
          <a:p>
            <a:pPr>
              <a:buSzPct val="85000"/>
              <a:buFont typeface="Wingdings" panose="05000000000000000000" pitchFamily="2" charset="2"/>
              <a:buNone/>
            </a:pPr>
            <a:r>
              <a:rPr lang="en-US" altLang="zh-CN" sz="2400" dirty="0">
                <a:latin typeface="+mn-lt"/>
                <a:ea typeface="宋体" panose="02010600030101010101" pitchFamily="2" charset="-122"/>
                <a:cs typeface="+mn-cs"/>
              </a:rPr>
              <a:t>… specific actions taken when msgs received, or other events</a:t>
            </a:r>
            <a:endParaRPr lang="en-US" altLang="zh-CN" sz="2400" dirty="0">
              <a:latin typeface="+mn-lt"/>
              <a:ea typeface="宋体" panose="02010600030101010101" pitchFamily="2" charset="-122"/>
              <a:cs typeface="+mn-cs"/>
            </a:endParaRPr>
          </a:p>
        </p:txBody>
      </p:sp>
      <p:sp>
        <p:nvSpPr>
          <p:cNvPr id="37894" name="Rectangle 4"/>
          <p:cNvSpPr>
            <a:spLocks noGrp="1"/>
          </p:cNvSpPr>
          <p:nvPr>
            <p:ph sz="half" idx="2"/>
          </p:nvPr>
        </p:nvSpPr>
        <p:spPr>
          <a:xfrm>
            <a:off x="4495800" y="1371600"/>
            <a:ext cx="3810000" cy="2590800"/>
          </a:xfrm>
        </p:spPr>
        <p:txBody>
          <a:bodyPr vert="horz" wrap="square" lIns="91440" tIns="45720" rIns="91440" bIns="45720" anchor="t" anchorCtr="0"/>
          <a:p>
            <a:pPr>
              <a:buSzPct val="85000"/>
              <a:buFont typeface="Wingdings" panose="05000000000000000000" pitchFamily="2" charset="2"/>
              <a:buNone/>
            </a:pPr>
            <a:r>
              <a:rPr lang="en-US" altLang="zh-CN" sz="2400" u="sng" dirty="0">
                <a:solidFill>
                  <a:srgbClr val="FF0000"/>
                </a:solidFill>
                <a:latin typeface="+mn-lt"/>
                <a:ea typeface="宋体" panose="02010600030101010101" pitchFamily="2" charset="-122"/>
                <a:cs typeface="+mn-cs"/>
              </a:rPr>
              <a:t>network protocols: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machines rather than humans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all communication activity in Internet governed by protocols</a:t>
            </a:r>
            <a:endParaRPr lang="en-US" altLang="zh-CN" sz="2400" dirty="0">
              <a:latin typeface="+mn-lt"/>
              <a:ea typeface="宋体" panose="02010600030101010101" pitchFamily="2" charset="-122"/>
              <a:cs typeface="+mn-cs"/>
            </a:endParaRPr>
          </a:p>
        </p:txBody>
      </p:sp>
      <p:sp>
        <p:nvSpPr>
          <p:cNvPr id="37895" name="Rectangle 5"/>
          <p:cNvSpPr/>
          <p:nvPr/>
        </p:nvSpPr>
        <p:spPr>
          <a:xfrm>
            <a:off x="4343400" y="3962400"/>
            <a:ext cx="4267200" cy="23622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lgn="ctr">
              <a:buNone/>
            </a:pPr>
            <a:r>
              <a:rPr lang="en-US" altLang="zh-CN" sz="2400" i="1" dirty="0">
                <a:ea typeface="宋体" panose="02010600030101010101" pitchFamily="2" charset="-122"/>
              </a:rPr>
              <a:t>protocols define format, order of msgs sent and received among network entities, and actions taken on msg transmission, receipt</a:t>
            </a:r>
            <a:r>
              <a:rPr lang="en-US" altLang="zh-CN" sz="2400" i="1" dirty="0">
                <a:solidFill>
                  <a:srgbClr val="FF0000"/>
                </a:solidFill>
                <a:ea typeface="宋体" panose="02010600030101010101" pitchFamily="2" charset="-122"/>
              </a:rPr>
              <a:t> </a:t>
            </a:r>
            <a:endParaRPr lang="en-US" altLang="zh-CN" sz="2400" i="1" dirty="0">
              <a:solidFill>
                <a:srgbClr val="FF0000"/>
              </a:solidFill>
              <a:ea typeface="宋体" panose="02010600030101010101" pitchFamily="2" charset="-122"/>
            </a:endParaRPr>
          </a:p>
        </p:txBody>
      </p:sp>
      <p:sp>
        <p:nvSpPr>
          <p:cNvPr id="37896" name="Rectangle 6"/>
          <p:cNvSpPr/>
          <p:nvPr/>
        </p:nvSpPr>
        <p:spPr>
          <a:xfrm>
            <a:off x="4495800" y="3962400"/>
            <a:ext cx="4343400" cy="2362200"/>
          </a:xfrm>
          <a:prstGeom prst="rect">
            <a:avLst/>
          </a:prstGeom>
          <a:noFill/>
          <a:ln w="19050"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3993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3994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What’s a protocol?</a:t>
            </a:r>
            <a:endParaRPr lang="en-US" altLang="zh-CN" dirty="0">
              <a:ea typeface="宋体" panose="02010600030101010101" pitchFamily="2" charset="-122"/>
            </a:endParaRPr>
          </a:p>
        </p:txBody>
      </p:sp>
      <p:sp>
        <p:nvSpPr>
          <p:cNvPr id="39941" name="Rectangle 3"/>
          <p:cNvSpPr>
            <a:spLocks noGrp="1"/>
          </p:cNvSpPr>
          <p:nvPr>
            <p:ph sz="half" idx="1"/>
          </p:nvPr>
        </p:nvSpPr>
        <p:spPr>
          <a:xfrm>
            <a:off x="533400" y="1371600"/>
            <a:ext cx="8153400" cy="685800"/>
          </a:xfrm>
        </p:spPr>
        <p:txBody>
          <a:bodyPr vert="horz" wrap="square" lIns="91440" tIns="45720" rIns="91440" bIns="45720" anchor="t" anchorCtr="0"/>
          <a:p>
            <a:pPr>
              <a:buSzPct val="85000"/>
              <a:buFont typeface="Wingdings" panose="05000000000000000000" pitchFamily="2" charset="2"/>
              <a:buNone/>
            </a:pPr>
            <a:r>
              <a:rPr lang="en-US" altLang="zh-CN" sz="2400" dirty="0">
                <a:latin typeface="+mn-lt"/>
                <a:ea typeface="宋体" panose="02010600030101010101" pitchFamily="2" charset="-122"/>
                <a:cs typeface="+mn-cs"/>
              </a:rPr>
              <a:t>a human protocol and a computer network protocol:</a:t>
            </a:r>
            <a:endParaRPr lang="en-US" altLang="zh-CN" sz="2400" dirty="0">
              <a:latin typeface="+mn-lt"/>
              <a:ea typeface="宋体" panose="02010600030101010101" pitchFamily="2" charset="-122"/>
              <a:cs typeface="+mn-cs"/>
            </a:endParaRPr>
          </a:p>
          <a:p>
            <a:pPr>
              <a:buSzPct val="85000"/>
              <a:buFont typeface="Wingdings" panose="05000000000000000000" pitchFamily="2" charset="2"/>
              <a:buNone/>
            </a:pPr>
            <a:endParaRPr lang="en-US" altLang="zh-CN" sz="2400" dirty="0">
              <a:latin typeface="+mn-lt"/>
              <a:ea typeface="宋体" panose="02010600030101010101" pitchFamily="2" charset="-122"/>
              <a:cs typeface="+mn-cs"/>
            </a:endParaRPr>
          </a:p>
        </p:txBody>
      </p:sp>
      <p:sp>
        <p:nvSpPr>
          <p:cNvPr id="39942" name="Rectangle 8"/>
          <p:cNvSpPr/>
          <p:nvPr/>
        </p:nvSpPr>
        <p:spPr>
          <a:xfrm>
            <a:off x="685800" y="5943600"/>
            <a:ext cx="4419600" cy="5334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buNone/>
            </a:pPr>
            <a:r>
              <a:rPr lang="en-US" altLang="zh-CN" sz="2400" u="sng" dirty="0">
                <a:solidFill>
                  <a:srgbClr val="FF0000"/>
                </a:solidFill>
                <a:ea typeface="宋体" panose="02010600030101010101" pitchFamily="2" charset="-122"/>
              </a:rPr>
              <a:t>Q:</a:t>
            </a:r>
            <a:r>
              <a:rPr lang="en-US" altLang="zh-CN" sz="2400" dirty="0">
                <a:ea typeface="宋体" panose="02010600030101010101" pitchFamily="2" charset="-122"/>
              </a:rPr>
              <a:t> Other human protocols? </a:t>
            </a:r>
            <a:endParaRPr lang="en-US" altLang="zh-CN" sz="2400" dirty="0">
              <a:ea typeface="宋体" panose="02010600030101010101" pitchFamily="2" charset="-122"/>
            </a:endParaRPr>
          </a:p>
        </p:txBody>
      </p:sp>
      <p:sp>
        <p:nvSpPr>
          <p:cNvPr id="39943" name="Line 10"/>
          <p:cNvSpPr/>
          <p:nvPr/>
        </p:nvSpPr>
        <p:spPr>
          <a:xfrm>
            <a:off x="1257300" y="2771775"/>
            <a:ext cx="1762125" cy="276225"/>
          </a:xfrm>
          <a:prstGeom prst="line">
            <a:avLst/>
          </a:prstGeom>
          <a:ln w="28575" cap="flat" cmpd="sng">
            <a:solidFill>
              <a:srgbClr val="FF0000"/>
            </a:solidFill>
            <a:prstDash val="solid"/>
            <a:headEnd type="none" w="med" len="med"/>
            <a:tailEnd type="triangle" w="med" len="med"/>
          </a:ln>
        </p:spPr>
      </p:sp>
      <p:grpSp>
        <p:nvGrpSpPr>
          <p:cNvPr id="39944" name="Group 16"/>
          <p:cNvGrpSpPr/>
          <p:nvPr/>
        </p:nvGrpSpPr>
        <p:grpSpPr>
          <a:xfrm>
            <a:off x="7173913" y="2917825"/>
            <a:ext cx="355600" cy="933450"/>
            <a:chOff x="4180" y="783"/>
            <a:chExt cx="150" cy="307"/>
          </a:xfrm>
        </p:grpSpPr>
        <p:sp>
          <p:nvSpPr>
            <p:cNvPr id="39977" name="AutoShape 17"/>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78" name="Rectangle 18"/>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79" name="Rectangle 19"/>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80" name="AutoShape 20"/>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81" name="Line 21"/>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39982" name="Line 22"/>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39983" name="Rectangle 23"/>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84" name="Rectangle 24"/>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aphicFrame>
        <p:nvGraphicFramePr>
          <p:cNvPr id="39945" name="Object 26"/>
          <p:cNvGraphicFramePr>
            <a:graphicFrameLocks noChangeAspect="1"/>
          </p:cNvGraphicFramePr>
          <p:nvPr/>
        </p:nvGraphicFramePr>
        <p:xfrm>
          <a:off x="4543425" y="2632075"/>
          <a:ext cx="622300" cy="500063"/>
        </p:xfrm>
        <a:graphic>
          <a:graphicData uri="http://schemas.openxmlformats.org/presentationml/2006/ole">
            <mc:AlternateContent xmlns:mc="http://schemas.openxmlformats.org/markup-compatibility/2006">
              <mc:Choice xmlns:v="urn:schemas-microsoft-com:vml" Requires="v">
                <p:oleObj spid="_x0000_s3089" name="" r:id="rId1" imgW="18192750" imgH="15087600" progId="MS_ClipArt_Gallery.2">
                  <p:embed/>
                </p:oleObj>
              </mc:Choice>
              <mc:Fallback>
                <p:oleObj name="" r:id="rId1" imgW="18192750" imgH="15087600" progId="MS_ClipArt_Gallery.2">
                  <p:embed/>
                  <p:pic>
                    <p:nvPicPr>
                      <p:cNvPr id="0" name="图片 3088"/>
                      <p:cNvPicPr/>
                      <p:nvPr/>
                    </p:nvPicPr>
                    <p:blipFill>
                      <a:blip r:embed="rId2"/>
                      <a:stretch>
                        <a:fillRect/>
                      </a:stretch>
                    </p:blipFill>
                    <p:spPr>
                      <a:xfrm>
                        <a:off x="4543425" y="2632075"/>
                        <a:ext cx="622300" cy="500063"/>
                      </a:xfrm>
                      <a:prstGeom prst="rect">
                        <a:avLst/>
                      </a:prstGeom>
                      <a:noFill/>
                      <a:ln w="38100">
                        <a:noFill/>
                        <a:miter/>
                      </a:ln>
                    </p:spPr>
                  </p:pic>
                </p:oleObj>
              </mc:Fallback>
            </mc:AlternateContent>
          </a:graphicData>
        </a:graphic>
      </p:graphicFrame>
      <p:pic>
        <p:nvPicPr>
          <p:cNvPr id="39946" name="Picture 62" descr="Alice"/>
          <p:cNvPicPr>
            <a:picLocks noChangeAspect="1"/>
          </p:cNvPicPr>
          <p:nvPr/>
        </p:nvPicPr>
        <p:blipFill>
          <a:blip r:embed="rId3"/>
          <a:stretch>
            <a:fillRect/>
          </a:stretch>
        </p:blipFill>
        <p:spPr>
          <a:xfrm>
            <a:off x="709613" y="2376488"/>
            <a:ext cx="561975" cy="693737"/>
          </a:xfrm>
          <a:prstGeom prst="rect">
            <a:avLst/>
          </a:prstGeom>
          <a:noFill/>
          <a:ln w="9525">
            <a:noFill/>
          </a:ln>
        </p:spPr>
      </p:pic>
      <p:pic>
        <p:nvPicPr>
          <p:cNvPr id="39947" name="Picture 63" descr="Bob"/>
          <p:cNvPicPr>
            <a:picLocks noChangeAspect="1"/>
          </p:cNvPicPr>
          <p:nvPr/>
        </p:nvPicPr>
        <p:blipFill>
          <a:blip r:embed="rId4"/>
          <a:stretch>
            <a:fillRect/>
          </a:stretch>
        </p:blipFill>
        <p:spPr>
          <a:xfrm>
            <a:off x="3128963" y="2771775"/>
            <a:ext cx="676275" cy="690563"/>
          </a:xfrm>
          <a:prstGeom prst="rect">
            <a:avLst/>
          </a:prstGeom>
          <a:noFill/>
          <a:ln w="9525">
            <a:noFill/>
          </a:ln>
        </p:spPr>
      </p:pic>
      <p:sp>
        <p:nvSpPr>
          <p:cNvPr id="39948" name="Text Box 64"/>
          <p:cNvSpPr txBox="1"/>
          <p:nvPr/>
        </p:nvSpPr>
        <p:spPr>
          <a:xfrm>
            <a:off x="1698625" y="2484438"/>
            <a:ext cx="5032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Hi</a:t>
            </a:r>
            <a:endParaRPr lang="en-US" altLang="zh-CN" sz="2400" dirty="0">
              <a:latin typeface="Times New Roman" panose="02020603050405020304" pitchFamily="18" charset="0"/>
              <a:ea typeface="宋体" panose="02010600030101010101" pitchFamily="2" charset="-122"/>
            </a:endParaRPr>
          </a:p>
        </p:txBody>
      </p:sp>
      <p:sp>
        <p:nvSpPr>
          <p:cNvPr id="39949" name="Line 66"/>
          <p:cNvSpPr/>
          <p:nvPr/>
        </p:nvSpPr>
        <p:spPr>
          <a:xfrm flipV="1">
            <a:off x="971550" y="3352800"/>
            <a:ext cx="2085975" cy="361950"/>
          </a:xfrm>
          <a:prstGeom prst="line">
            <a:avLst/>
          </a:prstGeom>
          <a:ln w="28575" cap="flat" cmpd="sng">
            <a:solidFill>
              <a:srgbClr val="FF0000"/>
            </a:solidFill>
            <a:prstDash val="solid"/>
            <a:headEnd type="triangle" w="med" len="med"/>
            <a:tailEnd type="none" w="med" len="med"/>
          </a:ln>
        </p:spPr>
      </p:sp>
      <p:sp>
        <p:nvSpPr>
          <p:cNvPr id="39950" name="Text Box 67"/>
          <p:cNvSpPr txBox="1"/>
          <p:nvPr/>
        </p:nvSpPr>
        <p:spPr>
          <a:xfrm>
            <a:off x="1689100" y="3141663"/>
            <a:ext cx="5032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Hi</a:t>
            </a:r>
            <a:endParaRPr lang="en-US" altLang="zh-CN" sz="2400" dirty="0">
              <a:latin typeface="Times New Roman" panose="02020603050405020304" pitchFamily="18" charset="0"/>
              <a:ea typeface="宋体" panose="02010600030101010101" pitchFamily="2" charset="-122"/>
            </a:endParaRPr>
          </a:p>
        </p:txBody>
      </p:sp>
      <p:sp>
        <p:nvSpPr>
          <p:cNvPr id="39951" name="Line 70"/>
          <p:cNvSpPr/>
          <p:nvPr/>
        </p:nvSpPr>
        <p:spPr>
          <a:xfrm>
            <a:off x="933450" y="3762375"/>
            <a:ext cx="2162175" cy="438150"/>
          </a:xfrm>
          <a:prstGeom prst="line">
            <a:avLst/>
          </a:prstGeom>
          <a:ln w="28575" cap="flat" cmpd="sng">
            <a:solidFill>
              <a:srgbClr val="FF0000"/>
            </a:solidFill>
            <a:prstDash val="solid"/>
            <a:headEnd type="none" w="med" len="med"/>
            <a:tailEnd type="triangle" w="med" len="med"/>
          </a:ln>
        </p:spPr>
      </p:sp>
      <p:grpSp>
        <p:nvGrpSpPr>
          <p:cNvPr id="39952" name="Group 72"/>
          <p:cNvGrpSpPr/>
          <p:nvPr/>
        </p:nvGrpSpPr>
        <p:grpSpPr>
          <a:xfrm>
            <a:off x="1322388" y="3694113"/>
            <a:ext cx="1090612" cy="701675"/>
            <a:chOff x="737" y="2747"/>
            <a:chExt cx="687" cy="442"/>
          </a:xfrm>
        </p:grpSpPr>
        <p:sp>
          <p:nvSpPr>
            <p:cNvPr id="39975" name="Rectangle 71"/>
            <p:cNvSpPr/>
            <p:nvPr/>
          </p:nvSpPr>
          <p:spPr>
            <a:xfrm>
              <a:off x="786" y="2790"/>
              <a:ext cx="588" cy="348"/>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76" name="Text Box 69"/>
            <p:cNvSpPr txBox="1"/>
            <p:nvPr/>
          </p:nvSpPr>
          <p:spPr>
            <a:xfrm>
              <a:off x="737" y="2747"/>
              <a:ext cx="687" cy="44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solidFill>
                    <a:srgbClr val="FF0000"/>
                  </a:solidFill>
                  <a:ea typeface="宋体" panose="02010600030101010101" pitchFamily="2" charset="-122"/>
                </a:rPr>
                <a:t>Got the</a:t>
              </a:r>
              <a:endParaRPr lang="en-US" altLang="zh-CN" sz="2000" dirty="0">
                <a:solidFill>
                  <a:srgbClr val="FF0000"/>
                </a:solidFill>
                <a:ea typeface="宋体" panose="02010600030101010101" pitchFamily="2" charset="-122"/>
              </a:endParaRPr>
            </a:p>
            <a:p>
              <a:pPr marL="0" lvl="0" indent="0" algn="ctr">
                <a:spcBef>
                  <a:spcPct val="0"/>
                </a:spcBef>
                <a:buClrTx/>
                <a:buSzTx/>
                <a:buFontTx/>
                <a:buNone/>
              </a:pPr>
              <a:r>
                <a:rPr lang="en-US" altLang="zh-CN" sz="2000" dirty="0">
                  <a:solidFill>
                    <a:srgbClr val="FF0000"/>
                  </a:solidFill>
                  <a:ea typeface="宋体" panose="02010600030101010101" pitchFamily="2" charset="-122"/>
                </a:rPr>
                <a:t>time?</a:t>
              </a:r>
              <a:endParaRPr lang="en-US" altLang="zh-CN" sz="2000" dirty="0">
                <a:latin typeface="Times New Roman" panose="02020603050405020304" pitchFamily="18" charset="0"/>
                <a:ea typeface="宋体" panose="02010600030101010101" pitchFamily="2" charset="-122"/>
              </a:endParaRPr>
            </a:p>
          </p:txBody>
        </p:sp>
      </p:grpSp>
      <p:sp>
        <p:nvSpPr>
          <p:cNvPr id="39953" name="Line 73"/>
          <p:cNvSpPr/>
          <p:nvPr/>
        </p:nvSpPr>
        <p:spPr>
          <a:xfrm flipV="1">
            <a:off x="1095375" y="4333875"/>
            <a:ext cx="1952625" cy="333375"/>
          </a:xfrm>
          <a:prstGeom prst="line">
            <a:avLst/>
          </a:prstGeom>
          <a:ln w="28575" cap="flat" cmpd="sng">
            <a:solidFill>
              <a:srgbClr val="FF0000"/>
            </a:solidFill>
            <a:prstDash val="solid"/>
            <a:headEnd type="triangle" w="med" len="med"/>
            <a:tailEnd type="none" w="med" len="med"/>
          </a:ln>
        </p:spPr>
      </p:sp>
      <p:grpSp>
        <p:nvGrpSpPr>
          <p:cNvPr id="39954" name="Group 76"/>
          <p:cNvGrpSpPr/>
          <p:nvPr/>
        </p:nvGrpSpPr>
        <p:grpSpPr>
          <a:xfrm>
            <a:off x="1431925" y="4360863"/>
            <a:ext cx="831850" cy="457200"/>
            <a:chOff x="1046" y="2771"/>
            <a:chExt cx="524" cy="288"/>
          </a:xfrm>
        </p:grpSpPr>
        <p:sp>
          <p:nvSpPr>
            <p:cNvPr id="39973" name="Rectangle 75"/>
            <p:cNvSpPr/>
            <p:nvPr/>
          </p:nvSpPr>
          <p:spPr>
            <a:xfrm>
              <a:off x="1104" y="2820"/>
              <a:ext cx="444" cy="186"/>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74" name="Text Box 74"/>
            <p:cNvSpPr txBox="1"/>
            <p:nvPr/>
          </p:nvSpPr>
          <p:spPr>
            <a:xfrm>
              <a:off x="1046" y="2771"/>
              <a:ext cx="52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2:00</a:t>
              </a:r>
              <a:endParaRPr lang="en-US" altLang="zh-CN" sz="2400" dirty="0">
                <a:latin typeface="Times New Roman" panose="02020603050405020304" pitchFamily="18" charset="0"/>
                <a:ea typeface="宋体" panose="02010600030101010101" pitchFamily="2" charset="-122"/>
              </a:endParaRPr>
            </a:p>
          </p:txBody>
        </p:sp>
      </p:grpSp>
      <p:sp>
        <p:nvSpPr>
          <p:cNvPr id="39955" name="Text Box 78"/>
          <p:cNvSpPr txBox="1"/>
          <p:nvPr/>
        </p:nvSpPr>
        <p:spPr>
          <a:xfrm>
            <a:off x="5222875" y="2713038"/>
            <a:ext cx="19748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solidFill>
                  <a:srgbClr val="FF0000"/>
                </a:solidFill>
                <a:ea typeface="宋体" panose="02010600030101010101" pitchFamily="2" charset="-122"/>
              </a:rPr>
              <a:t>TCP connection</a:t>
            </a:r>
            <a:endParaRPr lang="en-US" altLang="zh-CN" sz="2000" dirty="0">
              <a:solidFill>
                <a:srgbClr val="FF0000"/>
              </a:solidFill>
              <a:ea typeface="宋体" panose="02010600030101010101" pitchFamily="2" charset="-122"/>
            </a:endParaRPr>
          </a:p>
          <a:p>
            <a:pPr marL="0" lvl="0" indent="0">
              <a:spcBef>
                <a:spcPct val="0"/>
              </a:spcBef>
              <a:buClrTx/>
              <a:buSzTx/>
              <a:buFontTx/>
              <a:buNone/>
            </a:pPr>
            <a:r>
              <a:rPr lang="en-US" altLang="zh-CN" sz="2000" dirty="0">
                <a:solidFill>
                  <a:srgbClr val="FF0000"/>
                </a:solidFill>
                <a:ea typeface="宋体" panose="02010600030101010101" pitchFamily="2" charset="-122"/>
              </a:rPr>
              <a:t> request</a:t>
            </a:r>
            <a:endParaRPr lang="en-US" altLang="zh-CN" sz="2400" dirty="0">
              <a:latin typeface="Times New Roman" panose="02020603050405020304" pitchFamily="18" charset="0"/>
              <a:ea typeface="宋体" panose="02010600030101010101" pitchFamily="2" charset="-122"/>
            </a:endParaRPr>
          </a:p>
        </p:txBody>
      </p:sp>
      <p:sp>
        <p:nvSpPr>
          <p:cNvPr id="39956" name="Line 85"/>
          <p:cNvSpPr/>
          <p:nvPr/>
        </p:nvSpPr>
        <p:spPr>
          <a:xfrm flipV="1">
            <a:off x="4943475" y="4648200"/>
            <a:ext cx="2343150" cy="428625"/>
          </a:xfrm>
          <a:prstGeom prst="line">
            <a:avLst/>
          </a:prstGeom>
          <a:ln w="28575" cap="flat" cmpd="sng">
            <a:solidFill>
              <a:srgbClr val="FF0000"/>
            </a:solidFill>
            <a:prstDash val="solid"/>
            <a:headEnd type="triangle" w="med" len="med"/>
            <a:tailEnd type="none" w="med" len="med"/>
          </a:ln>
        </p:spPr>
      </p:sp>
      <p:sp>
        <p:nvSpPr>
          <p:cNvPr id="39957" name="Line 89"/>
          <p:cNvSpPr/>
          <p:nvPr/>
        </p:nvSpPr>
        <p:spPr>
          <a:xfrm>
            <a:off x="5219700" y="2981325"/>
            <a:ext cx="1762125" cy="276225"/>
          </a:xfrm>
          <a:prstGeom prst="line">
            <a:avLst/>
          </a:prstGeom>
          <a:ln w="28575" cap="flat" cmpd="sng">
            <a:solidFill>
              <a:srgbClr val="FF0000"/>
            </a:solidFill>
            <a:prstDash val="solid"/>
            <a:headEnd type="none" w="med" len="med"/>
            <a:tailEnd type="triangle" w="med" len="med"/>
          </a:ln>
        </p:spPr>
      </p:sp>
      <p:sp>
        <p:nvSpPr>
          <p:cNvPr id="39958" name="Line 90"/>
          <p:cNvSpPr/>
          <p:nvPr/>
        </p:nvSpPr>
        <p:spPr>
          <a:xfrm flipV="1">
            <a:off x="4895850" y="3476625"/>
            <a:ext cx="2085975" cy="361950"/>
          </a:xfrm>
          <a:prstGeom prst="line">
            <a:avLst/>
          </a:prstGeom>
          <a:ln w="28575" cap="flat" cmpd="sng">
            <a:solidFill>
              <a:srgbClr val="FF0000"/>
            </a:solidFill>
            <a:prstDash val="solid"/>
            <a:headEnd type="triangle" w="med" len="med"/>
            <a:tailEnd type="none" w="med" len="med"/>
          </a:ln>
        </p:spPr>
      </p:sp>
      <p:grpSp>
        <p:nvGrpSpPr>
          <p:cNvPr id="39959" name="Group 93"/>
          <p:cNvGrpSpPr/>
          <p:nvPr/>
        </p:nvGrpSpPr>
        <p:grpSpPr>
          <a:xfrm>
            <a:off x="5156200" y="3408363"/>
            <a:ext cx="1974850" cy="701675"/>
            <a:chOff x="3248" y="2147"/>
            <a:chExt cx="1244" cy="442"/>
          </a:xfrm>
        </p:grpSpPr>
        <p:sp>
          <p:nvSpPr>
            <p:cNvPr id="39971" name="Rectangle 92"/>
            <p:cNvSpPr/>
            <p:nvPr/>
          </p:nvSpPr>
          <p:spPr>
            <a:xfrm>
              <a:off x="3306" y="2190"/>
              <a:ext cx="906" cy="180"/>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72" name="Text Box 91"/>
            <p:cNvSpPr txBox="1"/>
            <p:nvPr/>
          </p:nvSpPr>
          <p:spPr>
            <a:xfrm>
              <a:off x="3248" y="2147"/>
              <a:ext cx="1244" cy="4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solidFill>
                    <a:srgbClr val="FF0000"/>
                  </a:solidFill>
                  <a:ea typeface="宋体" panose="02010600030101010101" pitchFamily="2" charset="-122"/>
                </a:rPr>
                <a:t>TCP connection</a:t>
              </a:r>
              <a:endParaRPr lang="en-US" altLang="zh-CN" sz="2000" dirty="0">
                <a:solidFill>
                  <a:srgbClr val="FF0000"/>
                </a:solidFill>
                <a:ea typeface="宋体" panose="02010600030101010101" pitchFamily="2" charset="-122"/>
              </a:endParaRPr>
            </a:p>
            <a:p>
              <a:pPr marL="0" lvl="0" indent="0">
                <a:spcBef>
                  <a:spcPct val="0"/>
                </a:spcBef>
                <a:buClrTx/>
                <a:buSzTx/>
                <a:buFontTx/>
                <a:buNone/>
              </a:pPr>
              <a:r>
                <a:rPr lang="en-US" altLang="zh-CN" sz="2000" dirty="0">
                  <a:solidFill>
                    <a:srgbClr val="FF0000"/>
                  </a:solidFill>
                  <a:ea typeface="宋体" panose="02010600030101010101" pitchFamily="2" charset="-122"/>
                </a:rPr>
                <a:t>response</a:t>
              </a:r>
              <a:endParaRPr lang="en-US" altLang="zh-CN" sz="2400" dirty="0">
                <a:latin typeface="Times New Roman" panose="02020603050405020304" pitchFamily="18" charset="0"/>
                <a:ea typeface="宋体" panose="02010600030101010101" pitchFamily="2" charset="-122"/>
              </a:endParaRPr>
            </a:p>
          </p:txBody>
        </p:sp>
      </p:grpSp>
      <p:sp>
        <p:nvSpPr>
          <p:cNvPr id="39960" name="Line 94"/>
          <p:cNvSpPr/>
          <p:nvPr/>
        </p:nvSpPr>
        <p:spPr>
          <a:xfrm>
            <a:off x="4943475" y="4086225"/>
            <a:ext cx="2400300" cy="419100"/>
          </a:xfrm>
          <a:prstGeom prst="line">
            <a:avLst/>
          </a:prstGeom>
          <a:ln w="28575" cap="flat" cmpd="sng">
            <a:solidFill>
              <a:srgbClr val="FF0000"/>
            </a:solidFill>
            <a:prstDash val="solid"/>
            <a:headEnd type="none" w="med" len="med"/>
            <a:tailEnd type="triangle" w="med" len="med"/>
          </a:ln>
        </p:spPr>
      </p:sp>
      <p:grpSp>
        <p:nvGrpSpPr>
          <p:cNvPr id="39961" name="Group 97"/>
          <p:cNvGrpSpPr/>
          <p:nvPr/>
        </p:nvGrpSpPr>
        <p:grpSpPr>
          <a:xfrm>
            <a:off x="5156200" y="4151313"/>
            <a:ext cx="3794125" cy="304800"/>
            <a:chOff x="3212" y="2597"/>
            <a:chExt cx="2390" cy="192"/>
          </a:xfrm>
        </p:grpSpPr>
        <p:sp>
          <p:nvSpPr>
            <p:cNvPr id="39969" name="Rectangle 96"/>
            <p:cNvSpPr/>
            <p:nvPr/>
          </p:nvSpPr>
          <p:spPr>
            <a:xfrm>
              <a:off x="3252" y="2628"/>
              <a:ext cx="2100" cy="11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70" name="Text Box 95"/>
            <p:cNvSpPr txBox="1"/>
            <p:nvPr/>
          </p:nvSpPr>
          <p:spPr>
            <a:xfrm>
              <a:off x="3212" y="2597"/>
              <a:ext cx="2390"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solidFill>
                    <a:srgbClr val="FF0000"/>
                  </a:solidFill>
                  <a:ea typeface="宋体" panose="02010600030101010101" pitchFamily="2" charset="-122"/>
                </a:rPr>
                <a:t>Get http://www.awl.com/kurose-ross</a:t>
              </a:r>
              <a:endParaRPr lang="en-US" altLang="zh-CN" sz="2400" dirty="0">
                <a:latin typeface="Times New Roman" panose="02020603050405020304" pitchFamily="18" charset="0"/>
                <a:ea typeface="宋体" panose="02010600030101010101" pitchFamily="2" charset="-122"/>
              </a:endParaRPr>
            </a:p>
          </p:txBody>
        </p:sp>
      </p:grpSp>
      <p:grpSp>
        <p:nvGrpSpPr>
          <p:cNvPr id="39962" name="Group 98"/>
          <p:cNvGrpSpPr/>
          <p:nvPr/>
        </p:nvGrpSpPr>
        <p:grpSpPr>
          <a:xfrm>
            <a:off x="5784850" y="4656138"/>
            <a:ext cx="908050" cy="457200"/>
            <a:chOff x="1046" y="2771"/>
            <a:chExt cx="572" cy="288"/>
          </a:xfrm>
        </p:grpSpPr>
        <p:sp>
          <p:nvSpPr>
            <p:cNvPr id="39967" name="Rectangle 99"/>
            <p:cNvSpPr/>
            <p:nvPr/>
          </p:nvSpPr>
          <p:spPr>
            <a:xfrm>
              <a:off x="1104" y="2820"/>
              <a:ext cx="444" cy="186"/>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68" name="Text Box 100"/>
            <p:cNvSpPr txBox="1"/>
            <p:nvPr/>
          </p:nvSpPr>
          <p:spPr>
            <a:xfrm>
              <a:off x="1046" y="2771"/>
              <a:ext cx="57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&lt;file&gt;</a:t>
              </a:r>
              <a:endParaRPr lang="en-US" altLang="zh-CN" sz="2400" dirty="0">
                <a:latin typeface="Times New Roman" panose="02020603050405020304" pitchFamily="18" charset="0"/>
                <a:ea typeface="宋体" panose="02010600030101010101" pitchFamily="2" charset="-122"/>
              </a:endParaRPr>
            </a:p>
          </p:txBody>
        </p:sp>
      </p:grpSp>
      <p:sp>
        <p:nvSpPr>
          <p:cNvPr id="39963" name="Line 101"/>
          <p:cNvSpPr/>
          <p:nvPr/>
        </p:nvSpPr>
        <p:spPr>
          <a:xfrm>
            <a:off x="4057650" y="1962150"/>
            <a:ext cx="0" cy="3857625"/>
          </a:xfrm>
          <a:prstGeom prst="line">
            <a:avLst/>
          </a:prstGeom>
          <a:ln w="38100" cap="flat" cmpd="sng">
            <a:solidFill>
              <a:schemeClr val="accent2"/>
            </a:solidFill>
            <a:prstDash val="solid"/>
            <a:headEnd type="none" w="med" len="med"/>
            <a:tailEnd type="triangle" w="med" len="med"/>
          </a:ln>
        </p:spPr>
      </p:sp>
      <p:grpSp>
        <p:nvGrpSpPr>
          <p:cNvPr id="39964" name="Group 105"/>
          <p:cNvGrpSpPr/>
          <p:nvPr/>
        </p:nvGrpSpPr>
        <p:grpSpPr>
          <a:xfrm>
            <a:off x="3679825" y="5094288"/>
            <a:ext cx="815975" cy="457200"/>
            <a:chOff x="2198" y="3221"/>
            <a:chExt cx="514" cy="288"/>
          </a:xfrm>
        </p:grpSpPr>
        <p:sp>
          <p:nvSpPr>
            <p:cNvPr id="39965" name="Rectangle 104"/>
            <p:cNvSpPr/>
            <p:nvPr/>
          </p:nvSpPr>
          <p:spPr>
            <a:xfrm>
              <a:off x="2244" y="3282"/>
              <a:ext cx="408" cy="162"/>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9966" name="Text Box 102"/>
            <p:cNvSpPr txBox="1"/>
            <p:nvPr/>
          </p:nvSpPr>
          <p:spPr>
            <a:xfrm>
              <a:off x="2198" y="3221"/>
              <a:ext cx="51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time</a:t>
              </a:r>
              <a:endParaRPr lang="en-US" altLang="zh-CN" sz="2400" dirty="0">
                <a:latin typeface="Times New Roman" panose="02020603050405020304" pitchFamily="18" charset="0"/>
                <a:ea typeface="宋体" panose="02010600030101010101" pitchFamily="2" charset="-122"/>
              </a:endParaRPr>
            </a:p>
          </p:txBody>
        </p:sp>
      </p:gr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41987"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4198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1: roadmap</a:t>
            </a:r>
            <a:endParaRPr lang="en-US" altLang="zh-CN" dirty="0">
              <a:ea typeface="宋体" panose="02010600030101010101" pitchFamily="2" charset="-122"/>
            </a:endParaRPr>
          </a:p>
        </p:txBody>
      </p:sp>
      <p:sp>
        <p:nvSpPr>
          <p:cNvPr id="41989" name="Rectangle 3"/>
          <p:cNvSpPr>
            <a:spLocks noGrp="1"/>
          </p:cNvSpPr>
          <p:nvPr>
            <p:ph idx="1"/>
          </p:nvPr>
        </p:nvSpPr>
        <p:spPr>
          <a:xfrm>
            <a:off x="533400" y="1600200"/>
            <a:ext cx="8207375" cy="4648200"/>
          </a:xfrm>
        </p:spPr>
        <p:txBody>
          <a:bodyPr vert="horz" wrap="square" lIns="91440" tIns="45720" rIns="91440" bIns="45720" anchor="t" anchorCtr="0"/>
          <a:p>
            <a:pPr lvl="1">
              <a:buNone/>
            </a:pPr>
            <a:r>
              <a:rPr lang="en-US" altLang="zh-CN" dirty="0">
                <a:solidFill>
                  <a:schemeClr val="accent2"/>
                </a:solidFill>
                <a:ea typeface="宋体" panose="02010600030101010101" pitchFamily="2" charset="-122"/>
              </a:rPr>
              <a:t>1.1 </a:t>
            </a:r>
            <a:r>
              <a:rPr lang="en-US" altLang="zh-CN" dirty="0">
                <a:ea typeface="宋体" panose="02010600030101010101" pitchFamily="2" charset="-122"/>
              </a:rPr>
              <a:t>What </a:t>
            </a:r>
            <a:r>
              <a:rPr lang="en-US" altLang="zh-CN" i="1" dirty="0">
                <a:ea typeface="宋体" panose="02010600030101010101" pitchFamily="2" charset="-122"/>
              </a:rPr>
              <a:t>is</a:t>
            </a:r>
            <a:r>
              <a:rPr lang="en-US" altLang="zh-CN" dirty="0">
                <a:ea typeface="宋体" panose="02010600030101010101" pitchFamily="2" charset="-122"/>
              </a:rPr>
              <a:t> the Internet?</a:t>
            </a:r>
            <a:endParaRPr lang="en-US" altLang="zh-CN" dirty="0">
              <a:ea typeface="宋体" panose="02010600030101010101" pitchFamily="2" charset="-122"/>
            </a:endParaRPr>
          </a:p>
          <a:p>
            <a:pPr lvl="1">
              <a:buNone/>
            </a:pPr>
            <a:r>
              <a:rPr lang="en-US" altLang="zh-CN" dirty="0">
                <a:solidFill>
                  <a:srgbClr val="FF3300"/>
                </a:solidFill>
                <a:ea typeface="宋体" panose="02010600030101010101" pitchFamily="2" charset="-122"/>
              </a:rPr>
              <a:t>1.2 Network edge</a:t>
            </a:r>
            <a:endParaRPr lang="en-US" altLang="zh-CN" dirty="0">
              <a:solidFill>
                <a:srgbClr val="FF3300"/>
              </a:solidFill>
              <a:ea typeface="宋体" panose="02010600030101010101" pitchFamily="2" charset="-122"/>
            </a:endParaRPr>
          </a:p>
          <a:p>
            <a:pPr lvl="2">
              <a:buClr>
                <a:srgbClr val="FF3300"/>
              </a:buClr>
              <a:buSzPct val="90000"/>
              <a:buFont typeface="Wingdings" panose="05000000000000000000" pitchFamily="2" charset="2"/>
              <a:buChar char="q"/>
            </a:pPr>
            <a:r>
              <a:rPr lang="en-US" altLang="zh-CN" dirty="0">
                <a:solidFill>
                  <a:srgbClr val="FF3300"/>
                </a:solidFill>
                <a:ea typeface="宋体" panose="02010600030101010101" pitchFamily="2" charset="-122"/>
              </a:rPr>
              <a:t> end systems, access networks, links</a:t>
            </a:r>
            <a:endParaRPr lang="en-US" altLang="zh-CN" dirty="0">
              <a:solidFill>
                <a:srgbClr val="FF3300"/>
              </a:solidFill>
              <a:ea typeface="宋体" panose="02010600030101010101" pitchFamily="2" charset="-122"/>
            </a:endParaRPr>
          </a:p>
          <a:p>
            <a:pPr lvl="1">
              <a:buNone/>
            </a:pPr>
            <a:r>
              <a:rPr lang="en-US" altLang="zh-CN" dirty="0">
                <a:solidFill>
                  <a:schemeClr val="accent2"/>
                </a:solidFill>
                <a:ea typeface="宋体" panose="02010600030101010101" pitchFamily="2" charset="-122"/>
              </a:rPr>
              <a:t>1.3 </a:t>
            </a:r>
            <a:r>
              <a:rPr lang="en-US" altLang="zh-CN" dirty="0">
                <a:ea typeface="宋体" panose="02010600030101010101" pitchFamily="2" charset="-122"/>
              </a:rPr>
              <a:t>Network core</a:t>
            </a:r>
            <a:endParaRPr lang="en-US" altLang="zh-CN" dirty="0">
              <a:ea typeface="宋体" panose="02010600030101010101" pitchFamily="2" charset="-122"/>
            </a:endParaRPr>
          </a:p>
          <a:p>
            <a:pPr lvl="2">
              <a:buClr>
                <a:srgbClr val="0000FF"/>
              </a:buClr>
              <a:buSzPct val="90000"/>
              <a:buFont typeface="Wingdings" panose="05000000000000000000" pitchFamily="2" charset="2"/>
              <a:buChar char="q"/>
            </a:pPr>
            <a:r>
              <a:rPr lang="en-US" altLang="zh-CN" dirty="0">
                <a:ea typeface="宋体" panose="02010600030101010101" pitchFamily="2" charset="-122"/>
              </a:rPr>
              <a:t> circuit switching, packet switching, network structure</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1.4</a:t>
            </a:r>
            <a:r>
              <a:rPr lang="en-US" altLang="zh-CN" dirty="0">
                <a:ea typeface="宋体" panose="02010600030101010101" pitchFamily="2" charset="-122"/>
              </a:rPr>
              <a:t> Delay, loss and throughput in packet-switched networks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1.5</a:t>
            </a:r>
            <a:r>
              <a:rPr lang="en-US" altLang="zh-CN" dirty="0">
                <a:ea typeface="宋体" panose="02010600030101010101" pitchFamily="2" charset="-122"/>
              </a:rPr>
              <a:t> Protocol layers, service models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1.6</a:t>
            </a:r>
            <a:r>
              <a:rPr lang="en-US" altLang="zh-CN" dirty="0">
                <a:ea typeface="宋体" panose="02010600030101010101" pitchFamily="2" charset="-122"/>
              </a:rPr>
              <a:t> Networks under attack: security</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1.7</a:t>
            </a:r>
            <a:r>
              <a:rPr lang="en-US" altLang="zh-CN" dirty="0">
                <a:ea typeface="宋体" panose="02010600030101010101" pitchFamily="2" charset="-122"/>
              </a:rPr>
              <a:t> History</a:t>
            </a:r>
            <a:endParaRPr lang="en-US" altLang="zh-CN" dirty="0">
              <a:ea typeface="宋体" panose="02010600030101010101" pitchFamily="2" charset="-122"/>
            </a:endParaRPr>
          </a:p>
          <a:p>
            <a:endParaRPr lang="en-US" altLang="zh-CN" sz="2400" dirty="0">
              <a:ea typeface="宋体" panose="02010600030101010101" pitchFamily="2" charset="-122"/>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44035"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grpSp>
        <p:nvGrpSpPr>
          <p:cNvPr id="2" name="Group 871"/>
          <p:cNvGrpSpPr/>
          <p:nvPr/>
        </p:nvGrpSpPr>
        <p:grpSpPr>
          <a:xfrm>
            <a:off x="4989513" y="1639888"/>
            <a:ext cx="3470275" cy="4168775"/>
            <a:chOff x="3143" y="1033"/>
            <a:chExt cx="2186" cy="2626"/>
          </a:xfrm>
        </p:grpSpPr>
        <p:sp>
          <p:nvSpPr>
            <p:cNvPr id="44346" name="Freeform 553"/>
            <p:cNvSpPr/>
            <p:nvPr/>
          </p:nvSpPr>
          <p:spPr>
            <a:xfrm>
              <a:off x="4227" y="2178"/>
              <a:ext cx="828" cy="425"/>
            </a:xfrm>
            <a:custGeom>
              <a:avLst/>
              <a:gdLst>
                <a:gd name="txL" fmla="*/ 0 w 828"/>
                <a:gd name="txT" fmla="*/ 0 h 425"/>
                <a:gd name="txR" fmla="*/ 828 w 828"/>
                <a:gd name="txB" fmla="*/ 425 h 425"/>
              </a:gdLst>
              <a:ahLst/>
              <a:cxnLst>
                <a:cxn ang="0">
                  <a:pos x="382" y="30"/>
                </a:cxn>
                <a:cxn ang="0">
                  <a:pos x="370" y="30"/>
                </a:cxn>
                <a:cxn ang="0">
                  <a:pos x="126" y="32"/>
                </a:cxn>
                <a:cxn ang="0">
                  <a:pos x="6" y="126"/>
                </a:cxn>
                <a:cxn ang="0">
                  <a:pos x="92" y="274"/>
                </a:cxn>
                <a:cxn ang="0">
                  <a:pos x="292" y="384"/>
                </a:cxn>
                <a:cxn ang="0">
                  <a:pos x="540" y="416"/>
                </a:cxn>
                <a:cxn ang="0">
                  <a:pos x="698" y="330"/>
                </a:cxn>
                <a:cxn ang="0">
                  <a:pos x="776" y="170"/>
                </a:cxn>
                <a:cxn ang="0">
                  <a:pos x="792" y="22"/>
                </a:cxn>
                <a:cxn ang="0">
                  <a:pos x="560" y="38"/>
                </a:cxn>
                <a:cxn ang="0">
                  <a:pos x="382" y="30"/>
                </a:cxn>
              </a:cxnLst>
              <a:rect l="txL" t="txT" r="txR" b="tx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alpha val="100000"/>
              </a:srgbClr>
            </a:solidFill>
            <a:ln w="9525">
              <a:noFill/>
            </a:ln>
          </p:spPr>
          <p:txBody>
            <a:bodyPr/>
            <a:p>
              <a:endParaRPr lang="zh-CN" altLang="en-US"/>
            </a:p>
          </p:txBody>
        </p:sp>
        <p:sp>
          <p:nvSpPr>
            <p:cNvPr id="44347" name="Freeform 554"/>
            <p:cNvSpPr/>
            <p:nvPr/>
          </p:nvSpPr>
          <p:spPr>
            <a:xfrm>
              <a:off x="4239" y="1217"/>
              <a:ext cx="1090" cy="658"/>
            </a:xfrm>
            <a:custGeom>
              <a:avLst/>
              <a:gdLst>
                <a:gd name="txL" fmla="*/ 0 w 765"/>
                <a:gd name="txT" fmla="*/ 0 h 459"/>
                <a:gd name="txR" fmla="*/ 765 w 765"/>
                <a:gd name="txB" fmla="*/ 459 h 459"/>
              </a:gdLst>
              <a:ahLst/>
              <a:cxnLst>
                <a:cxn ang="0">
                  <a:pos x="2491" y="60"/>
                </a:cxn>
                <a:cxn ang="0">
                  <a:pos x="1688" y="421"/>
                </a:cxn>
                <a:cxn ang="0">
                  <a:pos x="564" y="604"/>
                </a:cxn>
                <a:cxn ang="0">
                  <a:pos x="81" y="2037"/>
                </a:cxn>
                <a:cxn ang="0">
                  <a:pos x="1056" y="2686"/>
                </a:cxn>
                <a:cxn ang="0">
                  <a:pos x="2030" y="2582"/>
                </a:cxn>
                <a:cxn ang="0">
                  <a:pos x="3427" y="2686"/>
                </a:cxn>
                <a:cxn ang="0">
                  <a:pos x="4101" y="2629"/>
                </a:cxn>
                <a:cxn ang="0">
                  <a:pos x="4414" y="2251"/>
                </a:cxn>
                <a:cxn ang="0">
                  <a:pos x="4406" y="958"/>
                </a:cxn>
                <a:cxn ang="0">
                  <a:pos x="3888" y="205"/>
                </a:cxn>
                <a:cxn ang="0">
                  <a:pos x="2491" y="60"/>
                </a:cxn>
              </a:cxnLst>
              <a:rect l="txL" t="txT" r="txR" b="tx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alpha val="100000"/>
                  </a:srgbClr>
                </a:gs>
                <a:gs pos="100000">
                  <a:schemeClr val="bg1">
                    <a:alpha val="100000"/>
                  </a:schemeClr>
                </a:gs>
              </a:gsLst>
              <a:lin ang="0" scaled="1"/>
              <a:tileRect/>
            </a:gradFill>
            <a:ln w="9525">
              <a:noFill/>
            </a:ln>
          </p:spPr>
          <p:txBody>
            <a:bodyPr/>
            <a:p>
              <a:endParaRPr lang="zh-CN" altLang="en-US"/>
            </a:p>
          </p:txBody>
        </p:sp>
        <p:sp>
          <p:nvSpPr>
            <p:cNvPr id="44348" name="Freeform 555"/>
            <p:cNvSpPr/>
            <p:nvPr/>
          </p:nvSpPr>
          <p:spPr>
            <a:xfrm>
              <a:off x="3143" y="1033"/>
              <a:ext cx="1036" cy="675"/>
            </a:xfrm>
            <a:custGeom>
              <a:avLst/>
              <a:gdLst>
                <a:gd name="txL" fmla="*/ 0 w 1036"/>
                <a:gd name="txT" fmla="*/ 0 h 675"/>
                <a:gd name="txR" fmla="*/ 1036 w 1036"/>
                <a:gd name="txB" fmla="*/ 675 h 675"/>
              </a:gdLst>
              <a:ahLst/>
              <a:cxnLst>
                <a:cxn ang="0">
                  <a:pos x="648" y="11"/>
                </a:cxn>
                <a:cxn ang="0">
                  <a:pos x="390" y="53"/>
                </a:cxn>
                <a:cxn ang="0">
                  <a:pos x="206" y="129"/>
                </a:cxn>
                <a:cxn ang="0">
                  <a:pos x="152" y="229"/>
                </a:cxn>
                <a:cxn ang="0">
                  <a:pos x="22" y="297"/>
                </a:cxn>
                <a:cxn ang="0">
                  <a:pos x="18" y="459"/>
                </a:cxn>
                <a:cxn ang="0">
                  <a:pos x="132" y="489"/>
                </a:cxn>
                <a:cxn ang="0">
                  <a:pos x="458" y="489"/>
                </a:cxn>
                <a:cxn ang="0">
                  <a:pos x="598" y="555"/>
                </a:cxn>
                <a:cxn ang="0">
                  <a:pos x="752" y="657"/>
                </a:cxn>
                <a:cxn ang="0">
                  <a:pos x="870" y="661"/>
                </a:cxn>
                <a:cxn ang="0">
                  <a:pos x="952" y="603"/>
                </a:cxn>
                <a:cxn ang="0">
                  <a:pos x="992" y="445"/>
                </a:cxn>
                <a:cxn ang="0">
                  <a:pos x="1018" y="291"/>
                </a:cxn>
                <a:cxn ang="0">
                  <a:pos x="1022" y="107"/>
                </a:cxn>
                <a:cxn ang="0">
                  <a:pos x="934" y="17"/>
                </a:cxn>
                <a:cxn ang="0">
                  <a:pos x="776" y="3"/>
                </a:cxn>
                <a:cxn ang="0">
                  <a:pos x="648" y="11"/>
                </a:cxn>
              </a:cxnLst>
              <a:rect l="txL" t="txT" r="txR" b="tx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alpha val="100000"/>
              </a:srgbClr>
            </a:solidFill>
            <a:ln w="9525">
              <a:noFill/>
            </a:ln>
          </p:spPr>
          <p:txBody>
            <a:bodyPr/>
            <a:p>
              <a:endParaRPr lang="zh-CN" altLang="en-US"/>
            </a:p>
          </p:txBody>
        </p:sp>
        <p:grpSp>
          <p:nvGrpSpPr>
            <p:cNvPr id="44349" name="Group 556"/>
            <p:cNvGrpSpPr/>
            <p:nvPr/>
          </p:nvGrpSpPr>
          <p:grpSpPr>
            <a:xfrm>
              <a:off x="3198" y="1874"/>
              <a:ext cx="919" cy="588"/>
              <a:chOff x="2889" y="1631"/>
              <a:chExt cx="980" cy="743"/>
            </a:xfrm>
          </p:grpSpPr>
          <p:sp>
            <p:nvSpPr>
              <p:cNvPr id="44356" name="Rectangle 557"/>
              <p:cNvSpPr/>
              <p:nvPr/>
            </p:nvSpPr>
            <p:spPr>
              <a:xfrm>
                <a:off x="3046" y="1841"/>
                <a:ext cx="663" cy="533"/>
              </a:xfrm>
              <a:prstGeom prst="rect">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57" name="AutoShape 558"/>
              <p:cNvSpPr/>
              <p:nvPr/>
            </p:nvSpPr>
            <p:spPr>
              <a:xfrm>
                <a:off x="2889" y="1631"/>
                <a:ext cx="980" cy="253"/>
              </a:xfrm>
              <a:prstGeom prst="triangle">
                <a:avLst>
                  <a:gd name="adj" fmla="val 50000"/>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solidFill>
                    <a:srgbClr val="00CCFF"/>
                  </a:solidFill>
                  <a:latin typeface="Times New Roman" panose="02020603050405020304" pitchFamily="18" charset="0"/>
                  <a:ea typeface="宋体" panose="02010600030101010101" pitchFamily="2" charset="-122"/>
                </a:endParaRPr>
              </a:p>
            </p:txBody>
          </p:sp>
        </p:grpSp>
        <p:sp>
          <p:nvSpPr>
            <p:cNvPr id="44350" name="Line 728"/>
            <p:cNvSpPr/>
            <p:nvPr/>
          </p:nvSpPr>
          <p:spPr>
            <a:xfrm>
              <a:off x="3864" y="2312"/>
              <a:ext cx="428" cy="0"/>
            </a:xfrm>
            <a:prstGeom prst="line">
              <a:avLst/>
            </a:prstGeom>
            <a:ln w="9525" cap="flat" cmpd="sng">
              <a:solidFill>
                <a:schemeClr val="tx1"/>
              </a:solidFill>
              <a:prstDash val="solid"/>
              <a:headEnd type="none" w="med" len="med"/>
              <a:tailEnd type="none" w="med" len="med"/>
            </a:ln>
          </p:spPr>
        </p:sp>
        <p:sp>
          <p:nvSpPr>
            <p:cNvPr id="44351" name="Line 751"/>
            <p:cNvSpPr/>
            <p:nvPr/>
          </p:nvSpPr>
          <p:spPr>
            <a:xfrm>
              <a:off x="4050" y="1586"/>
              <a:ext cx="321" cy="2"/>
            </a:xfrm>
            <a:prstGeom prst="line">
              <a:avLst/>
            </a:prstGeom>
            <a:ln w="9525" cap="flat" cmpd="sng">
              <a:solidFill>
                <a:schemeClr val="tx1"/>
              </a:solidFill>
              <a:prstDash val="solid"/>
              <a:headEnd type="none" w="med" len="med"/>
              <a:tailEnd type="none" w="med" len="med"/>
            </a:ln>
          </p:spPr>
        </p:sp>
        <p:sp>
          <p:nvSpPr>
            <p:cNvPr id="44352" name="Freeform 753"/>
            <p:cNvSpPr/>
            <p:nvPr/>
          </p:nvSpPr>
          <p:spPr>
            <a:xfrm>
              <a:off x="3348" y="2742"/>
              <a:ext cx="1877" cy="917"/>
            </a:xfrm>
            <a:custGeom>
              <a:avLst/>
              <a:gdLst>
                <a:gd name="txL" fmla="*/ 0 w 1877"/>
                <a:gd name="txT" fmla="*/ 0 h 917"/>
                <a:gd name="txR" fmla="*/ 1877 w 1877"/>
                <a:gd name="txB" fmla="*/ 917 h 917"/>
              </a:gdLst>
              <a:ahLst/>
              <a:cxnLst>
                <a:cxn ang="0">
                  <a:pos x="889" y="23"/>
                </a:cxn>
                <a:cxn ang="0">
                  <a:pos x="692" y="109"/>
                </a:cxn>
                <a:cxn ang="0">
                  <a:pos x="415" y="91"/>
                </a:cxn>
                <a:cxn ang="0">
                  <a:pos x="112" y="170"/>
                </a:cxn>
                <a:cxn ang="0">
                  <a:pos x="50" y="353"/>
                </a:cxn>
                <a:cxn ang="0">
                  <a:pos x="14" y="528"/>
                </a:cxn>
                <a:cxn ang="0">
                  <a:pos x="139" y="650"/>
                </a:cxn>
                <a:cxn ang="0">
                  <a:pos x="505" y="781"/>
                </a:cxn>
                <a:cxn ang="0">
                  <a:pos x="933" y="886"/>
                </a:cxn>
                <a:cxn ang="0">
                  <a:pos x="1370" y="901"/>
                </a:cxn>
                <a:cxn ang="0">
                  <a:pos x="1676" y="793"/>
                </a:cxn>
                <a:cxn ang="0">
                  <a:pos x="1860" y="624"/>
                </a:cxn>
                <a:cxn ang="0">
                  <a:pos x="1776" y="219"/>
                </a:cxn>
                <a:cxn ang="0">
                  <a:pos x="1503" y="100"/>
                </a:cxn>
                <a:cxn ang="0">
                  <a:pos x="1200" y="13"/>
                </a:cxn>
                <a:cxn ang="0">
                  <a:pos x="889" y="23"/>
                </a:cxn>
              </a:cxnLst>
              <a:rect l="txL" t="txT" r="txR" b="txB"/>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alpha val="100000"/>
              </a:srgbClr>
            </a:solidFill>
            <a:ln w="9525">
              <a:noFill/>
            </a:ln>
          </p:spPr>
          <p:txBody>
            <a:bodyPr/>
            <a:p>
              <a:endParaRPr lang="zh-CN" altLang="en-US"/>
            </a:p>
          </p:txBody>
        </p:sp>
        <p:sp>
          <p:nvSpPr>
            <p:cNvPr id="44353" name="Line 866"/>
            <p:cNvSpPr/>
            <p:nvPr/>
          </p:nvSpPr>
          <p:spPr>
            <a:xfrm flipH="1">
              <a:off x="4411" y="1804"/>
              <a:ext cx="62" cy="444"/>
            </a:xfrm>
            <a:prstGeom prst="line">
              <a:avLst/>
            </a:prstGeom>
            <a:ln w="9525" cap="flat" cmpd="sng">
              <a:solidFill>
                <a:schemeClr val="tx1"/>
              </a:solidFill>
              <a:prstDash val="solid"/>
              <a:headEnd type="none" w="med" len="med"/>
              <a:tailEnd type="none" w="med" len="med"/>
            </a:ln>
          </p:spPr>
        </p:sp>
        <p:sp>
          <p:nvSpPr>
            <p:cNvPr id="44354" name="Line 867"/>
            <p:cNvSpPr/>
            <p:nvPr/>
          </p:nvSpPr>
          <p:spPr>
            <a:xfrm flipH="1">
              <a:off x="4783" y="1804"/>
              <a:ext cx="70" cy="458"/>
            </a:xfrm>
            <a:prstGeom prst="line">
              <a:avLst/>
            </a:prstGeom>
            <a:ln w="9525" cap="flat" cmpd="sng">
              <a:solidFill>
                <a:schemeClr val="tx1"/>
              </a:solidFill>
              <a:prstDash val="solid"/>
              <a:headEnd type="none" w="med" len="med"/>
              <a:tailEnd type="none" w="med" len="med"/>
            </a:ln>
          </p:spPr>
        </p:sp>
        <p:sp>
          <p:nvSpPr>
            <p:cNvPr id="44355" name="Line 724"/>
            <p:cNvSpPr/>
            <p:nvPr/>
          </p:nvSpPr>
          <p:spPr>
            <a:xfrm flipV="1">
              <a:off x="4396" y="2523"/>
              <a:ext cx="143" cy="275"/>
            </a:xfrm>
            <a:prstGeom prst="line">
              <a:avLst/>
            </a:prstGeom>
            <a:ln w="9525" cap="flat" cmpd="sng">
              <a:solidFill>
                <a:schemeClr val="tx1"/>
              </a:solidFill>
              <a:prstDash val="solid"/>
              <a:headEnd type="none" w="med" len="med"/>
              <a:tailEnd type="none" w="med" len="med"/>
            </a:ln>
          </p:spPr>
        </p:sp>
      </p:grpSp>
      <p:sp>
        <p:nvSpPr>
          <p:cNvPr id="44037"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A closer look at network structure:</a:t>
            </a:r>
            <a:endParaRPr lang="en-US" altLang="zh-CN" dirty="0">
              <a:ea typeface="宋体" panose="02010600030101010101" pitchFamily="2" charset="-122"/>
            </a:endParaRPr>
          </a:p>
        </p:txBody>
      </p:sp>
      <p:sp>
        <p:nvSpPr>
          <p:cNvPr id="9219" name="Rectangle 3"/>
          <p:cNvSpPr>
            <a:spLocks noGrp="1"/>
          </p:cNvSpPr>
          <p:nvPr>
            <p:ph sz="half" idx="1"/>
          </p:nvPr>
        </p:nvSpPr>
        <p:spPr>
          <a:xfrm>
            <a:off x="417513" y="1381125"/>
            <a:ext cx="3810000" cy="2819400"/>
          </a:xfrm>
        </p:spPr>
        <p:txBody>
          <a:bodyPr vert="horz" wrap="square" lIns="91440" tIns="45720" rIns="91440" bIns="45720" anchor="t" anchorCtr="0"/>
          <a:p>
            <a:pPr>
              <a:buSzPct val="85000"/>
            </a:pPr>
            <a:r>
              <a:rPr lang="en-US" altLang="zh-CN" dirty="0">
                <a:solidFill>
                  <a:srgbClr val="FF0000"/>
                </a:solidFill>
                <a:latin typeface="+mn-lt"/>
                <a:ea typeface="宋体" panose="02010600030101010101" pitchFamily="2" charset="-122"/>
                <a:cs typeface="+mn-cs"/>
              </a:rPr>
              <a:t>network edge:</a:t>
            </a:r>
            <a:r>
              <a:rPr lang="en-US" altLang="zh-CN" dirty="0">
                <a:latin typeface="+mn-lt"/>
                <a:ea typeface="宋体" panose="02010600030101010101" pitchFamily="2" charset="-122"/>
                <a:cs typeface="+mn-cs"/>
              </a:rPr>
              <a:t> applications and hosts</a:t>
            </a:r>
            <a:endParaRPr lang="en-US" altLang="zh-CN" dirty="0">
              <a:latin typeface="+mn-lt"/>
              <a:ea typeface="宋体" panose="02010600030101010101" pitchFamily="2" charset="-122"/>
              <a:cs typeface="+mn-cs"/>
            </a:endParaRPr>
          </a:p>
        </p:txBody>
      </p:sp>
      <p:grpSp>
        <p:nvGrpSpPr>
          <p:cNvPr id="4" name="Group 868"/>
          <p:cNvGrpSpPr/>
          <p:nvPr/>
        </p:nvGrpSpPr>
        <p:grpSpPr>
          <a:xfrm>
            <a:off x="5103813" y="1658938"/>
            <a:ext cx="3021012" cy="3981450"/>
            <a:chOff x="3189" y="1069"/>
            <a:chExt cx="1903" cy="2508"/>
          </a:xfrm>
        </p:grpSpPr>
        <p:grpSp>
          <p:nvGrpSpPr>
            <p:cNvPr id="44306" name="Group 590"/>
            <p:cNvGrpSpPr/>
            <p:nvPr/>
          </p:nvGrpSpPr>
          <p:grpSpPr>
            <a:xfrm>
              <a:off x="3189" y="1364"/>
              <a:ext cx="436" cy="114"/>
              <a:chOff x="3072" y="739"/>
              <a:chExt cx="652" cy="146"/>
            </a:xfrm>
          </p:grpSpPr>
          <p:pic>
            <p:nvPicPr>
              <p:cNvPr id="44343" name="Picture 591" descr="lgv_fqmg[1]"/>
              <p:cNvPicPr>
                <a:picLocks noChangeAspect="1"/>
              </p:cNvPicPr>
              <p:nvPr/>
            </p:nvPicPr>
            <p:blipFill>
              <a:blip r:embed="rId1"/>
              <a:stretch>
                <a:fillRect/>
              </a:stretch>
            </p:blipFill>
            <p:spPr>
              <a:xfrm flipH="1">
                <a:off x="3237" y="739"/>
                <a:ext cx="487" cy="146"/>
              </a:xfrm>
              <a:prstGeom prst="rect">
                <a:avLst/>
              </a:prstGeom>
              <a:noFill/>
              <a:ln w="9525">
                <a:noFill/>
              </a:ln>
            </p:spPr>
          </p:pic>
          <p:sp>
            <p:nvSpPr>
              <p:cNvPr id="44344" name="Line 592"/>
              <p:cNvSpPr/>
              <p:nvPr/>
            </p:nvSpPr>
            <p:spPr>
              <a:xfrm flipH="1">
                <a:off x="3104" y="784"/>
                <a:ext cx="88" cy="0"/>
              </a:xfrm>
              <a:prstGeom prst="line">
                <a:avLst/>
              </a:prstGeom>
              <a:ln w="9525" cap="flat" cmpd="sng">
                <a:solidFill>
                  <a:schemeClr val="tx1"/>
                </a:solidFill>
                <a:prstDash val="solid"/>
                <a:headEnd type="none" w="med" len="med"/>
                <a:tailEnd type="none" w="med" len="med"/>
              </a:ln>
            </p:spPr>
          </p:sp>
          <p:sp>
            <p:nvSpPr>
              <p:cNvPr id="44345" name="Line 593"/>
              <p:cNvSpPr/>
              <p:nvPr/>
            </p:nvSpPr>
            <p:spPr>
              <a:xfrm flipH="1">
                <a:off x="3072" y="760"/>
                <a:ext cx="144" cy="0"/>
              </a:xfrm>
              <a:prstGeom prst="line">
                <a:avLst/>
              </a:prstGeom>
              <a:ln w="9525" cap="flat" cmpd="sng">
                <a:solidFill>
                  <a:schemeClr val="tx1"/>
                </a:solidFill>
                <a:prstDash val="solid"/>
                <a:headEnd type="none" w="med" len="med"/>
                <a:tailEnd type="none" w="med" len="med"/>
              </a:ln>
            </p:spPr>
          </p:sp>
        </p:grpSp>
        <p:pic>
          <p:nvPicPr>
            <p:cNvPr id="44307" name="Picture 594" descr="imgyjavg[1]"/>
            <p:cNvPicPr>
              <a:picLocks noChangeAspect="1"/>
            </p:cNvPicPr>
            <p:nvPr/>
          </p:nvPicPr>
          <p:blipFill>
            <a:blip r:embed="rId2"/>
            <a:stretch>
              <a:fillRect/>
            </a:stretch>
          </p:blipFill>
          <p:spPr>
            <a:xfrm>
              <a:off x="3365" y="1183"/>
              <a:ext cx="232" cy="168"/>
            </a:xfrm>
            <a:prstGeom prst="rect">
              <a:avLst/>
            </a:prstGeom>
            <a:noFill/>
            <a:ln w="9525">
              <a:noFill/>
            </a:ln>
          </p:spPr>
        </p:pic>
        <p:grpSp>
          <p:nvGrpSpPr>
            <p:cNvPr id="44308" name="Group 595"/>
            <p:cNvGrpSpPr/>
            <p:nvPr/>
          </p:nvGrpSpPr>
          <p:grpSpPr>
            <a:xfrm>
              <a:off x="3846" y="1069"/>
              <a:ext cx="256" cy="269"/>
              <a:chOff x="2870" y="1518"/>
              <a:chExt cx="292" cy="320"/>
            </a:xfrm>
          </p:grpSpPr>
          <p:graphicFrame>
            <p:nvGraphicFramePr>
              <p:cNvPr id="44341" name="Object 59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3" name="" r:id="rId3" imgW="11601450" imgH="11791950" progId="MS_ClipArt_Gallery.2">
                      <p:embed/>
                    </p:oleObj>
                  </mc:Choice>
                  <mc:Fallback>
                    <p:oleObj name="" r:id="rId3" imgW="11601450" imgH="11791950" progId="MS_ClipArt_Gallery.2">
                      <p:embed/>
                      <p:pic>
                        <p:nvPicPr>
                          <p:cNvPr id="0" name="图片 3092"/>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4342" name="Object 59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2" name="" r:id="rId5" imgW="1268095" imgH="1199515" progId="MS_ClipArt_Gallery.2">
                      <p:embed/>
                    </p:oleObj>
                  </mc:Choice>
                  <mc:Fallback>
                    <p:oleObj name="" r:id="rId5" imgW="1268095" imgH="1199515" progId="MS_ClipArt_Gallery.2">
                      <p:embed/>
                      <p:pic>
                        <p:nvPicPr>
                          <p:cNvPr id="0" name="图片 3091"/>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4309" name="Group 729"/>
            <p:cNvGrpSpPr/>
            <p:nvPr/>
          </p:nvGrpSpPr>
          <p:grpSpPr>
            <a:xfrm>
              <a:off x="3390" y="1979"/>
              <a:ext cx="209" cy="224"/>
              <a:chOff x="2870" y="1518"/>
              <a:chExt cx="292" cy="320"/>
            </a:xfrm>
          </p:grpSpPr>
          <p:graphicFrame>
            <p:nvGraphicFramePr>
              <p:cNvPr id="44339" name="Object 73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0" name="" r:id="rId7" imgW="11601450" imgH="11791950" progId="MS_ClipArt_Gallery.2">
                      <p:embed/>
                    </p:oleObj>
                  </mc:Choice>
                  <mc:Fallback>
                    <p:oleObj name="" r:id="rId7" imgW="11601450" imgH="11791950" progId="MS_ClipArt_Gallery.2">
                      <p:embed/>
                      <p:pic>
                        <p:nvPicPr>
                          <p:cNvPr id="0" name="图片 3089"/>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4340" name="Object 73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8" name="" r:id="rId8" imgW="1268095" imgH="1199515" progId="MS_ClipArt_Gallery.2">
                      <p:embed/>
                    </p:oleObj>
                  </mc:Choice>
                  <mc:Fallback>
                    <p:oleObj name="" r:id="rId8" imgW="1268095" imgH="1199515" progId="MS_ClipArt_Gallery.2">
                      <p:embed/>
                      <p:pic>
                        <p:nvPicPr>
                          <p:cNvPr id="0" name="图片 3097"/>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aphicFrame>
          <p:nvGraphicFramePr>
            <p:cNvPr id="44310" name="Object 750"/>
            <p:cNvGraphicFramePr>
              <a:graphicFrameLocks noChangeAspect="1"/>
            </p:cNvGraphicFramePr>
            <p:nvPr/>
          </p:nvGraphicFramePr>
          <p:xfrm>
            <a:off x="3660" y="2006"/>
            <a:ext cx="207" cy="173"/>
          </p:xfrm>
          <a:graphic>
            <a:graphicData uri="http://schemas.openxmlformats.org/presentationml/2006/ole">
              <mc:AlternateContent xmlns:mc="http://schemas.openxmlformats.org/markup-compatibility/2006">
                <mc:Choice xmlns:v="urn:schemas-microsoft-com:vml" Requires="v">
                  <p:oleObj spid="_x0000_s3094" name="" r:id="rId9" imgW="18192750" imgH="15087600" progId="MS_ClipArt_Gallery.2">
                    <p:embed/>
                  </p:oleObj>
                </mc:Choice>
                <mc:Fallback>
                  <p:oleObj name="" r:id="rId9" imgW="18192750" imgH="15087600" progId="MS_ClipArt_Gallery.2">
                    <p:embed/>
                    <p:pic>
                      <p:nvPicPr>
                        <p:cNvPr id="0" name="图片 3093"/>
                        <p:cNvPicPr/>
                        <p:nvPr/>
                      </p:nvPicPr>
                      <p:blipFill>
                        <a:blip r:embed="rId10"/>
                        <a:stretch>
                          <a:fillRect/>
                        </a:stretch>
                      </p:blipFill>
                      <p:spPr>
                        <a:xfrm>
                          <a:off x="3660" y="2006"/>
                          <a:ext cx="207" cy="173"/>
                        </a:xfrm>
                        <a:prstGeom prst="rect">
                          <a:avLst/>
                        </a:prstGeom>
                        <a:noFill/>
                        <a:ln w="38100">
                          <a:noFill/>
                          <a:miter/>
                        </a:ln>
                      </p:spPr>
                    </p:pic>
                  </p:oleObj>
                </mc:Fallback>
              </mc:AlternateContent>
            </a:graphicData>
          </a:graphic>
        </p:graphicFrame>
        <p:grpSp>
          <p:nvGrpSpPr>
            <p:cNvPr id="44311" name="Group 755"/>
            <p:cNvGrpSpPr/>
            <p:nvPr/>
          </p:nvGrpSpPr>
          <p:grpSpPr>
            <a:xfrm>
              <a:off x="4702" y="3292"/>
              <a:ext cx="125" cy="230"/>
              <a:chOff x="4180" y="783"/>
              <a:chExt cx="150" cy="307"/>
            </a:xfrm>
          </p:grpSpPr>
          <p:sp>
            <p:nvSpPr>
              <p:cNvPr id="44331" name="AutoShape 756"/>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32" name="Rectangle 757"/>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33" name="Rectangle 758"/>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34" name="AutoShape 759"/>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35" name="Line 760"/>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44336" name="Line 761"/>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44337" name="Rectangle 762"/>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38" name="Rectangle 763"/>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aphicFrame>
          <p:nvGraphicFramePr>
            <p:cNvPr id="44312" name="Object 818"/>
            <p:cNvGraphicFramePr>
              <a:graphicFrameLocks noChangeAspect="1"/>
            </p:cNvGraphicFramePr>
            <p:nvPr/>
          </p:nvGraphicFramePr>
          <p:xfrm>
            <a:off x="3417" y="3101"/>
            <a:ext cx="216" cy="180"/>
          </p:xfrm>
          <a:graphic>
            <a:graphicData uri="http://schemas.openxmlformats.org/presentationml/2006/ole">
              <mc:AlternateContent xmlns:mc="http://schemas.openxmlformats.org/markup-compatibility/2006">
                <mc:Choice xmlns:v="urn:schemas-microsoft-com:vml" Requires="v">
                  <p:oleObj spid="_x0000_s3097" name="" r:id="rId11" imgW="18192750" imgH="15087600" progId="MS_ClipArt_Gallery.2">
                    <p:embed/>
                  </p:oleObj>
                </mc:Choice>
                <mc:Fallback>
                  <p:oleObj name="" r:id="rId11" imgW="18192750" imgH="15087600" progId="MS_ClipArt_Gallery.2">
                    <p:embed/>
                    <p:pic>
                      <p:nvPicPr>
                        <p:cNvPr id="0" name="图片 3096"/>
                        <p:cNvPicPr/>
                        <p:nvPr/>
                      </p:nvPicPr>
                      <p:blipFill>
                        <a:blip r:embed="rId10"/>
                        <a:stretch>
                          <a:fillRect/>
                        </a:stretch>
                      </p:blipFill>
                      <p:spPr>
                        <a:xfrm>
                          <a:off x="3417" y="3101"/>
                          <a:ext cx="216" cy="180"/>
                        </a:xfrm>
                        <a:prstGeom prst="rect">
                          <a:avLst/>
                        </a:prstGeom>
                        <a:noFill/>
                        <a:ln w="38100">
                          <a:noFill/>
                          <a:miter/>
                        </a:ln>
                      </p:spPr>
                    </p:pic>
                  </p:oleObj>
                </mc:Fallback>
              </mc:AlternateContent>
            </a:graphicData>
          </a:graphic>
        </p:graphicFrame>
        <p:graphicFrame>
          <p:nvGraphicFramePr>
            <p:cNvPr id="44313" name="Object 819"/>
            <p:cNvGraphicFramePr>
              <a:graphicFrameLocks noChangeAspect="1"/>
            </p:cNvGraphicFramePr>
            <p:nvPr/>
          </p:nvGraphicFramePr>
          <p:xfrm>
            <a:off x="3521" y="2901"/>
            <a:ext cx="216" cy="180"/>
          </p:xfrm>
          <a:graphic>
            <a:graphicData uri="http://schemas.openxmlformats.org/presentationml/2006/ole">
              <mc:AlternateContent xmlns:mc="http://schemas.openxmlformats.org/markup-compatibility/2006">
                <mc:Choice xmlns:v="urn:schemas-microsoft-com:vml" Requires="v">
                  <p:oleObj spid="_x0000_s3095" name="" r:id="rId12" imgW="18192750" imgH="15087600" progId="MS_ClipArt_Gallery.2">
                    <p:embed/>
                  </p:oleObj>
                </mc:Choice>
                <mc:Fallback>
                  <p:oleObj name="" r:id="rId12" imgW="18192750" imgH="15087600" progId="MS_ClipArt_Gallery.2">
                    <p:embed/>
                    <p:pic>
                      <p:nvPicPr>
                        <p:cNvPr id="0" name="图片 3094"/>
                        <p:cNvPicPr/>
                        <p:nvPr/>
                      </p:nvPicPr>
                      <p:blipFill>
                        <a:blip r:embed="rId10"/>
                        <a:stretch>
                          <a:fillRect/>
                        </a:stretch>
                      </p:blipFill>
                      <p:spPr>
                        <a:xfrm>
                          <a:off x="3521" y="2901"/>
                          <a:ext cx="216" cy="180"/>
                        </a:xfrm>
                        <a:prstGeom prst="rect">
                          <a:avLst/>
                        </a:prstGeom>
                        <a:noFill/>
                        <a:ln w="38100">
                          <a:noFill/>
                          <a:miter/>
                        </a:ln>
                      </p:spPr>
                    </p:pic>
                  </p:oleObj>
                </mc:Fallback>
              </mc:AlternateContent>
            </a:graphicData>
          </a:graphic>
        </p:graphicFrame>
        <p:graphicFrame>
          <p:nvGraphicFramePr>
            <p:cNvPr id="44314" name="Object 820"/>
            <p:cNvGraphicFramePr>
              <a:graphicFrameLocks noChangeAspect="1"/>
            </p:cNvGraphicFramePr>
            <p:nvPr/>
          </p:nvGraphicFramePr>
          <p:xfrm>
            <a:off x="3689" y="3261"/>
            <a:ext cx="216" cy="180"/>
          </p:xfrm>
          <a:graphic>
            <a:graphicData uri="http://schemas.openxmlformats.org/presentationml/2006/ole">
              <mc:AlternateContent xmlns:mc="http://schemas.openxmlformats.org/markup-compatibility/2006">
                <mc:Choice xmlns:v="urn:schemas-microsoft-com:vml" Requires="v">
                  <p:oleObj spid="_x0000_s3096" name="" r:id="rId13" imgW="18192750" imgH="15087600" progId="MS_ClipArt_Gallery.2">
                    <p:embed/>
                  </p:oleObj>
                </mc:Choice>
                <mc:Fallback>
                  <p:oleObj name="" r:id="rId13" imgW="18192750" imgH="15087600" progId="MS_ClipArt_Gallery.2">
                    <p:embed/>
                    <p:pic>
                      <p:nvPicPr>
                        <p:cNvPr id="0" name="图片 3095"/>
                        <p:cNvPicPr/>
                        <p:nvPr/>
                      </p:nvPicPr>
                      <p:blipFill>
                        <a:blip r:embed="rId10"/>
                        <a:stretch>
                          <a:fillRect/>
                        </a:stretch>
                      </p:blipFill>
                      <p:spPr>
                        <a:xfrm>
                          <a:off x="3689" y="3261"/>
                          <a:ext cx="216" cy="180"/>
                        </a:xfrm>
                        <a:prstGeom prst="rect">
                          <a:avLst/>
                        </a:prstGeom>
                        <a:noFill/>
                        <a:ln w="38100">
                          <a:noFill/>
                          <a:miter/>
                        </a:ln>
                      </p:spPr>
                    </p:pic>
                  </p:oleObj>
                </mc:Fallback>
              </mc:AlternateContent>
            </a:graphicData>
          </a:graphic>
        </p:graphicFrame>
        <p:graphicFrame>
          <p:nvGraphicFramePr>
            <p:cNvPr id="44315" name="Object 821"/>
            <p:cNvGraphicFramePr>
              <a:graphicFrameLocks noChangeAspect="1"/>
            </p:cNvGraphicFramePr>
            <p:nvPr/>
          </p:nvGraphicFramePr>
          <p:xfrm>
            <a:off x="3903" y="3263"/>
            <a:ext cx="216" cy="180"/>
          </p:xfrm>
          <a:graphic>
            <a:graphicData uri="http://schemas.openxmlformats.org/presentationml/2006/ole">
              <mc:AlternateContent xmlns:mc="http://schemas.openxmlformats.org/markup-compatibility/2006">
                <mc:Choice xmlns:v="urn:schemas-microsoft-com:vml" Requires="v">
                  <p:oleObj spid="_x0000_s3091" name="" r:id="rId14" imgW="18192750" imgH="15087600" progId="MS_ClipArt_Gallery.2">
                    <p:embed/>
                  </p:oleObj>
                </mc:Choice>
                <mc:Fallback>
                  <p:oleObj name="" r:id="rId14" imgW="18192750" imgH="15087600" progId="MS_ClipArt_Gallery.2">
                    <p:embed/>
                    <p:pic>
                      <p:nvPicPr>
                        <p:cNvPr id="0" name="图片 3090"/>
                        <p:cNvPicPr/>
                        <p:nvPr/>
                      </p:nvPicPr>
                      <p:blipFill>
                        <a:blip r:embed="rId10"/>
                        <a:stretch>
                          <a:fillRect/>
                        </a:stretch>
                      </p:blipFill>
                      <p:spPr>
                        <a:xfrm>
                          <a:off x="3903" y="3263"/>
                          <a:ext cx="216" cy="180"/>
                        </a:xfrm>
                        <a:prstGeom prst="rect">
                          <a:avLst/>
                        </a:prstGeom>
                        <a:noFill/>
                        <a:ln w="38100">
                          <a:noFill/>
                          <a:miter/>
                        </a:ln>
                      </p:spPr>
                    </p:pic>
                  </p:oleObj>
                </mc:Fallback>
              </mc:AlternateContent>
            </a:graphicData>
          </a:graphic>
        </p:graphicFrame>
        <p:grpSp>
          <p:nvGrpSpPr>
            <p:cNvPr id="44316" name="Group 822"/>
            <p:cNvGrpSpPr/>
            <p:nvPr/>
          </p:nvGrpSpPr>
          <p:grpSpPr>
            <a:xfrm>
              <a:off x="4475" y="3342"/>
              <a:ext cx="172" cy="215"/>
              <a:chOff x="2870" y="1518"/>
              <a:chExt cx="292" cy="320"/>
            </a:xfrm>
          </p:grpSpPr>
          <p:graphicFrame>
            <p:nvGraphicFramePr>
              <p:cNvPr id="44329" name="Object 82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9" name="" r:id="rId15" imgW="11601450" imgH="11791950" progId="MS_ClipArt_Gallery.2">
                      <p:embed/>
                    </p:oleObj>
                  </mc:Choice>
                  <mc:Fallback>
                    <p:oleObj name="" r:id="rId15" imgW="11601450" imgH="11791950" progId="MS_ClipArt_Gallery.2">
                      <p:embed/>
                      <p:pic>
                        <p:nvPicPr>
                          <p:cNvPr id="0" name="图片 3098"/>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4330" name="Object 82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0" name="" r:id="rId16" imgW="1268095" imgH="1199515" progId="MS_ClipArt_Gallery.2">
                      <p:embed/>
                    </p:oleObj>
                  </mc:Choice>
                  <mc:Fallback>
                    <p:oleObj name="" r:id="rId16" imgW="1268095" imgH="1199515" progId="MS_ClipArt_Gallery.2">
                      <p:embed/>
                      <p:pic>
                        <p:nvPicPr>
                          <p:cNvPr id="0" name="图片 3099"/>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4317" name="Group 825"/>
            <p:cNvGrpSpPr/>
            <p:nvPr/>
          </p:nvGrpSpPr>
          <p:grpSpPr>
            <a:xfrm>
              <a:off x="4191" y="3374"/>
              <a:ext cx="220" cy="203"/>
              <a:chOff x="2870" y="1518"/>
              <a:chExt cx="292" cy="320"/>
            </a:xfrm>
          </p:grpSpPr>
          <p:graphicFrame>
            <p:nvGraphicFramePr>
              <p:cNvPr id="44327" name="Object 82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1" name="" r:id="rId17" imgW="11601450" imgH="11791950" progId="MS_ClipArt_Gallery.2">
                      <p:embed/>
                    </p:oleObj>
                  </mc:Choice>
                  <mc:Fallback>
                    <p:oleObj name="" r:id="rId17" imgW="11601450" imgH="11791950" progId="MS_ClipArt_Gallery.2">
                      <p:embed/>
                      <p:pic>
                        <p:nvPicPr>
                          <p:cNvPr id="0" name="图片 310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4328" name="Object 82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2" name="" r:id="rId18" imgW="1268095" imgH="1199515" progId="MS_ClipArt_Gallery.2">
                      <p:embed/>
                    </p:oleObj>
                  </mc:Choice>
                  <mc:Fallback>
                    <p:oleObj name="" r:id="rId18" imgW="1268095" imgH="1199515" progId="MS_ClipArt_Gallery.2">
                      <p:embed/>
                      <p:pic>
                        <p:nvPicPr>
                          <p:cNvPr id="0" name="图片 3101"/>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4318" name="Group 848"/>
            <p:cNvGrpSpPr/>
            <p:nvPr/>
          </p:nvGrpSpPr>
          <p:grpSpPr>
            <a:xfrm>
              <a:off x="4961" y="3136"/>
              <a:ext cx="131" cy="258"/>
              <a:chOff x="4180" y="783"/>
              <a:chExt cx="150" cy="307"/>
            </a:xfrm>
          </p:grpSpPr>
          <p:sp>
            <p:nvSpPr>
              <p:cNvPr id="44319" name="AutoShape 849"/>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20" name="Rectangle 850"/>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21" name="Rectangle 851"/>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22" name="AutoShape 852"/>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23" name="Line 853"/>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44324" name="Line 854"/>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44325" name="Rectangle 855"/>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326" name="Rectangle 856"/>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grpSp>
        <p:nvGrpSpPr>
          <p:cNvPr id="12" name="Group 869"/>
          <p:cNvGrpSpPr/>
          <p:nvPr/>
        </p:nvGrpSpPr>
        <p:grpSpPr>
          <a:xfrm>
            <a:off x="5454650" y="1822450"/>
            <a:ext cx="2538413" cy="3589338"/>
            <a:chOff x="3418" y="1154"/>
            <a:chExt cx="1599" cy="2261"/>
          </a:xfrm>
        </p:grpSpPr>
        <p:grpSp>
          <p:nvGrpSpPr>
            <p:cNvPr id="44168" name="Group 559"/>
            <p:cNvGrpSpPr/>
            <p:nvPr/>
          </p:nvGrpSpPr>
          <p:grpSpPr>
            <a:xfrm>
              <a:off x="3640" y="1154"/>
              <a:ext cx="212" cy="335"/>
              <a:chOff x="3796" y="1043"/>
              <a:chExt cx="865" cy="1237"/>
            </a:xfrm>
          </p:grpSpPr>
          <p:sp>
            <p:nvSpPr>
              <p:cNvPr id="44276" name="Line 560"/>
              <p:cNvSpPr/>
              <p:nvPr/>
            </p:nvSpPr>
            <p:spPr>
              <a:xfrm flipH="1">
                <a:off x="3992" y="1481"/>
                <a:ext cx="235" cy="724"/>
              </a:xfrm>
              <a:prstGeom prst="line">
                <a:avLst/>
              </a:prstGeom>
              <a:ln w="9525" cap="flat" cmpd="sng">
                <a:solidFill>
                  <a:schemeClr val="tx1"/>
                </a:solidFill>
                <a:prstDash val="solid"/>
                <a:headEnd type="none" w="med" len="med"/>
                <a:tailEnd type="none" w="med" len="med"/>
              </a:ln>
            </p:spPr>
          </p:sp>
          <p:sp>
            <p:nvSpPr>
              <p:cNvPr id="44277" name="Line 561"/>
              <p:cNvSpPr/>
              <p:nvPr/>
            </p:nvSpPr>
            <p:spPr>
              <a:xfrm>
                <a:off x="4227" y="1481"/>
                <a:ext cx="236" cy="720"/>
              </a:xfrm>
              <a:prstGeom prst="line">
                <a:avLst/>
              </a:prstGeom>
              <a:ln w="9525" cap="flat" cmpd="sng">
                <a:solidFill>
                  <a:schemeClr val="tx1"/>
                </a:solidFill>
                <a:prstDash val="solid"/>
                <a:headEnd type="none" w="med" len="med"/>
                <a:tailEnd type="none" w="med" len="med"/>
              </a:ln>
            </p:spPr>
          </p:sp>
          <p:sp>
            <p:nvSpPr>
              <p:cNvPr id="44278" name="Line 562"/>
              <p:cNvSpPr/>
              <p:nvPr/>
            </p:nvSpPr>
            <p:spPr>
              <a:xfrm>
                <a:off x="3992" y="2201"/>
                <a:ext cx="235" cy="79"/>
              </a:xfrm>
              <a:prstGeom prst="line">
                <a:avLst/>
              </a:prstGeom>
              <a:ln w="9525" cap="flat" cmpd="sng">
                <a:solidFill>
                  <a:schemeClr val="tx1"/>
                </a:solidFill>
                <a:prstDash val="solid"/>
                <a:headEnd type="none" w="med" len="med"/>
                <a:tailEnd type="none" w="med" len="med"/>
              </a:ln>
            </p:spPr>
          </p:sp>
          <p:sp>
            <p:nvSpPr>
              <p:cNvPr id="44279" name="Line 563"/>
              <p:cNvSpPr/>
              <p:nvPr/>
            </p:nvSpPr>
            <p:spPr>
              <a:xfrm flipH="1">
                <a:off x="4227" y="2201"/>
                <a:ext cx="236" cy="79"/>
              </a:xfrm>
              <a:prstGeom prst="line">
                <a:avLst/>
              </a:prstGeom>
              <a:ln w="9525" cap="flat" cmpd="sng">
                <a:solidFill>
                  <a:schemeClr val="tx1"/>
                </a:solidFill>
                <a:prstDash val="solid"/>
                <a:headEnd type="none" w="med" len="med"/>
                <a:tailEnd type="none" w="med" len="med"/>
              </a:ln>
            </p:spPr>
          </p:sp>
          <p:sp>
            <p:nvSpPr>
              <p:cNvPr id="44280" name="Line 564"/>
              <p:cNvSpPr/>
              <p:nvPr/>
            </p:nvSpPr>
            <p:spPr>
              <a:xfrm>
                <a:off x="4227" y="1497"/>
                <a:ext cx="0" cy="783"/>
              </a:xfrm>
              <a:prstGeom prst="line">
                <a:avLst/>
              </a:prstGeom>
              <a:ln w="9525" cap="flat" cmpd="sng">
                <a:solidFill>
                  <a:schemeClr val="tx1"/>
                </a:solidFill>
                <a:prstDash val="solid"/>
                <a:headEnd type="none" w="med" len="med"/>
                <a:tailEnd type="none" w="med" len="med"/>
              </a:ln>
            </p:spPr>
          </p:sp>
          <p:sp>
            <p:nvSpPr>
              <p:cNvPr id="44281" name="Line 565"/>
              <p:cNvSpPr/>
              <p:nvPr/>
            </p:nvSpPr>
            <p:spPr>
              <a:xfrm flipV="1">
                <a:off x="3992" y="2127"/>
                <a:ext cx="235" cy="78"/>
              </a:xfrm>
              <a:prstGeom prst="line">
                <a:avLst/>
              </a:prstGeom>
              <a:ln w="9525" cap="flat" cmpd="sng">
                <a:solidFill>
                  <a:schemeClr val="tx1"/>
                </a:solidFill>
                <a:prstDash val="solid"/>
                <a:headEnd type="none" w="med" len="med"/>
                <a:tailEnd type="none" w="med" len="med"/>
              </a:ln>
            </p:spPr>
          </p:sp>
          <p:sp>
            <p:nvSpPr>
              <p:cNvPr id="44282" name="Line 566"/>
              <p:cNvSpPr/>
              <p:nvPr/>
            </p:nvSpPr>
            <p:spPr>
              <a:xfrm flipH="1" flipV="1">
                <a:off x="4227" y="2127"/>
                <a:ext cx="236" cy="74"/>
              </a:xfrm>
              <a:prstGeom prst="line">
                <a:avLst/>
              </a:prstGeom>
              <a:ln w="9525" cap="flat" cmpd="sng">
                <a:solidFill>
                  <a:schemeClr val="tx1"/>
                </a:solidFill>
                <a:prstDash val="solid"/>
                <a:headEnd type="none" w="med" len="med"/>
                <a:tailEnd type="none" w="med" len="med"/>
              </a:ln>
            </p:spPr>
          </p:sp>
          <p:sp>
            <p:nvSpPr>
              <p:cNvPr id="44283" name="Line 567"/>
              <p:cNvSpPr/>
              <p:nvPr/>
            </p:nvSpPr>
            <p:spPr>
              <a:xfrm>
                <a:off x="4092" y="1890"/>
                <a:ext cx="135" cy="60"/>
              </a:xfrm>
              <a:prstGeom prst="line">
                <a:avLst/>
              </a:prstGeom>
              <a:ln w="9525" cap="flat" cmpd="sng">
                <a:solidFill>
                  <a:schemeClr val="tx1"/>
                </a:solidFill>
                <a:prstDash val="solid"/>
                <a:headEnd type="none" w="med" len="med"/>
                <a:tailEnd type="none" w="med" len="med"/>
              </a:ln>
            </p:spPr>
          </p:sp>
          <p:sp>
            <p:nvSpPr>
              <p:cNvPr id="44284" name="Line 568"/>
              <p:cNvSpPr/>
              <p:nvPr/>
            </p:nvSpPr>
            <p:spPr>
              <a:xfrm flipV="1">
                <a:off x="4227" y="1890"/>
                <a:ext cx="143" cy="60"/>
              </a:xfrm>
              <a:prstGeom prst="line">
                <a:avLst/>
              </a:prstGeom>
              <a:ln w="9525" cap="flat" cmpd="sng">
                <a:solidFill>
                  <a:schemeClr val="tx1"/>
                </a:solidFill>
                <a:prstDash val="solid"/>
                <a:headEnd type="none" w="med" len="med"/>
                <a:tailEnd type="none" w="med" len="med"/>
              </a:ln>
            </p:spPr>
          </p:sp>
          <p:sp>
            <p:nvSpPr>
              <p:cNvPr id="44285" name="Line 569"/>
              <p:cNvSpPr/>
              <p:nvPr/>
            </p:nvSpPr>
            <p:spPr>
              <a:xfrm>
                <a:off x="4047" y="1996"/>
                <a:ext cx="175" cy="81"/>
              </a:xfrm>
              <a:prstGeom prst="line">
                <a:avLst/>
              </a:prstGeom>
              <a:ln w="9525" cap="flat" cmpd="sng">
                <a:solidFill>
                  <a:schemeClr val="tx1"/>
                </a:solidFill>
                <a:prstDash val="solid"/>
                <a:headEnd type="none" w="med" len="med"/>
                <a:tailEnd type="none" w="med" len="med"/>
              </a:ln>
            </p:spPr>
          </p:sp>
          <p:sp>
            <p:nvSpPr>
              <p:cNvPr id="44286" name="Line 570"/>
              <p:cNvSpPr/>
              <p:nvPr/>
            </p:nvSpPr>
            <p:spPr>
              <a:xfrm flipV="1">
                <a:off x="4227" y="2012"/>
                <a:ext cx="176" cy="71"/>
              </a:xfrm>
              <a:prstGeom prst="line">
                <a:avLst/>
              </a:prstGeom>
              <a:ln w="9525" cap="flat" cmpd="sng">
                <a:solidFill>
                  <a:schemeClr val="tx1"/>
                </a:solidFill>
                <a:prstDash val="solid"/>
                <a:headEnd type="none" w="med" len="med"/>
                <a:tailEnd type="none" w="med" len="med"/>
              </a:ln>
            </p:spPr>
          </p:sp>
          <p:sp>
            <p:nvSpPr>
              <p:cNvPr id="44287" name="Line 571"/>
              <p:cNvSpPr/>
              <p:nvPr/>
            </p:nvSpPr>
            <p:spPr>
              <a:xfrm flipV="1">
                <a:off x="4227" y="1782"/>
                <a:ext cx="90" cy="29"/>
              </a:xfrm>
              <a:prstGeom prst="line">
                <a:avLst/>
              </a:prstGeom>
              <a:ln w="9525" cap="flat" cmpd="sng">
                <a:solidFill>
                  <a:schemeClr val="tx1"/>
                </a:solidFill>
                <a:prstDash val="solid"/>
                <a:headEnd type="none" w="med" len="med"/>
                <a:tailEnd type="none" w="med" len="med"/>
              </a:ln>
            </p:spPr>
          </p:sp>
          <p:sp>
            <p:nvSpPr>
              <p:cNvPr id="44288" name="Line 572"/>
              <p:cNvSpPr/>
              <p:nvPr/>
            </p:nvSpPr>
            <p:spPr>
              <a:xfrm flipV="1">
                <a:off x="4227" y="1632"/>
                <a:ext cx="57" cy="22"/>
              </a:xfrm>
              <a:prstGeom prst="line">
                <a:avLst/>
              </a:prstGeom>
              <a:ln w="9525" cap="flat" cmpd="sng">
                <a:solidFill>
                  <a:schemeClr val="tx1"/>
                </a:solidFill>
                <a:prstDash val="solid"/>
                <a:headEnd type="none" w="med" len="med"/>
                <a:tailEnd type="none" w="med" len="med"/>
              </a:ln>
            </p:spPr>
          </p:sp>
          <p:sp>
            <p:nvSpPr>
              <p:cNvPr id="44289" name="Line 573"/>
              <p:cNvSpPr/>
              <p:nvPr/>
            </p:nvSpPr>
            <p:spPr>
              <a:xfrm>
                <a:off x="4126" y="1772"/>
                <a:ext cx="109" cy="39"/>
              </a:xfrm>
              <a:prstGeom prst="line">
                <a:avLst/>
              </a:prstGeom>
              <a:ln w="9525" cap="flat" cmpd="sng">
                <a:solidFill>
                  <a:schemeClr val="tx1"/>
                </a:solidFill>
                <a:prstDash val="solid"/>
                <a:headEnd type="none" w="med" len="med"/>
                <a:tailEnd type="none" w="med" len="med"/>
              </a:ln>
            </p:spPr>
          </p:sp>
          <p:sp>
            <p:nvSpPr>
              <p:cNvPr id="44290" name="Line 574"/>
              <p:cNvSpPr/>
              <p:nvPr/>
            </p:nvSpPr>
            <p:spPr>
              <a:xfrm>
                <a:off x="4175" y="1625"/>
                <a:ext cx="63" cy="39"/>
              </a:xfrm>
              <a:prstGeom prst="line">
                <a:avLst/>
              </a:prstGeom>
              <a:ln w="9525" cap="flat" cmpd="sng">
                <a:solidFill>
                  <a:schemeClr val="tx1"/>
                </a:solidFill>
                <a:prstDash val="solid"/>
                <a:headEnd type="none" w="med" len="med"/>
                <a:tailEnd type="none" w="med" len="med"/>
              </a:ln>
            </p:spPr>
          </p:sp>
          <p:grpSp>
            <p:nvGrpSpPr>
              <p:cNvPr id="44291" name="Group 575"/>
              <p:cNvGrpSpPr/>
              <p:nvPr/>
            </p:nvGrpSpPr>
            <p:grpSpPr>
              <a:xfrm>
                <a:off x="4269" y="1415"/>
                <a:ext cx="392" cy="137"/>
                <a:chOff x="4227" y="1360"/>
                <a:chExt cx="863" cy="270"/>
              </a:xfrm>
            </p:grpSpPr>
            <p:sp>
              <p:nvSpPr>
                <p:cNvPr id="44302" name="Line 576"/>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44303" name="Line 577"/>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44304" name="Line 578"/>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44305" name="Line 579"/>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44292" name="Group 580"/>
              <p:cNvGrpSpPr/>
              <p:nvPr/>
            </p:nvGrpSpPr>
            <p:grpSpPr>
              <a:xfrm rot="5700496">
                <a:off x="4052" y="1170"/>
                <a:ext cx="392" cy="137"/>
                <a:chOff x="4227" y="1360"/>
                <a:chExt cx="863" cy="270"/>
              </a:xfrm>
            </p:grpSpPr>
            <p:sp>
              <p:nvSpPr>
                <p:cNvPr id="44298" name="Line 581"/>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44299" name="Line 582"/>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44300" name="Line 583"/>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44301" name="Line 584"/>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44293" name="Group 585"/>
              <p:cNvGrpSpPr/>
              <p:nvPr/>
            </p:nvGrpSpPr>
            <p:grpSpPr>
              <a:xfrm rot="10800000">
                <a:off x="3796" y="1402"/>
                <a:ext cx="392" cy="137"/>
                <a:chOff x="4227" y="1360"/>
                <a:chExt cx="863" cy="270"/>
              </a:xfrm>
            </p:grpSpPr>
            <p:sp>
              <p:nvSpPr>
                <p:cNvPr id="44294" name="Line 586"/>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44295" name="Line 587"/>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44296" name="Line 588"/>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44297" name="Line 589"/>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grpSp>
          <p:nvGrpSpPr>
            <p:cNvPr id="44169" name="Group 696"/>
            <p:cNvGrpSpPr/>
            <p:nvPr/>
          </p:nvGrpSpPr>
          <p:grpSpPr>
            <a:xfrm>
              <a:off x="3832" y="1529"/>
              <a:ext cx="220" cy="100"/>
              <a:chOff x="3600" y="219"/>
              <a:chExt cx="360" cy="175"/>
            </a:xfrm>
          </p:grpSpPr>
          <p:sp>
            <p:nvSpPr>
              <p:cNvPr id="44263" name="Oval 69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264" name="Line 69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265" name="Line 69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266" name="Rectangle 70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267" name="Oval 70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268" name="Group 702"/>
              <p:cNvGrpSpPr/>
              <p:nvPr/>
            </p:nvGrpSpPr>
            <p:grpSpPr>
              <a:xfrm>
                <a:off x="3686" y="244"/>
                <a:ext cx="177" cy="66"/>
                <a:chOff x="2848" y="848"/>
                <a:chExt cx="140" cy="98"/>
              </a:xfrm>
            </p:grpSpPr>
            <p:sp>
              <p:nvSpPr>
                <p:cNvPr id="44273" name="Line 70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274" name="Line 70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275" name="Line 70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269" name="Group 706"/>
              <p:cNvGrpSpPr/>
              <p:nvPr/>
            </p:nvGrpSpPr>
            <p:grpSpPr>
              <a:xfrm flipV="1">
                <a:off x="3686" y="243"/>
                <a:ext cx="177" cy="66"/>
                <a:chOff x="2848" y="848"/>
                <a:chExt cx="140" cy="98"/>
              </a:xfrm>
            </p:grpSpPr>
            <p:sp>
              <p:nvSpPr>
                <p:cNvPr id="44270" name="Line 70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271" name="Line 70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272" name="Line 70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4170" name="Group 710"/>
            <p:cNvGrpSpPr/>
            <p:nvPr/>
          </p:nvGrpSpPr>
          <p:grpSpPr>
            <a:xfrm>
              <a:off x="3639" y="2253"/>
              <a:ext cx="220" cy="100"/>
              <a:chOff x="3600" y="219"/>
              <a:chExt cx="360" cy="175"/>
            </a:xfrm>
          </p:grpSpPr>
          <p:sp>
            <p:nvSpPr>
              <p:cNvPr id="44250" name="Oval 71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251" name="Line 71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252" name="Line 71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253" name="Rectangle 71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254" name="Oval 71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255" name="Group 716"/>
              <p:cNvGrpSpPr/>
              <p:nvPr/>
            </p:nvGrpSpPr>
            <p:grpSpPr>
              <a:xfrm>
                <a:off x="3686" y="244"/>
                <a:ext cx="177" cy="66"/>
                <a:chOff x="2848" y="848"/>
                <a:chExt cx="140" cy="98"/>
              </a:xfrm>
            </p:grpSpPr>
            <p:sp>
              <p:nvSpPr>
                <p:cNvPr id="44260" name="Line 71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261" name="Line 71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262" name="Line 71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256" name="Group 720"/>
              <p:cNvGrpSpPr/>
              <p:nvPr/>
            </p:nvGrpSpPr>
            <p:grpSpPr>
              <a:xfrm flipV="1">
                <a:off x="3686" y="243"/>
                <a:ext cx="177" cy="66"/>
                <a:chOff x="2848" y="848"/>
                <a:chExt cx="140" cy="98"/>
              </a:xfrm>
            </p:grpSpPr>
            <p:sp>
              <p:nvSpPr>
                <p:cNvPr id="44257" name="Line 72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258" name="Line 72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259" name="Line 72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4171" name="Group 732"/>
            <p:cNvGrpSpPr/>
            <p:nvPr/>
          </p:nvGrpSpPr>
          <p:grpSpPr>
            <a:xfrm>
              <a:off x="3418" y="2211"/>
              <a:ext cx="139" cy="194"/>
              <a:chOff x="2556" y="2689"/>
              <a:chExt cx="183" cy="255"/>
            </a:xfrm>
          </p:grpSpPr>
          <p:pic>
            <p:nvPicPr>
              <p:cNvPr id="44233" name="Picture 733" descr="31u_bnrz[1]"/>
              <p:cNvPicPr>
                <a:picLocks noChangeAspect="1"/>
              </p:cNvPicPr>
              <p:nvPr/>
            </p:nvPicPr>
            <p:blipFill>
              <a:blip r:embed="rId19"/>
              <a:stretch>
                <a:fillRect/>
              </a:stretch>
            </p:blipFill>
            <p:spPr>
              <a:xfrm>
                <a:off x="2609" y="2770"/>
                <a:ext cx="121" cy="174"/>
              </a:xfrm>
              <a:prstGeom prst="rect">
                <a:avLst/>
              </a:prstGeom>
              <a:noFill/>
              <a:ln w="9525">
                <a:noFill/>
              </a:ln>
            </p:spPr>
          </p:pic>
          <p:sp>
            <p:nvSpPr>
              <p:cNvPr id="44234" name="Freeform 734"/>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44235" name="Freeform 735"/>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44236" name="Freeform 736"/>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44237" name="Freeform 737"/>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44238" name="Freeform 738"/>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44239" name="Freeform 739"/>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44240" name="Freeform 740"/>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44241" name="Freeform 741"/>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44242" name="Freeform 742"/>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44243" name="Freeform 743"/>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44244" name="Freeform 744"/>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44245" name="Freeform 745"/>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44246" name="Freeform 746"/>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44247" name="Freeform 747"/>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44248" name="Freeform 748"/>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44249" name="Freeform 749"/>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sp>
          <p:nvSpPr>
            <p:cNvPr id="44172" name="Line 752"/>
            <p:cNvSpPr/>
            <p:nvPr/>
          </p:nvSpPr>
          <p:spPr>
            <a:xfrm>
              <a:off x="3777" y="1478"/>
              <a:ext cx="96" cy="52"/>
            </a:xfrm>
            <a:prstGeom prst="line">
              <a:avLst/>
            </a:prstGeom>
            <a:ln w="9525" cap="flat" cmpd="sng">
              <a:solidFill>
                <a:schemeClr val="tx1"/>
              </a:solidFill>
              <a:prstDash val="solid"/>
              <a:headEnd type="none" w="med" len="med"/>
              <a:tailEnd type="none" w="med" len="med"/>
            </a:ln>
          </p:spPr>
        </p:sp>
        <p:sp>
          <p:nvSpPr>
            <p:cNvPr id="44173" name="Line 754"/>
            <p:cNvSpPr/>
            <p:nvPr/>
          </p:nvSpPr>
          <p:spPr>
            <a:xfrm rot="-5400000">
              <a:off x="4757" y="3206"/>
              <a:ext cx="330" cy="88"/>
            </a:xfrm>
            <a:prstGeom prst="line">
              <a:avLst/>
            </a:prstGeom>
            <a:ln w="12700" cap="flat" cmpd="sng">
              <a:solidFill>
                <a:schemeClr val="tx1"/>
              </a:solidFill>
              <a:prstDash val="solid"/>
              <a:headEnd type="none" w="med" len="med"/>
              <a:tailEnd type="none" w="med" len="med"/>
            </a:ln>
          </p:spPr>
        </p:sp>
        <p:sp>
          <p:nvSpPr>
            <p:cNvPr id="44174" name="Line 764"/>
            <p:cNvSpPr/>
            <p:nvPr/>
          </p:nvSpPr>
          <p:spPr>
            <a:xfrm rot="5400000" flipV="1">
              <a:off x="4849" y="3383"/>
              <a:ext cx="2" cy="54"/>
            </a:xfrm>
            <a:prstGeom prst="line">
              <a:avLst/>
            </a:prstGeom>
            <a:ln w="12700" cap="flat" cmpd="sng">
              <a:solidFill>
                <a:schemeClr val="tx1"/>
              </a:solidFill>
              <a:prstDash val="solid"/>
              <a:headEnd type="none" w="med" len="med"/>
              <a:tailEnd type="none" w="med" len="med"/>
            </a:ln>
          </p:spPr>
        </p:sp>
        <p:sp>
          <p:nvSpPr>
            <p:cNvPr id="44175" name="Line 765"/>
            <p:cNvSpPr/>
            <p:nvPr/>
          </p:nvSpPr>
          <p:spPr>
            <a:xfrm rot="-5400000">
              <a:off x="4966" y="3179"/>
              <a:ext cx="0" cy="72"/>
            </a:xfrm>
            <a:prstGeom prst="line">
              <a:avLst/>
            </a:prstGeom>
            <a:ln w="12700" cap="flat" cmpd="sng">
              <a:solidFill>
                <a:schemeClr val="tx1"/>
              </a:solidFill>
              <a:prstDash val="solid"/>
              <a:headEnd type="none" w="med" len="med"/>
              <a:tailEnd type="none" w="med" len="med"/>
            </a:ln>
          </p:spPr>
        </p:sp>
        <p:grpSp>
          <p:nvGrpSpPr>
            <p:cNvPr id="44176" name="Group 766"/>
            <p:cNvGrpSpPr/>
            <p:nvPr/>
          </p:nvGrpSpPr>
          <p:grpSpPr>
            <a:xfrm>
              <a:off x="4701" y="2996"/>
              <a:ext cx="316" cy="148"/>
              <a:chOff x="3600" y="219"/>
              <a:chExt cx="360" cy="175"/>
            </a:xfrm>
          </p:grpSpPr>
          <p:sp>
            <p:nvSpPr>
              <p:cNvPr id="44220" name="Oval 76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221" name="Line 76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222" name="Line 76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223" name="Rectangle 77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224" name="Oval 77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225" name="Group 772"/>
              <p:cNvGrpSpPr/>
              <p:nvPr/>
            </p:nvGrpSpPr>
            <p:grpSpPr>
              <a:xfrm>
                <a:off x="3686" y="244"/>
                <a:ext cx="177" cy="66"/>
                <a:chOff x="2848" y="848"/>
                <a:chExt cx="140" cy="98"/>
              </a:xfrm>
            </p:grpSpPr>
            <p:sp>
              <p:nvSpPr>
                <p:cNvPr id="44230" name="Line 77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231" name="Line 77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232" name="Line 77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226" name="Group 776"/>
              <p:cNvGrpSpPr/>
              <p:nvPr/>
            </p:nvGrpSpPr>
            <p:grpSpPr>
              <a:xfrm flipV="1">
                <a:off x="3686" y="243"/>
                <a:ext cx="177" cy="66"/>
                <a:chOff x="2848" y="848"/>
                <a:chExt cx="140" cy="98"/>
              </a:xfrm>
            </p:grpSpPr>
            <p:sp>
              <p:nvSpPr>
                <p:cNvPr id="44227" name="Line 77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228" name="Line 77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229" name="Line 77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4177" name="Group 794"/>
            <p:cNvGrpSpPr/>
            <p:nvPr/>
          </p:nvGrpSpPr>
          <p:grpSpPr>
            <a:xfrm>
              <a:off x="3768" y="3014"/>
              <a:ext cx="316" cy="148"/>
              <a:chOff x="3600" y="219"/>
              <a:chExt cx="360" cy="175"/>
            </a:xfrm>
          </p:grpSpPr>
          <p:sp>
            <p:nvSpPr>
              <p:cNvPr id="44207" name="Oval 79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208" name="Line 79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209" name="Line 79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210" name="Rectangle 79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211" name="Oval 79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212" name="Group 800"/>
              <p:cNvGrpSpPr/>
              <p:nvPr/>
            </p:nvGrpSpPr>
            <p:grpSpPr>
              <a:xfrm>
                <a:off x="3686" y="244"/>
                <a:ext cx="177" cy="66"/>
                <a:chOff x="2848" y="848"/>
                <a:chExt cx="140" cy="98"/>
              </a:xfrm>
            </p:grpSpPr>
            <p:sp>
              <p:nvSpPr>
                <p:cNvPr id="44217" name="Line 80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218" name="Line 80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219" name="Line 80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213" name="Group 804"/>
              <p:cNvGrpSpPr/>
              <p:nvPr/>
            </p:nvGrpSpPr>
            <p:grpSpPr>
              <a:xfrm flipV="1">
                <a:off x="3686" y="243"/>
                <a:ext cx="177" cy="66"/>
                <a:chOff x="2848" y="848"/>
                <a:chExt cx="140" cy="98"/>
              </a:xfrm>
            </p:grpSpPr>
            <p:sp>
              <p:nvSpPr>
                <p:cNvPr id="44214" name="Line 80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215" name="Line 80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216" name="Line 80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4178" name="Line 811"/>
            <p:cNvSpPr/>
            <p:nvPr/>
          </p:nvSpPr>
          <p:spPr>
            <a:xfrm flipH="1">
              <a:off x="3642" y="2931"/>
              <a:ext cx="160" cy="296"/>
            </a:xfrm>
            <a:prstGeom prst="line">
              <a:avLst/>
            </a:prstGeom>
            <a:ln w="9525" cap="flat" cmpd="sng">
              <a:solidFill>
                <a:schemeClr val="tx1"/>
              </a:solidFill>
              <a:prstDash val="solid"/>
              <a:headEnd type="none" w="med" len="med"/>
              <a:tailEnd type="none" w="med" len="med"/>
            </a:ln>
          </p:spPr>
        </p:sp>
        <p:sp>
          <p:nvSpPr>
            <p:cNvPr id="44179" name="Line 812"/>
            <p:cNvSpPr/>
            <p:nvPr/>
          </p:nvSpPr>
          <p:spPr>
            <a:xfrm>
              <a:off x="3658" y="2963"/>
              <a:ext cx="124" cy="0"/>
            </a:xfrm>
            <a:prstGeom prst="line">
              <a:avLst/>
            </a:prstGeom>
            <a:ln w="9525" cap="flat" cmpd="sng">
              <a:solidFill>
                <a:schemeClr val="tx1"/>
              </a:solidFill>
              <a:prstDash val="solid"/>
              <a:headEnd type="none" w="med" len="med"/>
              <a:tailEnd type="none" w="med" len="med"/>
            </a:ln>
          </p:spPr>
        </p:sp>
        <p:sp>
          <p:nvSpPr>
            <p:cNvPr id="44180" name="Line 813"/>
            <p:cNvSpPr/>
            <p:nvPr/>
          </p:nvSpPr>
          <p:spPr>
            <a:xfrm>
              <a:off x="3570" y="3175"/>
              <a:ext cx="97" cy="0"/>
            </a:xfrm>
            <a:prstGeom prst="line">
              <a:avLst/>
            </a:prstGeom>
            <a:ln w="9525" cap="flat" cmpd="sng">
              <a:solidFill>
                <a:schemeClr val="tx1"/>
              </a:solidFill>
              <a:prstDash val="solid"/>
              <a:headEnd type="none" w="med" len="med"/>
              <a:tailEnd type="none" w="med" len="med"/>
            </a:ln>
          </p:spPr>
        </p:sp>
        <p:sp>
          <p:nvSpPr>
            <p:cNvPr id="44181" name="Line 814"/>
            <p:cNvSpPr/>
            <p:nvPr/>
          </p:nvSpPr>
          <p:spPr>
            <a:xfrm>
              <a:off x="3729" y="3225"/>
              <a:ext cx="309" cy="0"/>
            </a:xfrm>
            <a:prstGeom prst="line">
              <a:avLst/>
            </a:prstGeom>
            <a:ln w="9525" cap="flat" cmpd="sng">
              <a:solidFill>
                <a:schemeClr val="tx1"/>
              </a:solidFill>
              <a:prstDash val="solid"/>
              <a:headEnd type="none" w="med" len="med"/>
              <a:tailEnd type="none" w="med" len="med"/>
            </a:ln>
          </p:spPr>
        </p:sp>
        <p:sp>
          <p:nvSpPr>
            <p:cNvPr id="44182" name="Line 815"/>
            <p:cNvSpPr/>
            <p:nvPr/>
          </p:nvSpPr>
          <p:spPr>
            <a:xfrm flipH="1">
              <a:off x="3880" y="3167"/>
              <a:ext cx="34" cy="54"/>
            </a:xfrm>
            <a:prstGeom prst="line">
              <a:avLst/>
            </a:prstGeom>
            <a:ln w="9525" cap="flat" cmpd="sng">
              <a:solidFill>
                <a:schemeClr val="tx1"/>
              </a:solidFill>
              <a:prstDash val="solid"/>
              <a:headEnd type="none" w="med" len="med"/>
              <a:tailEnd type="none" w="med" len="med"/>
            </a:ln>
          </p:spPr>
        </p:sp>
        <p:sp>
          <p:nvSpPr>
            <p:cNvPr id="44183" name="Line 816"/>
            <p:cNvSpPr/>
            <p:nvPr/>
          </p:nvSpPr>
          <p:spPr>
            <a:xfrm>
              <a:off x="3762" y="3223"/>
              <a:ext cx="1" cy="52"/>
            </a:xfrm>
            <a:prstGeom prst="line">
              <a:avLst/>
            </a:prstGeom>
            <a:ln w="9525" cap="flat" cmpd="sng">
              <a:solidFill>
                <a:schemeClr val="tx1"/>
              </a:solidFill>
              <a:prstDash val="solid"/>
              <a:headEnd type="none" w="med" len="med"/>
              <a:tailEnd type="none" w="med" len="med"/>
            </a:ln>
          </p:spPr>
        </p:sp>
        <p:sp>
          <p:nvSpPr>
            <p:cNvPr id="44184" name="Line 817"/>
            <p:cNvSpPr/>
            <p:nvPr/>
          </p:nvSpPr>
          <p:spPr>
            <a:xfrm flipH="1" flipV="1">
              <a:off x="4012" y="3228"/>
              <a:ext cx="0" cy="48"/>
            </a:xfrm>
            <a:prstGeom prst="line">
              <a:avLst/>
            </a:prstGeom>
            <a:ln w="9525" cap="flat" cmpd="sng">
              <a:solidFill>
                <a:schemeClr val="tx1"/>
              </a:solidFill>
              <a:prstDash val="solid"/>
              <a:headEnd type="none" w="med" len="med"/>
              <a:tailEnd type="none" w="med" len="med"/>
            </a:ln>
          </p:spPr>
        </p:sp>
        <p:grpSp>
          <p:nvGrpSpPr>
            <p:cNvPr id="44185" name="Group 828"/>
            <p:cNvGrpSpPr/>
            <p:nvPr/>
          </p:nvGrpSpPr>
          <p:grpSpPr>
            <a:xfrm>
              <a:off x="4290" y="3130"/>
              <a:ext cx="183" cy="255"/>
              <a:chOff x="2556" y="2689"/>
              <a:chExt cx="183" cy="255"/>
            </a:xfrm>
          </p:grpSpPr>
          <p:pic>
            <p:nvPicPr>
              <p:cNvPr id="44190" name="Picture 829" descr="31u_bnrz[1]"/>
              <p:cNvPicPr>
                <a:picLocks noChangeAspect="1"/>
              </p:cNvPicPr>
              <p:nvPr/>
            </p:nvPicPr>
            <p:blipFill>
              <a:blip r:embed="rId19"/>
              <a:stretch>
                <a:fillRect/>
              </a:stretch>
            </p:blipFill>
            <p:spPr>
              <a:xfrm>
                <a:off x="2609" y="2770"/>
                <a:ext cx="121" cy="174"/>
              </a:xfrm>
              <a:prstGeom prst="rect">
                <a:avLst/>
              </a:prstGeom>
              <a:noFill/>
              <a:ln w="9525">
                <a:noFill/>
              </a:ln>
            </p:spPr>
          </p:pic>
          <p:sp>
            <p:nvSpPr>
              <p:cNvPr id="44191" name="Freeform 830"/>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44192" name="Freeform 831"/>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44193" name="Freeform 832"/>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44194" name="Freeform 833"/>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44195" name="Freeform 834"/>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44196" name="Freeform 835"/>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44197" name="Freeform 836"/>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44198" name="Freeform 837"/>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44199" name="Freeform 838"/>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44200" name="Freeform 839"/>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44201" name="Freeform 840"/>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44202" name="Freeform 841"/>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44203" name="Freeform 842"/>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44204" name="Freeform 843"/>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44205" name="Freeform 844"/>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44206" name="Freeform 845"/>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sp>
          <p:nvSpPr>
            <p:cNvPr id="44186" name="Line 846"/>
            <p:cNvSpPr/>
            <p:nvPr/>
          </p:nvSpPr>
          <p:spPr>
            <a:xfrm>
              <a:off x="4063" y="3139"/>
              <a:ext cx="317" cy="170"/>
            </a:xfrm>
            <a:prstGeom prst="line">
              <a:avLst/>
            </a:prstGeom>
            <a:ln w="9525" cap="flat" cmpd="sng">
              <a:solidFill>
                <a:schemeClr val="tx1"/>
              </a:solidFill>
              <a:prstDash val="solid"/>
              <a:headEnd type="none" w="med" len="med"/>
              <a:tailEnd type="none" w="med" len="med"/>
            </a:ln>
          </p:spPr>
        </p:sp>
        <p:sp>
          <p:nvSpPr>
            <p:cNvPr id="44187" name="Line 847"/>
            <p:cNvSpPr/>
            <p:nvPr/>
          </p:nvSpPr>
          <p:spPr>
            <a:xfrm>
              <a:off x="3716" y="3098"/>
              <a:ext cx="51" cy="0"/>
            </a:xfrm>
            <a:prstGeom prst="line">
              <a:avLst/>
            </a:prstGeom>
            <a:ln w="9525" cap="flat" cmpd="sng">
              <a:solidFill>
                <a:schemeClr val="tx1"/>
              </a:solidFill>
              <a:prstDash val="solid"/>
              <a:headEnd type="none" w="med" len="med"/>
              <a:tailEnd type="none" w="med" len="med"/>
            </a:ln>
          </p:spPr>
        </p:sp>
        <p:sp>
          <p:nvSpPr>
            <p:cNvPr id="44188" name="Line 857"/>
            <p:cNvSpPr/>
            <p:nvPr/>
          </p:nvSpPr>
          <p:spPr>
            <a:xfrm flipH="1">
              <a:off x="3772" y="2167"/>
              <a:ext cx="2" cy="91"/>
            </a:xfrm>
            <a:prstGeom prst="line">
              <a:avLst/>
            </a:prstGeom>
            <a:ln w="9525" cap="flat" cmpd="sng">
              <a:solidFill>
                <a:schemeClr val="tx1"/>
              </a:solidFill>
              <a:prstDash val="solid"/>
              <a:headEnd type="none" w="med" len="med"/>
              <a:tailEnd type="none" w="med" len="med"/>
            </a:ln>
          </p:spPr>
        </p:sp>
        <p:sp>
          <p:nvSpPr>
            <p:cNvPr id="44189" name="Line 863"/>
            <p:cNvSpPr/>
            <p:nvPr/>
          </p:nvSpPr>
          <p:spPr>
            <a:xfrm flipV="1">
              <a:off x="3526" y="2308"/>
              <a:ext cx="106" cy="2"/>
            </a:xfrm>
            <a:prstGeom prst="line">
              <a:avLst/>
            </a:prstGeom>
            <a:ln w="9525" cap="flat" cmpd="sng">
              <a:solidFill>
                <a:schemeClr val="tx1"/>
              </a:solidFill>
              <a:prstDash val="solid"/>
              <a:headEnd type="none" w="med" len="med"/>
              <a:tailEnd type="none" w="med" len="med"/>
            </a:ln>
          </p:spPr>
        </p:sp>
      </p:grpSp>
      <p:grpSp>
        <p:nvGrpSpPr>
          <p:cNvPr id="31" name="Group 870"/>
          <p:cNvGrpSpPr/>
          <p:nvPr/>
        </p:nvGrpSpPr>
        <p:grpSpPr>
          <a:xfrm>
            <a:off x="6443663" y="2190750"/>
            <a:ext cx="1590675" cy="2716213"/>
            <a:chOff x="4059" y="1380"/>
            <a:chExt cx="1002" cy="1711"/>
          </a:xfrm>
        </p:grpSpPr>
        <p:grpSp>
          <p:nvGrpSpPr>
            <p:cNvPr id="44044" name="Group 598"/>
            <p:cNvGrpSpPr/>
            <p:nvPr/>
          </p:nvGrpSpPr>
          <p:grpSpPr>
            <a:xfrm>
              <a:off x="4304" y="2253"/>
              <a:ext cx="228" cy="108"/>
              <a:chOff x="3600" y="219"/>
              <a:chExt cx="360" cy="175"/>
            </a:xfrm>
          </p:grpSpPr>
          <p:sp>
            <p:nvSpPr>
              <p:cNvPr id="44155" name="Oval 59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156" name="Line 60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157" name="Line 60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158" name="Rectangle 60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159" name="Oval 60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160" name="Group 604"/>
              <p:cNvGrpSpPr/>
              <p:nvPr/>
            </p:nvGrpSpPr>
            <p:grpSpPr>
              <a:xfrm>
                <a:off x="3686" y="244"/>
                <a:ext cx="177" cy="66"/>
                <a:chOff x="2848" y="848"/>
                <a:chExt cx="140" cy="98"/>
              </a:xfrm>
            </p:grpSpPr>
            <p:sp>
              <p:nvSpPr>
                <p:cNvPr id="44165" name="Line 60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66" name="Line 60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67" name="Line 60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161" name="Group 608"/>
              <p:cNvGrpSpPr/>
              <p:nvPr/>
            </p:nvGrpSpPr>
            <p:grpSpPr>
              <a:xfrm flipV="1">
                <a:off x="3686" y="243"/>
                <a:ext cx="177" cy="66"/>
                <a:chOff x="2848" y="848"/>
                <a:chExt cx="140" cy="98"/>
              </a:xfrm>
            </p:grpSpPr>
            <p:sp>
              <p:nvSpPr>
                <p:cNvPr id="44162" name="Line 60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63" name="Line 61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64" name="Line 61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4045" name="Group 612"/>
            <p:cNvGrpSpPr/>
            <p:nvPr/>
          </p:nvGrpSpPr>
          <p:grpSpPr>
            <a:xfrm>
              <a:off x="4528" y="2429"/>
              <a:ext cx="228" cy="108"/>
              <a:chOff x="3600" y="219"/>
              <a:chExt cx="360" cy="175"/>
            </a:xfrm>
          </p:grpSpPr>
          <p:sp>
            <p:nvSpPr>
              <p:cNvPr id="44142" name="Oval 61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143" name="Line 61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144" name="Line 61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145" name="Rectangle 61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146" name="Oval 61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147" name="Group 618"/>
              <p:cNvGrpSpPr/>
              <p:nvPr/>
            </p:nvGrpSpPr>
            <p:grpSpPr>
              <a:xfrm>
                <a:off x="3686" y="244"/>
                <a:ext cx="177" cy="66"/>
                <a:chOff x="2848" y="848"/>
                <a:chExt cx="140" cy="98"/>
              </a:xfrm>
            </p:grpSpPr>
            <p:sp>
              <p:nvSpPr>
                <p:cNvPr id="44152" name="Line 61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53" name="Line 62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54" name="Line 62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148" name="Group 622"/>
              <p:cNvGrpSpPr/>
              <p:nvPr/>
            </p:nvGrpSpPr>
            <p:grpSpPr>
              <a:xfrm flipV="1">
                <a:off x="3686" y="243"/>
                <a:ext cx="177" cy="66"/>
                <a:chOff x="2848" y="848"/>
                <a:chExt cx="140" cy="98"/>
              </a:xfrm>
            </p:grpSpPr>
            <p:sp>
              <p:nvSpPr>
                <p:cNvPr id="44149" name="Line 62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50" name="Line 62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51" name="Line 62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4046" name="Group 626"/>
            <p:cNvGrpSpPr/>
            <p:nvPr/>
          </p:nvGrpSpPr>
          <p:grpSpPr>
            <a:xfrm>
              <a:off x="4704" y="2261"/>
              <a:ext cx="228" cy="108"/>
              <a:chOff x="3600" y="219"/>
              <a:chExt cx="360" cy="175"/>
            </a:xfrm>
          </p:grpSpPr>
          <p:sp>
            <p:nvSpPr>
              <p:cNvPr id="44129" name="Oval 62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130" name="Line 62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131" name="Line 62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132" name="Rectangle 63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133" name="Oval 63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134" name="Group 632"/>
              <p:cNvGrpSpPr/>
              <p:nvPr/>
            </p:nvGrpSpPr>
            <p:grpSpPr>
              <a:xfrm>
                <a:off x="3686" y="244"/>
                <a:ext cx="177" cy="66"/>
                <a:chOff x="2848" y="848"/>
                <a:chExt cx="140" cy="98"/>
              </a:xfrm>
            </p:grpSpPr>
            <p:sp>
              <p:nvSpPr>
                <p:cNvPr id="44139" name="Line 63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40" name="Line 63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41" name="Line 63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135" name="Group 636"/>
              <p:cNvGrpSpPr/>
              <p:nvPr/>
            </p:nvGrpSpPr>
            <p:grpSpPr>
              <a:xfrm flipV="1">
                <a:off x="3686" y="243"/>
                <a:ext cx="177" cy="66"/>
                <a:chOff x="2848" y="848"/>
                <a:chExt cx="140" cy="98"/>
              </a:xfrm>
            </p:grpSpPr>
            <p:sp>
              <p:nvSpPr>
                <p:cNvPr id="44136" name="Line 63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37" name="Line 63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38" name="Line 63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4047" name="Group 640"/>
            <p:cNvGrpSpPr/>
            <p:nvPr/>
          </p:nvGrpSpPr>
          <p:grpSpPr>
            <a:xfrm>
              <a:off x="4367" y="1532"/>
              <a:ext cx="221" cy="101"/>
              <a:chOff x="3600" y="219"/>
              <a:chExt cx="360" cy="175"/>
            </a:xfrm>
          </p:grpSpPr>
          <p:sp>
            <p:nvSpPr>
              <p:cNvPr id="44116" name="Oval 64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117" name="Line 64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118" name="Line 64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119" name="Rectangle 64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120" name="Oval 64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121" name="Group 646"/>
              <p:cNvGrpSpPr/>
              <p:nvPr/>
            </p:nvGrpSpPr>
            <p:grpSpPr>
              <a:xfrm>
                <a:off x="3686" y="244"/>
                <a:ext cx="177" cy="66"/>
                <a:chOff x="2848" y="848"/>
                <a:chExt cx="140" cy="98"/>
              </a:xfrm>
            </p:grpSpPr>
            <p:sp>
              <p:nvSpPr>
                <p:cNvPr id="44126" name="Line 64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27" name="Line 64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28" name="Line 64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122" name="Group 650"/>
              <p:cNvGrpSpPr/>
              <p:nvPr/>
            </p:nvGrpSpPr>
            <p:grpSpPr>
              <a:xfrm flipV="1">
                <a:off x="3686" y="243"/>
                <a:ext cx="177" cy="66"/>
                <a:chOff x="2848" y="848"/>
                <a:chExt cx="140" cy="98"/>
              </a:xfrm>
            </p:grpSpPr>
            <p:sp>
              <p:nvSpPr>
                <p:cNvPr id="44123" name="Line 65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24" name="Line 65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25" name="Line 65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4048" name="Group 654"/>
            <p:cNvGrpSpPr/>
            <p:nvPr/>
          </p:nvGrpSpPr>
          <p:grpSpPr>
            <a:xfrm>
              <a:off x="4366" y="1693"/>
              <a:ext cx="228" cy="108"/>
              <a:chOff x="3600" y="219"/>
              <a:chExt cx="360" cy="175"/>
            </a:xfrm>
          </p:grpSpPr>
          <p:sp>
            <p:nvSpPr>
              <p:cNvPr id="44103" name="Oval 65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104" name="Line 65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105" name="Line 65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106" name="Rectangle 65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107" name="Oval 65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108" name="Group 660"/>
              <p:cNvGrpSpPr/>
              <p:nvPr/>
            </p:nvGrpSpPr>
            <p:grpSpPr>
              <a:xfrm>
                <a:off x="3686" y="244"/>
                <a:ext cx="177" cy="66"/>
                <a:chOff x="2848" y="848"/>
                <a:chExt cx="140" cy="98"/>
              </a:xfrm>
            </p:grpSpPr>
            <p:sp>
              <p:nvSpPr>
                <p:cNvPr id="44113" name="Line 66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14" name="Line 66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15" name="Line 66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109" name="Group 664"/>
              <p:cNvGrpSpPr/>
              <p:nvPr/>
            </p:nvGrpSpPr>
            <p:grpSpPr>
              <a:xfrm flipV="1">
                <a:off x="3686" y="243"/>
                <a:ext cx="177" cy="66"/>
                <a:chOff x="2848" y="848"/>
                <a:chExt cx="140" cy="98"/>
              </a:xfrm>
            </p:grpSpPr>
            <p:sp>
              <p:nvSpPr>
                <p:cNvPr id="44110" name="Line 66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11" name="Line 66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12" name="Line 66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4049" name="Group 668"/>
            <p:cNvGrpSpPr/>
            <p:nvPr/>
          </p:nvGrpSpPr>
          <p:grpSpPr>
            <a:xfrm>
              <a:off x="4666" y="1472"/>
              <a:ext cx="210" cy="97"/>
              <a:chOff x="3600" y="219"/>
              <a:chExt cx="360" cy="175"/>
            </a:xfrm>
          </p:grpSpPr>
          <p:sp>
            <p:nvSpPr>
              <p:cNvPr id="44090" name="Oval 66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091" name="Line 67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092" name="Line 67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093" name="Rectangle 67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094" name="Oval 67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095" name="Group 674"/>
              <p:cNvGrpSpPr/>
              <p:nvPr/>
            </p:nvGrpSpPr>
            <p:grpSpPr>
              <a:xfrm>
                <a:off x="3686" y="244"/>
                <a:ext cx="177" cy="66"/>
                <a:chOff x="2848" y="848"/>
                <a:chExt cx="140" cy="98"/>
              </a:xfrm>
            </p:grpSpPr>
            <p:sp>
              <p:nvSpPr>
                <p:cNvPr id="44100" name="Line 67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101" name="Line 67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102" name="Line 67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096" name="Group 678"/>
              <p:cNvGrpSpPr/>
              <p:nvPr/>
            </p:nvGrpSpPr>
            <p:grpSpPr>
              <a:xfrm flipV="1">
                <a:off x="3686" y="243"/>
                <a:ext cx="177" cy="66"/>
                <a:chOff x="2848" y="848"/>
                <a:chExt cx="140" cy="98"/>
              </a:xfrm>
            </p:grpSpPr>
            <p:sp>
              <p:nvSpPr>
                <p:cNvPr id="44097" name="Line 67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098" name="Line 68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099" name="Line 68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4050" name="Group 682"/>
            <p:cNvGrpSpPr/>
            <p:nvPr/>
          </p:nvGrpSpPr>
          <p:grpSpPr>
            <a:xfrm>
              <a:off x="4720" y="1693"/>
              <a:ext cx="228" cy="108"/>
              <a:chOff x="3600" y="219"/>
              <a:chExt cx="360" cy="175"/>
            </a:xfrm>
          </p:grpSpPr>
          <p:sp>
            <p:nvSpPr>
              <p:cNvPr id="44077" name="Oval 68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078" name="Line 68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079" name="Line 68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080" name="Rectangle 68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081" name="Oval 68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082" name="Group 688"/>
              <p:cNvGrpSpPr/>
              <p:nvPr/>
            </p:nvGrpSpPr>
            <p:grpSpPr>
              <a:xfrm>
                <a:off x="3686" y="244"/>
                <a:ext cx="177" cy="66"/>
                <a:chOff x="2848" y="848"/>
                <a:chExt cx="140" cy="98"/>
              </a:xfrm>
            </p:grpSpPr>
            <p:sp>
              <p:nvSpPr>
                <p:cNvPr id="44087" name="Line 68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088" name="Line 69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089" name="Line 69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083" name="Group 692"/>
              <p:cNvGrpSpPr/>
              <p:nvPr/>
            </p:nvGrpSpPr>
            <p:grpSpPr>
              <a:xfrm flipV="1">
                <a:off x="3686" y="243"/>
                <a:ext cx="177" cy="66"/>
                <a:chOff x="2848" y="848"/>
                <a:chExt cx="140" cy="98"/>
              </a:xfrm>
            </p:grpSpPr>
            <p:sp>
              <p:nvSpPr>
                <p:cNvPr id="44084" name="Line 69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085" name="Line 69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086" name="Line 69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4051" name="Line 725"/>
            <p:cNvSpPr/>
            <p:nvPr/>
          </p:nvSpPr>
          <p:spPr>
            <a:xfrm>
              <a:off x="4474" y="2358"/>
              <a:ext cx="103" cy="76"/>
            </a:xfrm>
            <a:prstGeom prst="line">
              <a:avLst/>
            </a:prstGeom>
            <a:ln w="9525" cap="flat" cmpd="sng">
              <a:solidFill>
                <a:schemeClr val="tx1"/>
              </a:solidFill>
              <a:prstDash val="solid"/>
              <a:headEnd type="none" w="med" len="med"/>
              <a:tailEnd type="none" w="med" len="med"/>
            </a:ln>
          </p:spPr>
        </p:sp>
        <p:sp>
          <p:nvSpPr>
            <p:cNvPr id="44052" name="Line 726"/>
            <p:cNvSpPr/>
            <p:nvPr/>
          </p:nvSpPr>
          <p:spPr>
            <a:xfrm>
              <a:off x="4535" y="2308"/>
              <a:ext cx="176" cy="0"/>
            </a:xfrm>
            <a:prstGeom prst="line">
              <a:avLst/>
            </a:prstGeom>
            <a:ln w="9525" cap="flat" cmpd="sng">
              <a:solidFill>
                <a:schemeClr val="tx1"/>
              </a:solidFill>
              <a:prstDash val="solid"/>
              <a:headEnd type="none" w="med" len="med"/>
              <a:tailEnd type="none" w="med" len="med"/>
            </a:ln>
          </p:spPr>
        </p:sp>
        <p:sp>
          <p:nvSpPr>
            <p:cNvPr id="44053" name="Line 727"/>
            <p:cNvSpPr/>
            <p:nvPr/>
          </p:nvSpPr>
          <p:spPr>
            <a:xfrm flipV="1">
              <a:off x="4684" y="2362"/>
              <a:ext cx="85" cy="66"/>
            </a:xfrm>
            <a:prstGeom prst="line">
              <a:avLst/>
            </a:prstGeom>
            <a:ln w="9525" cap="flat" cmpd="sng">
              <a:solidFill>
                <a:schemeClr val="tx1"/>
              </a:solidFill>
              <a:prstDash val="solid"/>
              <a:headEnd type="none" w="med" len="med"/>
              <a:tailEnd type="none" w="med" len="med"/>
            </a:ln>
          </p:spPr>
        </p:sp>
        <p:grpSp>
          <p:nvGrpSpPr>
            <p:cNvPr id="44054" name="Group 780"/>
            <p:cNvGrpSpPr/>
            <p:nvPr/>
          </p:nvGrpSpPr>
          <p:grpSpPr>
            <a:xfrm>
              <a:off x="4187" y="2822"/>
              <a:ext cx="316" cy="148"/>
              <a:chOff x="3600" y="219"/>
              <a:chExt cx="360" cy="175"/>
            </a:xfrm>
          </p:grpSpPr>
          <p:sp>
            <p:nvSpPr>
              <p:cNvPr id="44064" name="Oval 78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065" name="Line 78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4066" name="Line 78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4067" name="Rectangle 78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4068" name="Oval 78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4069" name="Group 786"/>
              <p:cNvGrpSpPr/>
              <p:nvPr/>
            </p:nvGrpSpPr>
            <p:grpSpPr>
              <a:xfrm>
                <a:off x="3686" y="244"/>
                <a:ext cx="177" cy="66"/>
                <a:chOff x="2848" y="848"/>
                <a:chExt cx="140" cy="98"/>
              </a:xfrm>
            </p:grpSpPr>
            <p:sp>
              <p:nvSpPr>
                <p:cNvPr id="44074" name="Line 78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075" name="Line 78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076" name="Line 78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4070" name="Group 790"/>
              <p:cNvGrpSpPr/>
              <p:nvPr/>
            </p:nvGrpSpPr>
            <p:grpSpPr>
              <a:xfrm flipV="1">
                <a:off x="3686" y="243"/>
                <a:ext cx="177" cy="66"/>
                <a:chOff x="2848" y="848"/>
                <a:chExt cx="140" cy="98"/>
              </a:xfrm>
            </p:grpSpPr>
            <p:sp>
              <p:nvSpPr>
                <p:cNvPr id="44071" name="Line 79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4072" name="Line 79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4073" name="Line 79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4055" name="Line 808"/>
            <p:cNvSpPr/>
            <p:nvPr/>
          </p:nvSpPr>
          <p:spPr>
            <a:xfrm>
              <a:off x="4470" y="2955"/>
              <a:ext cx="226" cy="76"/>
            </a:xfrm>
            <a:prstGeom prst="line">
              <a:avLst/>
            </a:prstGeom>
            <a:ln w="9525" cap="flat" cmpd="sng">
              <a:solidFill>
                <a:schemeClr val="tx1"/>
              </a:solidFill>
              <a:prstDash val="solid"/>
              <a:headEnd type="none" w="med" len="med"/>
              <a:tailEnd type="none" w="med" len="med"/>
            </a:ln>
          </p:spPr>
        </p:sp>
        <p:sp>
          <p:nvSpPr>
            <p:cNvPr id="44056" name="Line 809"/>
            <p:cNvSpPr/>
            <p:nvPr/>
          </p:nvSpPr>
          <p:spPr>
            <a:xfrm flipV="1">
              <a:off x="4059" y="2963"/>
              <a:ext cx="175" cy="69"/>
            </a:xfrm>
            <a:prstGeom prst="line">
              <a:avLst/>
            </a:prstGeom>
            <a:ln w="9525" cap="flat" cmpd="sng">
              <a:solidFill>
                <a:schemeClr val="tx1"/>
              </a:solidFill>
              <a:prstDash val="solid"/>
              <a:headEnd type="none" w="med" len="med"/>
              <a:tailEnd type="none" w="med" len="med"/>
            </a:ln>
          </p:spPr>
        </p:sp>
        <p:sp>
          <p:nvSpPr>
            <p:cNvPr id="44057" name="Line 810"/>
            <p:cNvSpPr/>
            <p:nvPr/>
          </p:nvSpPr>
          <p:spPr>
            <a:xfrm flipV="1">
              <a:off x="4086" y="3091"/>
              <a:ext cx="612" cy="0"/>
            </a:xfrm>
            <a:prstGeom prst="line">
              <a:avLst/>
            </a:prstGeom>
            <a:ln w="9525" cap="flat" cmpd="sng">
              <a:solidFill>
                <a:schemeClr val="tx1"/>
              </a:solidFill>
              <a:prstDash val="solid"/>
              <a:headEnd type="none" w="med" len="med"/>
              <a:tailEnd type="none" w="med" len="med"/>
            </a:ln>
          </p:spPr>
        </p:sp>
        <p:sp>
          <p:nvSpPr>
            <p:cNvPr id="44058" name="Line 858"/>
            <p:cNvSpPr/>
            <p:nvPr/>
          </p:nvSpPr>
          <p:spPr>
            <a:xfrm flipV="1">
              <a:off x="4589" y="1526"/>
              <a:ext cx="78" cy="55"/>
            </a:xfrm>
            <a:prstGeom prst="line">
              <a:avLst/>
            </a:prstGeom>
            <a:ln w="9525" cap="flat" cmpd="sng">
              <a:solidFill>
                <a:schemeClr val="tx1"/>
              </a:solidFill>
              <a:prstDash val="solid"/>
              <a:headEnd type="none" w="med" len="med"/>
              <a:tailEnd type="none" w="med" len="med"/>
            </a:ln>
          </p:spPr>
        </p:sp>
        <p:sp>
          <p:nvSpPr>
            <p:cNvPr id="44059" name="Line 860"/>
            <p:cNvSpPr/>
            <p:nvPr/>
          </p:nvSpPr>
          <p:spPr>
            <a:xfrm flipV="1">
              <a:off x="4596" y="1570"/>
              <a:ext cx="166" cy="182"/>
            </a:xfrm>
            <a:prstGeom prst="line">
              <a:avLst/>
            </a:prstGeom>
            <a:ln w="9525" cap="flat" cmpd="sng">
              <a:solidFill>
                <a:schemeClr val="tx1"/>
              </a:solidFill>
              <a:prstDash val="solid"/>
              <a:headEnd type="none" w="med" len="med"/>
              <a:tailEnd type="none" w="med" len="med"/>
            </a:ln>
          </p:spPr>
        </p:sp>
        <p:sp>
          <p:nvSpPr>
            <p:cNvPr id="44060" name="Line 861"/>
            <p:cNvSpPr/>
            <p:nvPr/>
          </p:nvSpPr>
          <p:spPr>
            <a:xfrm>
              <a:off x="4818" y="1569"/>
              <a:ext cx="0" cy="124"/>
            </a:xfrm>
            <a:prstGeom prst="line">
              <a:avLst/>
            </a:prstGeom>
            <a:ln w="9525" cap="flat" cmpd="sng">
              <a:solidFill>
                <a:schemeClr val="tx1"/>
              </a:solidFill>
              <a:prstDash val="solid"/>
              <a:headEnd type="none" w="med" len="med"/>
              <a:tailEnd type="none" w="med" len="med"/>
            </a:ln>
          </p:spPr>
        </p:sp>
        <p:sp>
          <p:nvSpPr>
            <p:cNvPr id="44061" name="Line 862"/>
            <p:cNvSpPr/>
            <p:nvPr/>
          </p:nvSpPr>
          <p:spPr>
            <a:xfrm>
              <a:off x="4600" y="1762"/>
              <a:ext cx="119" cy="0"/>
            </a:xfrm>
            <a:prstGeom prst="line">
              <a:avLst/>
            </a:prstGeom>
            <a:ln w="9525" cap="flat" cmpd="sng">
              <a:solidFill>
                <a:schemeClr val="tx1"/>
              </a:solidFill>
              <a:prstDash val="solid"/>
              <a:headEnd type="none" w="med" len="med"/>
              <a:tailEnd type="none" w="med" len="med"/>
            </a:ln>
          </p:spPr>
        </p:sp>
        <p:sp>
          <p:nvSpPr>
            <p:cNvPr id="44062" name="Line 864"/>
            <p:cNvSpPr/>
            <p:nvPr/>
          </p:nvSpPr>
          <p:spPr>
            <a:xfrm flipV="1">
              <a:off x="4861" y="1380"/>
              <a:ext cx="150" cy="106"/>
            </a:xfrm>
            <a:prstGeom prst="line">
              <a:avLst/>
            </a:prstGeom>
            <a:ln w="9525" cap="flat" cmpd="sng">
              <a:solidFill>
                <a:schemeClr val="tx1"/>
              </a:solidFill>
              <a:prstDash val="solid"/>
              <a:headEnd type="none" w="med" len="med"/>
              <a:tailEnd type="none" w="med" len="med"/>
            </a:ln>
          </p:spPr>
        </p:sp>
        <p:sp>
          <p:nvSpPr>
            <p:cNvPr id="44063" name="Line 865"/>
            <p:cNvSpPr/>
            <p:nvPr/>
          </p:nvSpPr>
          <p:spPr>
            <a:xfrm>
              <a:off x="4949" y="1756"/>
              <a:ext cx="112" cy="0"/>
            </a:xfrm>
            <a:prstGeom prst="line">
              <a:avLst/>
            </a:prstGeom>
            <a:ln w="9525" cap="flat" cmpd="sng">
              <a:solidFill>
                <a:schemeClr val="tx1"/>
              </a:solidFill>
              <a:prstDash val="solid"/>
              <a:headEnd type="none" w="med" len="med"/>
              <a:tailEnd type="none" w="med" len="med"/>
            </a:ln>
          </p:spPr>
        </p:sp>
      </p:grpSp>
      <p:sp>
        <p:nvSpPr>
          <p:cNvPr id="10088" name="Rectangle 872"/>
          <p:cNvSpPr/>
          <p:nvPr/>
        </p:nvSpPr>
        <p:spPr>
          <a:xfrm>
            <a:off x="431800" y="2660650"/>
            <a:ext cx="3810000" cy="28194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dirty="0">
                <a:solidFill>
                  <a:srgbClr val="FF0000"/>
                </a:solidFill>
                <a:ea typeface="宋体" panose="02010600030101010101" pitchFamily="2" charset="-122"/>
              </a:rPr>
              <a:t>access networks, physical media:</a:t>
            </a:r>
            <a:r>
              <a:rPr lang="en-US" altLang="zh-CN" dirty="0">
                <a:ea typeface="宋体" panose="02010600030101010101" pitchFamily="2" charset="-122"/>
              </a:rPr>
              <a:t> wired, wireless communication links</a:t>
            </a:r>
            <a:r>
              <a:rPr lang="en-US" altLang="zh-CN" dirty="0">
                <a:solidFill>
                  <a:srgbClr val="FF0000"/>
                </a:solidFill>
                <a:ea typeface="宋体" panose="02010600030101010101" pitchFamily="2" charset="-122"/>
              </a:rPr>
              <a:t> </a:t>
            </a:r>
            <a:endParaRPr lang="en-US" altLang="zh-CN" sz="2400" dirty="0">
              <a:ea typeface="宋体" panose="02010600030101010101" pitchFamily="2" charset="-122"/>
            </a:endParaRPr>
          </a:p>
        </p:txBody>
      </p:sp>
      <p:sp>
        <p:nvSpPr>
          <p:cNvPr id="10089" name="Rectangle 873"/>
          <p:cNvSpPr/>
          <p:nvPr/>
        </p:nvSpPr>
        <p:spPr>
          <a:xfrm>
            <a:off x="473075" y="4475163"/>
            <a:ext cx="3810000" cy="187642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dirty="0">
                <a:solidFill>
                  <a:srgbClr val="FF0000"/>
                </a:solidFill>
                <a:ea typeface="宋体" panose="02010600030101010101" pitchFamily="2" charset="-122"/>
              </a:rPr>
              <a:t>network core:</a:t>
            </a:r>
            <a:r>
              <a:rPr lang="en-US" altLang="zh-CN" dirty="0">
                <a:ea typeface="宋体" panose="02010600030101010101" pitchFamily="2" charset="-122"/>
              </a:rPr>
              <a:t> </a:t>
            </a:r>
            <a:endParaRPr lang="en-US" altLang="zh-CN" dirty="0">
              <a:ea typeface="宋体" panose="02010600030101010101" pitchFamily="2" charset="-122"/>
            </a:endParaRPr>
          </a:p>
          <a:p>
            <a:pPr marL="742950" lvl="1" indent="-285750"/>
            <a:r>
              <a:rPr lang="en-US" altLang="zh-CN" dirty="0">
                <a:ea typeface="宋体" panose="02010600030101010101" pitchFamily="2" charset="-122"/>
              </a:rPr>
              <a:t>interconnected routers</a:t>
            </a:r>
            <a:endParaRPr lang="en-US" altLang="zh-CN" dirty="0">
              <a:ea typeface="宋体" panose="02010600030101010101" pitchFamily="2" charset="-122"/>
            </a:endParaRPr>
          </a:p>
          <a:p>
            <a:pPr marL="742950" lvl="1" indent="-285750"/>
            <a:r>
              <a:rPr lang="en-US" altLang="zh-CN" dirty="0">
                <a:ea typeface="宋体" panose="02010600030101010101" pitchFamily="2" charset="-122"/>
              </a:rPr>
              <a:t>network of networks</a:t>
            </a:r>
            <a:endParaRPr lang="en-US" altLang="zh-CN" dirty="0">
              <a:ea typeface="宋体" panose="02010600030101010101" pitchFamily="2" charset="-122"/>
            </a:endParaRPr>
          </a:p>
          <a:p>
            <a:pPr marL="342900" lvl="0" indent="-342900"/>
            <a:endParaRPr lang="en-US" altLang="zh-CN" sz="2400"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9">
                                            <p:txEl>
                                              <p:charRg st="0" end="3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008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0089"/>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P spid="10088" grpId="0"/>
      <p:bldP spid="1008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46083"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4608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The network edge:</a:t>
            </a:r>
            <a:endParaRPr lang="en-US" altLang="zh-CN" dirty="0">
              <a:ea typeface="宋体" panose="02010600030101010101" pitchFamily="2" charset="-122"/>
            </a:endParaRPr>
          </a:p>
        </p:txBody>
      </p:sp>
      <p:sp>
        <p:nvSpPr>
          <p:cNvPr id="46085" name="Rectangle 3"/>
          <p:cNvSpPr>
            <a:spLocks noGrp="1"/>
          </p:cNvSpPr>
          <p:nvPr>
            <p:ph sz="half" idx="1"/>
          </p:nvPr>
        </p:nvSpPr>
        <p:spPr>
          <a:xfrm>
            <a:off x="304800" y="1371600"/>
            <a:ext cx="4651375" cy="4648200"/>
          </a:xfrm>
        </p:spPr>
        <p:txBody>
          <a:bodyPr vert="horz" wrap="square" lIns="91440" tIns="45720" rIns="91440" bIns="45720" anchor="t" anchorCtr="0"/>
          <a:p>
            <a:pPr>
              <a:buSzPct val="85000"/>
            </a:pPr>
            <a:r>
              <a:rPr lang="en-US" altLang="zh-CN" dirty="0">
                <a:solidFill>
                  <a:srgbClr val="FF0000"/>
                </a:solidFill>
                <a:latin typeface="+mn-lt"/>
                <a:ea typeface="宋体" panose="02010600030101010101" pitchFamily="2" charset="-122"/>
                <a:cs typeface="+mn-cs"/>
              </a:rPr>
              <a:t>end systems (hosts):</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run application programs</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e.g. Web, email</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at “edge of network”</a:t>
            </a:r>
            <a:endParaRPr lang="en-US" altLang="zh-CN" sz="2000" dirty="0">
              <a:latin typeface="+mn-lt"/>
              <a:ea typeface="宋体" panose="02010600030101010101" pitchFamily="2" charset="-122"/>
            </a:endParaRPr>
          </a:p>
        </p:txBody>
      </p:sp>
      <p:sp>
        <p:nvSpPr>
          <p:cNvPr id="46086" name="Freeform 229"/>
          <p:cNvSpPr/>
          <p:nvPr/>
        </p:nvSpPr>
        <p:spPr>
          <a:xfrm>
            <a:off x="6710363" y="3457575"/>
            <a:ext cx="1314450" cy="674688"/>
          </a:xfrm>
          <a:custGeom>
            <a:avLst/>
            <a:gdLst>
              <a:gd name="txL" fmla="*/ 0 w 828"/>
              <a:gd name="txT" fmla="*/ 0 h 425"/>
              <a:gd name="txR" fmla="*/ 828 w 828"/>
              <a:gd name="txB" fmla="*/ 425 h 42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alpha val="100000"/>
            </a:srgbClr>
          </a:solidFill>
          <a:ln w="9525">
            <a:noFill/>
          </a:ln>
        </p:spPr>
        <p:txBody>
          <a:bodyPr/>
          <a:p>
            <a:endParaRPr lang="zh-CN" altLang="en-US"/>
          </a:p>
        </p:txBody>
      </p:sp>
      <p:sp>
        <p:nvSpPr>
          <p:cNvPr id="46087" name="Freeform 230"/>
          <p:cNvSpPr/>
          <p:nvPr/>
        </p:nvSpPr>
        <p:spPr>
          <a:xfrm>
            <a:off x="6729413" y="1931988"/>
            <a:ext cx="1730375" cy="1044575"/>
          </a:xfrm>
          <a:custGeom>
            <a:avLst/>
            <a:gdLst>
              <a:gd name="txL" fmla="*/ 0 w 765"/>
              <a:gd name="txT" fmla="*/ 0 h 459"/>
              <a:gd name="txR" fmla="*/ 765 w 765"/>
              <a:gd name="txB" fmla="*/ 459 h 459"/>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alpha val="100000"/>
                </a:srgbClr>
              </a:gs>
              <a:gs pos="100000">
                <a:schemeClr val="bg1">
                  <a:alpha val="100000"/>
                </a:schemeClr>
              </a:gs>
            </a:gsLst>
            <a:lin ang="0" scaled="1"/>
            <a:tileRect/>
          </a:gradFill>
          <a:ln w="9525">
            <a:noFill/>
          </a:ln>
        </p:spPr>
        <p:txBody>
          <a:bodyPr/>
          <a:p>
            <a:endParaRPr lang="zh-CN" altLang="en-US"/>
          </a:p>
        </p:txBody>
      </p:sp>
      <p:sp>
        <p:nvSpPr>
          <p:cNvPr id="46088" name="Freeform 231"/>
          <p:cNvSpPr/>
          <p:nvPr/>
        </p:nvSpPr>
        <p:spPr>
          <a:xfrm>
            <a:off x="4989513" y="1639888"/>
            <a:ext cx="1644650" cy="1071562"/>
          </a:xfrm>
          <a:custGeom>
            <a:avLst/>
            <a:gdLst>
              <a:gd name="txL" fmla="*/ 0 w 1036"/>
              <a:gd name="txT" fmla="*/ 0 h 675"/>
              <a:gd name="txR" fmla="*/ 1036 w 1036"/>
              <a:gd name="txB" fmla="*/ 675 h 67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alpha val="100000"/>
            </a:srgbClr>
          </a:solidFill>
          <a:ln w="9525">
            <a:noFill/>
          </a:ln>
        </p:spPr>
        <p:txBody>
          <a:bodyPr/>
          <a:p>
            <a:endParaRPr lang="zh-CN" altLang="en-US"/>
          </a:p>
        </p:txBody>
      </p:sp>
      <p:grpSp>
        <p:nvGrpSpPr>
          <p:cNvPr id="46089" name="Group 232"/>
          <p:cNvGrpSpPr/>
          <p:nvPr/>
        </p:nvGrpSpPr>
        <p:grpSpPr>
          <a:xfrm>
            <a:off x="5076825" y="2974975"/>
            <a:ext cx="1458913" cy="933450"/>
            <a:chOff x="2889" y="1631"/>
            <a:chExt cx="980" cy="743"/>
          </a:xfrm>
        </p:grpSpPr>
        <p:sp>
          <p:nvSpPr>
            <p:cNvPr id="46433" name="Rectangle 233"/>
            <p:cNvSpPr/>
            <p:nvPr/>
          </p:nvSpPr>
          <p:spPr>
            <a:xfrm>
              <a:off x="3046" y="1841"/>
              <a:ext cx="663" cy="533"/>
            </a:xfrm>
            <a:prstGeom prst="rect">
              <a:avLst/>
            </a:prstGeom>
            <a:solidFill>
              <a:srgbClr val="DDDDDD"/>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434" name="AutoShape 234"/>
            <p:cNvSpPr/>
            <p:nvPr/>
          </p:nvSpPr>
          <p:spPr>
            <a:xfrm>
              <a:off x="2889" y="1631"/>
              <a:ext cx="980" cy="253"/>
            </a:xfrm>
            <a:prstGeom prst="triangle">
              <a:avLst>
                <a:gd name="adj" fmla="val 50000"/>
              </a:avLst>
            </a:prstGeom>
            <a:solidFill>
              <a:srgbClr val="DDDDDD"/>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solidFill>
                  <a:srgbClr val="00CCFF"/>
                </a:solidFill>
                <a:latin typeface="Times New Roman" panose="02020603050405020304" pitchFamily="18" charset="0"/>
                <a:ea typeface="宋体" panose="02010600030101010101" pitchFamily="2" charset="-122"/>
              </a:endParaRPr>
            </a:p>
          </p:txBody>
        </p:sp>
      </p:grpSp>
      <p:grpSp>
        <p:nvGrpSpPr>
          <p:cNvPr id="46090" name="Group 235"/>
          <p:cNvGrpSpPr/>
          <p:nvPr/>
        </p:nvGrpSpPr>
        <p:grpSpPr>
          <a:xfrm>
            <a:off x="5778500" y="1831975"/>
            <a:ext cx="336550" cy="531813"/>
            <a:chOff x="3796" y="1043"/>
            <a:chExt cx="865" cy="1237"/>
          </a:xfrm>
        </p:grpSpPr>
        <p:sp>
          <p:nvSpPr>
            <p:cNvPr id="46403" name="Line 236"/>
            <p:cNvSpPr/>
            <p:nvPr/>
          </p:nvSpPr>
          <p:spPr>
            <a:xfrm flipH="1">
              <a:off x="3992" y="1481"/>
              <a:ext cx="235" cy="724"/>
            </a:xfrm>
            <a:prstGeom prst="line">
              <a:avLst/>
            </a:prstGeom>
            <a:ln w="9525" cap="flat" cmpd="sng">
              <a:solidFill>
                <a:schemeClr val="bg2"/>
              </a:solidFill>
              <a:prstDash val="solid"/>
              <a:headEnd type="none" w="med" len="med"/>
              <a:tailEnd type="none" w="med" len="med"/>
            </a:ln>
          </p:spPr>
        </p:sp>
        <p:sp>
          <p:nvSpPr>
            <p:cNvPr id="46404" name="Line 237"/>
            <p:cNvSpPr/>
            <p:nvPr/>
          </p:nvSpPr>
          <p:spPr>
            <a:xfrm>
              <a:off x="4227" y="1481"/>
              <a:ext cx="236" cy="720"/>
            </a:xfrm>
            <a:prstGeom prst="line">
              <a:avLst/>
            </a:prstGeom>
            <a:ln w="9525" cap="flat" cmpd="sng">
              <a:solidFill>
                <a:schemeClr val="bg2"/>
              </a:solidFill>
              <a:prstDash val="solid"/>
              <a:headEnd type="none" w="med" len="med"/>
              <a:tailEnd type="none" w="med" len="med"/>
            </a:ln>
          </p:spPr>
        </p:sp>
        <p:sp>
          <p:nvSpPr>
            <p:cNvPr id="46405" name="Line 238"/>
            <p:cNvSpPr/>
            <p:nvPr/>
          </p:nvSpPr>
          <p:spPr>
            <a:xfrm>
              <a:off x="3992" y="2201"/>
              <a:ext cx="235" cy="79"/>
            </a:xfrm>
            <a:prstGeom prst="line">
              <a:avLst/>
            </a:prstGeom>
            <a:ln w="9525" cap="flat" cmpd="sng">
              <a:solidFill>
                <a:schemeClr val="bg2"/>
              </a:solidFill>
              <a:prstDash val="solid"/>
              <a:headEnd type="none" w="med" len="med"/>
              <a:tailEnd type="none" w="med" len="med"/>
            </a:ln>
          </p:spPr>
        </p:sp>
        <p:sp>
          <p:nvSpPr>
            <p:cNvPr id="46406" name="Line 239"/>
            <p:cNvSpPr/>
            <p:nvPr/>
          </p:nvSpPr>
          <p:spPr>
            <a:xfrm flipH="1">
              <a:off x="4227" y="2201"/>
              <a:ext cx="236" cy="79"/>
            </a:xfrm>
            <a:prstGeom prst="line">
              <a:avLst/>
            </a:prstGeom>
            <a:ln w="9525" cap="flat" cmpd="sng">
              <a:solidFill>
                <a:schemeClr val="bg2"/>
              </a:solidFill>
              <a:prstDash val="solid"/>
              <a:headEnd type="none" w="med" len="med"/>
              <a:tailEnd type="none" w="med" len="med"/>
            </a:ln>
          </p:spPr>
        </p:sp>
        <p:sp>
          <p:nvSpPr>
            <p:cNvPr id="46407" name="Line 240"/>
            <p:cNvSpPr/>
            <p:nvPr/>
          </p:nvSpPr>
          <p:spPr>
            <a:xfrm>
              <a:off x="4227" y="1497"/>
              <a:ext cx="0" cy="783"/>
            </a:xfrm>
            <a:prstGeom prst="line">
              <a:avLst/>
            </a:prstGeom>
            <a:ln w="9525" cap="flat" cmpd="sng">
              <a:solidFill>
                <a:schemeClr val="bg2"/>
              </a:solidFill>
              <a:prstDash val="solid"/>
              <a:headEnd type="none" w="med" len="med"/>
              <a:tailEnd type="none" w="med" len="med"/>
            </a:ln>
          </p:spPr>
        </p:sp>
        <p:sp>
          <p:nvSpPr>
            <p:cNvPr id="46408" name="Line 241"/>
            <p:cNvSpPr/>
            <p:nvPr/>
          </p:nvSpPr>
          <p:spPr>
            <a:xfrm flipV="1">
              <a:off x="3992" y="2127"/>
              <a:ext cx="235" cy="78"/>
            </a:xfrm>
            <a:prstGeom prst="line">
              <a:avLst/>
            </a:prstGeom>
            <a:ln w="9525" cap="flat" cmpd="sng">
              <a:solidFill>
                <a:schemeClr val="bg2"/>
              </a:solidFill>
              <a:prstDash val="solid"/>
              <a:headEnd type="none" w="med" len="med"/>
              <a:tailEnd type="none" w="med" len="med"/>
            </a:ln>
          </p:spPr>
        </p:sp>
        <p:sp>
          <p:nvSpPr>
            <p:cNvPr id="46409" name="Line 242"/>
            <p:cNvSpPr/>
            <p:nvPr/>
          </p:nvSpPr>
          <p:spPr>
            <a:xfrm flipH="1" flipV="1">
              <a:off x="4227" y="2127"/>
              <a:ext cx="236" cy="74"/>
            </a:xfrm>
            <a:prstGeom prst="line">
              <a:avLst/>
            </a:prstGeom>
            <a:ln w="9525" cap="flat" cmpd="sng">
              <a:solidFill>
                <a:schemeClr val="bg2"/>
              </a:solidFill>
              <a:prstDash val="solid"/>
              <a:headEnd type="none" w="med" len="med"/>
              <a:tailEnd type="none" w="med" len="med"/>
            </a:ln>
          </p:spPr>
        </p:sp>
        <p:sp>
          <p:nvSpPr>
            <p:cNvPr id="46410" name="Line 243"/>
            <p:cNvSpPr/>
            <p:nvPr/>
          </p:nvSpPr>
          <p:spPr>
            <a:xfrm>
              <a:off x="4092" y="1890"/>
              <a:ext cx="135" cy="60"/>
            </a:xfrm>
            <a:prstGeom prst="line">
              <a:avLst/>
            </a:prstGeom>
            <a:ln w="9525" cap="flat" cmpd="sng">
              <a:solidFill>
                <a:schemeClr val="bg2"/>
              </a:solidFill>
              <a:prstDash val="solid"/>
              <a:headEnd type="none" w="med" len="med"/>
              <a:tailEnd type="none" w="med" len="med"/>
            </a:ln>
          </p:spPr>
        </p:sp>
        <p:sp>
          <p:nvSpPr>
            <p:cNvPr id="46411" name="Line 244"/>
            <p:cNvSpPr/>
            <p:nvPr/>
          </p:nvSpPr>
          <p:spPr>
            <a:xfrm flipV="1">
              <a:off x="4227" y="1890"/>
              <a:ext cx="143" cy="60"/>
            </a:xfrm>
            <a:prstGeom prst="line">
              <a:avLst/>
            </a:prstGeom>
            <a:ln w="9525" cap="flat" cmpd="sng">
              <a:solidFill>
                <a:schemeClr val="bg2"/>
              </a:solidFill>
              <a:prstDash val="solid"/>
              <a:headEnd type="none" w="med" len="med"/>
              <a:tailEnd type="none" w="med" len="med"/>
            </a:ln>
          </p:spPr>
        </p:sp>
        <p:sp>
          <p:nvSpPr>
            <p:cNvPr id="46412" name="Line 245"/>
            <p:cNvSpPr/>
            <p:nvPr/>
          </p:nvSpPr>
          <p:spPr>
            <a:xfrm>
              <a:off x="4047" y="1996"/>
              <a:ext cx="175" cy="81"/>
            </a:xfrm>
            <a:prstGeom prst="line">
              <a:avLst/>
            </a:prstGeom>
            <a:ln w="9525" cap="flat" cmpd="sng">
              <a:solidFill>
                <a:schemeClr val="bg2"/>
              </a:solidFill>
              <a:prstDash val="solid"/>
              <a:headEnd type="none" w="med" len="med"/>
              <a:tailEnd type="none" w="med" len="med"/>
            </a:ln>
          </p:spPr>
        </p:sp>
        <p:sp>
          <p:nvSpPr>
            <p:cNvPr id="46413" name="Line 246"/>
            <p:cNvSpPr/>
            <p:nvPr/>
          </p:nvSpPr>
          <p:spPr>
            <a:xfrm flipV="1">
              <a:off x="4227" y="2012"/>
              <a:ext cx="176" cy="71"/>
            </a:xfrm>
            <a:prstGeom prst="line">
              <a:avLst/>
            </a:prstGeom>
            <a:ln w="9525" cap="flat" cmpd="sng">
              <a:solidFill>
                <a:schemeClr val="bg2"/>
              </a:solidFill>
              <a:prstDash val="solid"/>
              <a:headEnd type="none" w="med" len="med"/>
              <a:tailEnd type="none" w="med" len="med"/>
            </a:ln>
          </p:spPr>
        </p:sp>
        <p:sp>
          <p:nvSpPr>
            <p:cNvPr id="46414" name="Line 247"/>
            <p:cNvSpPr/>
            <p:nvPr/>
          </p:nvSpPr>
          <p:spPr>
            <a:xfrm flipV="1">
              <a:off x="4227" y="1782"/>
              <a:ext cx="90" cy="29"/>
            </a:xfrm>
            <a:prstGeom prst="line">
              <a:avLst/>
            </a:prstGeom>
            <a:ln w="9525" cap="flat" cmpd="sng">
              <a:solidFill>
                <a:schemeClr val="bg2"/>
              </a:solidFill>
              <a:prstDash val="solid"/>
              <a:headEnd type="none" w="med" len="med"/>
              <a:tailEnd type="none" w="med" len="med"/>
            </a:ln>
          </p:spPr>
        </p:sp>
        <p:sp>
          <p:nvSpPr>
            <p:cNvPr id="46415" name="Line 248"/>
            <p:cNvSpPr/>
            <p:nvPr/>
          </p:nvSpPr>
          <p:spPr>
            <a:xfrm flipV="1">
              <a:off x="4227" y="1632"/>
              <a:ext cx="57" cy="22"/>
            </a:xfrm>
            <a:prstGeom prst="line">
              <a:avLst/>
            </a:prstGeom>
            <a:ln w="9525" cap="flat" cmpd="sng">
              <a:solidFill>
                <a:schemeClr val="bg2"/>
              </a:solidFill>
              <a:prstDash val="solid"/>
              <a:headEnd type="none" w="med" len="med"/>
              <a:tailEnd type="none" w="med" len="med"/>
            </a:ln>
          </p:spPr>
        </p:sp>
        <p:sp>
          <p:nvSpPr>
            <p:cNvPr id="46416" name="Line 249"/>
            <p:cNvSpPr/>
            <p:nvPr/>
          </p:nvSpPr>
          <p:spPr>
            <a:xfrm>
              <a:off x="4126" y="1772"/>
              <a:ext cx="109" cy="39"/>
            </a:xfrm>
            <a:prstGeom prst="line">
              <a:avLst/>
            </a:prstGeom>
            <a:ln w="9525" cap="flat" cmpd="sng">
              <a:solidFill>
                <a:schemeClr val="bg2"/>
              </a:solidFill>
              <a:prstDash val="solid"/>
              <a:headEnd type="none" w="med" len="med"/>
              <a:tailEnd type="none" w="med" len="med"/>
            </a:ln>
          </p:spPr>
        </p:sp>
        <p:sp>
          <p:nvSpPr>
            <p:cNvPr id="46417" name="Line 250"/>
            <p:cNvSpPr/>
            <p:nvPr/>
          </p:nvSpPr>
          <p:spPr>
            <a:xfrm>
              <a:off x="4175" y="1625"/>
              <a:ext cx="63" cy="39"/>
            </a:xfrm>
            <a:prstGeom prst="line">
              <a:avLst/>
            </a:prstGeom>
            <a:ln w="9525" cap="flat" cmpd="sng">
              <a:solidFill>
                <a:schemeClr val="bg2"/>
              </a:solidFill>
              <a:prstDash val="solid"/>
              <a:headEnd type="none" w="med" len="med"/>
              <a:tailEnd type="none" w="med" len="med"/>
            </a:ln>
          </p:spPr>
        </p:sp>
        <p:grpSp>
          <p:nvGrpSpPr>
            <p:cNvPr id="46418" name="Group 251"/>
            <p:cNvGrpSpPr/>
            <p:nvPr/>
          </p:nvGrpSpPr>
          <p:grpSpPr>
            <a:xfrm>
              <a:off x="4269" y="1415"/>
              <a:ext cx="392" cy="137"/>
              <a:chOff x="4227" y="1360"/>
              <a:chExt cx="863" cy="270"/>
            </a:xfrm>
          </p:grpSpPr>
          <p:sp>
            <p:nvSpPr>
              <p:cNvPr id="46429" name="Line 252"/>
              <p:cNvSpPr/>
              <p:nvPr/>
            </p:nvSpPr>
            <p:spPr>
              <a:xfrm>
                <a:off x="4227" y="1604"/>
                <a:ext cx="0" cy="0"/>
              </a:xfrm>
              <a:prstGeom prst="line">
                <a:avLst/>
              </a:prstGeom>
              <a:ln w="9525" cap="flat" cmpd="sng">
                <a:solidFill>
                  <a:schemeClr val="bg2"/>
                </a:solidFill>
                <a:prstDash val="solid"/>
                <a:headEnd type="none" w="med" len="med"/>
                <a:tailEnd type="none" w="med" len="med"/>
              </a:ln>
            </p:spPr>
          </p:sp>
          <p:sp>
            <p:nvSpPr>
              <p:cNvPr id="46430" name="Line 253"/>
              <p:cNvSpPr/>
              <p:nvPr/>
            </p:nvSpPr>
            <p:spPr>
              <a:xfrm rot="6361956" flipH="1" flipV="1">
                <a:off x="4464" y="1204"/>
                <a:ext cx="189" cy="500"/>
              </a:xfrm>
              <a:prstGeom prst="line">
                <a:avLst/>
              </a:prstGeom>
              <a:ln w="31750" cap="flat" cmpd="sng">
                <a:solidFill>
                  <a:schemeClr val="bg2"/>
                </a:solidFill>
                <a:prstDash val="solid"/>
                <a:headEnd type="none" w="med" len="med"/>
                <a:tailEnd type="none" w="med" len="med"/>
              </a:ln>
            </p:spPr>
          </p:sp>
          <p:sp>
            <p:nvSpPr>
              <p:cNvPr id="46431" name="Line 254"/>
              <p:cNvSpPr/>
              <p:nvPr/>
            </p:nvSpPr>
            <p:spPr>
              <a:xfrm rot="6361956">
                <a:off x="4602" y="1393"/>
                <a:ext cx="189" cy="203"/>
              </a:xfrm>
              <a:prstGeom prst="line">
                <a:avLst/>
              </a:prstGeom>
              <a:ln w="31750" cap="flat" cmpd="sng">
                <a:solidFill>
                  <a:schemeClr val="bg2"/>
                </a:solidFill>
                <a:prstDash val="solid"/>
                <a:headEnd type="none" w="med" len="med"/>
                <a:tailEnd type="none" w="med" len="med"/>
              </a:ln>
            </p:spPr>
          </p:sp>
          <p:sp>
            <p:nvSpPr>
              <p:cNvPr id="46432" name="Line 255"/>
              <p:cNvSpPr/>
              <p:nvPr/>
            </p:nvSpPr>
            <p:spPr>
              <a:xfrm rot="6361956" flipH="1" flipV="1">
                <a:off x="4745" y="1285"/>
                <a:ext cx="189" cy="500"/>
              </a:xfrm>
              <a:prstGeom prst="line">
                <a:avLst/>
              </a:prstGeom>
              <a:ln w="31750" cap="flat" cmpd="sng">
                <a:solidFill>
                  <a:schemeClr val="bg2"/>
                </a:solidFill>
                <a:prstDash val="solid"/>
                <a:headEnd type="none" w="med" len="med"/>
                <a:tailEnd type="none" w="med" len="med"/>
              </a:ln>
            </p:spPr>
          </p:sp>
        </p:grpSp>
        <p:grpSp>
          <p:nvGrpSpPr>
            <p:cNvPr id="46419" name="Group 256"/>
            <p:cNvGrpSpPr/>
            <p:nvPr/>
          </p:nvGrpSpPr>
          <p:grpSpPr>
            <a:xfrm rot="5700496">
              <a:off x="4052" y="1170"/>
              <a:ext cx="392" cy="137"/>
              <a:chOff x="4227" y="1360"/>
              <a:chExt cx="863" cy="270"/>
            </a:xfrm>
          </p:grpSpPr>
          <p:sp>
            <p:nvSpPr>
              <p:cNvPr id="46425" name="Line 257"/>
              <p:cNvSpPr/>
              <p:nvPr/>
            </p:nvSpPr>
            <p:spPr>
              <a:xfrm>
                <a:off x="4227" y="1604"/>
                <a:ext cx="0" cy="0"/>
              </a:xfrm>
              <a:prstGeom prst="line">
                <a:avLst/>
              </a:prstGeom>
              <a:ln w="9525" cap="flat" cmpd="sng">
                <a:solidFill>
                  <a:schemeClr val="bg2"/>
                </a:solidFill>
                <a:prstDash val="solid"/>
                <a:headEnd type="none" w="med" len="med"/>
                <a:tailEnd type="none" w="med" len="med"/>
              </a:ln>
            </p:spPr>
          </p:sp>
          <p:sp>
            <p:nvSpPr>
              <p:cNvPr id="46426" name="Line 258"/>
              <p:cNvSpPr/>
              <p:nvPr/>
            </p:nvSpPr>
            <p:spPr>
              <a:xfrm rot="6361956" flipH="1" flipV="1">
                <a:off x="4464" y="1204"/>
                <a:ext cx="189" cy="500"/>
              </a:xfrm>
              <a:prstGeom prst="line">
                <a:avLst/>
              </a:prstGeom>
              <a:ln w="31750" cap="flat" cmpd="sng">
                <a:solidFill>
                  <a:schemeClr val="bg2"/>
                </a:solidFill>
                <a:prstDash val="solid"/>
                <a:headEnd type="none" w="med" len="med"/>
                <a:tailEnd type="none" w="med" len="med"/>
              </a:ln>
            </p:spPr>
          </p:sp>
          <p:sp>
            <p:nvSpPr>
              <p:cNvPr id="46427" name="Line 259"/>
              <p:cNvSpPr/>
              <p:nvPr/>
            </p:nvSpPr>
            <p:spPr>
              <a:xfrm rot="6361956">
                <a:off x="4602" y="1393"/>
                <a:ext cx="189" cy="203"/>
              </a:xfrm>
              <a:prstGeom prst="line">
                <a:avLst/>
              </a:prstGeom>
              <a:ln w="31750" cap="flat" cmpd="sng">
                <a:solidFill>
                  <a:schemeClr val="bg2"/>
                </a:solidFill>
                <a:prstDash val="solid"/>
                <a:headEnd type="none" w="med" len="med"/>
                <a:tailEnd type="none" w="med" len="med"/>
              </a:ln>
            </p:spPr>
          </p:sp>
          <p:sp>
            <p:nvSpPr>
              <p:cNvPr id="46428" name="Line 260"/>
              <p:cNvSpPr/>
              <p:nvPr/>
            </p:nvSpPr>
            <p:spPr>
              <a:xfrm rot="6361956" flipH="1" flipV="1">
                <a:off x="4745" y="1285"/>
                <a:ext cx="189" cy="500"/>
              </a:xfrm>
              <a:prstGeom prst="line">
                <a:avLst/>
              </a:prstGeom>
              <a:ln w="31750" cap="flat" cmpd="sng">
                <a:solidFill>
                  <a:schemeClr val="bg2"/>
                </a:solidFill>
                <a:prstDash val="solid"/>
                <a:headEnd type="none" w="med" len="med"/>
                <a:tailEnd type="none" w="med" len="med"/>
              </a:ln>
            </p:spPr>
          </p:sp>
        </p:grpSp>
        <p:grpSp>
          <p:nvGrpSpPr>
            <p:cNvPr id="46420" name="Group 261"/>
            <p:cNvGrpSpPr/>
            <p:nvPr/>
          </p:nvGrpSpPr>
          <p:grpSpPr>
            <a:xfrm rot="10800000">
              <a:off x="3796" y="1402"/>
              <a:ext cx="392" cy="137"/>
              <a:chOff x="4227" y="1360"/>
              <a:chExt cx="863" cy="270"/>
            </a:xfrm>
          </p:grpSpPr>
          <p:sp>
            <p:nvSpPr>
              <p:cNvPr id="46421" name="Line 262"/>
              <p:cNvSpPr/>
              <p:nvPr/>
            </p:nvSpPr>
            <p:spPr>
              <a:xfrm>
                <a:off x="4227" y="1604"/>
                <a:ext cx="0" cy="0"/>
              </a:xfrm>
              <a:prstGeom prst="line">
                <a:avLst/>
              </a:prstGeom>
              <a:ln w="9525" cap="flat" cmpd="sng">
                <a:solidFill>
                  <a:schemeClr val="bg2"/>
                </a:solidFill>
                <a:prstDash val="solid"/>
                <a:headEnd type="none" w="med" len="med"/>
                <a:tailEnd type="none" w="med" len="med"/>
              </a:ln>
            </p:spPr>
          </p:sp>
          <p:sp>
            <p:nvSpPr>
              <p:cNvPr id="46422" name="Line 263"/>
              <p:cNvSpPr/>
              <p:nvPr/>
            </p:nvSpPr>
            <p:spPr>
              <a:xfrm rot="6361956" flipH="1" flipV="1">
                <a:off x="4464" y="1204"/>
                <a:ext cx="189" cy="500"/>
              </a:xfrm>
              <a:prstGeom prst="line">
                <a:avLst/>
              </a:prstGeom>
              <a:ln w="31750" cap="flat" cmpd="sng">
                <a:solidFill>
                  <a:schemeClr val="bg2"/>
                </a:solidFill>
                <a:prstDash val="solid"/>
                <a:headEnd type="none" w="med" len="med"/>
                <a:tailEnd type="none" w="med" len="med"/>
              </a:ln>
            </p:spPr>
          </p:sp>
          <p:sp>
            <p:nvSpPr>
              <p:cNvPr id="46423" name="Line 264"/>
              <p:cNvSpPr/>
              <p:nvPr/>
            </p:nvSpPr>
            <p:spPr>
              <a:xfrm rot="6361956">
                <a:off x="4602" y="1393"/>
                <a:ext cx="189" cy="203"/>
              </a:xfrm>
              <a:prstGeom prst="line">
                <a:avLst/>
              </a:prstGeom>
              <a:ln w="31750" cap="flat" cmpd="sng">
                <a:solidFill>
                  <a:schemeClr val="bg2"/>
                </a:solidFill>
                <a:prstDash val="solid"/>
                <a:headEnd type="none" w="med" len="med"/>
                <a:tailEnd type="none" w="med" len="med"/>
              </a:ln>
            </p:spPr>
          </p:sp>
          <p:sp>
            <p:nvSpPr>
              <p:cNvPr id="46424" name="Line 265"/>
              <p:cNvSpPr/>
              <p:nvPr/>
            </p:nvSpPr>
            <p:spPr>
              <a:xfrm rot="6361956" flipH="1" flipV="1">
                <a:off x="4745" y="1285"/>
                <a:ext cx="189" cy="500"/>
              </a:xfrm>
              <a:prstGeom prst="line">
                <a:avLst/>
              </a:prstGeom>
              <a:ln w="31750" cap="flat" cmpd="sng">
                <a:solidFill>
                  <a:schemeClr val="bg2"/>
                </a:solidFill>
                <a:prstDash val="solid"/>
                <a:headEnd type="none" w="med" len="med"/>
                <a:tailEnd type="none" w="med" len="med"/>
              </a:ln>
            </p:spPr>
          </p:sp>
        </p:grpSp>
      </p:grpSp>
      <p:sp>
        <p:nvSpPr>
          <p:cNvPr id="46091" name="Oval 275"/>
          <p:cNvSpPr/>
          <p:nvPr/>
        </p:nvSpPr>
        <p:spPr>
          <a:xfrm>
            <a:off x="6835775" y="3652838"/>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092" name="Line 276"/>
          <p:cNvSpPr/>
          <p:nvPr/>
        </p:nvSpPr>
        <p:spPr>
          <a:xfrm>
            <a:off x="6835775" y="3644900"/>
            <a:ext cx="0" cy="58738"/>
          </a:xfrm>
          <a:prstGeom prst="line">
            <a:avLst/>
          </a:prstGeom>
          <a:ln w="12700" cap="flat" cmpd="sng">
            <a:solidFill>
              <a:schemeClr val="folHlink"/>
            </a:solidFill>
            <a:prstDash val="solid"/>
            <a:headEnd type="none" w="med" len="med"/>
            <a:tailEnd type="none" w="med" len="med"/>
          </a:ln>
        </p:spPr>
      </p:sp>
      <p:sp>
        <p:nvSpPr>
          <p:cNvPr id="46093" name="Line 277"/>
          <p:cNvSpPr/>
          <p:nvPr/>
        </p:nvSpPr>
        <p:spPr>
          <a:xfrm>
            <a:off x="7194550" y="3644900"/>
            <a:ext cx="0" cy="58738"/>
          </a:xfrm>
          <a:prstGeom prst="line">
            <a:avLst/>
          </a:prstGeom>
          <a:ln w="12700" cap="flat" cmpd="sng">
            <a:solidFill>
              <a:schemeClr val="folHlink"/>
            </a:solidFill>
            <a:prstDash val="solid"/>
            <a:headEnd type="none" w="med" len="med"/>
            <a:tailEnd type="none" w="med" len="med"/>
          </a:ln>
        </p:spPr>
      </p:sp>
      <p:sp>
        <p:nvSpPr>
          <p:cNvPr id="46094" name="Rectangle 278"/>
          <p:cNvSpPr/>
          <p:nvPr/>
        </p:nvSpPr>
        <p:spPr>
          <a:xfrm>
            <a:off x="6835775" y="3644900"/>
            <a:ext cx="355600" cy="5873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095" name="Oval 279"/>
          <p:cNvSpPr/>
          <p:nvPr/>
        </p:nvSpPr>
        <p:spPr>
          <a:xfrm>
            <a:off x="6832600" y="3576638"/>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096" name="Group 280"/>
          <p:cNvGrpSpPr/>
          <p:nvPr/>
        </p:nvGrpSpPr>
        <p:grpSpPr>
          <a:xfrm>
            <a:off x="6918325" y="3600450"/>
            <a:ext cx="179388" cy="65088"/>
            <a:chOff x="2848" y="848"/>
            <a:chExt cx="140" cy="98"/>
          </a:xfrm>
        </p:grpSpPr>
        <p:sp>
          <p:nvSpPr>
            <p:cNvPr id="46400" name="Line 281"/>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401" name="Line 282"/>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402" name="Line 283"/>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097" name="Group 284"/>
          <p:cNvGrpSpPr/>
          <p:nvPr/>
        </p:nvGrpSpPr>
        <p:grpSpPr>
          <a:xfrm flipV="1">
            <a:off x="6918325" y="3600450"/>
            <a:ext cx="179388" cy="65088"/>
            <a:chOff x="2848" y="848"/>
            <a:chExt cx="140" cy="98"/>
          </a:xfrm>
        </p:grpSpPr>
        <p:sp>
          <p:nvSpPr>
            <p:cNvPr id="46397" name="Line 285"/>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98" name="Line 286"/>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99" name="Line 287"/>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6098" name="Oval 289"/>
          <p:cNvSpPr/>
          <p:nvPr/>
        </p:nvSpPr>
        <p:spPr>
          <a:xfrm>
            <a:off x="7191375" y="3932238"/>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099" name="Line 290"/>
          <p:cNvSpPr/>
          <p:nvPr/>
        </p:nvSpPr>
        <p:spPr>
          <a:xfrm>
            <a:off x="7191375" y="3924300"/>
            <a:ext cx="0" cy="58738"/>
          </a:xfrm>
          <a:prstGeom prst="line">
            <a:avLst/>
          </a:prstGeom>
          <a:ln w="12700" cap="flat" cmpd="sng">
            <a:solidFill>
              <a:schemeClr val="folHlink"/>
            </a:solidFill>
            <a:prstDash val="solid"/>
            <a:headEnd type="none" w="med" len="med"/>
            <a:tailEnd type="none" w="med" len="med"/>
          </a:ln>
        </p:spPr>
      </p:sp>
      <p:sp>
        <p:nvSpPr>
          <p:cNvPr id="46100" name="Line 291"/>
          <p:cNvSpPr/>
          <p:nvPr/>
        </p:nvSpPr>
        <p:spPr>
          <a:xfrm>
            <a:off x="7550150" y="3924300"/>
            <a:ext cx="0" cy="58738"/>
          </a:xfrm>
          <a:prstGeom prst="line">
            <a:avLst/>
          </a:prstGeom>
          <a:ln w="12700" cap="flat" cmpd="sng">
            <a:solidFill>
              <a:schemeClr val="folHlink"/>
            </a:solidFill>
            <a:prstDash val="solid"/>
            <a:headEnd type="none" w="med" len="med"/>
            <a:tailEnd type="none" w="med" len="med"/>
          </a:ln>
        </p:spPr>
      </p:sp>
      <p:sp>
        <p:nvSpPr>
          <p:cNvPr id="46101" name="Rectangle 292"/>
          <p:cNvSpPr/>
          <p:nvPr/>
        </p:nvSpPr>
        <p:spPr>
          <a:xfrm>
            <a:off x="7191375" y="3924300"/>
            <a:ext cx="355600" cy="5873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02" name="Oval 293"/>
          <p:cNvSpPr/>
          <p:nvPr/>
        </p:nvSpPr>
        <p:spPr>
          <a:xfrm>
            <a:off x="7188200" y="3856038"/>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103" name="Group 294"/>
          <p:cNvGrpSpPr/>
          <p:nvPr/>
        </p:nvGrpSpPr>
        <p:grpSpPr>
          <a:xfrm>
            <a:off x="7273925" y="3879850"/>
            <a:ext cx="179388" cy="65088"/>
            <a:chOff x="2848" y="848"/>
            <a:chExt cx="140" cy="98"/>
          </a:xfrm>
        </p:grpSpPr>
        <p:sp>
          <p:nvSpPr>
            <p:cNvPr id="46394" name="Line 295"/>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95" name="Line 296"/>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96" name="Line 297"/>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104" name="Group 298"/>
          <p:cNvGrpSpPr/>
          <p:nvPr/>
        </p:nvGrpSpPr>
        <p:grpSpPr>
          <a:xfrm flipV="1">
            <a:off x="7273925" y="3879850"/>
            <a:ext cx="179388" cy="65088"/>
            <a:chOff x="2848" y="848"/>
            <a:chExt cx="140" cy="98"/>
          </a:xfrm>
        </p:grpSpPr>
        <p:sp>
          <p:nvSpPr>
            <p:cNvPr id="46391" name="Line 299"/>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92" name="Line 300"/>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93" name="Line 301"/>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6105" name="Oval 303"/>
          <p:cNvSpPr/>
          <p:nvPr/>
        </p:nvSpPr>
        <p:spPr>
          <a:xfrm>
            <a:off x="7470775" y="3665538"/>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06" name="Line 304"/>
          <p:cNvSpPr/>
          <p:nvPr/>
        </p:nvSpPr>
        <p:spPr>
          <a:xfrm>
            <a:off x="7470775" y="3657600"/>
            <a:ext cx="0" cy="58738"/>
          </a:xfrm>
          <a:prstGeom prst="line">
            <a:avLst/>
          </a:prstGeom>
          <a:ln w="12700" cap="flat" cmpd="sng">
            <a:solidFill>
              <a:schemeClr val="folHlink"/>
            </a:solidFill>
            <a:prstDash val="solid"/>
            <a:headEnd type="none" w="med" len="med"/>
            <a:tailEnd type="none" w="med" len="med"/>
          </a:ln>
        </p:spPr>
      </p:sp>
      <p:sp>
        <p:nvSpPr>
          <p:cNvPr id="46107" name="Line 305"/>
          <p:cNvSpPr/>
          <p:nvPr/>
        </p:nvSpPr>
        <p:spPr>
          <a:xfrm>
            <a:off x="7829550" y="3657600"/>
            <a:ext cx="0" cy="58738"/>
          </a:xfrm>
          <a:prstGeom prst="line">
            <a:avLst/>
          </a:prstGeom>
          <a:ln w="12700" cap="flat" cmpd="sng">
            <a:solidFill>
              <a:schemeClr val="folHlink"/>
            </a:solidFill>
            <a:prstDash val="solid"/>
            <a:headEnd type="none" w="med" len="med"/>
            <a:tailEnd type="none" w="med" len="med"/>
          </a:ln>
        </p:spPr>
      </p:sp>
      <p:sp>
        <p:nvSpPr>
          <p:cNvPr id="46108" name="Rectangle 306"/>
          <p:cNvSpPr/>
          <p:nvPr/>
        </p:nvSpPr>
        <p:spPr>
          <a:xfrm>
            <a:off x="7470775" y="3657600"/>
            <a:ext cx="355600" cy="5873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09" name="Oval 307"/>
          <p:cNvSpPr/>
          <p:nvPr/>
        </p:nvSpPr>
        <p:spPr>
          <a:xfrm>
            <a:off x="7467600" y="3589338"/>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110" name="Group 308"/>
          <p:cNvGrpSpPr/>
          <p:nvPr/>
        </p:nvGrpSpPr>
        <p:grpSpPr>
          <a:xfrm>
            <a:off x="7553325" y="3613150"/>
            <a:ext cx="179388" cy="65088"/>
            <a:chOff x="2848" y="848"/>
            <a:chExt cx="140" cy="98"/>
          </a:xfrm>
        </p:grpSpPr>
        <p:sp>
          <p:nvSpPr>
            <p:cNvPr id="46388" name="Line 309"/>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89" name="Line 310"/>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90" name="Line 311"/>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111" name="Group 312"/>
          <p:cNvGrpSpPr/>
          <p:nvPr/>
        </p:nvGrpSpPr>
        <p:grpSpPr>
          <a:xfrm flipV="1">
            <a:off x="7553325" y="3613150"/>
            <a:ext cx="179388" cy="65088"/>
            <a:chOff x="2848" y="848"/>
            <a:chExt cx="140" cy="98"/>
          </a:xfrm>
        </p:grpSpPr>
        <p:sp>
          <p:nvSpPr>
            <p:cNvPr id="46385" name="Line 313"/>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86" name="Line 314"/>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87" name="Line 315"/>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6112" name="Oval 317"/>
          <p:cNvSpPr/>
          <p:nvPr/>
        </p:nvSpPr>
        <p:spPr>
          <a:xfrm>
            <a:off x="6935788" y="2503488"/>
            <a:ext cx="347662" cy="8890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13" name="Line 318"/>
          <p:cNvSpPr/>
          <p:nvPr/>
        </p:nvSpPr>
        <p:spPr>
          <a:xfrm>
            <a:off x="6935788" y="2495550"/>
            <a:ext cx="0" cy="55563"/>
          </a:xfrm>
          <a:prstGeom prst="line">
            <a:avLst/>
          </a:prstGeom>
          <a:ln w="12700" cap="flat" cmpd="sng">
            <a:solidFill>
              <a:schemeClr val="folHlink"/>
            </a:solidFill>
            <a:prstDash val="solid"/>
            <a:headEnd type="none" w="med" len="med"/>
            <a:tailEnd type="none" w="med" len="med"/>
          </a:ln>
        </p:spPr>
      </p:sp>
      <p:sp>
        <p:nvSpPr>
          <p:cNvPr id="46114" name="Line 319"/>
          <p:cNvSpPr/>
          <p:nvPr/>
        </p:nvSpPr>
        <p:spPr>
          <a:xfrm>
            <a:off x="7283450" y="2495550"/>
            <a:ext cx="0" cy="55563"/>
          </a:xfrm>
          <a:prstGeom prst="line">
            <a:avLst/>
          </a:prstGeom>
          <a:ln w="12700" cap="flat" cmpd="sng">
            <a:solidFill>
              <a:schemeClr val="folHlink"/>
            </a:solidFill>
            <a:prstDash val="solid"/>
            <a:headEnd type="none" w="med" len="med"/>
            <a:tailEnd type="none" w="med" len="med"/>
          </a:ln>
        </p:spPr>
      </p:sp>
      <p:sp>
        <p:nvSpPr>
          <p:cNvPr id="46115" name="Rectangle 320"/>
          <p:cNvSpPr/>
          <p:nvPr/>
        </p:nvSpPr>
        <p:spPr>
          <a:xfrm>
            <a:off x="6935788" y="2495550"/>
            <a:ext cx="344487" cy="53975"/>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16" name="Oval 321"/>
          <p:cNvSpPr/>
          <p:nvPr/>
        </p:nvSpPr>
        <p:spPr>
          <a:xfrm>
            <a:off x="6932613" y="2432050"/>
            <a:ext cx="347662" cy="103188"/>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117" name="Group 322"/>
          <p:cNvGrpSpPr/>
          <p:nvPr/>
        </p:nvGrpSpPr>
        <p:grpSpPr>
          <a:xfrm>
            <a:off x="7016750" y="2454275"/>
            <a:ext cx="171450" cy="61913"/>
            <a:chOff x="2848" y="848"/>
            <a:chExt cx="140" cy="98"/>
          </a:xfrm>
        </p:grpSpPr>
        <p:sp>
          <p:nvSpPr>
            <p:cNvPr id="46382" name="Line 323"/>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83" name="Line 324"/>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84" name="Line 325"/>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118" name="Group 326"/>
          <p:cNvGrpSpPr/>
          <p:nvPr/>
        </p:nvGrpSpPr>
        <p:grpSpPr>
          <a:xfrm flipV="1">
            <a:off x="7016750" y="2454275"/>
            <a:ext cx="171450" cy="60325"/>
            <a:chOff x="2848" y="848"/>
            <a:chExt cx="140" cy="98"/>
          </a:xfrm>
        </p:grpSpPr>
        <p:sp>
          <p:nvSpPr>
            <p:cNvPr id="46379" name="Line 327"/>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80" name="Line 328"/>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81" name="Line 329"/>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6119" name="Oval 331"/>
          <p:cNvSpPr/>
          <p:nvPr/>
        </p:nvSpPr>
        <p:spPr>
          <a:xfrm>
            <a:off x="6934200" y="2763838"/>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20" name="Line 332"/>
          <p:cNvSpPr/>
          <p:nvPr/>
        </p:nvSpPr>
        <p:spPr>
          <a:xfrm>
            <a:off x="6934200" y="2755900"/>
            <a:ext cx="0" cy="58738"/>
          </a:xfrm>
          <a:prstGeom prst="line">
            <a:avLst/>
          </a:prstGeom>
          <a:ln w="12700" cap="flat" cmpd="sng">
            <a:solidFill>
              <a:schemeClr val="folHlink"/>
            </a:solidFill>
            <a:prstDash val="solid"/>
            <a:headEnd type="none" w="med" len="med"/>
            <a:tailEnd type="none" w="med" len="med"/>
          </a:ln>
        </p:spPr>
      </p:sp>
      <p:sp>
        <p:nvSpPr>
          <p:cNvPr id="46121" name="Line 333"/>
          <p:cNvSpPr/>
          <p:nvPr/>
        </p:nvSpPr>
        <p:spPr>
          <a:xfrm>
            <a:off x="7292975" y="2755900"/>
            <a:ext cx="0" cy="58738"/>
          </a:xfrm>
          <a:prstGeom prst="line">
            <a:avLst/>
          </a:prstGeom>
          <a:ln w="12700" cap="flat" cmpd="sng">
            <a:solidFill>
              <a:schemeClr val="folHlink"/>
            </a:solidFill>
            <a:prstDash val="solid"/>
            <a:headEnd type="none" w="med" len="med"/>
            <a:tailEnd type="none" w="med" len="med"/>
          </a:ln>
        </p:spPr>
      </p:sp>
      <p:sp>
        <p:nvSpPr>
          <p:cNvPr id="46122" name="Rectangle 334"/>
          <p:cNvSpPr/>
          <p:nvPr/>
        </p:nvSpPr>
        <p:spPr>
          <a:xfrm>
            <a:off x="6934200" y="2755900"/>
            <a:ext cx="355600" cy="5873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23" name="Oval 335"/>
          <p:cNvSpPr/>
          <p:nvPr/>
        </p:nvSpPr>
        <p:spPr>
          <a:xfrm>
            <a:off x="6931025" y="2687638"/>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124" name="Group 336"/>
          <p:cNvGrpSpPr/>
          <p:nvPr/>
        </p:nvGrpSpPr>
        <p:grpSpPr>
          <a:xfrm>
            <a:off x="7016750" y="2711450"/>
            <a:ext cx="179388" cy="65088"/>
            <a:chOff x="2848" y="848"/>
            <a:chExt cx="140" cy="98"/>
          </a:xfrm>
        </p:grpSpPr>
        <p:sp>
          <p:nvSpPr>
            <p:cNvPr id="46376" name="Line 337"/>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77" name="Line 338"/>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78" name="Line 339"/>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125" name="Group 340"/>
          <p:cNvGrpSpPr/>
          <p:nvPr/>
        </p:nvGrpSpPr>
        <p:grpSpPr>
          <a:xfrm flipV="1">
            <a:off x="7016750" y="2711450"/>
            <a:ext cx="179388" cy="65088"/>
            <a:chOff x="2848" y="848"/>
            <a:chExt cx="140" cy="98"/>
          </a:xfrm>
        </p:grpSpPr>
        <p:sp>
          <p:nvSpPr>
            <p:cNvPr id="46373" name="Line 341"/>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74" name="Line 342"/>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75" name="Line 343"/>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6126" name="Oval 345"/>
          <p:cNvSpPr/>
          <p:nvPr/>
        </p:nvSpPr>
        <p:spPr>
          <a:xfrm>
            <a:off x="7410450" y="2405063"/>
            <a:ext cx="330200" cy="857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27" name="Line 346"/>
          <p:cNvSpPr/>
          <p:nvPr/>
        </p:nvSpPr>
        <p:spPr>
          <a:xfrm>
            <a:off x="7410450" y="2398713"/>
            <a:ext cx="0" cy="52387"/>
          </a:xfrm>
          <a:prstGeom prst="line">
            <a:avLst/>
          </a:prstGeom>
          <a:ln w="12700" cap="flat" cmpd="sng">
            <a:solidFill>
              <a:schemeClr val="folHlink"/>
            </a:solidFill>
            <a:prstDash val="solid"/>
            <a:headEnd type="none" w="med" len="med"/>
            <a:tailEnd type="none" w="med" len="med"/>
          </a:ln>
        </p:spPr>
      </p:sp>
      <p:sp>
        <p:nvSpPr>
          <p:cNvPr id="46128" name="Line 347"/>
          <p:cNvSpPr/>
          <p:nvPr/>
        </p:nvSpPr>
        <p:spPr>
          <a:xfrm>
            <a:off x="7740650" y="2398713"/>
            <a:ext cx="0" cy="52387"/>
          </a:xfrm>
          <a:prstGeom prst="line">
            <a:avLst/>
          </a:prstGeom>
          <a:ln w="12700" cap="flat" cmpd="sng">
            <a:solidFill>
              <a:schemeClr val="folHlink"/>
            </a:solidFill>
            <a:prstDash val="solid"/>
            <a:headEnd type="none" w="med" len="med"/>
            <a:tailEnd type="none" w="med" len="med"/>
          </a:ln>
        </p:spPr>
      </p:sp>
      <p:sp>
        <p:nvSpPr>
          <p:cNvPr id="46129" name="Rectangle 348"/>
          <p:cNvSpPr/>
          <p:nvPr/>
        </p:nvSpPr>
        <p:spPr>
          <a:xfrm>
            <a:off x="7410450" y="2398713"/>
            <a:ext cx="327025" cy="52387"/>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solidFill>
                <a:schemeClr val="bg2"/>
              </a:solidFill>
              <a:latin typeface="Times New Roman" panose="02020603050405020304" pitchFamily="18" charset="0"/>
              <a:ea typeface="宋体" panose="02010600030101010101" pitchFamily="2" charset="-122"/>
            </a:endParaRPr>
          </a:p>
        </p:txBody>
      </p:sp>
      <p:sp>
        <p:nvSpPr>
          <p:cNvPr id="46130" name="Oval 349"/>
          <p:cNvSpPr/>
          <p:nvPr/>
        </p:nvSpPr>
        <p:spPr>
          <a:xfrm>
            <a:off x="7407275" y="2336800"/>
            <a:ext cx="330200" cy="100013"/>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131" name="Group 350"/>
          <p:cNvGrpSpPr/>
          <p:nvPr/>
        </p:nvGrpSpPr>
        <p:grpSpPr>
          <a:xfrm>
            <a:off x="7486650" y="2359025"/>
            <a:ext cx="163513" cy="57150"/>
            <a:chOff x="2848" y="848"/>
            <a:chExt cx="140" cy="98"/>
          </a:xfrm>
        </p:grpSpPr>
        <p:sp>
          <p:nvSpPr>
            <p:cNvPr id="46370" name="Line 351"/>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71" name="Line 352"/>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72" name="Line 353"/>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132" name="Group 354"/>
          <p:cNvGrpSpPr/>
          <p:nvPr/>
        </p:nvGrpSpPr>
        <p:grpSpPr>
          <a:xfrm flipV="1">
            <a:off x="7486650" y="2357438"/>
            <a:ext cx="163513" cy="58737"/>
            <a:chOff x="2848" y="848"/>
            <a:chExt cx="140" cy="98"/>
          </a:xfrm>
        </p:grpSpPr>
        <p:sp>
          <p:nvSpPr>
            <p:cNvPr id="46367" name="Line 355"/>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68" name="Line 356"/>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69" name="Line 357"/>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6133" name="Oval 359"/>
          <p:cNvSpPr/>
          <p:nvPr/>
        </p:nvSpPr>
        <p:spPr>
          <a:xfrm>
            <a:off x="7496175" y="2763838"/>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34" name="Line 360"/>
          <p:cNvSpPr/>
          <p:nvPr/>
        </p:nvSpPr>
        <p:spPr>
          <a:xfrm>
            <a:off x="7496175" y="2755900"/>
            <a:ext cx="0" cy="58738"/>
          </a:xfrm>
          <a:prstGeom prst="line">
            <a:avLst/>
          </a:prstGeom>
          <a:ln w="12700" cap="flat" cmpd="sng">
            <a:solidFill>
              <a:schemeClr val="folHlink"/>
            </a:solidFill>
            <a:prstDash val="solid"/>
            <a:headEnd type="none" w="med" len="med"/>
            <a:tailEnd type="none" w="med" len="med"/>
          </a:ln>
        </p:spPr>
      </p:sp>
      <p:sp>
        <p:nvSpPr>
          <p:cNvPr id="46135" name="Line 361"/>
          <p:cNvSpPr/>
          <p:nvPr/>
        </p:nvSpPr>
        <p:spPr>
          <a:xfrm>
            <a:off x="7854950" y="2755900"/>
            <a:ext cx="0" cy="58738"/>
          </a:xfrm>
          <a:prstGeom prst="line">
            <a:avLst/>
          </a:prstGeom>
          <a:ln w="12700" cap="flat" cmpd="sng">
            <a:solidFill>
              <a:schemeClr val="folHlink"/>
            </a:solidFill>
            <a:prstDash val="solid"/>
            <a:headEnd type="none" w="med" len="med"/>
            <a:tailEnd type="none" w="med" len="med"/>
          </a:ln>
        </p:spPr>
      </p:sp>
      <p:sp>
        <p:nvSpPr>
          <p:cNvPr id="46136" name="Rectangle 362"/>
          <p:cNvSpPr/>
          <p:nvPr/>
        </p:nvSpPr>
        <p:spPr>
          <a:xfrm>
            <a:off x="7496175" y="2755900"/>
            <a:ext cx="355600" cy="5873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37" name="Oval 363"/>
          <p:cNvSpPr/>
          <p:nvPr/>
        </p:nvSpPr>
        <p:spPr>
          <a:xfrm>
            <a:off x="7493000" y="2687638"/>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138" name="Group 364"/>
          <p:cNvGrpSpPr/>
          <p:nvPr/>
        </p:nvGrpSpPr>
        <p:grpSpPr>
          <a:xfrm>
            <a:off x="7578725" y="2711450"/>
            <a:ext cx="179388" cy="65088"/>
            <a:chOff x="2848" y="848"/>
            <a:chExt cx="140" cy="98"/>
          </a:xfrm>
        </p:grpSpPr>
        <p:sp>
          <p:nvSpPr>
            <p:cNvPr id="46364" name="Line 365"/>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65" name="Line 366"/>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66" name="Line 367"/>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139" name="Group 368"/>
          <p:cNvGrpSpPr/>
          <p:nvPr/>
        </p:nvGrpSpPr>
        <p:grpSpPr>
          <a:xfrm flipV="1">
            <a:off x="7578725" y="2711450"/>
            <a:ext cx="179388" cy="65088"/>
            <a:chOff x="2848" y="848"/>
            <a:chExt cx="140" cy="98"/>
          </a:xfrm>
        </p:grpSpPr>
        <p:sp>
          <p:nvSpPr>
            <p:cNvPr id="46361" name="Line 369"/>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62" name="Line 370"/>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63" name="Line 371"/>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6140" name="Oval 373"/>
          <p:cNvSpPr/>
          <p:nvPr/>
        </p:nvSpPr>
        <p:spPr>
          <a:xfrm>
            <a:off x="6086475" y="2498725"/>
            <a:ext cx="346075" cy="87313"/>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41" name="Line 374"/>
          <p:cNvSpPr/>
          <p:nvPr/>
        </p:nvSpPr>
        <p:spPr>
          <a:xfrm>
            <a:off x="6086475" y="2490788"/>
            <a:ext cx="0" cy="53975"/>
          </a:xfrm>
          <a:prstGeom prst="line">
            <a:avLst/>
          </a:prstGeom>
          <a:ln w="12700" cap="flat" cmpd="sng">
            <a:solidFill>
              <a:schemeClr val="folHlink"/>
            </a:solidFill>
            <a:prstDash val="solid"/>
            <a:headEnd type="none" w="med" len="med"/>
            <a:tailEnd type="none" w="med" len="med"/>
          </a:ln>
        </p:spPr>
      </p:sp>
      <p:sp>
        <p:nvSpPr>
          <p:cNvPr id="46142" name="Line 375"/>
          <p:cNvSpPr/>
          <p:nvPr/>
        </p:nvSpPr>
        <p:spPr>
          <a:xfrm>
            <a:off x="6432550" y="2490788"/>
            <a:ext cx="0" cy="53975"/>
          </a:xfrm>
          <a:prstGeom prst="line">
            <a:avLst/>
          </a:prstGeom>
          <a:ln w="12700" cap="flat" cmpd="sng">
            <a:solidFill>
              <a:schemeClr val="folHlink"/>
            </a:solidFill>
            <a:prstDash val="solid"/>
            <a:headEnd type="none" w="med" len="med"/>
            <a:tailEnd type="none" w="med" len="med"/>
          </a:ln>
        </p:spPr>
      </p:sp>
      <p:sp>
        <p:nvSpPr>
          <p:cNvPr id="46143" name="Rectangle 376"/>
          <p:cNvSpPr/>
          <p:nvPr/>
        </p:nvSpPr>
        <p:spPr>
          <a:xfrm>
            <a:off x="6086475" y="2490788"/>
            <a:ext cx="342900" cy="53975"/>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44" name="Oval 377"/>
          <p:cNvSpPr/>
          <p:nvPr/>
        </p:nvSpPr>
        <p:spPr>
          <a:xfrm>
            <a:off x="6083300" y="2427288"/>
            <a:ext cx="346075" cy="103187"/>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145" name="Group 378"/>
          <p:cNvGrpSpPr/>
          <p:nvPr/>
        </p:nvGrpSpPr>
        <p:grpSpPr>
          <a:xfrm>
            <a:off x="6167438" y="2449513"/>
            <a:ext cx="171450" cy="60325"/>
            <a:chOff x="2848" y="848"/>
            <a:chExt cx="140" cy="98"/>
          </a:xfrm>
        </p:grpSpPr>
        <p:sp>
          <p:nvSpPr>
            <p:cNvPr id="46358" name="Line 379"/>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59" name="Line 380"/>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60" name="Line 381"/>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146" name="Group 382"/>
          <p:cNvGrpSpPr/>
          <p:nvPr/>
        </p:nvGrpSpPr>
        <p:grpSpPr>
          <a:xfrm flipV="1">
            <a:off x="6167438" y="2449513"/>
            <a:ext cx="171450" cy="58737"/>
            <a:chOff x="2848" y="848"/>
            <a:chExt cx="140" cy="98"/>
          </a:xfrm>
        </p:grpSpPr>
        <p:sp>
          <p:nvSpPr>
            <p:cNvPr id="46355" name="Line 383"/>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56" name="Line 384"/>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57" name="Line 385"/>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6147" name="Oval 387"/>
          <p:cNvSpPr/>
          <p:nvPr/>
        </p:nvSpPr>
        <p:spPr>
          <a:xfrm>
            <a:off x="5780088" y="3648075"/>
            <a:ext cx="346075" cy="87313"/>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48" name="Line 388"/>
          <p:cNvSpPr/>
          <p:nvPr/>
        </p:nvSpPr>
        <p:spPr>
          <a:xfrm>
            <a:off x="5780088" y="3640138"/>
            <a:ext cx="0" cy="53975"/>
          </a:xfrm>
          <a:prstGeom prst="line">
            <a:avLst/>
          </a:prstGeom>
          <a:ln w="12700" cap="flat" cmpd="sng">
            <a:solidFill>
              <a:schemeClr val="folHlink"/>
            </a:solidFill>
            <a:prstDash val="solid"/>
            <a:headEnd type="none" w="med" len="med"/>
            <a:tailEnd type="none" w="med" len="med"/>
          </a:ln>
        </p:spPr>
      </p:sp>
      <p:sp>
        <p:nvSpPr>
          <p:cNvPr id="46149" name="Line 389"/>
          <p:cNvSpPr/>
          <p:nvPr/>
        </p:nvSpPr>
        <p:spPr>
          <a:xfrm>
            <a:off x="6126163" y="3640138"/>
            <a:ext cx="0" cy="53975"/>
          </a:xfrm>
          <a:prstGeom prst="line">
            <a:avLst/>
          </a:prstGeom>
          <a:ln w="12700" cap="flat" cmpd="sng">
            <a:solidFill>
              <a:schemeClr val="folHlink"/>
            </a:solidFill>
            <a:prstDash val="solid"/>
            <a:headEnd type="none" w="med" len="med"/>
            <a:tailEnd type="none" w="med" len="med"/>
          </a:ln>
        </p:spPr>
      </p:sp>
      <p:sp>
        <p:nvSpPr>
          <p:cNvPr id="46150" name="Rectangle 390"/>
          <p:cNvSpPr/>
          <p:nvPr/>
        </p:nvSpPr>
        <p:spPr>
          <a:xfrm>
            <a:off x="5780088" y="3640138"/>
            <a:ext cx="342900" cy="53975"/>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51" name="Oval 391"/>
          <p:cNvSpPr/>
          <p:nvPr/>
        </p:nvSpPr>
        <p:spPr>
          <a:xfrm>
            <a:off x="5776913" y="3576638"/>
            <a:ext cx="346075" cy="103187"/>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152" name="Group 392"/>
          <p:cNvGrpSpPr/>
          <p:nvPr/>
        </p:nvGrpSpPr>
        <p:grpSpPr>
          <a:xfrm>
            <a:off x="5861050" y="3598863"/>
            <a:ext cx="171450" cy="60325"/>
            <a:chOff x="2848" y="848"/>
            <a:chExt cx="140" cy="98"/>
          </a:xfrm>
        </p:grpSpPr>
        <p:sp>
          <p:nvSpPr>
            <p:cNvPr id="46352" name="Line 393"/>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53" name="Line 394"/>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54" name="Line 395"/>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153" name="Group 396"/>
          <p:cNvGrpSpPr/>
          <p:nvPr/>
        </p:nvGrpSpPr>
        <p:grpSpPr>
          <a:xfrm flipV="1">
            <a:off x="5861050" y="3598863"/>
            <a:ext cx="171450" cy="58737"/>
            <a:chOff x="2848" y="848"/>
            <a:chExt cx="140" cy="98"/>
          </a:xfrm>
        </p:grpSpPr>
        <p:sp>
          <p:nvSpPr>
            <p:cNvPr id="46349" name="Line 397"/>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50" name="Line 398"/>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51" name="Line 399"/>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6154" name="Line 400"/>
          <p:cNvSpPr/>
          <p:nvPr/>
        </p:nvSpPr>
        <p:spPr>
          <a:xfrm flipV="1">
            <a:off x="6978650" y="4005263"/>
            <a:ext cx="227013" cy="436562"/>
          </a:xfrm>
          <a:prstGeom prst="line">
            <a:avLst/>
          </a:prstGeom>
          <a:ln w="9525" cap="flat" cmpd="sng">
            <a:solidFill>
              <a:schemeClr val="bg2"/>
            </a:solidFill>
            <a:prstDash val="solid"/>
            <a:headEnd type="none" w="med" len="med"/>
            <a:tailEnd type="none" w="med" len="med"/>
          </a:ln>
        </p:spPr>
      </p:sp>
      <p:sp>
        <p:nvSpPr>
          <p:cNvPr id="46155" name="Line 401"/>
          <p:cNvSpPr/>
          <p:nvPr/>
        </p:nvSpPr>
        <p:spPr>
          <a:xfrm>
            <a:off x="7102475" y="3743325"/>
            <a:ext cx="163513" cy="120650"/>
          </a:xfrm>
          <a:prstGeom prst="line">
            <a:avLst/>
          </a:prstGeom>
          <a:ln w="9525" cap="flat" cmpd="sng">
            <a:solidFill>
              <a:schemeClr val="bg2"/>
            </a:solidFill>
            <a:prstDash val="solid"/>
            <a:headEnd type="none" w="med" len="med"/>
            <a:tailEnd type="none" w="med" len="med"/>
          </a:ln>
        </p:spPr>
      </p:sp>
      <p:sp>
        <p:nvSpPr>
          <p:cNvPr id="46156" name="Line 402"/>
          <p:cNvSpPr/>
          <p:nvPr/>
        </p:nvSpPr>
        <p:spPr>
          <a:xfrm>
            <a:off x="7199313" y="3663950"/>
            <a:ext cx="279400" cy="0"/>
          </a:xfrm>
          <a:prstGeom prst="line">
            <a:avLst/>
          </a:prstGeom>
          <a:ln w="9525" cap="flat" cmpd="sng">
            <a:solidFill>
              <a:schemeClr val="bg2"/>
            </a:solidFill>
            <a:prstDash val="solid"/>
            <a:headEnd type="none" w="med" len="med"/>
            <a:tailEnd type="none" w="med" len="med"/>
          </a:ln>
        </p:spPr>
      </p:sp>
      <p:sp>
        <p:nvSpPr>
          <p:cNvPr id="46157" name="Line 403"/>
          <p:cNvSpPr/>
          <p:nvPr/>
        </p:nvSpPr>
        <p:spPr>
          <a:xfrm flipV="1">
            <a:off x="7435850" y="3749675"/>
            <a:ext cx="134938" cy="104775"/>
          </a:xfrm>
          <a:prstGeom prst="line">
            <a:avLst/>
          </a:prstGeom>
          <a:ln w="9525" cap="flat" cmpd="sng">
            <a:solidFill>
              <a:schemeClr val="bg2"/>
            </a:solidFill>
            <a:prstDash val="solid"/>
            <a:headEnd type="none" w="med" len="med"/>
            <a:tailEnd type="none" w="med" len="med"/>
          </a:ln>
        </p:spPr>
      </p:sp>
      <p:sp>
        <p:nvSpPr>
          <p:cNvPr id="46158" name="Line 404"/>
          <p:cNvSpPr/>
          <p:nvPr/>
        </p:nvSpPr>
        <p:spPr>
          <a:xfrm>
            <a:off x="6134100" y="3670300"/>
            <a:ext cx="679450" cy="0"/>
          </a:xfrm>
          <a:prstGeom prst="line">
            <a:avLst/>
          </a:prstGeom>
          <a:ln w="9525" cap="flat" cmpd="sng">
            <a:solidFill>
              <a:schemeClr val="bg2"/>
            </a:solidFill>
            <a:prstDash val="solid"/>
            <a:headEnd type="none" w="med" len="med"/>
            <a:tailEnd type="none" w="med" len="med"/>
          </a:ln>
        </p:spPr>
      </p:sp>
      <p:sp>
        <p:nvSpPr>
          <p:cNvPr id="46159" name="Line 427"/>
          <p:cNvSpPr/>
          <p:nvPr/>
        </p:nvSpPr>
        <p:spPr>
          <a:xfrm>
            <a:off x="6429375" y="2517775"/>
            <a:ext cx="509588" cy="3175"/>
          </a:xfrm>
          <a:prstGeom prst="line">
            <a:avLst/>
          </a:prstGeom>
          <a:ln w="9525" cap="flat" cmpd="sng">
            <a:solidFill>
              <a:schemeClr val="bg2"/>
            </a:solidFill>
            <a:prstDash val="solid"/>
            <a:headEnd type="none" w="med" len="med"/>
            <a:tailEnd type="none" w="med" len="med"/>
          </a:ln>
        </p:spPr>
      </p:sp>
      <p:sp>
        <p:nvSpPr>
          <p:cNvPr id="46160" name="Line 428"/>
          <p:cNvSpPr/>
          <p:nvPr/>
        </p:nvSpPr>
        <p:spPr>
          <a:xfrm>
            <a:off x="5995988" y="2346325"/>
            <a:ext cx="152400" cy="82550"/>
          </a:xfrm>
          <a:prstGeom prst="line">
            <a:avLst/>
          </a:prstGeom>
          <a:ln w="9525" cap="flat" cmpd="sng">
            <a:solidFill>
              <a:schemeClr val="bg2"/>
            </a:solidFill>
            <a:prstDash val="solid"/>
            <a:headEnd type="none" w="med" len="med"/>
            <a:tailEnd type="none" w="med" len="med"/>
          </a:ln>
        </p:spPr>
      </p:sp>
      <p:sp>
        <p:nvSpPr>
          <p:cNvPr id="46161" name="Freeform 429"/>
          <p:cNvSpPr/>
          <p:nvPr/>
        </p:nvSpPr>
        <p:spPr>
          <a:xfrm>
            <a:off x="5316538" y="4352925"/>
            <a:ext cx="2979737" cy="1455738"/>
          </a:xfrm>
          <a:custGeom>
            <a:avLst/>
            <a:gdLst>
              <a:gd name="txL" fmla="*/ 0 w 1877"/>
              <a:gd name="txT" fmla="*/ 0 h 917"/>
              <a:gd name="txR" fmla="*/ 1877 w 1877"/>
              <a:gd name="txB" fmla="*/ 917 h 917"/>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alpha val="100000"/>
            </a:srgbClr>
          </a:solidFill>
          <a:ln w="9525">
            <a:noFill/>
          </a:ln>
        </p:spPr>
        <p:txBody>
          <a:bodyPr/>
          <a:p>
            <a:endParaRPr lang="zh-CN" altLang="en-US"/>
          </a:p>
        </p:txBody>
      </p:sp>
      <p:sp>
        <p:nvSpPr>
          <p:cNvPr id="46162" name="Line 430"/>
          <p:cNvSpPr/>
          <p:nvPr/>
        </p:nvSpPr>
        <p:spPr>
          <a:xfrm rot="-5400000">
            <a:off x="7551738" y="5089525"/>
            <a:ext cx="523875" cy="139700"/>
          </a:xfrm>
          <a:prstGeom prst="line">
            <a:avLst/>
          </a:prstGeom>
          <a:ln w="12700" cap="flat" cmpd="sng">
            <a:solidFill>
              <a:schemeClr val="bg2"/>
            </a:solidFill>
            <a:prstDash val="solid"/>
            <a:headEnd type="none" w="med" len="med"/>
            <a:tailEnd type="none" w="med" len="med"/>
          </a:ln>
        </p:spPr>
      </p:sp>
      <p:sp>
        <p:nvSpPr>
          <p:cNvPr id="46163" name="Line 440"/>
          <p:cNvSpPr/>
          <p:nvPr/>
        </p:nvSpPr>
        <p:spPr>
          <a:xfrm rot="5400000" flipV="1">
            <a:off x="7697788" y="5370513"/>
            <a:ext cx="3175" cy="85725"/>
          </a:xfrm>
          <a:prstGeom prst="line">
            <a:avLst/>
          </a:prstGeom>
          <a:ln w="12700" cap="flat" cmpd="sng">
            <a:solidFill>
              <a:schemeClr val="bg2"/>
            </a:solidFill>
            <a:prstDash val="solid"/>
            <a:headEnd type="none" w="med" len="med"/>
            <a:tailEnd type="none" w="med" len="med"/>
          </a:ln>
        </p:spPr>
      </p:sp>
      <p:sp>
        <p:nvSpPr>
          <p:cNvPr id="46164" name="Line 441"/>
          <p:cNvSpPr/>
          <p:nvPr/>
        </p:nvSpPr>
        <p:spPr>
          <a:xfrm rot="-5400000">
            <a:off x="7883525" y="5046663"/>
            <a:ext cx="0" cy="114300"/>
          </a:xfrm>
          <a:prstGeom prst="line">
            <a:avLst/>
          </a:prstGeom>
          <a:ln w="12700" cap="flat" cmpd="sng">
            <a:solidFill>
              <a:schemeClr val="bg2"/>
            </a:solidFill>
            <a:prstDash val="solid"/>
            <a:headEnd type="none" w="med" len="med"/>
            <a:tailEnd type="none" w="med" len="med"/>
          </a:ln>
        </p:spPr>
      </p:sp>
      <p:grpSp>
        <p:nvGrpSpPr>
          <p:cNvPr id="46165" name="Group 545"/>
          <p:cNvGrpSpPr/>
          <p:nvPr/>
        </p:nvGrpSpPr>
        <p:grpSpPr>
          <a:xfrm>
            <a:off x="7462838" y="4756150"/>
            <a:ext cx="501650" cy="234950"/>
            <a:chOff x="4701" y="2996"/>
            <a:chExt cx="316" cy="148"/>
          </a:xfrm>
        </p:grpSpPr>
        <p:sp>
          <p:nvSpPr>
            <p:cNvPr id="46336" name="Oval 443"/>
            <p:cNvSpPr/>
            <p:nvPr/>
          </p:nvSpPr>
          <p:spPr>
            <a:xfrm>
              <a:off x="4704" y="3062"/>
              <a:ext cx="313" cy="8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337" name="Line 444"/>
            <p:cNvSpPr/>
            <p:nvPr/>
          </p:nvSpPr>
          <p:spPr>
            <a:xfrm>
              <a:off x="4704" y="3055"/>
              <a:ext cx="0" cy="51"/>
            </a:xfrm>
            <a:prstGeom prst="line">
              <a:avLst/>
            </a:prstGeom>
            <a:ln w="12700" cap="flat" cmpd="sng">
              <a:solidFill>
                <a:schemeClr val="folHlink"/>
              </a:solidFill>
              <a:prstDash val="solid"/>
              <a:headEnd type="none" w="med" len="med"/>
              <a:tailEnd type="none" w="med" len="med"/>
            </a:ln>
          </p:spPr>
        </p:sp>
        <p:sp>
          <p:nvSpPr>
            <p:cNvPr id="46338" name="Line 445"/>
            <p:cNvSpPr/>
            <p:nvPr/>
          </p:nvSpPr>
          <p:spPr>
            <a:xfrm>
              <a:off x="5017" y="3055"/>
              <a:ext cx="0" cy="51"/>
            </a:xfrm>
            <a:prstGeom prst="line">
              <a:avLst/>
            </a:prstGeom>
            <a:ln w="12700" cap="flat" cmpd="sng">
              <a:solidFill>
                <a:schemeClr val="folHlink"/>
              </a:solidFill>
              <a:prstDash val="solid"/>
              <a:headEnd type="none" w="med" len="med"/>
              <a:tailEnd type="none" w="med" len="med"/>
            </a:ln>
          </p:spPr>
        </p:sp>
        <p:sp>
          <p:nvSpPr>
            <p:cNvPr id="46339" name="Rectangle 446"/>
            <p:cNvSpPr/>
            <p:nvPr/>
          </p:nvSpPr>
          <p:spPr>
            <a:xfrm>
              <a:off x="4704" y="3055"/>
              <a:ext cx="310" cy="50"/>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340" name="Oval 447"/>
            <p:cNvSpPr/>
            <p:nvPr/>
          </p:nvSpPr>
          <p:spPr>
            <a:xfrm>
              <a:off x="4701" y="2996"/>
              <a:ext cx="313" cy="96"/>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341" name="Group 448"/>
            <p:cNvGrpSpPr/>
            <p:nvPr/>
          </p:nvGrpSpPr>
          <p:grpSpPr>
            <a:xfrm>
              <a:off x="4776" y="3017"/>
              <a:ext cx="156" cy="56"/>
              <a:chOff x="2848" y="848"/>
              <a:chExt cx="140" cy="98"/>
            </a:xfrm>
          </p:grpSpPr>
          <p:sp>
            <p:nvSpPr>
              <p:cNvPr id="46346" name="Line 449"/>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47" name="Line 450"/>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48" name="Line 451"/>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342" name="Group 452"/>
            <p:cNvGrpSpPr/>
            <p:nvPr/>
          </p:nvGrpSpPr>
          <p:grpSpPr>
            <a:xfrm flipV="1">
              <a:off x="4776" y="3016"/>
              <a:ext cx="156" cy="56"/>
              <a:chOff x="2848" y="848"/>
              <a:chExt cx="140" cy="98"/>
            </a:xfrm>
          </p:grpSpPr>
          <p:sp>
            <p:nvSpPr>
              <p:cNvPr id="46343" name="Line 453"/>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344" name="Line 454"/>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345" name="Line 455"/>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grpSp>
        <p:nvGrpSpPr>
          <p:cNvPr id="46166" name="Group 456"/>
          <p:cNvGrpSpPr/>
          <p:nvPr/>
        </p:nvGrpSpPr>
        <p:grpSpPr>
          <a:xfrm>
            <a:off x="6646863" y="4479925"/>
            <a:ext cx="501650" cy="234950"/>
            <a:chOff x="3600" y="219"/>
            <a:chExt cx="360" cy="175"/>
          </a:xfrm>
        </p:grpSpPr>
        <p:sp>
          <p:nvSpPr>
            <p:cNvPr id="46323" name="Oval 457"/>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324" name="Line 45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6325" name="Line 45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6326" name="Rectangle 460"/>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327" name="Oval 461"/>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328" name="Group 462"/>
            <p:cNvGrpSpPr/>
            <p:nvPr/>
          </p:nvGrpSpPr>
          <p:grpSpPr>
            <a:xfrm>
              <a:off x="3686" y="244"/>
              <a:ext cx="177" cy="66"/>
              <a:chOff x="2848" y="848"/>
              <a:chExt cx="140" cy="98"/>
            </a:xfrm>
          </p:grpSpPr>
          <p:sp>
            <p:nvSpPr>
              <p:cNvPr id="46333" name="Line 46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6334" name="Line 46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6335" name="Line 46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6329" name="Group 466"/>
            <p:cNvGrpSpPr/>
            <p:nvPr/>
          </p:nvGrpSpPr>
          <p:grpSpPr>
            <a:xfrm flipV="1">
              <a:off x="3686" y="243"/>
              <a:ext cx="177" cy="66"/>
              <a:chOff x="2848" y="848"/>
              <a:chExt cx="140" cy="98"/>
            </a:xfrm>
          </p:grpSpPr>
          <p:sp>
            <p:nvSpPr>
              <p:cNvPr id="46330" name="Line 46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6331" name="Line 46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6332" name="Line 46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6167" name="Group 470"/>
          <p:cNvGrpSpPr/>
          <p:nvPr/>
        </p:nvGrpSpPr>
        <p:grpSpPr>
          <a:xfrm>
            <a:off x="5981700" y="4784725"/>
            <a:ext cx="501650" cy="234950"/>
            <a:chOff x="3600" y="219"/>
            <a:chExt cx="360" cy="175"/>
          </a:xfrm>
        </p:grpSpPr>
        <p:sp>
          <p:nvSpPr>
            <p:cNvPr id="46310" name="Oval 471"/>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311" name="Line 47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6312" name="Line 47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6313" name="Rectangle 474"/>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314" name="Oval 475"/>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315" name="Group 476"/>
            <p:cNvGrpSpPr/>
            <p:nvPr/>
          </p:nvGrpSpPr>
          <p:grpSpPr>
            <a:xfrm>
              <a:off x="3686" y="244"/>
              <a:ext cx="177" cy="66"/>
              <a:chOff x="2848" y="848"/>
              <a:chExt cx="140" cy="98"/>
            </a:xfrm>
          </p:grpSpPr>
          <p:sp>
            <p:nvSpPr>
              <p:cNvPr id="46320" name="Line 47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6321" name="Line 47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6322" name="Line 47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6316" name="Group 480"/>
            <p:cNvGrpSpPr/>
            <p:nvPr/>
          </p:nvGrpSpPr>
          <p:grpSpPr>
            <a:xfrm flipV="1">
              <a:off x="3686" y="243"/>
              <a:ext cx="177" cy="66"/>
              <a:chOff x="2848" y="848"/>
              <a:chExt cx="140" cy="98"/>
            </a:xfrm>
          </p:grpSpPr>
          <p:sp>
            <p:nvSpPr>
              <p:cNvPr id="46317" name="Line 48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6318" name="Line 48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6319" name="Line 48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6168" name="Line 484"/>
          <p:cNvSpPr/>
          <p:nvPr/>
        </p:nvSpPr>
        <p:spPr>
          <a:xfrm>
            <a:off x="7096125" y="4691063"/>
            <a:ext cx="358775" cy="120650"/>
          </a:xfrm>
          <a:prstGeom prst="line">
            <a:avLst/>
          </a:prstGeom>
          <a:ln w="9525" cap="flat" cmpd="sng">
            <a:solidFill>
              <a:schemeClr val="bg2"/>
            </a:solidFill>
            <a:prstDash val="solid"/>
            <a:headEnd type="none" w="med" len="med"/>
            <a:tailEnd type="none" w="med" len="med"/>
          </a:ln>
        </p:spPr>
      </p:sp>
      <p:sp>
        <p:nvSpPr>
          <p:cNvPr id="46169" name="Line 485"/>
          <p:cNvSpPr/>
          <p:nvPr/>
        </p:nvSpPr>
        <p:spPr>
          <a:xfrm flipV="1">
            <a:off x="6443663" y="4703763"/>
            <a:ext cx="277812" cy="109537"/>
          </a:xfrm>
          <a:prstGeom prst="line">
            <a:avLst/>
          </a:prstGeom>
          <a:ln w="9525" cap="flat" cmpd="sng">
            <a:solidFill>
              <a:schemeClr val="bg2"/>
            </a:solidFill>
            <a:prstDash val="solid"/>
            <a:headEnd type="none" w="med" len="med"/>
            <a:tailEnd type="none" w="med" len="med"/>
          </a:ln>
        </p:spPr>
      </p:sp>
      <p:sp>
        <p:nvSpPr>
          <p:cNvPr id="46170" name="Line 486"/>
          <p:cNvSpPr/>
          <p:nvPr/>
        </p:nvSpPr>
        <p:spPr>
          <a:xfrm flipV="1">
            <a:off x="6486525" y="4906963"/>
            <a:ext cx="971550" cy="0"/>
          </a:xfrm>
          <a:prstGeom prst="line">
            <a:avLst/>
          </a:prstGeom>
          <a:ln w="9525" cap="flat" cmpd="sng">
            <a:solidFill>
              <a:schemeClr val="bg2"/>
            </a:solidFill>
            <a:prstDash val="solid"/>
            <a:headEnd type="none" w="med" len="med"/>
            <a:tailEnd type="none" w="med" len="med"/>
          </a:ln>
        </p:spPr>
      </p:sp>
      <p:sp>
        <p:nvSpPr>
          <p:cNvPr id="46171" name="Line 487"/>
          <p:cNvSpPr/>
          <p:nvPr/>
        </p:nvSpPr>
        <p:spPr>
          <a:xfrm flipH="1">
            <a:off x="5781675" y="4652963"/>
            <a:ext cx="254000" cy="469900"/>
          </a:xfrm>
          <a:prstGeom prst="line">
            <a:avLst/>
          </a:prstGeom>
          <a:ln w="9525" cap="flat" cmpd="sng">
            <a:solidFill>
              <a:schemeClr val="bg2"/>
            </a:solidFill>
            <a:prstDash val="solid"/>
            <a:headEnd type="none" w="med" len="med"/>
            <a:tailEnd type="none" w="med" len="med"/>
          </a:ln>
        </p:spPr>
      </p:sp>
      <p:sp>
        <p:nvSpPr>
          <p:cNvPr id="46172" name="Line 488"/>
          <p:cNvSpPr/>
          <p:nvPr/>
        </p:nvSpPr>
        <p:spPr>
          <a:xfrm>
            <a:off x="5807075" y="4703763"/>
            <a:ext cx="196850" cy="0"/>
          </a:xfrm>
          <a:prstGeom prst="line">
            <a:avLst/>
          </a:prstGeom>
          <a:ln w="9525" cap="flat" cmpd="sng">
            <a:solidFill>
              <a:schemeClr val="bg2"/>
            </a:solidFill>
            <a:prstDash val="solid"/>
            <a:headEnd type="none" w="med" len="med"/>
            <a:tailEnd type="none" w="med" len="med"/>
          </a:ln>
        </p:spPr>
      </p:sp>
      <p:sp>
        <p:nvSpPr>
          <p:cNvPr id="46173" name="Line 489"/>
          <p:cNvSpPr/>
          <p:nvPr/>
        </p:nvSpPr>
        <p:spPr>
          <a:xfrm>
            <a:off x="5667375" y="5040313"/>
            <a:ext cx="153988" cy="0"/>
          </a:xfrm>
          <a:prstGeom prst="line">
            <a:avLst/>
          </a:prstGeom>
          <a:ln w="9525" cap="flat" cmpd="sng">
            <a:solidFill>
              <a:schemeClr val="bg2"/>
            </a:solidFill>
            <a:prstDash val="solid"/>
            <a:headEnd type="none" w="med" len="med"/>
            <a:tailEnd type="none" w="med" len="med"/>
          </a:ln>
        </p:spPr>
      </p:sp>
      <p:sp>
        <p:nvSpPr>
          <p:cNvPr id="46174" name="Line 490"/>
          <p:cNvSpPr/>
          <p:nvPr/>
        </p:nvSpPr>
        <p:spPr>
          <a:xfrm>
            <a:off x="5919788" y="5119688"/>
            <a:ext cx="490537" cy="0"/>
          </a:xfrm>
          <a:prstGeom prst="line">
            <a:avLst/>
          </a:prstGeom>
          <a:ln w="9525" cap="flat" cmpd="sng">
            <a:solidFill>
              <a:schemeClr val="bg2"/>
            </a:solidFill>
            <a:prstDash val="solid"/>
            <a:headEnd type="none" w="med" len="med"/>
            <a:tailEnd type="none" w="med" len="med"/>
          </a:ln>
        </p:spPr>
      </p:sp>
      <p:sp>
        <p:nvSpPr>
          <p:cNvPr id="46175" name="Line 491"/>
          <p:cNvSpPr/>
          <p:nvPr/>
        </p:nvSpPr>
        <p:spPr>
          <a:xfrm flipH="1">
            <a:off x="6159500" y="5027613"/>
            <a:ext cx="53975" cy="85725"/>
          </a:xfrm>
          <a:prstGeom prst="line">
            <a:avLst/>
          </a:prstGeom>
          <a:ln w="9525" cap="flat" cmpd="sng">
            <a:solidFill>
              <a:schemeClr val="bg2"/>
            </a:solidFill>
            <a:prstDash val="solid"/>
            <a:headEnd type="none" w="med" len="med"/>
            <a:tailEnd type="none" w="med" len="med"/>
          </a:ln>
        </p:spPr>
      </p:sp>
      <p:sp>
        <p:nvSpPr>
          <p:cNvPr id="46176" name="Line 492"/>
          <p:cNvSpPr/>
          <p:nvPr/>
        </p:nvSpPr>
        <p:spPr>
          <a:xfrm>
            <a:off x="5972175" y="5116513"/>
            <a:ext cx="1588" cy="82550"/>
          </a:xfrm>
          <a:prstGeom prst="line">
            <a:avLst/>
          </a:prstGeom>
          <a:ln w="9525" cap="flat" cmpd="sng">
            <a:solidFill>
              <a:schemeClr val="bg2"/>
            </a:solidFill>
            <a:prstDash val="solid"/>
            <a:headEnd type="none" w="med" len="med"/>
            <a:tailEnd type="none" w="med" len="med"/>
          </a:ln>
        </p:spPr>
      </p:sp>
      <p:sp>
        <p:nvSpPr>
          <p:cNvPr id="46177" name="Line 493"/>
          <p:cNvSpPr/>
          <p:nvPr/>
        </p:nvSpPr>
        <p:spPr>
          <a:xfrm flipH="1" flipV="1">
            <a:off x="6369050" y="5124450"/>
            <a:ext cx="0" cy="76200"/>
          </a:xfrm>
          <a:prstGeom prst="line">
            <a:avLst/>
          </a:prstGeom>
          <a:ln w="9525" cap="flat" cmpd="sng">
            <a:solidFill>
              <a:schemeClr val="bg2"/>
            </a:solidFill>
            <a:prstDash val="solid"/>
            <a:headEnd type="none" w="med" len="med"/>
            <a:tailEnd type="none" w="med" len="med"/>
          </a:ln>
        </p:spPr>
      </p:sp>
      <p:sp>
        <p:nvSpPr>
          <p:cNvPr id="46178" name="Line 522"/>
          <p:cNvSpPr/>
          <p:nvPr/>
        </p:nvSpPr>
        <p:spPr>
          <a:xfrm>
            <a:off x="6450013" y="4983163"/>
            <a:ext cx="503237" cy="269875"/>
          </a:xfrm>
          <a:prstGeom prst="line">
            <a:avLst/>
          </a:prstGeom>
          <a:ln w="9525" cap="flat" cmpd="sng">
            <a:solidFill>
              <a:schemeClr val="bg2"/>
            </a:solidFill>
            <a:prstDash val="solid"/>
            <a:headEnd type="none" w="med" len="med"/>
            <a:tailEnd type="none" w="med" len="med"/>
          </a:ln>
        </p:spPr>
      </p:sp>
      <p:sp>
        <p:nvSpPr>
          <p:cNvPr id="46179" name="Line 523"/>
          <p:cNvSpPr/>
          <p:nvPr/>
        </p:nvSpPr>
        <p:spPr>
          <a:xfrm>
            <a:off x="5899150" y="4918075"/>
            <a:ext cx="80963" cy="0"/>
          </a:xfrm>
          <a:prstGeom prst="line">
            <a:avLst/>
          </a:prstGeom>
          <a:ln w="9525" cap="flat" cmpd="sng">
            <a:solidFill>
              <a:schemeClr val="bg2"/>
            </a:solidFill>
            <a:prstDash val="solid"/>
            <a:headEnd type="none" w="med" len="med"/>
            <a:tailEnd type="none" w="med" len="med"/>
          </a:ln>
        </p:spPr>
      </p:sp>
      <p:grpSp>
        <p:nvGrpSpPr>
          <p:cNvPr id="46180" name="Group 596"/>
          <p:cNvGrpSpPr/>
          <p:nvPr/>
        </p:nvGrpSpPr>
        <p:grpSpPr>
          <a:xfrm>
            <a:off x="5084763" y="1677988"/>
            <a:ext cx="3021012" cy="3981450"/>
            <a:chOff x="-1203" y="1352"/>
            <a:chExt cx="1903" cy="2508"/>
          </a:xfrm>
        </p:grpSpPr>
        <p:grpSp>
          <p:nvGrpSpPr>
            <p:cNvPr id="46270" name="Group 266"/>
            <p:cNvGrpSpPr/>
            <p:nvPr/>
          </p:nvGrpSpPr>
          <p:grpSpPr>
            <a:xfrm>
              <a:off x="-1203" y="1647"/>
              <a:ext cx="436" cy="114"/>
              <a:chOff x="3072" y="739"/>
              <a:chExt cx="652" cy="146"/>
            </a:xfrm>
          </p:grpSpPr>
          <p:pic>
            <p:nvPicPr>
              <p:cNvPr id="46307" name="Picture 267" descr="lgv_fqmg[1]"/>
              <p:cNvPicPr>
                <a:picLocks noChangeAspect="1"/>
              </p:cNvPicPr>
              <p:nvPr/>
            </p:nvPicPr>
            <p:blipFill>
              <a:blip r:embed="rId1"/>
              <a:stretch>
                <a:fillRect/>
              </a:stretch>
            </p:blipFill>
            <p:spPr>
              <a:xfrm flipH="1">
                <a:off x="3237" y="739"/>
                <a:ext cx="487" cy="146"/>
              </a:xfrm>
              <a:prstGeom prst="rect">
                <a:avLst/>
              </a:prstGeom>
              <a:noFill/>
              <a:ln w="9525">
                <a:noFill/>
              </a:ln>
            </p:spPr>
          </p:pic>
          <p:sp>
            <p:nvSpPr>
              <p:cNvPr id="46308" name="Line 268"/>
              <p:cNvSpPr/>
              <p:nvPr/>
            </p:nvSpPr>
            <p:spPr>
              <a:xfrm flipH="1">
                <a:off x="3104" y="784"/>
                <a:ext cx="88" cy="0"/>
              </a:xfrm>
              <a:prstGeom prst="line">
                <a:avLst/>
              </a:prstGeom>
              <a:ln w="9525" cap="flat" cmpd="sng">
                <a:solidFill>
                  <a:schemeClr val="tx1"/>
                </a:solidFill>
                <a:prstDash val="solid"/>
                <a:headEnd type="none" w="med" len="med"/>
                <a:tailEnd type="none" w="med" len="med"/>
              </a:ln>
            </p:spPr>
          </p:sp>
          <p:sp>
            <p:nvSpPr>
              <p:cNvPr id="46309" name="Line 269"/>
              <p:cNvSpPr/>
              <p:nvPr/>
            </p:nvSpPr>
            <p:spPr>
              <a:xfrm flipH="1">
                <a:off x="3072" y="760"/>
                <a:ext cx="144" cy="0"/>
              </a:xfrm>
              <a:prstGeom prst="line">
                <a:avLst/>
              </a:prstGeom>
              <a:ln w="9525" cap="flat" cmpd="sng">
                <a:solidFill>
                  <a:schemeClr val="tx1"/>
                </a:solidFill>
                <a:prstDash val="solid"/>
                <a:headEnd type="none" w="med" len="med"/>
                <a:tailEnd type="none" w="med" len="med"/>
              </a:ln>
            </p:spPr>
          </p:sp>
        </p:grpSp>
        <p:pic>
          <p:nvPicPr>
            <p:cNvPr id="46271" name="Picture 270" descr="imgyjavg[1]"/>
            <p:cNvPicPr>
              <a:picLocks noChangeAspect="1"/>
            </p:cNvPicPr>
            <p:nvPr/>
          </p:nvPicPr>
          <p:blipFill>
            <a:blip r:embed="rId2"/>
            <a:stretch>
              <a:fillRect/>
            </a:stretch>
          </p:blipFill>
          <p:spPr>
            <a:xfrm>
              <a:off x="-1027" y="1466"/>
              <a:ext cx="232" cy="168"/>
            </a:xfrm>
            <a:prstGeom prst="rect">
              <a:avLst/>
            </a:prstGeom>
            <a:noFill/>
            <a:ln w="9525">
              <a:noFill/>
            </a:ln>
          </p:spPr>
        </p:pic>
        <p:grpSp>
          <p:nvGrpSpPr>
            <p:cNvPr id="46272" name="Group 271"/>
            <p:cNvGrpSpPr/>
            <p:nvPr/>
          </p:nvGrpSpPr>
          <p:grpSpPr>
            <a:xfrm>
              <a:off x="-546" y="1352"/>
              <a:ext cx="256" cy="269"/>
              <a:chOff x="2870" y="1518"/>
              <a:chExt cx="292" cy="320"/>
            </a:xfrm>
          </p:grpSpPr>
          <p:graphicFrame>
            <p:nvGraphicFramePr>
              <p:cNvPr id="46305" name="Object 27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3" name="" r:id="rId3" imgW="11601450" imgH="11791950" progId="MS_ClipArt_Gallery.2">
                      <p:embed/>
                    </p:oleObj>
                  </mc:Choice>
                  <mc:Fallback>
                    <p:oleObj name="" r:id="rId3" imgW="11601450" imgH="11791950" progId="MS_ClipArt_Gallery.2">
                      <p:embed/>
                      <p:pic>
                        <p:nvPicPr>
                          <p:cNvPr id="0" name="图片 3112"/>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6306" name="Object 27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12" name="" r:id="rId5" imgW="1268095" imgH="1199515" progId="MS_ClipArt_Gallery.2">
                      <p:embed/>
                    </p:oleObj>
                  </mc:Choice>
                  <mc:Fallback>
                    <p:oleObj name="" r:id="rId5" imgW="1268095" imgH="1199515" progId="MS_ClipArt_Gallery.2">
                      <p:embed/>
                      <p:pic>
                        <p:nvPicPr>
                          <p:cNvPr id="0" name="图片 3111"/>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6273" name="Group 405"/>
            <p:cNvGrpSpPr/>
            <p:nvPr/>
          </p:nvGrpSpPr>
          <p:grpSpPr>
            <a:xfrm>
              <a:off x="-1002" y="2262"/>
              <a:ext cx="209" cy="224"/>
              <a:chOff x="2870" y="1518"/>
              <a:chExt cx="292" cy="320"/>
            </a:xfrm>
          </p:grpSpPr>
          <p:graphicFrame>
            <p:nvGraphicFramePr>
              <p:cNvPr id="46303" name="Object 4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5" name="" r:id="rId7" imgW="11601450" imgH="11791950" progId="MS_ClipArt_Gallery.2">
                      <p:embed/>
                    </p:oleObj>
                  </mc:Choice>
                  <mc:Fallback>
                    <p:oleObj name="" r:id="rId7" imgW="11601450" imgH="11791950" progId="MS_ClipArt_Gallery.2">
                      <p:embed/>
                      <p:pic>
                        <p:nvPicPr>
                          <p:cNvPr id="0" name="图片 3114"/>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6304" name="Object 4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11" name="" r:id="rId8" imgW="1268095" imgH="1199515" progId="MS_ClipArt_Gallery.2">
                      <p:embed/>
                    </p:oleObj>
                  </mc:Choice>
                  <mc:Fallback>
                    <p:oleObj name="" r:id="rId8" imgW="1268095" imgH="1199515" progId="MS_ClipArt_Gallery.2">
                      <p:embed/>
                      <p:pic>
                        <p:nvPicPr>
                          <p:cNvPr id="0" name="图片 3110"/>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aphicFrame>
          <p:nvGraphicFramePr>
            <p:cNvPr id="46274" name="Object 426"/>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spid="_x0000_s3114" name="" r:id="rId9" imgW="18192750" imgH="15087600" progId="MS_ClipArt_Gallery.2">
                    <p:embed/>
                  </p:oleObj>
                </mc:Choice>
                <mc:Fallback>
                  <p:oleObj name="" r:id="rId9" imgW="18192750" imgH="15087600" progId="MS_ClipArt_Gallery.2">
                    <p:embed/>
                    <p:pic>
                      <p:nvPicPr>
                        <p:cNvPr id="0" name="图片 3113"/>
                        <p:cNvPicPr/>
                        <p:nvPr/>
                      </p:nvPicPr>
                      <p:blipFill>
                        <a:blip r:embed="rId10"/>
                        <a:stretch>
                          <a:fillRect/>
                        </a:stretch>
                      </p:blipFill>
                      <p:spPr>
                        <a:xfrm>
                          <a:off x="-732" y="2289"/>
                          <a:ext cx="207" cy="173"/>
                        </a:xfrm>
                        <a:prstGeom prst="rect">
                          <a:avLst/>
                        </a:prstGeom>
                        <a:noFill/>
                        <a:ln w="38100">
                          <a:noFill/>
                          <a:miter/>
                        </a:ln>
                      </p:spPr>
                    </p:pic>
                  </p:oleObj>
                </mc:Fallback>
              </mc:AlternateContent>
            </a:graphicData>
          </a:graphic>
        </p:graphicFrame>
        <p:grpSp>
          <p:nvGrpSpPr>
            <p:cNvPr id="46275" name="Group 431"/>
            <p:cNvGrpSpPr/>
            <p:nvPr/>
          </p:nvGrpSpPr>
          <p:grpSpPr>
            <a:xfrm>
              <a:off x="310" y="3575"/>
              <a:ext cx="125" cy="230"/>
              <a:chOff x="4180" y="783"/>
              <a:chExt cx="150" cy="307"/>
            </a:xfrm>
          </p:grpSpPr>
          <p:sp>
            <p:nvSpPr>
              <p:cNvPr id="46295" name="AutoShape 432"/>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96" name="Rectangle 433"/>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97" name="Rectangle 434"/>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98" name="AutoShape 435"/>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99" name="Line 436"/>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46300" name="Line 437"/>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46301" name="Rectangle 438"/>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302" name="Rectangle 439"/>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aphicFrame>
          <p:nvGraphicFramePr>
            <p:cNvPr id="46276" name="Object 494"/>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spid="_x0000_s3104" name="" r:id="rId11" imgW="18192750" imgH="15087600" progId="MS_ClipArt_Gallery.2">
                    <p:embed/>
                  </p:oleObj>
                </mc:Choice>
                <mc:Fallback>
                  <p:oleObj name="" r:id="rId11" imgW="18192750" imgH="15087600" progId="MS_ClipArt_Gallery.2">
                    <p:embed/>
                    <p:pic>
                      <p:nvPicPr>
                        <p:cNvPr id="0" name="图片 3103"/>
                        <p:cNvPicPr/>
                        <p:nvPr/>
                      </p:nvPicPr>
                      <p:blipFill>
                        <a:blip r:embed="rId10"/>
                        <a:stretch>
                          <a:fillRect/>
                        </a:stretch>
                      </p:blipFill>
                      <p:spPr>
                        <a:xfrm>
                          <a:off x="-975" y="3384"/>
                          <a:ext cx="216" cy="180"/>
                        </a:xfrm>
                        <a:prstGeom prst="rect">
                          <a:avLst/>
                        </a:prstGeom>
                        <a:noFill/>
                        <a:ln w="38100">
                          <a:noFill/>
                          <a:miter/>
                        </a:ln>
                      </p:spPr>
                    </p:pic>
                  </p:oleObj>
                </mc:Fallback>
              </mc:AlternateContent>
            </a:graphicData>
          </a:graphic>
        </p:graphicFrame>
        <p:graphicFrame>
          <p:nvGraphicFramePr>
            <p:cNvPr id="46277" name="Object 495"/>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spid="_x0000_s3108" name="" r:id="rId12" imgW="18192750" imgH="15087600" progId="MS_ClipArt_Gallery.2">
                    <p:embed/>
                  </p:oleObj>
                </mc:Choice>
                <mc:Fallback>
                  <p:oleObj name="" r:id="rId12" imgW="18192750" imgH="15087600" progId="MS_ClipArt_Gallery.2">
                    <p:embed/>
                    <p:pic>
                      <p:nvPicPr>
                        <p:cNvPr id="0" name="图片 3107"/>
                        <p:cNvPicPr/>
                        <p:nvPr/>
                      </p:nvPicPr>
                      <p:blipFill>
                        <a:blip r:embed="rId10"/>
                        <a:stretch>
                          <a:fillRect/>
                        </a:stretch>
                      </p:blipFill>
                      <p:spPr>
                        <a:xfrm>
                          <a:off x="-871" y="3184"/>
                          <a:ext cx="216" cy="180"/>
                        </a:xfrm>
                        <a:prstGeom prst="rect">
                          <a:avLst/>
                        </a:prstGeom>
                        <a:noFill/>
                        <a:ln w="38100">
                          <a:noFill/>
                          <a:miter/>
                        </a:ln>
                      </p:spPr>
                    </p:pic>
                  </p:oleObj>
                </mc:Fallback>
              </mc:AlternateContent>
            </a:graphicData>
          </a:graphic>
        </p:graphicFrame>
        <p:graphicFrame>
          <p:nvGraphicFramePr>
            <p:cNvPr id="46278" name="Object 496"/>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spid="_x0000_s3106" name="" r:id="rId13" imgW="18192750" imgH="15087600" progId="MS_ClipArt_Gallery.2">
                    <p:embed/>
                  </p:oleObj>
                </mc:Choice>
                <mc:Fallback>
                  <p:oleObj name="" r:id="rId13" imgW="18192750" imgH="15087600" progId="MS_ClipArt_Gallery.2">
                    <p:embed/>
                    <p:pic>
                      <p:nvPicPr>
                        <p:cNvPr id="0" name="图片 3105"/>
                        <p:cNvPicPr/>
                        <p:nvPr/>
                      </p:nvPicPr>
                      <p:blipFill>
                        <a:blip r:embed="rId10"/>
                        <a:stretch>
                          <a:fillRect/>
                        </a:stretch>
                      </p:blipFill>
                      <p:spPr>
                        <a:xfrm>
                          <a:off x="-703" y="3544"/>
                          <a:ext cx="216" cy="180"/>
                        </a:xfrm>
                        <a:prstGeom prst="rect">
                          <a:avLst/>
                        </a:prstGeom>
                        <a:noFill/>
                        <a:ln w="38100">
                          <a:noFill/>
                          <a:miter/>
                        </a:ln>
                      </p:spPr>
                    </p:pic>
                  </p:oleObj>
                </mc:Fallback>
              </mc:AlternateContent>
            </a:graphicData>
          </a:graphic>
        </p:graphicFrame>
        <p:graphicFrame>
          <p:nvGraphicFramePr>
            <p:cNvPr id="46279" name="Object 497"/>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spid="_x0000_s3109" name="" r:id="rId14" imgW="18192750" imgH="15087600" progId="MS_ClipArt_Gallery.2">
                    <p:embed/>
                  </p:oleObj>
                </mc:Choice>
                <mc:Fallback>
                  <p:oleObj name="" r:id="rId14" imgW="18192750" imgH="15087600" progId="MS_ClipArt_Gallery.2">
                    <p:embed/>
                    <p:pic>
                      <p:nvPicPr>
                        <p:cNvPr id="0" name="图片 3108"/>
                        <p:cNvPicPr/>
                        <p:nvPr/>
                      </p:nvPicPr>
                      <p:blipFill>
                        <a:blip r:embed="rId10"/>
                        <a:stretch>
                          <a:fillRect/>
                        </a:stretch>
                      </p:blipFill>
                      <p:spPr>
                        <a:xfrm>
                          <a:off x="-489" y="3546"/>
                          <a:ext cx="216" cy="180"/>
                        </a:xfrm>
                        <a:prstGeom prst="rect">
                          <a:avLst/>
                        </a:prstGeom>
                        <a:noFill/>
                        <a:ln w="38100">
                          <a:noFill/>
                          <a:miter/>
                        </a:ln>
                      </p:spPr>
                    </p:pic>
                  </p:oleObj>
                </mc:Fallback>
              </mc:AlternateContent>
            </a:graphicData>
          </a:graphic>
        </p:graphicFrame>
        <p:grpSp>
          <p:nvGrpSpPr>
            <p:cNvPr id="46280" name="Group 498"/>
            <p:cNvGrpSpPr/>
            <p:nvPr/>
          </p:nvGrpSpPr>
          <p:grpSpPr>
            <a:xfrm>
              <a:off x="83" y="3625"/>
              <a:ext cx="172" cy="215"/>
              <a:chOff x="2870" y="1518"/>
              <a:chExt cx="292" cy="320"/>
            </a:xfrm>
          </p:grpSpPr>
          <p:graphicFrame>
            <p:nvGraphicFramePr>
              <p:cNvPr id="46293" name="Object 49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3" name="" r:id="rId15" imgW="11601450" imgH="11791950" progId="MS_ClipArt_Gallery.2">
                      <p:embed/>
                    </p:oleObj>
                  </mc:Choice>
                  <mc:Fallback>
                    <p:oleObj name="" r:id="rId15" imgW="11601450" imgH="11791950" progId="MS_ClipArt_Gallery.2">
                      <p:embed/>
                      <p:pic>
                        <p:nvPicPr>
                          <p:cNvPr id="0" name="图片 3102"/>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6294" name="Object 50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5" name="" r:id="rId16" imgW="1268095" imgH="1199515" progId="MS_ClipArt_Gallery.2">
                      <p:embed/>
                    </p:oleObj>
                  </mc:Choice>
                  <mc:Fallback>
                    <p:oleObj name="" r:id="rId16" imgW="1268095" imgH="1199515" progId="MS_ClipArt_Gallery.2">
                      <p:embed/>
                      <p:pic>
                        <p:nvPicPr>
                          <p:cNvPr id="0" name="图片 3104"/>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6281" name="Group 501"/>
            <p:cNvGrpSpPr/>
            <p:nvPr/>
          </p:nvGrpSpPr>
          <p:grpSpPr>
            <a:xfrm>
              <a:off x="-201" y="3657"/>
              <a:ext cx="220" cy="203"/>
              <a:chOff x="2870" y="1518"/>
              <a:chExt cx="292" cy="320"/>
            </a:xfrm>
          </p:grpSpPr>
          <p:graphicFrame>
            <p:nvGraphicFramePr>
              <p:cNvPr id="46291" name="Object 50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7" name="" r:id="rId17" imgW="11601450" imgH="11791950" progId="MS_ClipArt_Gallery.2">
                      <p:embed/>
                    </p:oleObj>
                  </mc:Choice>
                  <mc:Fallback>
                    <p:oleObj name="" r:id="rId17" imgW="11601450" imgH="11791950" progId="MS_ClipArt_Gallery.2">
                      <p:embed/>
                      <p:pic>
                        <p:nvPicPr>
                          <p:cNvPr id="0" name="图片 3106"/>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6292" name="Object 50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10" name="" r:id="rId18" imgW="1268095" imgH="1199515" progId="MS_ClipArt_Gallery.2">
                      <p:embed/>
                    </p:oleObj>
                  </mc:Choice>
                  <mc:Fallback>
                    <p:oleObj name="" r:id="rId18" imgW="1268095" imgH="1199515" progId="MS_ClipArt_Gallery.2">
                      <p:embed/>
                      <p:pic>
                        <p:nvPicPr>
                          <p:cNvPr id="0" name="图片 3109"/>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6282" name="Group 524"/>
            <p:cNvGrpSpPr/>
            <p:nvPr/>
          </p:nvGrpSpPr>
          <p:grpSpPr>
            <a:xfrm>
              <a:off x="569" y="3419"/>
              <a:ext cx="131" cy="258"/>
              <a:chOff x="4180" y="783"/>
              <a:chExt cx="150" cy="307"/>
            </a:xfrm>
          </p:grpSpPr>
          <p:sp>
            <p:nvSpPr>
              <p:cNvPr id="46283" name="AutoShape 525"/>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84" name="Rectangle 526"/>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85" name="Rectangle 527"/>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86" name="AutoShape 528"/>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87" name="Line 529"/>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46288" name="Line 530"/>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46289" name="Rectangle 531"/>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90" name="Rectangle 532"/>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sp>
        <p:nvSpPr>
          <p:cNvPr id="46181" name="Line 533"/>
          <p:cNvSpPr/>
          <p:nvPr/>
        </p:nvSpPr>
        <p:spPr>
          <a:xfrm flipH="1">
            <a:off x="5988050" y="3440113"/>
            <a:ext cx="3175" cy="144462"/>
          </a:xfrm>
          <a:prstGeom prst="line">
            <a:avLst/>
          </a:prstGeom>
          <a:ln w="9525" cap="flat" cmpd="sng">
            <a:solidFill>
              <a:schemeClr val="bg2"/>
            </a:solidFill>
            <a:prstDash val="solid"/>
            <a:headEnd type="none" w="med" len="med"/>
            <a:tailEnd type="none" w="med" len="med"/>
          </a:ln>
        </p:spPr>
      </p:sp>
      <p:sp>
        <p:nvSpPr>
          <p:cNvPr id="46182" name="Line 534"/>
          <p:cNvSpPr/>
          <p:nvPr/>
        </p:nvSpPr>
        <p:spPr>
          <a:xfrm flipV="1">
            <a:off x="7285038" y="2422525"/>
            <a:ext cx="123825" cy="87313"/>
          </a:xfrm>
          <a:prstGeom prst="line">
            <a:avLst/>
          </a:prstGeom>
          <a:ln w="9525" cap="flat" cmpd="sng">
            <a:solidFill>
              <a:schemeClr val="bg2"/>
            </a:solidFill>
            <a:prstDash val="solid"/>
            <a:headEnd type="none" w="med" len="med"/>
            <a:tailEnd type="none" w="med" len="med"/>
          </a:ln>
        </p:spPr>
      </p:sp>
      <p:sp>
        <p:nvSpPr>
          <p:cNvPr id="46183" name="Line 535"/>
          <p:cNvSpPr/>
          <p:nvPr/>
        </p:nvSpPr>
        <p:spPr>
          <a:xfrm>
            <a:off x="7112000" y="2595563"/>
            <a:ext cx="0" cy="82550"/>
          </a:xfrm>
          <a:prstGeom prst="line">
            <a:avLst/>
          </a:prstGeom>
          <a:ln w="9525" cap="flat" cmpd="sng">
            <a:solidFill>
              <a:schemeClr val="bg2"/>
            </a:solidFill>
            <a:prstDash val="solid"/>
            <a:headEnd type="none" w="med" len="med"/>
            <a:tailEnd type="none" w="med" len="med"/>
          </a:ln>
        </p:spPr>
      </p:sp>
      <p:sp>
        <p:nvSpPr>
          <p:cNvPr id="46184" name="Line 536"/>
          <p:cNvSpPr/>
          <p:nvPr/>
        </p:nvSpPr>
        <p:spPr>
          <a:xfrm flipV="1">
            <a:off x="7296150" y="2492375"/>
            <a:ext cx="263525" cy="288925"/>
          </a:xfrm>
          <a:prstGeom prst="line">
            <a:avLst/>
          </a:prstGeom>
          <a:ln w="9525" cap="flat" cmpd="sng">
            <a:solidFill>
              <a:schemeClr val="bg2"/>
            </a:solidFill>
            <a:prstDash val="solid"/>
            <a:headEnd type="none" w="med" len="med"/>
            <a:tailEnd type="none" w="med" len="med"/>
          </a:ln>
        </p:spPr>
      </p:sp>
      <p:sp>
        <p:nvSpPr>
          <p:cNvPr id="46185" name="Line 537"/>
          <p:cNvSpPr/>
          <p:nvPr/>
        </p:nvSpPr>
        <p:spPr>
          <a:xfrm>
            <a:off x="7648575" y="2490788"/>
            <a:ext cx="0" cy="196850"/>
          </a:xfrm>
          <a:prstGeom prst="line">
            <a:avLst/>
          </a:prstGeom>
          <a:ln w="9525" cap="flat" cmpd="sng">
            <a:solidFill>
              <a:schemeClr val="bg2"/>
            </a:solidFill>
            <a:prstDash val="solid"/>
            <a:headEnd type="none" w="med" len="med"/>
            <a:tailEnd type="none" w="med" len="med"/>
          </a:ln>
        </p:spPr>
      </p:sp>
      <p:sp>
        <p:nvSpPr>
          <p:cNvPr id="46186" name="Line 538"/>
          <p:cNvSpPr/>
          <p:nvPr/>
        </p:nvSpPr>
        <p:spPr>
          <a:xfrm>
            <a:off x="7302500" y="2797175"/>
            <a:ext cx="188913" cy="0"/>
          </a:xfrm>
          <a:prstGeom prst="line">
            <a:avLst/>
          </a:prstGeom>
          <a:ln w="9525" cap="flat" cmpd="sng">
            <a:solidFill>
              <a:schemeClr val="bg2"/>
            </a:solidFill>
            <a:prstDash val="solid"/>
            <a:headEnd type="none" w="med" len="med"/>
            <a:tailEnd type="none" w="med" len="med"/>
          </a:ln>
        </p:spPr>
      </p:sp>
      <p:sp>
        <p:nvSpPr>
          <p:cNvPr id="46187" name="Line 539"/>
          <p:cNvSpPr/>
          <p:nvPr/>
        </p:nvSpPr>
        <p:spPr>
          <a:xfrm flipV="1">
            <a:off x="5597525" y="3663950"/>
            <a:ext cx="168275" cy="3175"/>
          </a:xfrm>
          <a:prstGeom prst="line">
            <a:avLst/>
          </a:prstGeom>
          <a:ln w="9525" cap="flat" cmpd="sng">
            <a:solidFill>
              <a:schemeClr val="bg2"/>
            </a:solidFill>
            <a:prstDash val="solid"/>
            <a:headEnd type="none" w="med" len="med"/>
            <a:tailEnd type="none" w="med" len="med"/>
          </a:ln>
        </p:spPr>
      </p:sp>
      <p:sp>
        <p:nvSpPr>
          <p:cNvPr id="46188" name="Line 540"/>
          <p:cNvSpPr/>
          <p:nvPr/>
        </p:nvSpPr>
        <p:spPr>
          <a:xfrm flipV="1">
            <a:off x="7716838" y="2190750"/>
            <a:ext cx="238125" cy="168275"/>
          </a:xfrm>
          <a:prstGeom prst="line">
            <a:avLst/>
          </a:prstGeom>
          <a:ln w="9525" cap="flat" cmpd="sng">
            <a:solidFill>
              <a:schemeClr val="bg2"/>
            </a:solidFill>
            <a:prstDash val="solid"/>
            <a:headEnd type="none" w="med" len="med"/>
            <a:tailEnd type="none" w="med" len="med"/>
          </a:ln>
        </p:spPr>
      </p:sp>
      <p:sp>
        <p:nvSpPr>
          <p:cNvPr id="46189" name="Line 541"/>
          <p:cNvSpPr/>
          <p:nvPr/>
        </p:nvSpPr>
        <p:spPr>
          <a:xfrm>
            <a:off x="7856538" y="2787650"/>
            <a:ext cx="177800" cy="0"/>
          </a:xfrm>
          <a:prstGeom prst="line">
            <a:avLst/>
          </a:prstGeom>
          <a:ln w="9525" cap="flat" cmpd="sng">
            <a:solidFill>
              <a:schemeClr val="bg2"/>
            </a:solidFill>
            <a:prstDash val="solid"/>
            <a:headEnd type="none" w="med" len="med"/>
            <a:tailEnd type="none" w="med" len="med"/>
          </a:ln>
        </p:spPr>
      </p:sp>
      <p:sp>
        <p:nvSpPr>
          <p:cNvPr id="46190" name="Line 542"/>
          <p:cNvSpPr/>
          <p:nvPr/>
        </p:nvSpPr>
        <p:spPr>
          <a:xfrm flipH="1">
            <a:off x="7002463" y="2863850"/>
            <a:ext cx="98425" cy="704850"/>
          </a:xfrm>
          <a:prstGeom prst="line">
            <a:avLst/>
          </a:prstGeom>
          <a:ln w="9525" cap="flat" cmpd="sng">
            <a:solidFill>
              <a:schemeClr val="bg2"/>
            </a:solidFill>
            <a:prstDash val="solid"/>
            <a:headEnd type="none" w="med" len="med"/>
            <a:tailEnd type="none" w="med" len="med"/>
          </a:ln>
        </p:spPr>
      </p:sp>
      <p:sp>
        <p:nvSpPr>
          <p:cNvPr id="46191" name="Line 543"/>
          <p:cNvSpPr/>
          <p:nvPr/>
        </p:nvSpPr>
        <p:spPr>
          <a:xfrm flipH="1">
            <a:off x="7593013" y="2863850"/>
            <a:ext cx="111125" cy="727075"/>
          </a:xfrm>
          <a:prstGeom prst="line">
            <a:avLst/>
          </a:prstGeom>
          <a:ln w="9525" cap="flat" cmpd="sng">
            <a:solidFill>
              <a:schemeClr val="bg2"/>
            </a:solidFill>
            <a:prstDash val="solid"/>
            <a:headEnd type="none" w="med" len="med"/>
            <a:tailEnd type="none" w="med" len="med"/>
          </a:ln>
        </p:spPr>
      </p:sp>
      <p:grpSp>
        <p:nvGrpSpPr>
          <p:cNvPr id="46192" name="Group 546"/>
          <p:cNvGrpSpPr/>
          <p:nvPr/>
        </p:nvGrpSpPr>
        <p:grpSpPr>
          <a:xfrm>
            <a:off x="6645275" y="4481513"/>
            <a:ext cx="501650" cy="234950"/>
            <a:chOff x="4701" y="2996"/>
            <a:chExt cx="316" cy="148"/>
          </a:xfrm>
        </p:grpSpPr>
        <p:sp>
          <p:nvSpPr>
            <p:cNvPr id="46257" name="Oval 547"/>
            <p:cNvSpPr/>
            <p:nvPr/>
          </p:nvSpPr>
          <p:spPr>
            <a:xfrm>
              <a:off x="4704" y="3062"/>
              <a:ext cx="313" cy="8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58" name="Line 548"/>
            <p:cNvSpPr/>
            <p:nvPr/>
          </p:nvSpPr>
          <p:spPr>
            <a:xfrm>
              <a:off x="4704" y="3055"/>
              <a:ext cx="0" cy="51"/>
            </a:xfrm>
            <a:prstGeom prst="line">
              <a:avLst/>
            </a:prstGeom>
            <a:ln w="12700" cap="flat" cmpd="sng">
              <a:solidFill>
                <a:schemeClr val="folHlink"/>
              </a:solidFill>
              <a:prstDash val="solid"/>
              <a:headEnd type="none" w="med" len="med"/>
              <a:tailEnd type="none" w="med" len="med"/>
            </a:ln>
          </p:spPr>
        </p:sp>
        <p:sp>
          <p:nvSpPr>
            <p:cNvPr id="46259" name="Line 549"/>
            <p:cNvSpPr/>
            <p:nvPr/>
          </p:nvSpPr>
          <p:spPr>
            <a:xfrm>
              <a:off x="5017" y="3055"/>
              <a:ext cx="0" cy="51"/>
            </a:xfrm>
            <a:prstGeom prst="line">
              <a:avLst/>
            </a:prstGeom>
            <a:ln w="12700" cap="flat" cmpd="sng">
              <a:solidFill>
                <a:schemeClr val="folHlink"/>
              </a:solidFill>
              <a:prstDash val="solid"/>
              <a:headEnd type="none" w="med" len="med"/>
              <a:tailEnd type="none" w="med" len="med"/>
            </a:ln>
          </p:spPr>
        </p:sp>
        <p:sp>
          <p:nvSpPr>
            <p:cNvPr id="46260" name="Rectangle 550"/>
            <p:cNvSpPr/>
            <p:nvPr/>
          </p:nvSpPr>
          <p:spPr>
            <a:xfrm>
              <a:off x="4704" y="3055"/>
              <a:ext cx="310" cy="50"/>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61" name="Oval 551"/>
            <p:cNvSpPr/>
            <p:nvPr/>
          </p:nvSpPr>
          <p:spPr>
            <a:xfrm>
              <a:off x="4701" y="2996"/>
              <a:ext cx="313" cy="96"/>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262" name="Group 552"/>
            <p:cNvGrpSpPr/>
            <p:nvPr/>
          </p:nvGrpSpPr>
          <p:grpSpPr>
            <a:xfrm>
              <a:off x="4776" y="3017"/>
              <a:ext cx="156" cy="56"/>
              <a:chOff x="2848" y="848"/>
              <a:chExt cx="140" cy="98"/>
            </a:xfrm>
          </p:grpSpPr>
          <p:sp>
            <p:nvSpPr>
              <p:cNvPr id="46267" name="Line 553"/>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268" name="Line 554"/>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269" name="Line 555"/>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263" name="Group 556"/>
            <p:cNvGrpSpPr/>
            <p:nvPr/>
          </p:nvGrpSpPr>
          <p:grpSpPr>
            <a:xfrm flipV="1">
              <a:off x="4776" y="3016"/>
              <a:ext cx="156" cy="56"/>
              <a:chOff x="2848" y="848"/>
              <a:chExt cx="140" cy="98"/>
            </a:xfrm>
          </p:grpSpPr>
          <p:sp>
            <p:nvSpPr>
              <p:cNvPr id="46264" name="Line 557"/>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265" name="Line 558"/>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266" name="Line 559"/>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grpSp>
        <p:nvGrpSpPr>
          <p:cNvPr id="46193" name="Group 560"/>
          <p:cNvGrpSpPr/>
          <p:nvPr/>
        </p:nvGrpSpPr>
        <p:grpSpPr>
          <a:xfrm>
            <a:off x="5980113" y="4783138"/>
            <a:ext cx="501650" cy="234950"/>
            <a:chOff x="4701" y="2996"/>
            <a:chExt cx="316" cy="148"/>
          </a:xfrm>
        </p:grpSpPr>
        <p:sp>
          <p:nvSpPr>
            <p:cNvPr id="46244" name="Oval 561"/>
            <p:cNvSpPr/>
            <p:nvPr/>
          </p:nvSpPr>
          <p:spPr>
            <a:xfrm>
              <a:off x="4704" y="3062"/>
              <a:ext cx="313" cy="8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45" name="Line 562"/>
            <p:cNvSpPr/>
            <p:nvPr/>
          </p:nvSpPr>
          <p:spPr>
            <a:xfrm>
              <a:off x="4704" y="3055"/>
              <a:ext cx="0" cy="51"/>
            </a:xfrm>
            <a:prstGeom prst="line">
              <a:avLst/>
            </a:prstGeom>
            <a:ln w="12700" cap="flat" cmpd="sng">
              <a:solidFill>
                <a:schemeClr val="folHlink"/>
              </a:solidFill>
              <a:prstDash val="solid"/>
              <a:headEnd type="none" w="med" len="med"/>
              <a:tailEnd type="none" w="med" len="med"/>
            </a:ln>
          </p:spPr>
        </p:sp>
        <p:sp>
          <p:nvSpPr>
            <p:cNvPr id="46246" name="Line 563"/>
            <p:cNvSpPr/>
            <p:nvPr/>
          </p:nvSpPr>
          <p:spPr>
            <a:xfrm>
              <a:off x="5017" y="3055"/>
              <a:ext cx="0" cy="51"/>
            </a:xfrm>
            <a:prstGeom prst="line">
              <a:avLst/>
            </a:prstGeom>
            <a:ln w="12700" cap="flat" cmpd="sng">
              <a:solidFill>
                <a:schemeClr val="folHlink"/>
              </a:solidFill>
              <a:prstDash val="solid"/>
              <a:headEnd type="none" w="med" len="med"/>
              <a:tailEnd type="none" w="med" len="med"/>
            </a:ln>
          </p:spPr>
        </p:sp>
        <p:sp>
          <p:nvSpPr>
            <p:cNvPr id="46247" name="Rectangle 564"/>
            <p:cNvSpPr/>
            <p:nvPr/>
          </p:nvSpPr>
          <p:spPr>
            <a:xfrm>
              <a:off x="4704" y="3055"/>
              <a:ext cx="310" cy="50"/>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248" name="Oval 565"/>
            <p:cNvSpPr/>
            <p:nvPr/>
          </p:nvSpPr>
          <p:spPr>
            <a:xfrm>
              <a:off x="4701" y="2996"/>
              <a:ext cx="313" cy="96"/>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6249" name="Group 566"/>
            <p:cNvGrpSpPr/>
            <p:nvPr/>
          </p:nvGrpSpPr>
          <p:grpSpPr>
            <a:xfrm>
              <a:off x="4776" y="3017"/>
              <a:ext cx="156" cy="56"/>
              <a:chOff x="2848" y="848"/>
              <a:chExt cx="140" cy="98"/>
            </a:xfrm>
          </p:grpSpPr>
          <p:sp>
            <p:nvSpPr>
              <p:cNvPr id="46254" name="Line 567"/>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255" name="Line 568"/>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256" name="Line 569"/>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6250" name="Group 570"/>
            <p:cNvGrpSpPr/>
            <p:nvPr/>
          </p:nvGrpSpPr>
          <p:grpSpPr>
            <a:xfrm flipV="1">
              <a:off x="4776" y="3016"/>
              <a:ext cx="156" cy="56"/>
              <a:chOff x="2848" y="848"/>
              <a:chExt cx="140" cy="98"/>
            </a:xfrm>
          </p:grpSpPr>
          <p:sp>
            <p:nvSpPr>
              <p:cNvPr id="46251" name="Line 571"/>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6252" name="Line 572"/>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6253" name="Line 573"/>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grpSp>
        <p:nvGrpSpPr>
          <p:cNvPr id="46194" name="Group 576"/>
          <p:cNvGrpSpPr/>
          <p:nvPr/>
        </p:nvGrpSpPr>
        <p:grpSpPr>
          <a:xfrm>
            <a:off x="6810375" y="4968875"/>
            <a:ext cx="290513" cy="404813"/>
            <a:chOff x="4290" y="3130"/>
            <a:chExt cx="183" cy="255"/>
          </a:xfrm>
        </p:grpSpPr>
        <p:pic>
          <p:nvPicPr>
            <p:cNvPr id="46226" name="Picture 505" descr="31u_bnrz[1]"/>
            <p:cNvPicPr>
              <a:picLocks noChangeAspect="1"/>
            </p:cNvPicPr>
            <p:nvPr/>
          </p:nvPicPr>
          <p:blipFill>
            <a:blip r:embed="rId19"/>
            <a:stretch>
              <a:fillRect/>
            </a:stretch>
          </p:blipFill>
          <p:spPr>
            <a:xfrm>
              <a:off x="4343" y="3211"/>
              <a:ext cx="121" cy="174"/>
            </a:xfrm>
            <a:prstGeom prst="rect">
              <a:avLst/>
            </a:prstGeom>
            <a:solidFill>
              <a:srgbClr val="DDDDDD"/>
            </a:solidFill>
            <a:ln w="9525">
              <a:noFill/>
            </a:ln>
          </p:spPr>
        </p:pic>
        <p:sp>
          <p:nvSpPr>
            <p:cNvPr id="46227" name="Freeform 506"/>
            <p:cNvSpPr/>
            <p:nvPr/>
          </p:nvSpPr>
          <p:spPr>
            <a:xfrm>
              <a:off x="4339" y="3143"/>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46228" name="Freeform 507"/>
            <p:cNvSpPr/>
            <p:nvPr/>
          </p:nvSpPr>
          <p:spPr>
            <a:xfrm>
              <a:off x="4395" y="3142"/>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46229" name="Freeform 508"/>
            <p:cNvSpPr/>
            <p:nvPr/>
          </p:nvSpPr>
          <p:spPr>
            <a:xfrm>
              <a:off x="4318" y="3135"/>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46230" name="Freeform 509"/>
            <p:cNvSpPr/>
            <p:nvPr/>
          </p:nvSpPr>
          <p:spPr>
            <a:xfrm>
              <a:off x="4394" y="3133"/>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46231" name="Freeform 510"/>
            <p:cNvSpPr/>
            <p:nvPr/>
          </p:nvSpPr>
          <p:spPr>
            <a:xfrm>
              <a:off x="4298" y="3153"/>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46232" name="Freeform 511"/>
            <p:cNvSpPr/>
            <p:nvPr/>
          </p:nvSpPr>
          <p:spPr>
            <a:xfrm>
              <a:off x="4432" y="3130"/>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46233" name="Freeform 512"/>
            <p:cNvSpPr/>
            <p:nvPr/>
          </p:nvSpPr>
          <p:spPr>
            <a:xfrm>
              <a:off x="4387" y="3191"/>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46234" name="Freeform 513"/>
            <p:cNvSpPr/>
            <p:nvPr/>
          </p:nvSpPr>
          <p:spPr>
            <a:xfrm>
              <a:off x="4381" y="3174"/>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46235" name="Freeform 514"/>
            <p:cNvSpPr/>
            <p:nvPr/>
          </p:nvSpPr>
          <p:spPr>
            <a:xfrm>
              <a:off x="4375" y="3163"/>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46236" name="Freeform 515"/>
            <p:cNvSpPr/>
            <p:nvPr/>
          </p:nvSpPr>
          <p:spPr>
            <a:xfrm>
              <a:off x="4370" y="3155"/>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46237" name="Freeform 516"/>
            <p:cNvSpPr/>
            <p:nvPr/>
          </p:nvSpPr>
          <p:spPr>
            <a:xfrm>
              <a:off x="4330" y="3145"/>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38" name="Freeform 517"/>
            <p:cNvSpPr/>
            <p:nvPr/>
          </p:nvSpPr>
          <p:spPr>
            <a:xfrm>
              <a:off x="4386" y="3145"/>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39" name="Freeform 518"/>
            <p:cNvSpPr/>
            <p:nvPr/>
          </p:nvSpPr>
          <p:spPr>
            <a:xfrm>
              <a:off x="4309" y="3138"/>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40" name="Freeform 519"/>
            <p:cNvSpPr/>
            <p:nvPr/>
          </p:nvSpPr>
          <p:spPr>
            <a:xfrm>
              <a:off x="4384" y="3136"/>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41" name="Freeform 520"/>
            <p:cNvSpPr/>
            <p:nvPr/>
          </p:nvSpPr>
          <p:spPr>
            <a:xfrm>
              <a:off x="4290" y="3159"/>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42" name="Freeform 521"/>
            <p:cNvSpPr/>
            <p:nvPr/>
          </p:nvSpPr>
          <p:spPr>
            <a:xfrm>
              <a:off x="4423" y="3133"/>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43" name="Freeform 575"/>
            <p:cNvSpPr/>
            <p:nvPr/>
          </p:nvSpPr>
          <p:spPr>
            <a:xfrm>
              <a:off x="4338" y="3209"/>
              <a:ext cx="125" cy="175"/>
            </a:xfrm>
            <a:custGeom>
              <a:avLst/>
              <a:gdLst>
                <a:gd name="txL" fmla="*/ 0 w 125"/>
                <a:gd name="txT" fmla="*/ 0 h 175"/>
                <a:gd name="txR" fmla="*/ 125 w 125"/>
                <a:gd name="txB" fmla="*/ 175 h 175"/>
              </a:gdLst>
              <a:ahLst/>
              <a:cxnLst>
                <a:cxn ang="0">
                  <a:pos x="0" y="175"/>
                </a:cxn>
                <a:cxn ang="0">
                  <a:pos x="0" y="144"/>
                </a:cxn>
                <a:cxn ang="0">
                  <a:pos x="11" y="144"/>
                </a:cxn>
                <a:cxn ang="0">
                  <a:pos x="11" y="118"/>
                </a:cxn>
                <a:cxn ang="0">
                  <a:pos x="23" y="114"/>
                </a:cxn>
                <a:cxn ang="0">
                  <a:pos x="20" y="88"/>
                </a:cxn>
                <a:cxn ang="0">
                  <a:pos x="30" y="84"/>
                </a:cxn>
                <a:cxn ang="0">
                  <a:pos x="30" y="58"/>
                </a:cxn>
                <a:cxn ang="0">
                  <a:pos x="39" y="54"/>
                </a:cxn>
                <a:cxn ang="0">
                  <a:pos x="39" y="28"/>
                </a:cxn>
                <a:cxn ang="0">
                  <a:pos x="48" y="28"/>
                </a:cxn>
                <a:cxn ang="0">
                  <a:pos x="56" y="0"/>
                </a:cxn>
                <a:cxn ang="0">
                  <a:pos x="80" y="0"/>
                </a:cxn>
                <a:cxn ang="0">
                  <a:pos x="81" y="25"/>
                </a:cxn>
                <a:cxn ang="0">
                  <a:pos x="92" y="24"/>
                </a:cxn>
                <a:cxn ang="0">
                  <a:pos x="93" y="49"/>
                </a:cxn>
                <a:cxn ang="0">
                  <a:pos x="102" y="54"/>
                </a:cxn>
                <a:cxn ang="0">
                  <a:pos x="99" y="81"/>
                </a:cxn>
                <a:cxn ang="0">
                  <a:pos x="114" y="82"/>
                </a:cxn>
                <a:cxn ang="0">
                  <a:pos x="107" y="81"/>
                </a:cxn>
                <a:cxn ang="0">
                  <a:pos x="108" y="114"/>
                </a:cxn>
                <a:cxn ang="0">
                  <a:pos x="117" y="117"/>
                </a:cxn>
                <a:cxn ang="0">
                  <a:pos x="122" y="142"/>
                </a:cxn>
                <a:cxn ang="0">
                  <a:pos x="125" y="175"/>
                </a:cxn>
                <a:cxn ang="0">
                  <a:pos x="0" y="175"/>
                </a:cxn>
              </a:cxnLst>
              <a:rect l="txL" t="txT" r="txR" b="txB"/>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grpSp>
      <p:grpSp>
        <p:nvGrpSpPr>
          <p:cNvPr id="46195" name="Group 577"/>
          <p:cNvGrpSpPr/>
          <p:nvPr/>
        </p:nvGrpSpPr>
        <p:grpSpPr>
          <a:xfrm>
            <a:off x="5367338" y="3430588"/>
            <a:ext cx="290512" cy="404812"/>
            <a:chOff x="4290" y="3130"/>
            <a:chExt cx="183" cy="255"/>
          </a:xfrm>
        </p:grpSpPr>
        <p:pic>
          <p:nvPicPr>
            <p:cNvPr id="46208" name="Picture 578" descr="31u_bnrz[1]"/>
            <p:cNvPicPr>
              <a:picLocks noChangeAspect="1"/>
            </p:cNvPicPr>
            <p:nvPr/>
          </p:nvPicPr>
          <p:blipFill>
            <a:blip r:embed="rId19"/>
            <a:stretch>
              <a:fillRect/>
            </a:stretch>
          </p:blipFill>
          <p:spPr>
            <a:xfrm>
              <a:off x="4343" y="3211"/>
              <a:ext cx="121" cy="174"/>
            </a:xfrm>
            <a:prstGeom prst="rect">
              <a:avLst/>
            </a:prstGeom>
            <a:solidFill>
              <a:srgbClr val="DDDDDD"/>
            </a:solidFill>
            <a:ln w="9525">
              <a:noFill/>
            </a:ln>
          </p:spPr>
        </p:pic>
        <p:sp>
          <p:nvSpPr>
            <p:cNvPr id="46209" name="Freeform 579"/>
            <p:cNvSpPr/>
            <p:nvPr/>
          </p:nvSpPr>
          <p:spPr>
            <a:xfrm>
              <a:off x="4339" y="3143"/>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46210" name="Freeform 580"/>
            <p:cNvSpPr/>
            <p:nvPr/>
          </p:nvSpPr>
          <p:spPr>
            <a:xfrm>
              <a:off x="4395" y="3142"/>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46211" name="Freeform 581"/>
            <p:cNvSpPr/>
            <p:nvPr/>
          </p:nvSpPr>
          <p:spPr>
            <a:xfrm>
              <a:off x="4318" y="3135"/>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46212" name="Freeform 582"/>
            <p:cNvSpPr/>
            <p:nvPr/>
          </p:nvSpPr>
          <p:spPr>
            <a:xfrm>
              <a:off x="4394" y="3133"/>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46213" name="Freeform 583"/>
            <p:cNvSpPr/>
            <p:nvPr/>
          </p:nvSpPr>
          <p:spPr>
            <a:xfrm>
              <a:off x="4298" y="3153"/>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46214" name="Freeform 584"/>
            <p:cNvSpPr/>
            <p:nvPr/>
          </p:nvSpPr>
          <p:spPr>
            <a:xfrm>
              <a:off x="4432" y="3130"/>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46215" name="Freeform 585"/>
            <p:cNvSpPr/>
            <p:nvPr/>
          </p:nvSpPr>
          <p:spPr>
            <a:xfrm>
              <a:off x="4387" y="3191"/>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46216" name="Freeform 586"/>
            <p:cNvSpPr/>
            <p:nvPr/>
          </p:nvSpPr>
          <p:spPr>
            <a:xfrm>
              <a:off x="4381" y="3174"/>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46217" name="Freeform 587"/>
            <p:cNvSpPr/>
            <p:nvPr/>
          </p:nvSpPr>
          <p:spPr>
            <a:xfrm>
              <a:off x="4375" y="3163"/>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46218" name="Freeform 588"/>
            <p:cNvSpPr/>
            <p:nvPr/>
          </p:nvSpPr>
          <p:spPr>
            <a:xfrm>
              <a:off x="4370" y="3155"/>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46219" name="Freeform 589"/>
            <p:cNvSpPr/>
            <p:nvPr/>
          </p:nvSpPr>
          <p:spPr>
            <a:xfrm>
              <a:off x="4330" y="3145"/>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20" name="Freeform 590"/>
            <p:cNvSpPr/>
            <p:nvPr/>
          </p:nvSpPr>
          <p:spPr>
            <a:xfrm>
              <a:off x="4386" y="3145"/>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21" name="Freeform 591"/>
            <p:cNvSpPr/>
            <p:nvPr/>
          </p:nvSpPr>
          <p:spPr>
            <a:xfrm>
              <a:off x="4309" y="3138"/>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22" name="Freeform 592"/>
            <p:cNvSpPr/>
            <p:nvPr/>
          </p:nvSpPr>
          <p:spPr>
            <a:xfrm>
              <a:off x="4384" y="3136"/>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23" name="Freeform 593"/>
            <p:cNvSpPr/>
            <p:nvPr/>
          </p:nvSpPr>
          <p:spPr>
            <a:xfrm>
              <a:off x="4290" y="3159"/>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24" name="Freeform 594"/>
            <p:cNvSpPr/>
            <p:nvPr/>
          </p:nvSpPr>
          <p:spPr>
            <a:xfrm>
              <a:off x="4423" y="3133"/>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6225" name="Freeform 595"/>
            <p:cNvSpPr/>
            <p:nvPr/>
          </p:nvSpPr>
          <p:spPr>
            <a:xfrm>
              <a:off x="4338" y="3209"/>
              <a:ext cx="125" cy="175"/>
            </a:xfrm>
            <a:custGeom>
              <a:avLst/>
              <a:gdLst>
                <a:gd name="txL" fmla="*/ 0 w 125"/>
                <a:gd name="txT" fmla="*/ 0 h 175"/>
                <a:gd name="txR" fmla="*/ 125 w 125"/>
                <a:gd name="txB" fmla="*/ 175 h 175"/>
              </a:gdLst>
              <a:ahLst/>
              <a:cxnLst>
                <a:cxn ang="0">
                  <a:pos x="0" y="175"/>
                </a:cxn>
                <a:cxn ang="0">
                  <a:pos x="0" y="144"/>
                </a:cxn>
                <a:cxn ang="0">
                  <a:pos x="11" y="144"/>
                </a:cxn>
                <a:cxn ang="0">
                  <a:pos x="11" y="118"/>
                </a:cxn>
                <a:cxn ang="0">
                  <a:pos x="23" y="114"/>
                </a:cxn>
                <a:cxn ang="0">
                  <a:pos x="20" y="88"/>
                </a:cxn>
                <a:cxn ang="0">
                  <a:pos x="30" y="84"/>
                </a:cxn>
                <a:cxn ang="0">
                  <a:pos x="30" y="58"/>
                </a:cxn>
                <a:cxn ang="0">
                  <a:pos x="39" y="54"/>
                </a:cxn>
                <a:cxn ang="0">
                  <a:pos x="39" y="28"/>
                </a:cxn>
                <a:cxn ang="0">
                  <a:pos x="48" y="28"/>
                </a:cxn>
                <a:cxn ang="0">
                  <a:pos x="56" y="0"/>
                </a:cxn>
                <a:cxn ang="0">
                  <a:pos x="80" y="0"/>
                </a:cxn>
                <a:cxn ang="0">
                  <a:pos x="81" y="25"/>
                </a:cxn>
                <a:cxn ang="0">
                  <a:pos x="92" y="24"/>
                </a:cxn>
                <a:cxn ang="0">
                  <a:pos x="93" y="49"/>
                </a:cxn>
                <a:cxn ang="0">
                  <a:pos x="102" y="54"/>
                </a:cxn>
                <a:cxn ang="0">
                  <a:pos x="99" y="81"/>
                </a:cxn>
                <a:cxn ang="0">
                  <a:pos x="114" y="82"/>
                </a:cxn>
                <a:cxn ang="0">
                  <a:pos x="107" y="81"/>
                </a:cxn>
                <a:cxn ang="0">
                  <a:pos x="108" y="114"/>
                </a:cxn>
                <a:cxn ang="0">
                  <a:pos x="117" y="117"/>
                </a:cxn>
                <a:cxn ang="0">
                  <a:pos x="122" y="142"/>
                </a:cxn>
                <a:cxn ang="0">
                  <a:pos x="125" y="175"/>
                </a:cxn>
                <a:cxn ang="0">
                  <a:pos x="0" y="175"/>
                </a:cxn>
              </a:cxnLst>
              <a:rect l="txL" t="txT" r="txR" b="txB"/>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grpSp>
      <p:grpSp>
        <p:nvGrpSpPr>
          <p:cNvPr id="2" name="Group 601"/>
          <p:cNvGrpSpPr/>
          <p:nvPr/>
        </p:nvGrpSpPr>
        <p:grpSpPr>
          <a:xfrm>
            <a:off x="4548188" y="2074863"/>
            <a:ext cx="3340100" cy="3265487"/>
            <a:chOff x="2865" y="1307"/>
            <a:chExt cx="2104" cy="2057"/>
          </a:xfrm>
        </p:grpSpPr>
        <p:sp>
          <p:nvSpPr>
            <p:cNvPr id="46204" name="Line 597"/>
            <p:cNvSpPr/>
            <p:nvPr/>
          </p:nvSpPr>
          <p:spPr>
            <a:xfrm>
              <a:off x="4092" y="1307"/>
              <a:ext cx="877" cy="1762"/>
            </a:xfrm>
            <a:prstGeom prst="line">
              <a:avLst/>
            </a:prstGeom>
            <a:ln w="76200" cap="flat" cmpd="sng">
              <a:solidFill>
                <a:srgbClr val="FF3300"/>
              </a:solidFill>
              <a:prstDash val="solid"/>
              <a:headEnd type="triangle" w="med" len="med"/>
              <a:tailEnd type="triangle" w="med" len="med"/>
            </a:ln>
          </p:spPr>
        </p:sp>
        <p:sp>
          <p:nvSpPr>
            <p:cNvPr id="46205" name="Line 598"/>
            <p:cNvSpPr/>
            <p:nvPr/>
          </p:nvSpPr>
          <p:spPr>
            <a:xfrm>
              <a:off x="3466" y="2211"/>
              <a:ext cx="1487" cy="1014"/>
            </a:xfrm>
            <a:prstGeom prst="line">
              <a:avLst/>
            </a:prstGeom>
            <a:ln w="76200" cap="flat" cmpd="sng">
              <a:solidFill>
                <a:srgbClr val="FF3300"/>
              </a:solidFill>
              <a:prstDash val="solid"/>
              <a:headEnd type="triangle" w="med" len="med"/>
              <a:tailEnd type="triangle" w="med" len="med"/>
            </a:ln>
          </p:spPr>
        </p:sp>
        <p:sp>
          <p:nvSpPr>
            <p:cNvPr id="46206" name="Line 599"/>
            <p:cNvSpPr/>
            <p:nvPr/>
          </p:nvSpPr>
          <p:spPr>
            <a:xfrm>
              <a:off x="3657" y="3158"/>
              <a:ext cx="1014" cy="206"/>
            </a:xfrm>
            <a:prstGeom prst="line">
              <a:avLst/>
            </a:prstGeom>
            <a:ln w="76200" cap="flat" cmpd="sng">
              <a:solidFill>
                <a:srgbClr val="FF3300"/>
              </a:solidFill>
              <a:prstDash val="solid"/>
              <a:headEnd type="triangle" w="med" len="med"/>
              <a:tailEnd type="triangle" w="med" len="med"/>
            </a:ln>
          </p:spPr>
        </p:sp>
        <p:sp>
          <p:nvSpPr>
            <p:cNvPr id="46207" name="Text Box 600"/>
            <p:cNvSpPr txBox="1"/>
            <p:nvPr/>
          </p:nvSpPr>
          <p:spPr>
            <a:xfrm>
              <a:off x="2865" y="2510"/>
              <a:ext cx="11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solidFill>
                    <a:srgbClr val="FF3300"/>
                  </a:solidFill>
                  <a:ea typeface="宋体" panose="02010600030101010101" pitchFamily="2" charset="-122"/>
                </a:rPr>
                <a:t>client/server</a:t>
              </a:r>
              <a:endParaRPr lang="en-US" altLang="zh-CN" sz="2000" dirty="0">
                <a:solidFill>
                  <a:srgbClr val="FF3300"/>
                </a:solidFill>
                <a:ea typeface="宋体" panose="02010600030101010101" pitchFamily="2" charset="-122"/>
              </a:endParaRPr>
            </a:p>
          </p:txBody>
        </p:sp>
      </p:grpSp>
      <p:grpSp>
        <p:nvGrpSpPr>
          <p:cNvPr id="3" name="Group 606"/>
          <p:cNvGrpSpPr/>
          <p:nvPr/>
        </p:nvGrpSpPr>
        <p:grpSpPr>
          <a:xfrm>
            <a:off x="4206875" y="2076450"/>
            <a:ext cx="3013075" cy="3355975"/>
            <a:chOff x="2650" y="1308"/>
            <a:chExt cx="1898" cy="2114"/>
          </a:xfrm>
        </p:grpSpPr>
        <p:sp>
          <p:nvSpPr>
            <p:cNvPr id="46200" name="Line 602"/>
            <p:cNvSpPr/>
            <p:nvPr/>
          </p:nvSpPr>
          <p:spPr>
            <a:xfrm flipH="1">
              <a:off x="3800" y="1315"/>
              <a:ext cx="188" cy="671"/>
            </a:xfrm>
            <a:prstGeom prst="line">
              <a:avLst/>
            </a:prstGeom>
            <a:ln w="76200" cap="flat" cmpd="sng">
              <a:solidFill>
                <a:srgbClr val="FF3300"/>
              </a:solidFill>
              <a:prstDash val="solid"/>
              <a:headEnd type="triangle" w="med" len="med"/>
              <a:tailEnd type="triangle" w="med" len="med"/>
            </a:ln>
          </p:spPr>
        </p:sp>
        <p:sp>
          <p:nvSpPr>
            <p:cNvPr id="46201" name="Line 603"/>
            <p:cNvSpPr/>
            <p:nvPr/>
          </p:nvSpPr>
          <p:spPr>
            <a:xfrm flipH="1">
              <a:off x="3501" y="1308"/>
              <a:ext cx="15" cy="1831"/>
            </a:xfrm>
            <a:prstGeom prst="line">
              <a:avLst/>
            </a:prstGeom>
            <a:ln w="76200" cap="flat" cmpd="sng">
              <a:solidFill>
                <a:srgbClr val="FF3300"/>
              </a:solidFill>
              <a:prstDash val="solid"/>
              <a:headEnd type="triangle" w="med" len="med"/>
              <a:tailEnd type="triangle" w="med" len="med"/>
            </a:ln>
          </p:spPr>
        </p:sp>
        <p:sp>
          <p:nvSpPr>
            <p:cNvPr id="46202" name="Line 604"/>
            <p:cNvSpPr/>
            <p:nvPr/>
          </p:nvSpPr>
          <p:spPr>
            <a:xfrm>
              <a:off x="3740" y="2940"/>
              <a:ext cx="808" cy="482"/>
            </a:xfrm>
            <a:prstGeom prst="line">
              <a:avLst/>
            </a:prstGeom>
            <a:ln w="76200" cap="flat" cmpd="sng">
              <a:solidFill>
                <a:srgbClr val="FF3300"/>
              </a:solidFill>
              <a:prstDash val="solid"/>
              <a:headEnd type="triangle" w="med" len="med"/>
              <a:tailEnd type="triangle" w="med" len="med"/>
            </a:ln>
          </p:spPr>
        </p:sp>
        <p:sp>
          <p:nvSpPr>
            <p:cNvPr id="46203" name="Text Box 605"/>
            <p:cNvSpPr txBox="1"/>
            <p:nvPr/>
          </p:nvSpPr>
          <p:spPr>
            <a:xfrm>
              <a:off x="2650" y="1581"/>
              <a:ext cx="861"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solidFill>
                    <a:srgbClr val="FF3300"/>
                  </a:solidFill>
                  <a:ea typeface="宋体" panose="02010600030101010101" pitchFamily="2" charset="-122"/>
                </a:rPr>
                <a:t>peer-peer</a:t>
              </a:r>
              <a:endParaRPr lang="en-US" altLang="zh-CN" sz="2000" dirty="0">
                <a:solidFill>
                  <a:srgbClr val="FF3300"/>
                </a:solidFill>
                <a:ea typeface="宋体" panose="02010600030101010101" pitchFamily="2" charset="-122"/>
              </a:endParaRPr>
            </a:p>
          </p:txBody>
        </p:sp>
      </p:grpSp>
      <p:sp>
        <p:nvSpPr>
          <p:cNvPr id="217695" name="Rectangle 607"/>
          <p:cNvSpPr/>
          <p:nvPr/>
        </p:nvSpPr>
        <p:spPr>
          <a:xfrm>
            <a:off x="333375" y="2954338"/>
            <a:ext cx="4651375" cy="2065337"/>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dirty="0">
                <a:solidFill>
                  <a:srgbClr val="FF0000"/>
                </a:solidFill>
                <a:ea typeface="宋体" panose="02010600030101010101" pitchFamily="2" charset="-122"/>
              </a:rPr>
              <a:t>client/server model</a:t>
            </a:r>
            <a:endParaRPr lang="en-US" altLang="zh-CN" sz="2400" dirty="0">
              <a:ea typeface="宋体" panose="02010600030101010101" pitchFamily="2" charset="-122"/>
            </a:endParaRPr>
          </a:p>
          <a:p>
            <a:pPr marL="742950" lvl="1" indent="-285750"/>
            <a:r>
              <a:rPr lang="en-US" altLang="zh-CN" sz="2000" dirty="0">
                <a:ea typeface="宋体" panose="02010600030101010101" pitchFamily="2" charset="-122"/>
              </a:rPr>
              <a:t>client host requests, receives service from always-on server</a:t>
            </a:r>
            <a:endParaRPr lang="en-US" altLang="zh-CN" sz="2000" dirty="0">
              <a:ea typeface="宋体" panose="02010600030101010101" pitchFamily="2" charset="-122"/>
            </a:endParaRPr>
          </a:p>
          <a:p>
            <a:pPr marL="742950" lvl="1" indent="-285750"/>
            <a:r>
              <a:rPr lang="en-US" altLang="zh-CN" sz="2000" dirty="0">
                <a:ea typeface="宋体" panose="02010600030101010101" pitchFamily="2" charset="-122"/>
              </a:rPr>
              <a:t>e.g. Web browser/server; email client/server</a:t>
            </a:r>
            <a:endParaRPr lang="en-US" altLang="zh-CN" sz="2000" dirty="0">
              <a:ea typeface="宋体" panose="02010600030101010101" pitchFamily="2" charset="-122"/>
            </a:endParaRPr>
          </a:p>
        </p:txBody>
      </p:sp>
      <p:sp>
        <p:nvSpPr>
          <p:cNvPr id="217696" name="Rectangle 608"/>
          <p:cNvSpPr/>
          <p:nvPr/>
        </p:nvSpPr>
        <p:spPr>
          <a:xfrm>
            <a:off x="355600" y="4660900"/>
            <a:ext cx="4651375" cy="1811338"/>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dirty="0">
                <a:solidFill>
                  <a:srgbClr val="FF0000"/>
                </a:solidFill>
                <a:ea typeface="宋体" panose="02010600030101010101" pitchFamily="2" charset="-122"/>
              </a:rPr>
              <a:t>peer-peer model:</a:t>
            </a:r>
            <a:endParaRPr lang="en-US" altLang="zh-CN" sz="2400" dirty="0">
              <a:ea typeface="宋体" panose="02010600030101010101" pitchFamily="2" charset="-122"/>
            </a:endParaRPr>
          </a:p>
          <a:p>
            <a:pPr marL="742950" lvl="1" indent="-285750"/>
            <a:r>
              <a:rPr lang="en-US" altLang="zh-CN" sz="2000" dirty="0">
                <a:ea typeface="宋体" panose="02010600030101010101" pitchFamily="2" charset="-122"/>
              </a:rPr>
              <a:t> minimal (or no) use of dedicated servers</a:t>
            </a:r>
            <a:endParaRPr lang="en-US" altLang="zh-CN" sz="2000" dirty="0">
              <a:ea typeface="宋体" panose="02010600030101010101" pitchFamily="2" charset="-122"/>
            </a:endParaRPr>
          </a:p>
          <a:p>
            <a:pPr marL="742950" lvl="1" indent="-285750"/>
            <a:r>
              <a:rPr lang="en-US" altLang="zh-CN" sz="2000" dirty="0">
                <a:ea typeface="宋体" panose="02010600030101010101" pitchFamily="2" charset="-122"/>
              </a:rPr>
              <a:t>e.g. Skype,  BitTorrent</a:t>
            </a:r>
            <a:endParaRPr lang="en-US" altLang="zh-CN" sz="2000"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769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xit" presetSubtype="0" fill="hold" nodeType="clickEffect">
                                  <p:stCondLst>
                                    <p:cond delay="0"/>
                                  </p:stCondLst>
                                  <p:childTnLst>
                                    <p:animEffect transition="out" filter="dissolve">
                                      <p:cBhvr>
                                        <p:cTn id="12" dur="500"/>
                                        <p:tgtEl>
                                          <p:spTgt spid="2"/>
                                        </p:tgtEl>
                                      </p:cBhvr>
                                    </p:animEffect>
                                    <p:set>
                                      <p:cBhvr>
                                        <p:cTn id="13" dur="1" fill="hold">
                                          <p:stCondLst>
                                            <p:cond delay="499"/>
                                          </p:stCondLst>
                                        </p:cTn>
                                        <p:tgtEl>
                                          <p:spTgt spid="2"/>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176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695" grpId="0"/>
      <p:bldP spid="21769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48131"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48132" name="Rectangle 2"/>
          <p:cNvSpPr>
            <a:spLocks noGrp="1"/>
          </p:cNvSpPr>
          <p:nvPr>
            <p:ph type="title"/>
          </p:nvPr>
        </p:nvSpPr>
        <p:spPr>
          <a:xfrm>
            <a:off x="304800" y="228600"/>
            <a:ext cx="8382000" cy="1143000"/>
          </a:xfrm>
        </p:spPr>
        <p:txBody>
          <a:bodyPr vert="horz" wrap="square" lIns="91440" tIns="45720" rIns="91440" bIns="45720" anchor="ctr" anchorCtr="0"/>
          <a:p>
            <a:r>
              <a:rPr lang="en-US" altLang="zh-CN" sz="3200" dirty="0">
                <a:ea typeface="宋体" panose="02010600030101010101" pitchFamily="2" charset="-122"/>
              </a:rPr>
              <a:t>Access networks and physical media</a:t>
            </a:r>
            <a:endParaRPr lang="en-US" altLang="zh-CN" dirty="0">
              <a:ea typeface="宋体" panose="02010600030101010101" pitchFamily="2" charset="-122"/>
            </a:endParaRPr>
          </a:p>
        </p:txBody>
      </p:sp>
      <p:sp>
        <p:nvSpPr>
          <p:cNvPr id="48133" name="Rectangle 3"/>
          <p:cNvSpPr>
            <a:spLocks noGrp="1"/>
          </p:cNvSpPr>
          <p:nvPr>
            <p:ph sz="half" idx="1"/>
          </p:nvPr>
        </p:nvSpPr>
        <p:spPr>
          <a:xfrm>
            <a:off x="533400" y="1371600"/>
            <a:ext cx="4010025" cy="5010150"/>
          </a:xfrm>
        </p:spPr>
        <p:txBody>
          <a:bodyPr vert="horz" wrap="square" lIns="91440" tIns="45720" rIns="91440" bIns="45720" anchor="t" anchorCtr="0"/>
          <a:p>
            <a:pPr>
              <a:buSzPct val="85000"/>
              <a:buFont typeface="Wingdings" panose="05000000000000000000" pitchFamily="2" charset="2"/>
              <a:buNone/>
            </a:pPr>
            <a:r>
              <a:rPr lang="en-US" altLang="zh-CN" sz="2400" i="1" dirty="0">
                <a:solidFill>
                  <a:srgbClr val="FF0000"/>
                </a:solidFill>
                <a:latin typeface="+mn-lt"/>
                <a:ea typeface="宋体" panose="02010600030101010101" pitchFamily="2" charset="-122"/>
                <a:cs typeface="+mn-cs"/>
              </a:rPr>
              <a:t>Q: How to connect end systems to edge router?</a:t>
            </a:r>
            <a:endParaRPr lang="en-US" altLang="zh-CN" sz="2400" i="1" dirty="0">
              <a:solidFill>
                <a:srgbClr val="FF0000"/>
              </a:solidFill>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residential access nets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institutional access networks (school, company)</a:t>
            </a:r>
            <a:endParaRPr lang="en-US" altLang="zh-CN" sz="2400" dirty="0">
              <a:latin typeface="+mn-lt"/>
              <a:ea typeface="宋体" panose="02010600030101010101" pitchFamily="2" charset="-122"/>
              <a:cs typeface="+mn-cs"/>
            </a:endParaRPr>
          </a:p>
          <a:p>
            <a:pPr>
              <a:spcAft>
                <a:spcPct val="30000"/>
              </a:spcAft>
              <a:buSzPct val="85000"/>
            </a:pPr>
            <a:r>
              <a:rPr lang="en-US" altLang="zh-CN" sz="2400" dirty="0">
                <a:latin typeface="+mn-lt"/>
                <a:ea typeface="宋体" panose="02010600030101010101" pitchFamily="2" charset="-122"/>
                <a:cs typeface="+mn-cs"/>
              </a:rPr>
              <a:t>mobile access networks</a:t>
            </a:r>
            <a:endParaRPr lang="en-US" altLang="zh-CN" sz="2400" dirty="0">
              <a:solidFill>
                <a:srgbClr val="FF0000"/>
              </a:solidFill>
              <a:latin typeface="+mn-lt"/>
              <a:ea typeface="宋体" panose="02010600030101010101" pitchFamily="2" charset="-122"/>
              <a:cs typeface="+mn-cs"/>
            </a:endParaRPr>
          </a:p>
          <a:p>
            <a:pPr>
              <a:buSzPct val="85000"/>
              <a:buFont typeface="Wingdings" panose="05000000000000000000" pitchFamily="2" charset="2"/>
              <a:buNone/>
            </a:pPr>
            <a:r>
              <a:rPr lang="en-US" altLang="zh-CN" sz="2400" i="1" dirty="0">
                <a:solidFill>
                  <a:srgbClr val="FF0000"/>
                </a:solidFill>
                <a:latin typeface="+mn-lt"/>
                <a:ea typeface="宋体" panose="02010600030101010101" pitchFamily="2" charset="-122"/>
                <a:cs typeface="+mn-cs"/>
              </a:rPr>
              <a:t>Keep in mind: </a:t>
            </a:r>
            <a:endParaRPr lang="en-US" altLang="zh-CN" sz="2400" i="1" dirty="0">
              <a:solidFill>
                <a:srgbClr val="FF0000"/>
              </a:solidFill>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bandwidth (bits per second) of access network?</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shared or dedicated?</a:t>
            </a:r>
            <a:endParaRPr lang="en-US" altLang="zh-CN" sz="2400" dirty="0">
              <a:latin typeface="+mn-lt"/>
              <a:ea typeface="宋体" panose="02010600030101010101" pitchFamily="2" charset="-122"/>
              <a:cs typeface="+mn-cs"/>
            </a:endParaRPr>
          </a:p>
        </p:txBody>
      </p:sp>
      <p:sp>
        <p:nvSpPr>
          <p:cNvPr id="48134" name="Freeform 682"/>
          <p:cNvSpPr/>
          <p:nvPr/>
        </p:nvSpPr>
        <p:spPr>
          <a:xfrm>
            <a:off x="6710363" y="3457575"/>
            <a:ext cx="1314450" cy="674688"/>
          </a:xfrm>
          <a:custGeom>
            <a:avLst/>
            <a:gdLst>
              <a:gd name="txL" fmla="*/ 0 w 828"/>
              <a:gd name="txT" fmla="*/ 0 h 425"/>
              <a:gd name="txR" fmla="*/ 828 w 828"/>
              <a:gd name="txB" fmla="*/ 425 h 42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alpha val="100000"/>
            </a:srgbClr>
          </a:solidFill>
          <a:ln w="9525">
            <a:noFill/>
          </a:ln>
        </p:spPr>
        <p:txBody>
          <a:bodyPr/>
          <a:p>
            <a:endParaRPr lang="zh-CN" altLang="en-US"/>
          </a:p>
        </p:txBody>
      </p:sp>
      <p:sp>
        <p:nvSpPr>
          <p:cNvPr id="48135" name="Freeform 683"/>
          <p:cNvSpPr/>
          <p:nvPr/>
        </p:nvSpPr>
        <p:spPr>
          <a:xfrm>
            <a:off x="6729413" y="1931988"/>
            <a:ext cx="1730375" cy="1044575"/>
          </a:xfrm>
          <a:custGeom>
            <a:avLst/>
            <a:gdLst>
              <a:gd name="txL" fmla="*/ 0 w 765"/>
              <a:gd name="txT" fmla="*/ 0 h 459"/>
              <a:gd name="txR" fmla="*/ 765 w 765"/>
              <a:gd name="txB" fmla="*/ 459 h 459"/>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alpha val="100000"/>
                </a:srgbClr>
              </a:gs>
              <a:gs pos="100000">
                <a:schemeClr val="bg1">
                  <a:alpha val="100000"/>
                </a:schemeClr>
              </a:gs>
            </a:gsLst>
            <a:lin ang="0" scaled="1"/>
            <a:tileRect/>
          </a:gradFill>
          <a:ln w="9525">
            <a:noFill/>
          </a:ln>
        </p:spPr>
        <p:txBody>
          <a:bodyPr/>
          <a:p>
            <a:endParaRPr lang="zh-CN" altLang="en-US"/>
          </a:p>
        </p:txBody>
      </p:sp>
      <p:sp>
        <p:nvSpPr>
          <p:cNvPr id="48136" name="Freeform 684"/>
          <p:cNvSpPr/>
          <p:nvPr/>
        </p:nvSpPr>
        <p:spPr>
          <a:xfrm>
            <a:off x="4989513" y="1639888"/>
            <a:ext cx="1644650" cy="1071562"/>
          </a:xfrm>
          <a:custGeom>
            <a:avLst/>
            <a:gdLst>
              <a:gd name="txL" fmla="*/ 0 w 1036"/>
              <a:gd name="txT" fmla="*/ 0 h 675"/>
              <a:gd name="txR" fmla="*/ 1036 w 1036"/>
              <a:gd name="txB" fmla="*/ 675 h 67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alpha val="100000"/>
            </a:srgbClr>
          </a:solidFill>
          <a:ln w="9525">
            <a:noFill/>
          </a:ln>
        </p:spPr>
        <p:txBody>
          <a:bodyPr/>
          <a:p>
            <a:endParaRPr lang="zh-CN" altLang="en-US"/>
          </a:p>
        </p:txBody>
      </p:sp>
      <p:grpSp>
        <p:nvGrpSpPr>
          <p:cNvPr id="48137" name="Group 685"/>
          <p:cNvGrpSpPr/>
          <p:nvPr/>
        </p:nvGrpSpPr>
        <p:grpSpPr>
          <a:xfrm>
            <a:off x="5076825" y="2974975"/>
            <a:ext cx="1458913" cy="933450"/>
            <a:chOff x="2889" y="1631"/>
            <a:chExt cx="980" cy="743"/>
          </a:xfrm>
        </p:grpSpPr>
        <p:sp>
          <p:nvSpPr>
            <p:cNvPr id="48788" name="Rectangle 686"/>
            <p:cNvSpPr/>
            <p:nvPr/>
          </p:nvSpPr>
          <p:spPr>
            <a:xfrm>
              <a:off x="3046" y="1841"/>
              <a:ext cx="663" cy="533"/>
            </a:xfrm>
            <a:prstGeom prst="rect">
              <a:avLst/>
            </a:prstGeom>
            <a:solidFill>
              <a:srgbClr val="DDDDDD"/>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789" name="AutoShape 687"/>
            <p:cNvSpPr/>
            <p:nvPr/>
          </p:nvSpPr>
          <p:spPr>
            <a:xfrm>
              <a:off x="2889" y="1631"/>
              <a:ext cx="980" cy="253"/>
            </a:xfrm>
            <a:prstGeom prst="triangle">
              <a:avLst>
                <a:gd name="adj" fmla="val 50000"/>
              </a:avLst>
            </a:prstGeom>
            <a:solidFill>
              <a:srgbClr val="DDDDDD"/>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solidFill>
                  <a:srgbClr val="00CCFF"/>
                </a:solidFill>
                <a:latin typeface="Times New Roman" panose="02020603050405020304" pitchFamily="18" charset="0"/>
                <a:ea typeface="宋体" panose="02010600030101010101" pitchFamily="2" charset="-122"/>
              </a:endParaRPr>
            </a:p>
          </p:txBody>
        </p:sp>
      </p:grpSp>
      <p:sp>
        <p:nvSpPr>
          <p:cNvPr id="48138" name="Line 689"/>
          <p:cNvSpPr/>
          <p:nvPr/>
        </p:nvSpPr>
        <p:spPr>
          <a:xfrm flipH="1">
            <a:off x="5854700" y="2020888"/>
            <a:ext cx="92075" cy="311150"/>
          </a:xfrm>
          <a:prstGeom prst="line">
            <a:avLst/>
          </a:prstGeom>
          <a:ln w="9525" cap="flat" cmpd="sng">
            <a:solidFill>
              <a:srgbClr val="FF3300"/>
            </a:solidFill>
            <a:prstDash val="solid"/>
            <a:headEnd type="none" w="med" len="med"/>
            <a:tailEnd type="none" w="med" len="med"/>
          </a:ln>
        </p:spPr>
      </p:sp>
      <p:sp>
        <p:nvSpPr>
          <p:cNvPr id="48139" name="Line 690"/>
          <p:cNvSpPr/>
          <p:nvPr/>
        </p:nvSpPr>
        <p:spPr>
          <a:xfrm>
            <a:off x="5946775" y="2020888"/>
            <a:ext cx="90488" cy="309562"/>
          </a:xfrm>
          <a:prstGeom prst="line">
            <a:avLst/>
          </a:prstGeom>
          <a:ln w="9525" cap="flat" cmpd="sng">
            <a:solidFill>
              <a:srgbClr val="FF3300"/>
            </a:solidFill>
            <a:prstDash val="solid"/>
            <a:headEnd type="none" w="med" len="med"/>
            <a:tailEnd type="none" w="med" len="med"/>
          </a:ln>
        </p:spPr>
      </p:sp>
      <p:sp>
        <p:nvSpPr>
          <p:cNvPr id="48140" name="Line 691"/>
          <p:cNvSpPr/>
          <p:nvPr/>
        </p:nvSpPr>
        <p:spPr>
          <a:xfrm>
            <a:off x="5854700" y="2330450"/>
            <a:ext cx="92075" cy="33338"/>
          </a:xfrm>
          <a:prstGeom prst="line">
            <a:avLst/>
          </a:prstGeom>
          <a:ln w="9525" cap="flat" cmpd="sng">
            <a:solidFill>
              <a:srgbClr val="FF3300"/>
            </a:solidFill>
            <a:prstDash val="solid"/>
            <a:headEnd type="none" w="med" len="med"/>
            <a:tailEnd type="none" w="med" len="med"/>
          </a:ln>
        </p:spPr>
      </p:sp>
      <p:sp>
        <p:nvSpPr>
          <p:cNvPr id="48141" name="Line 692"/>
          <p:cNvSpPr/>
          <p:nvPr/>
        </p:nvSpPr>
        <p:spPr>
          <a:xfrm flipH="1">
            <a:off x="5946775" y="2330450"/>
            <a:ext cx="90488" cy="33338"/>
          </a:xfrm>
          <a:prstGeom prst="line">
            <a:avLst/>
          </a:prstGeom>
          <a:ln w="9525" cap="flat" cmpd="sng">
            <a:solidFill>
              <a:srgbClr val="FF3300"/>
            </a:solidFill>
            <a:prstDash val="solid"/>
            <a:headEnd type="none" w="med" len="med"/>
            <a:tailEnd type="none" w="med" len="med"/>
          </a:ln>
        </p:spPr>
      </p:sp>
      <p:sp>
        <p:nvSpPr>
          <p:cNvPr id="48142" name="Line 693"/>
          <p:cNvSpPr/>
          <p:nvPr/>
        </p:nvSpPr>
        <p:spPr>
          <a:xfrm>
            <a:off x="5946775" y="2027238"/>
            <a:ext cx="0" cy="336550"/>
          </a:xfrm>
          <a:prstGeom prst="line">
            <a:avLst/>
          </a:prstGeom>
          <a:ln w="9525" cap="flat" cmpd="sng">
            <a:solidFill>
              <a:srgbClr val="FF3300"/>
            </a:solidFill>
            <a:prstDash val="solid"/>
            <a:headEnd type="none" w="med" len="med"/>
            <a:tailEnd type="none" w="med" len="med"/>
          </a:ln>
        </p:spPr>
      </p:sp>
      <p:sp>
        <p:nvSpPr>
          <p:cNvPr id="48143" name="Line 694"/>
          <p:cNvSpPr/>
          <p:nvPr/>
        </p:nvSpPr>
        <p:spPr>
          <a:xfrm flipV="1">
            <a:off x="5854700" y="2298700"/>
            <a:ext cx="92075" cy="33338"/>
          </a:xfrm>
          <a:prstGeom prst="line">
            <a:avLst/>
          </a:prstGeom>
          <a:ln w="9525" cap="flat" cmpd="sng">
            <a:solidFill>
              <a:srgbClr val="FF3300"/>
            </a:solidFill>
            <a:prstDash val="solid"/>
            <a:headEnd type="none" w="med" len="med"/>
            <a:tailEnd type="none" w="med" len="med"/>
          </a:ln>
        </p:spPr>
      </p:sp>
      <p:sp>
        <p:nvSpPr>
          <p:cNvPr id="48144" name="Line 695"/>
          <p:cNvSpPr/>
          <p:nvPr/>
        </p:nvSpPr>
        <p:spPr>
          <a:xfrm flipH="1" flipV="1">
            <a:off x="5946775" y="2298700"/>
            <a:ext cx="90488" cy="31750"/>
          </a:xfrm>
          <a:prstGeom prst="line">
            <a:avLst/>
          </a:prstGeom>
          <a:ln w="9525" cap="flat" cmpd="sng">
            <a:solidFill>
              <a:srgbClr val="FF3300"/>
            </a:solidFill>
            <a:prstDash val="solid"/>
            <a:headEnd type="none" w="med" len="med"/>
            <a:tailEnd type="none" w="med" len="med"/>
          </a:ln>
        </p:spPr>
      </p:sp>
      <p:sp>
        <p:nvSpPr>
          <p:cNvPr id="48145" name="Line 696"/>
          <p:cNvSpPr/>
          <p:nvPr/>
        </p:nvSpPr>
        <p:spPr>
          <a:xfrm>
            <a:off x="5894388" y="2195513"/>
            <a:ext cx="52387" cy="26987"/>
          </a:xfrm>
          <a:prstGeom prst="line">
            <a:avLst/>
          </a:prstGeom>
          <a:ln w="9525" cap="flat" cmpd="sng">
            <a:solidFill>
              <a:srgbClr val="FF3300"/>
            </a:solidFill>
            <a:prstDash val="solid"/>
            <a:headEnd type="none" w="med" len="med"/>
            <a:tailEnd type="none" w="med" len="med"/>
          </a:ln>
        </p:spPr>
      </p:sp>
      <p:sp>
        <p:nvSpPr>
          <p:cNvPr id="48146" name="Line 697"/>
          <p:cNvSpPr/>
          <p:nvPr/>
        </p:nvSpPr>
        <p:spPr>
          <a:xfrm flipV="1">
            <a:off x="5946775" y="2195513"/>
            <a:ext cx="55563" cy="26987"/>
          </a:xfrm>
          <a:prstGeom prst="line">
            <a:avLst/>
          </a:prstGeom>
          <a:ln w="9525" cap="flat" cmpd="sng">
            <a:solidFill>
              <a:srgbClr val="FF3300"/>
            </a:solidFill>
            <a:prstDash val="solid"/>
            <a:headEnd type="none" w="med" len="med"/>
            <a:tailEnd type="none" w="med" len="med"/>
          </a:ln>
        </p:spPr>
      </p:sp>
      <p:sp>
        <p:nvSpPr>
          <p:cNvPr id="48147" name="Line 698"/>
          <p:cNvSpPr/>
          <p:nvPr/>
        </p:nvSpPr>
        <p:spPr>
          <a:xfrm>
            <a:off x="5876925" y="2241550"/>
            <a:ext cx="66675" cy="34925"/>
          </a:xfrm>
          <a:prstGeom prst="line">
            <a:avLst/>
          </a:prstGeom>
          <a:ln w="9525" cap="flat" cmpd="sng">
            <a:solidFill>
              <a:srgbClr val="FF3300"/>
            </a:solidFill>
            <a:prstDash val="solid"/>
            <a:headEnd type="none" w="med" len="med"/>
            <a:tailEnd type="none" w="med" len="med"/>
          </a:ln>
        </p:spPr>
      </p:sp>
      <p:sp>
        <p:nvSpPr>
          <p:cNvPr id="48148" name="Line 699"/>
          <p:cNvSpPr/>
          <p:nvPr/>
        </p:nvSpPr>
        <p:spPr>
          <a:xfrm flipV="1">
            <a:off x="5946775" y="2247900"/>
            <a:ext cx="68263" cy="31750"/>
          </a:xfrm>
          <a:prstGeom prst="line">
            <a:avLst/>
          </a:prstGeom>
          <a:ln w="9525" cap="flat" cmpd="sng">
            <a:solidFill>
              <a:srgbClr val="FF3300"/>
            </a:solidFill>
            <a:prstDash val="solid"/>
            <a:headEnd type="none" w="med" len="med"/>
            <a:tailEnd type="none" w="med" len="med"/>
          </a:ln>
        </p:spPr>
      </p:sp>
      <p:sp>
        <p:nvSpPr>
          <p:cNvPr id="48149" name="Line 700"/>
          <p:cNvSpPr/>
          <p:nvPr/>
        </p:nvSpPr>
        <p:spPr>
          <a:xfrm flipV="1">
            <a:off x="5946775" y="2149475"/>
            <a:ext cx="34925" cy="12700"/>
          </a:xfrm>
          <a:prstGeom prst="line">
            <a:avLst/>
          </a:prstGeom>
          <a:ln w="9525" cap="flat" cmpd="sng">
            <a:solidFill>
              <a:srgbClr val="FF3300"/>
            </a:solidFill>
            <a:prstDash val="solid"/>
            <a:headEnd type="none" w="med" len="med"/>
            <a:tailEnd type="none" w="med" len="med"/>
          </a:ln>
        </p:spPr>
      </p:sp>
      <p:sp>
        <p:nvSpPr>
          <p:cNvPr id="48150" name="Line 701"/>
          <p:cNvSpPr/>
          <p:nvPr/>
        </p:nvSpPr>
        <p:spPr>
          <a:xfrm flipV="1">
            <a:off x="5946775" y="2085975"/>
            <a:ext cx="22225" cy="7938"/>
          </a:xfrm>
          <a:prstGeom prst="line">
            <a:avLst/>
          </a:prstGeom>
          <a:ln w="9525" cap="flat" cmpd="sng">
            <a:solidFill>
              <a:srgbClr val="FF3300"/>
            </a:solidFill>
            <a:prstDash val="solid"/>
            <a:headEnd type="none" w="med" len="med"/>
            <a:tailEnd type="none" w="med" len="med"/>
          </a:ln>
        </p:spPr>
      </p:sp>
      <p:sp>
        <p:nvSpPr>
          <p:cNvPr id="48151" name="Line 702"/>
          <p:cNvSpPr/>
          <p:nvPr/>
        </p:nvSpPr>
        <p:spPr>
          <a:xfrm>
            <a:off x="5907088" y="2144713"/>
            <a:ext cx="42862" cy="17462"/>
          </a:xfrm>
          <a:prstGeom prst="line">
            <a:avLst/>
          </a:prstGeom>
          <a:ln w="9525" cap="flat" cmpd="sng">
            <a:solidFill>
              <a:srgbClr val="FF3300"/>
            </a:solidFill>
            <a:prstDash val="solid"/>
            <a:headEnd type="none" w="med" len="med"/>
            <a:tailEnd type="none" w="med" len="med"/>
          </a:ln>
        </p:spPr>
      </p:sp>
      <p:sp>
        <p:nvSpPr>
          <p:cNvPr id="48152" name="Line 703"/>
          <p:cNvSpPr/>
          <p:nvPr/>
        </p:nvSpPr>
        <p:spPr>
          <a:xfrm>
            <a:off x="5926138" y="2082800"/>
            <a:ext cx="23812" cy="15875"/>
          </a:xfrm>
          <a:prstGeom prst="line">
            <a:avLst/>
          </a:prstGeom>
          <a:ln w="9525" cap="flat" cmpd="sng">
            <a:solidFill>
              <a:srgbClr val="FF3300"/>
            </a:solidFill>
            <a:prstDash val="solid"/>
            <a:headEnd type="none" w="med" len="med"/>
            <a:tailEnd type="none" w="med" len="med"/>
          </a:ln>
        </p:spPr>
      </p:sp>
      <p:grpSp>
        <p:nvGrpSpPr>
          <p:cNvPr id="48153" name="Group 704"/>
          <p:cNvGrpSpPr/>
          <p:nvPr/>
        </p:nvGrpSpPr>
        <p:grpSpPr>
          <a:xfrm>
            <a:off x="5962650" y="1992313"/>
            <a:ext cx="152400" cy="58737"/>
            <a:chOff x="4227" y="1360"/>
            <a:chExt cx="863" cy="270"/>
          </a:xfrm>
        </p:grpSpPr>
        <p:sp>
          <p:nvSpPr>
            <p:cNvPr id="48784" name="Line 705"/>
            <p:cNvSpPr/>
            <p:nvPr/>
          </p:nvSpPr>
          <p:spPr>
            <a:xfrm>
              <a:off x="4227" y="1604"/>
              <a:ext cx="0" cy="0"/>
            </a:xfrm>
            <a:prstGeom prst="line">
              <a:avLst/>
            </a:prstGeom>
            <a:ln w="9525" cap="flat" cmpd="sng">
              <a:solidFill>
                <a:srgbClr val="FF3300"/>
              </a:solidFill>
              <a:prstDash val="solid"/>
              <a:headEnd type="none" w="med" len="med"/>
              <a:tailEnd type="none" w="med" len="med"/>
            </a:ln>
          </p:spPr>
        </p:sp>
        <p:sp>
          <p:nvSpPr>
            <p:cNvPr id="48785" name="Line 706"/>
            <p:cNvSpPr/>
            <p:nvPr/>
          </p:nvSpPr>
          <p:spPr>
            <a:xfrm rot="6361956" flipH="1" flipV="1">
              <a:off x="4464" y="1204"/>
              <a:ext cx="189" cy="500"/>
            </a:xfrm>
            <a:prstGeom prst="line">
              <a:avLst/>
            </a:prstGeom>
            <a:ln w="31750" cap="flat" cmpd="sng">
              <a:solidFill>
                <a:srgbClr val="FF3300"/>
              </a:solidFill>
              <a:prstDash val="solid"/>
              <a:headEnd type="none" w="med" len="med"/>
              <a:tailEnd type="none" w="med" len="med"/>
            </a:ln>
          </p:spPr>
        </p:sp>
        <p:sp>
          <p:nvSpPr>
            <p:cNvPr id="48786" name="Line 707"/>
            <p:cNvSpPr/>
            <p:nvPr/>
          </p:nvSpPr>
          <p:spPr>
            <a:xfrm rot="6361956">
              <a:off x="4602" y="1393"/>
              <a:ext cx="189" cy="203"/>
            </a:xfrm>
            <a:prstGeom prst="line">
              <a:avLst/>
            </a:prstGeom>
            <a:ln w="31750" cap="flat" cmpd="sng">
              <a:solidFill>
                <a:srgbClr val="FF3300"/>
              </a:solidFill>
              <a:prstDash val="solid"/>
              <a:headEnd type="none" w="med" len="med"/>
              <a:tailEnd type="none" w="med" len="med"/>
            </a:ln>
          </p:spPr>
        </p:sp>
        <p:sp>
          <p:nvSpPr>
            <p:cNvPr id="48787" name="Line 708"/>
            <p:cNvSpPr/>
            <p:nvPr/>
          </p:nvSpPr>
          <p:spPr>
            <a:xfrm rot="6361956" flipH="1" flipV="1">
              <a:off x="4745" y="1285"/>
              <a:ext cx="189" cy="500"/>
            </a:xfrm>
            <a:prstGeom prst="line">
              <a:avLst/>
            </a:prstGeom>
            <a:ln w="31750" cap="flat" cmpd="sng">
              <a:solidFill>
                <a:srgbClr val="FF3300"/>
              </a:solidFill>
              <a:prstDash val="solid"/>
              <a:headEnd type="none" w="med" len="med"/>
              <a:tailEnd type="none" w="med" len="med"/>
            </a:ln>
          </p:spPr>
        </p:sp>
      </p:grpSp>
      <p:grpSp>
        <p:nvGrpSpPr>
          <p:cNvPr id="48154" name="Group 709"/>
          <p:cNvGrpSpPr/>
          <p:nvPr/>
        </p:nvGrpSpPr>
        <p:grpSpPr>
          <a:xfrm rot="5700496">
            <a:off x="5870575" y="1889125"/>
            <a:ext cx="168275" cy="53975"/>
            <a:chOff x="4227" y="1360"/>
            <a:chExt cx="863" cy="270"/>
          </a:xfrm>
        </p:grpSpPr>
        <p:sp>
          <p:nvSpPr>
            <p:cNvPr id="48780" name="Line 710"/>
            <p:cNvSpPr/>
            <p:nvPr/>
          </p:nvSpPr>
          <p:spPr>
            <a:xfrm>
              <a:off x="4227" y="1604"/>
              <a:ext cx="0" cy="0"/>
            </a:xfrm>
            <a:prstGeom prst="line">
              <a:avLst/>
            </a:prstGeom>
            <a:ln w="9525" cap="flat" cmpd="sng">
              <a:solidFill>
                <a:srgbClr val="FF3300"/>
              </a:solidFill>
              <a:prstDash val="solid"/>
              <a:headEnd type="none" w="med" len="med"/>
              <a:tailEnd type="none" w="med" len="med"/>
            </a:ln>
          </p:spPr>
        </p:sp>
        <p:sp>
          <p:nvSpPr>
            <p:cNvPr id="48781" name="Line 711"/>
            <p:cNvSpPr/>
            <p:nvPr/>
          </p:nvSpPr>
          <p:spPr>
            <a:xfrm rot="6361956" flipH="1" flipV="1">
              <a:off x="4464" y="1204"/>
              <a:ext cx="189" cy="500"/>
            </a:xfrm>
            <a:prstGeom prst="line">
              <a:avLst/>
            </a:prstGeom>
            <a:ln w="31750" cap="flat" cmpd="sng">
              <a:solidFill>
                <a:srgbClr val="FF3300"/>
              </a:solidFill>
              <a:prstDash val="solid"/>
              <a:headEnd type="none" w="med" len="med"/>
              <a:tailEnd type="none" w="med" len="med"/>
            </a:ln>
          </p:spPr>
        </p:sp>
        <p:sp>
          <p:nvSpPr>
            <p:cNvPr id="48782" name="Line 712"/>
            <p:cNvSpPr/>
            <p:nvPr/>
          </p:nvSpPr>
          <p:spPr>
            <a:xfrm rot="6361956">
              <a:off x="4602" y="1393"/>
              <a:ext cx="189" cy="203"/>
            </a:xfrm>
            <a:prstGeom prst="line">
              <a:avLst/>
            </a:prstGeom>
            <a:ln w="31750" cap="flat" cmpd="sng">
              <a:solidFill>
                <a:srgbClr val="FF3300"/>
              </a:solidFill>
              <a:prstDash val="solid"/>
              <a:headEnd type="none" w="med" len="med"/>
              <a:tailEnd type="none" w="med" len="med"/>
            </a:ln>
          </p:spPr>
        </p:sp>
        <p:sp>
          <p:nvSpPr>
            <p:cNvPr id="48783" name="Line 713"/>
            <p:cNvSpPr/>
            <p:nvPr/>
          </p:nvSpPr>
          <p:spPr>
            <a:xfrm rot="6361956" flipH="1" flipV="1">
              <a:off x="4745" y="1285"/>
              <a:ext cx="189" cy="500"/>
            </a:xfrm>
            <a:prstGeom prst="line">
              <a:avLst/>
            </a:prstGeom>
            <a:ln w="31750" cap="flat" cmpd="sng">
              <a:solidFill>
                <a:srgbClr val="FF3300"/>
              </a:solidFill>
              <a:prstDash val="solid"/>
              <a:headEnd type="none" w="med" len="med"/>
              <a:tailEnd type="none" w="med" len="med"/>
            </a:ln>
          </p:spPr>
        </p:sp>
      </p:grpSp>
      <p:grpSp>
        <p:nvGrpSpPr>
          <p:cNvPr id="48155" name="Group 714"/>
          <p:cNvGrpSpPr/>
          <p:nvPr/>
        </p:nvGrpSpPr>
        <p:grpSpPr>
          <a:xfrm rot="10800000">
            <a:off x="5778500" y="1985963"/>
            <a:ext cx="152400" cy="58737"/>
            <a:chOff x="4227" y="1360"/>
            <a:chExt cx="863" cy="270"/>
          </a:xfrm>
        </p:grpSpPr>
        <p:sp>
          <p:nvSpPr>
            <p:cNvPr id="48776" name="Line 715"/>
            <p:cNvSpPr/>
            <p:nvPr/>
          </p:nvSpPr>
          <p:spPr>
            <a:xfrm>
              <a:off x="4227" y="1604"/>
              <a:ext cx="0" cy="0"/>
            </a:xfrm>
            <a:prstGeom prst="line">
              <a:avLst/>
            </a:prstGeom>
            <a:ln w="9525" cap="flat" cmpd="sng">
              <a:solidFill>
                <a:srgbClr val="FF3300"/>
              </a:solidFill>
              <a:prstDash val="solid"/>
              <a:headEnd type="none" w="med" len="med"/>
              <a:tailEnd type="none" w="med" len="med"/>
            </a:ln>
          </p:spPr>
        </p:sp>
        <p:sp>
          <p:nvSpPr>
            <p:cNvPr id="48777" name="Line 716"/>
            <p:cNvSpPr/>
            <p:nvPr/>
          </p:nvSpPr>
          <p:spPr>
            <a:xfrm rot="6361956" flipH="1" flipV="1">
              <a:off x="4464" y="1204"/>
              <a:ext cx="189" cy="500"/>
            </a:xfrm>
            <a:prstGeom prst="line">
              <a:avLst/>
            </a:prstGeom>
            <a:ln w="31750" cap="flat" cmpd="sng">
              <a:solidFill>
                <a:srgbClr val="FF3300"/>
              </a:solidFill>
              <a:prstDash val="solid"/>
              <a:headEnd type="none" w="med" len="med"/>
              <a:tailEnd type="none" w="med" len="med"/>
            </a:ln>
          </p:spPr>
        </p:sp>
        <p:sp>
          <p:nvSpPr>
            <p:cNvPr id="48778" name="Line 717"/>
            <p:cNvSpPr/>
            <p:nvPr/>
          </p:nvSpPr>
          <p:spPr>
            <a:xfrm rot="6361956">
              <a:off x="4602" y="1393"/>
              <a:ext cx="189" cy="203"/>
            </a:xfrm>
            <a:prstGeom prst="line">
              <a:avLst/>
            </a:prstGeom>
            <a:ln w="31750" cap="flat" cmpd="sng">
              <a:solidFill>
                <a:srgbClr val="FF3300"/>
              </a:solidFill>
              <a:prstDash val="solid"/>
              <a:headEnd type="none" w="med" len="med"/>
              <a:tailEnd type="none" w="med" len="med"/>
            </a:ln>
          </p:spPr>
        </p:sp>
        <p:sp>
          <p:nvSpPr>
            <p:cNvPr id="48779" name="Line 718"/>
            <p:cNvSpPr/>
            <p:nvPr/>
          </p:nvSpPr>
          <p:spPr>
            <a:xfrm rot="6361956" flipH="1" flipV="1">
              <a:off x="4745" y="1285"/>
              <a:ext cx="189" cy="500"/>
            </a:xfrm>
            <a:prstGeom prst="line">
              <a:avLst/>
            </a:prstGeom>
            <a:ln w="31750" cap="flat" cmpd="sng">
              <a:solidFill>
                <a:srgbClr val="FF3300"/>
              </a:solidFill>
              <a:prstDash val="solid"/>
              <a:headEnd type="none" w="med" len="med"/>
              <a:tailEnd type="none" w="med" len="med"/>
            </a:ln>
          </p:spPr>
        </p:sp>
      </p:grpSp>
      <p:sp>
        <p:nvSpPr>
          <p:cNvPr id="48156" name="Oval 719"/>
          <p:cNvSpPr/>
          <p:nvPr/>
        </p:nvSpPr>
        <p:spPr>
          <a:xfrm>
            <a:off x="6835775" y="3652838"/>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57" name="Line 720"/>
          <p:cNvSpPr/>
          <p:nvPr/>
        </p:nvSpPr>
        <p:spPr>
          <a:xfrm>
            <a:off x="6835775" y="3644900"/>
            <a:ext cx="0" cy="58738"/>
          </a:xfrm>
          <a:prstGeom prst="line">
            <a:avLst/>
          </a:prstGeom>
          <a:ln w="12700" cap="flat" cmpd="sng">
            <a:solidFill>
              <a:schemeClr val="folHlink"/>
            </a:solidFill>
            <a:prstDash val="solid"/>
            <a:headEnd type="none" w="med" len="med"/>
            <a:tailEnd type="none" w="med" len="med"/>
          </a:ln>
        </p:spPr>
      </p:sp>
      <p:sp>
        <p:nvSpPr>
          <p:cNvPr id="48158" name="Line 721"/>
          <p:cNvSpPr/>
          <p:nvPr/>
        </p:nvSpPr>
        <p:spPr>
          <a:xfrm>
            <a:off x="7194550" y="3644900"/>
            <a:ext cx="0" cy="58738"/>
          </a:xfrm>
          <a:prstGeom prst="line">
            <a:avLst/>
          </a:prstGeom>
          <a:ln w="12700" cap="flat" cmpd="sng">
            <a:solidFill>
              <a:schemeClr val="folHlink"/>
            </a:solidFill>
            <a:prstDash val="solid"/>
            <a:headEnd type="none" w="med" len="med"/>
            <a:tailEnd type="none" w="med" len="med"/>
          </a:ln>
        </p:spPr>
      </p:sp>
      <p:sp>
        <p:nvSpPr>
          <p:cNvPr id="48159" name="Rectangle 722"/>
          <p:cNvSpPr/>
          <p:nvPr/>
        </p:nvSpPr>
        <p:spPr>
          <a:xfrm>
            <a:off x="6835775" y="3644900"/>
            <a:ext cx="355600" cy="5873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60" name="Oval 723"/>
          <p:cNvSpPr/>
          <p:nvPr/>
        </p:nvSpPr>
        <p:spPr>
          <a:xfrm>
            <a:off x="6832600" y="3576638"/>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161" name="Group 724"/>
          <p:cNvGrpSpPr/>
          <p:nvPr/>
        </p:nvGrpSpPr>
        <p:grpSpPr>
          <a:xfrm>
            <a:off x="6918325" y="3600450"/>
            <a:ext cx="179388" cy="65088"/>
            <a:chOff x="2848" y="848"/>
            <a:chExt cx="140" cy="98"/>
          </a:xfrm>
        </p:grpSpPr>
        <p:sp>
          <p:nvSpPr>
            <p:cNvPr id="48773" name="Line 725"/>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74" name="Line 726"/>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75" name="Line 727"/>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162" name="Group 728"/>
          <p:cNvGrpSpPr/>
          <p:nvPr/>
        </p:nvGrpSpPr>
        <p:grpSpPr>
          <a:xfrm flipV="1">
            <a:off x="6918325" y="3600450"/>
            <a:ext cx="179388" cy="65088"/>
            <a:chOff x="2848" y="848"/>
            <a:chExt cx="140" cy="98"/>
          </a:xfrm>
        </p:grpSpPr>
        <p:sp>
          <p:nvSpPr>
            <p:cNvPr id="48770" name="Line 729"/>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71" name="Line 730"/>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72" name="Line 731"/>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8163" name="Oval 732"/>
          <p:cNvSpPr/>
          <p:nvPr/>
        </p:nvSpPr>
        <p:spPr>
          <a:xfrm>
            <a:off x="7191375" y="3932238"/>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64" name="Line 733"/>
          <p:cNvSpPr/>
          <p:nvPr/>
        </p:nvSpPr>
        <p:spPr>
          <a:xfrm>
            <a:off x="7191375" y="3924300"/>
            <a:ext cx="0" cy="58738"/>
          </a:xfrm>
          <a:prstGeom prst="line">
            <a:avLst/>
          </a:prstGeom>
          <a:ln w="12700" cap="flat" cmpd="sng">
            <a:solidFill>
              <a:schemeClr val="folHlink"/>
            </a:solidFill>
            <a:prstDash val="solid"/>
            <a:headEnd type="none" w="med" len="med"/>
            <a:tailEnd type="none" w="med" len="med"/>
          </a:ln>
        </p:spPr>
      </p:sp>
      <p:sp>
        <p:nvSpPr>
          <p:cNvPr id="48165" name="Line 734"/>
          <p:cNvSpPr/>
          <p:nvPr/>
        </p:nvSpPr>
        <p:spPr>
          <a:xfrm>
            <a:off x="7550150" y="3924300"/>
            <a:ext cx="0" cy="58738"/>
          </a:xfrm>
          <a:prstGeom prst="line">
            <a:avLst/>
          </a:prstGeom>
          <a:ln w="12700" cap="flat" cmpd="sng">
            <a:solidFill>
              <a:schemeClr val="folHlink"/>
            </a:solidFill>
            <a:prstDash val="solid"/>
            <a:headEnd type="none" w="med" len="med"/>
            <a:tailEnd type="none" w="med" len="med"/>
          </a:ln>
        </p:spPr>
      </p:sp>
      <p:sp>
        <p:nvSpPr>
          <p:cNvPr id="48166" name="Rectangle 735"/>
          <p:cNvSpPr/>
          <p:nvPr/>
        </p:nvSpPr>
        <p:spPr>
          <a:xfrm>
            <a:off x="7191375" y="3924300"/>
            <a:ext cx="355600" cy="5873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67" name="Oval 736"/>
          <p:cNvSpPr/>
          <p:nvPr/>
        </p:nvSpPr>
        <p:spPr>
          <a:xfrm>
            <a:off x="7188200" y="3856038"/>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168" name="Group 737"/>
          <p:cNvGrpSpPr/>
          <p:nvPr/>
        </p:nvGrpSpPr>
        <p:grpSpPr>
          <a:xfrm>
            <a:off x="7273925" y="3879850"/>
            <a:ext cx="179388" cy="65088"/>
            <a:chOff x="2848" y="848"/>
            <a:chExt cx="140" cy="98"/>
          </a:xfrm>
        </p:grpSpPr>
        <p:sp>
          <p:nvSpPr>
            <p:cNvPr id="48767" name="Line 738"/>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68" name="Line 739"/>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69" name="Line 740"/>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169" name="Group 741"/>
          <p:cNvGrpSpPr/>
          <p:nvPr/>
        </p:nvGrpSpPr>
        <p:grpSpPr>
          <a:xfrm flipV="1">
            <a:off x="7273925" y="3879850"/>
            <a:ext cx="179388" cy="65088"/>
            <a:chOff x="2848" y="848"/>
            <a:chExt cx="140" cy="98"/>
          </a:xfrm>
        </p:grpSpPr>
        <p:sp>
          <p:nvSpPr>
            <p:cNvPr id="48764" name="Line 742"/>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65" name="Line 743"/>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66" name="Line 744"/>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8170" name="Oval 745"/>
          <p:cNvSpPr/>
          <p:nvPr/>
        </p:nvSpPr>
        <p:spPr>
          <a:xfrm>
            <a:off x="7470775" y="3665538"/>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71" name="Line 746"/>
          <p:cNvSpPr/>
          <p:nvPr/>
        </p:nvSpPr>
        <p:spPr>
          <a:xfrm>
            <a:off x="7470775" y="3657600"/>
            <a:ext cx="0" cy="58738"/>
          </a:xfrm>
          <a:prstGeom prst="line">
            <a:avLst/>
          </a:prstGeom>
          <a:ln w="12700" cap="flat" cmpd="sng">
            <a:solidFill>
              <a:schemeClr val="folHlink"/>
            </a:solidFill>
            <a:prstDash val="solid"/>
            <a:headEnd type="none" w="med" len="med"/>
            <a:tailEnd type="none" w="med" len="med"/>
          </a:ln>
        </p:spPr>
      </p:sp>
      <p:sp>
        <p:nvSpPr>
          <p:cNvPr id="48172" name="Line 747"/>
          <p:cNvSpPr/>
          <p:nvPr/>
        </p:nvSpPr>
        <p:spPr>
          <a:xfrm>
            <a:off x="7829550" y="3657600"/>
            <a:ext cx="0" cy="58738"/>
          </a:xfrm>
          <a:prstGeom prst="line">
            <a:avLst/>
          </a:prstGeom>
          <a:ln w="12700" cap="flat" cmpd="sng">
            <a:solidFill>
              <a:schemeClr val="folHlink"/>
            </a:solidFill>
            <a:prstDash val="solid"/>
            <a:headEnd type="none" w="med" len="med"/>
            <a:tailEnd type="none" w="med" len="med"/>
          </a:ln>
        </p:spPr>
      </p:sp>
      <p:sp>
        <p:nvSpPr>
          <p:cNvPr id="48173" name="Rectangle 748"/>
          <p:cNvSpPr/>
          <p:nvPr/>
        </p:nvSpPr>
        <p:spPr>
          <a:xfrm>
            <a:off x="7470775" y="3657600"/>
            <a:ext cx="355600" cy="5873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74" name="Oval 749"/>
          <p:cNvSpPr/>
          <p:nvPr/>
        </p:nvSpPr>
        <p:spPr>
          <a:xfrm>
            <a:off x="7467600" y="3589338"/>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175" name="Group 750"/>
          <p:cNvGrpSpPr/>
          <p:nvPr/>
        </p:nvGrpSpPr>
        <p:grpSpPr>
          <a:xfrm>
            <a:off x="7553325" y="3613150"/>
            <a:ext cx="179388" cy="65088"/>
            <a:chOff x="2848" y="848"/>
            <a:chExt cx="140" cy="98"/>
          </a:xfrm>
        </p:grpSpPr>
        <p:sp>
          <p:nvSpPr>
            <p:cNvPr id="48761" name="Line 751"/>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62" name="Line 752"/>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63" name="Line 753"/>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176" name="Group 754"/>
          <p:cNvGrpSpPr/>
          <p:nvPr/>
        </p:nvGrpSpPr>
        <p:grpSpPr>
          <a:xfrm flipV="1">
            <a:off x="7553325" y="3613150"/>
            <a:ext cx="179388" cy="65088"/>
            <a:chOff x="2848" y="848"/>
            <a:chExt cx="140" cy="98"/>
          </a:xfrm>
        </p:grpSpPr>
        <p:sp>
          <p:nvSpPr>
            <p:cNvPr id="48758" name="Line 755"/>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59" name="Line 756"/>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60" name="Line 757"/>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8177" name="Oval 758"/>
          <p:cNvSpPr/>
          <p:nvPr/>
        </p:nvSpPr>
        <p:spPr>
          <a:xfrm>
            <a:off x="6935788" y="2503488"/>
            <a:ext cx="347662" cy="8890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78" name="Line 759"/>
          <p:cNvSpPr/>
          <p:nvPr/>
        </p:nvSpPr>
        <p:spPr>
          <a:xfrm>
            <a:off x="6935788" y="2495550"/>
            <a:ext cx="0" cy="55563"/>
          </a:xfrm>
          <a:prstGeom prst="line">
            <a:avLst/>
          </a:prstGeom>
          <a:ln w="12700" cap="flat" cmpd="sng">
            <a:solidFill>
              <a:schemeClr val="folHlink"/>
            </a:solidFill>
            <a:prstDash val="solid"/>
            <a:headEnd type="none" w="med" len="med"/>
            <a:tailEnd type="none" w="med" len="med"/>
          </a:ln>
        </p:spPr>
      </p:sp>
      <p:sp>
        <p:nvSpPr>
          <p:cNvPr id="48179" name="Line 760"/>
          <p:cNvSpPr/>
          <p:nvPr/>
        </p:nvSpPr>
        <p:spPr>
          <a:xfrm>
            <a:off x="7283450" y="2495550"/>
            <a:ext cx="0" cy="55563"/>
          </a:xfrm>
          <a:prstGeom prst="line">
            <a:avLst/>
          </a:prstGeom>
          <a:ln w="12700" cap="flat" cmpd="sng">
            <a:solidFill>
              <a:schemeClr val="folHlink"/>
            </a:solidFill>
            <a:prstDash val="solid"/>
            <a:headEnd type="none" w="med" len="med"/>
            <a:tailEnd type="none" w="med" len="med"/>
          </a:ln>
        </p:spPr>
      </p:sp>
      <p:sp>
        <p:nvSpPr>
          <p:cNvPr id="48180" name="Rectangle 761"/>
          <p:cNvSpPr/>
          <p:nvPr/>
        </p:nvSpPr>
        <p:spPr>
          <a:xfrm>
            <a:off x="6935788" y="2495550"/>
            <a:ext cx="344487" cy="53975"/>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81" name="Oval 762"/>
          <p:cNvSpPr/>
          <p:nvPr/>
        </p:nvSpPr>
        <p:spPr>
          <a:xfrm>
            <a:off x="6932613" y="2432050"/>
            <a:ext cx="347662" cy="103188"/>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182" name="Group 763"/>
          <p:cNvGrpSpPr/>
          <p:nvPr/>
        </p:nvGrpSpPr>
        <p:grpSpPr>
          <a:xfrm>
            <a:off x="7016750" y="2454275"/>
            <a:ext cx="171450" cy="61913"/>
            <a:chOff x="2848" y="848"/>
            <a:chExt cx="140" cy="98"/>
          </a:xfrm>
        </p:grpSpPr>
        <p:sp>
          <p:nvSpPr>
            <p:cNvPr id="48755" name="Line 764"/>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56" name="Line 765"/>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57" name="Line 766"/>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183" name="Group 767"/>
          <p:cNvGrpSpPr/>
          <p:nvPr/>
        </p:nvGrpSpPr>
        <p:grpSpPr>
          <a:xfrm flipV="1">
            <a:off x="7016750" y="2454275"/>
            <a:ext cx="171450" cy="60325"/>
            <a:chOff x="2848" y="848"/>
            <a:chExt cx="140" cy="98"/>
          </a:xfrm>
        </p:grpSpPr>
        <p:sp>
          <p:nvSpPr>
            <p:cNvPr id="48752" name="Line 768"/>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53" name="Line 769"/>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54" name="Line 770"/>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8184" name="Oval 771"/>
          <p:cNvSpPr/>
          <p:nvPr/>
        </p:nvSpPr>
        <p:spPr>
          <a:xfrm>
            <a:off x="6934200" y="2763838"/>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85" name="Line 772"/>
          <p:cNvSpPr/>
          <p:nvPr/>
        </p:nvSpPr>
        <p:spPr>
          <a:xfrm>
            <a:off x="6934200" y="2755900"/>
            <a:ext cx="0" cy="58738"/>
          </a:xfrm>
          <a:prstGeom prst="line">
            <a:avLst/>
          </a:prstGeom>
          <a:ln w="12700" cap="flat" cmpd="sng">
            <a:solidFill>
              <a:schemeClr val="folHlink"/>
            </a:solidFill>
            <a:prstDash val="solid"/>
            <a:headEnd type="none" w="med" len="med"/>
            <a:tailEnd type="none" w="med" len="med"/>
          </a:ln>
        </p:spPr>
      </p:sp>
      <p:sp>
        <p:nvSpPr>
          <p:cNvPr id="48186" name="Line 773"/>
          <p:cNvSpPr/>
          <p:nvPr/>
        </p:nvSpPr>
        <p:spPr>
          <a:xfrm>
            <a:off x="7292975" y="2755900"/>
            <a:ext cx="0" cy="58738"/>
          </a:xfrm>
          <a:prstGeom prst="line">
            <a:avLst/>
          </a:prstGeom>
          <a:ln w="12700" cap="flat" cmpd="sng">
            <a:solidFill>
              <a:schemeClr val="folHlink"/>
            </a:solidFill>
            <a:prstDash val="solid"/>
            <a:headEnd type="none" w="med" len="med"/>
            <a:tailEnd type="none" w="med" len="med"/>
          </a:ln>
        </p:spPr>
      </p:sp>
      <p:sp>
        <p:nvSpPr>
          <p:cNvPr id="48187" name="Rectangle 774"/>
          <p:cNvSpPr/>
          <p:nvPr/>
        </p:nvSpPr>
        <p:spPr>
          <a:xfrm>
            <a:off x="6934200" y="2755900"/>
            <a:ext cx="355600" cy="5873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88" name="Oval 775"/>
          <p:cNvSpPr/>
          <p:nvPr/>
        </p:nvSpPr>
        <p:spPr>
          <a:xfrm>
            <a:off x="6931025" y="2687638"/>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189" name="Group 776"/>
          <p:cNvGrpSpPr/>
          <p:nvPr/>
        </p:nvGrpSpPr>
        <p:grpSpPr>
          <a:xfrm>
            <a:off x="7016750" y="2711450"/>
            <a:ext cx="179388" cy="65088"/>
            <a:chOff x="2848" y="848"/>
            <a:chExt cx="140" cy="98"/>
          </a:xfrm>
        </p:grpSpPr>
        <p:sp>
          <p:nvSpPr>
            <p:cNvPr id="48749" name="Line 777"/>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50" name="Line 778"/>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51" name="Line 779"/>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190" name="Group 780"/>
          <p:cNvGrpSpPr/>
          <p:nvPr/>
        </p:nvGrpSpPr>
        <p:grpSpPr>
          <a:xfrm flipV="1">
            <a:off x="7016750" y="2711450"/>
            <a:ext cx="179388" cy="65088"/>
            <a:chOff x="2848" y="848"/>
            <a:chExt cx="140" cy="98"/>
          </a:xfrm>
        </p:grpSpPr>
        <p:sp>
          <p:nvSpPr>
            <p:cNvPr id="48746" name="Line 781"/>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47" name="Line 782"/>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48" name="Line 783"/>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8191" name="Oval 784"/>
          <p:cNvSpPr/>
          <p:nvPr/>
        </p:nvSpPr>
        <p:spPr>
          <a:xfrm>
            <a:off x="7410450" y="2405063"/>
            <a:ext cx="330200" cy="857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92" name="Line 785"/>
          <p:cNvSpPr/>
          <p:nvPr/>
        </p:nvSpPr>
        <p:spPr>
          <a:xfrm>
            <a:off x="7410450" y="2398713"/>
            <a:ext cx="0" cy="52387"/>
          </a:xfrm>
          <a:prstGeom prst="line">
            <a:avLst/>
          </a:prstGeom>
          <a:ln w="12700" cap="flat" cmpd="sng">
            <a:solidFill>
              <a:schemeClr val="folHlink"/>
            </a:solidFill>
            <a:prstDash val="solid"/>
            <a:headEnd type="none" w="med" len="med"/>
            <a:tailEnd type="none" w="med" len="med"/>
          </a:ln>
        </p:spPr>
      </p:sp>
      <p:sp>
        <p:nvSpPr>
          <p:cNvPr id="48193" name="Line 786"/>
          <p:cNvSpPr/>
          <p:nvPr/>
        </p:nvSpPr>
        <p:spPr>
          <a:xfrm>
            <a:off x="7740650" y="2398713"/>
            <a:ext cx="0" cy="52387"/>
          </a:xfrm>
          <a:prstGeom prst="line">
            <a:avLst/>
          </a:prstGeom>
          <a:ln w="12700" cap="flat" cmpd="sng">
            <a:solidFill>
              <a:schemeClr val="folHlink"/>
            </a:solidFill>
            <a:prstDash val="solid"/>
            <a:headEnd type="none" w="med" len="med"/>
            <a:tailEnd type="none" w="med" len="med"/>
          </a:ln>
        </p:spPr>
      </p:sp>
      <p:sp>
        <p:nvSpPr>
          <p:cNvPr id="48194" name="Rectangle 787"/>
          <p:cNvSpPr/>
          <p:nvPr/>
        </p:nvSpPr>
        <p:spPr>
          <a:xfrm>
            <a:off x="7410450" y="2398713"/>
            <a:ext cx="327025" cy="52387"/>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solidFill>
                <a:schemeClr val="bg2"/>
              </a:solidFill>
              <a:latin typeface="Times New Roman" panose="02020603050405020304" pitchFamily="18" charset="0"/>
              <a:ea typeface="宋体" panose="02010600030101010101" pitchFamily="2" charset="-122"/>
            </a:endParaRPr>
          </a:p>
        </p:txBody>
      </p:sp>
      <p:sp>
        <p:nvSpPr>
          <p:cNvPr id="48195" name="Oval 788"/>
          <p:cNvSpPr/>
          <p:nvPr/>
        </p:nvSpPr>
        <p:spPr>
          <a:xfrm>
            <a:off x="7407275" y="2336800"/>
            <a:ext cx="330200" cy="100013"/>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196" name="Group 789"/>
          <p:cNvGrpSpPr/>
          <p:nvPr/>
        </p:nvGrpSpPr>
        <p:grpSpPr>
          <a:xfrm>
            <a:off x="7486650" y="2359025"/>
            <a:ext cx="163513" cy="57150"/>
            <a:chOff x="2848" y="848"/>
            <a:chExt cx="140" cy="98"/>
          </a:xfrm>
        </p:grpSpPr>
        <p:sp>
          <p:nvSpPr>
            <p:cNvPr id="48743" name="Line 790"/>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44" name="Line 791"/>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45" name="Line 792"/>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197" name="Group 793"/>
          <p:cNvGrpSpPr/>
          <p:nvPr/>
        </p:nvGrpSpPr>
        <p:grpSpPr>
          <a:xfrm flipV="1">
            <a:off x="7486650" y="2357438"/>
            <a:ext cx="163513" cy="58737"/>
            <a:chOff x="2848" y="848"/>
            <a:chExt cx="140" cy="98"/>
          </a:xfrm>
        </p:grpSpPr>
        <p:sp>
          <p:nvSpPr>
            <p:cNvPr id="48740" name="Line 794"/>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41" name="Line 795"/>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42" name="Line 796"/>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8198" name="Oval 797"/>
          <p:cNvSpPr/>
          <p:nvPr/>
        </p:nvSpPr>
        <p:spPr>
          <a:xfrm>
            <a:off x="7496175" y="2763838"/>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99" name="Line 798"/>
          <p:cNvSpPr/>
          <p:nvPr/>
        </p:nvSpPr>
        <p:spPr>
          <a:xfrm>
            <a:off x="7496175" y="2755900"/>
            <a:ext cx="0" cy="58738"/>
          </a:xfrm>
          <a:prstGeom prst="line">
            <a:avLst/>
          </a:prstGeom>
          <a:ln w="12700" cap="flat" cmpd="sng">
            <a:solidFill>
              <a:schemeClr val="folHlink"/>
            </a:solidFill>
            <a:prstDash val="solid"/>
            <a:headEnd type="none" w="med" len="med"/>
            <a:tailEnd type="none" w="med" len="med"/>
          </a:ln>
        </p:spPr>
      </p:sp>
      <p:sp>
        <p:nvSpPr>
          <p:cNvPr id="48200" name="Line 799"/>
          <p:cNvSpPr/>
          <p:nvPr/>
        </p:nvSpPr>
        <p:spPr>
          <a:xfrm>
            <a:off x="7854950" y="2755900"/>
            <a:ext cx="0" cy="58738"/>
          </a:xfrm>
          <a:prstGeom prst="line">
            <a:avLst/>
          </a:prstGeom>
          <a:ln w="12700" cap="flat" cmpd="sng">
            <a:solidFill>
              <a:schemeClr val="folHlink"/>
            </a:solidFill>
            <a:prstDash val="solid"/>
            <a:headEnd type="none" w="med" len="med"/>
            <a:tailEnd type="none" w="med" len="med"/>
          </a:ln>
        </p:spPr>
      </p:sp>
      <p:sp>
        <p:nvSpPr>
          <p:cNvPr id="48201" name="Rectangle 800"/>
          <p:cNvSpPr/>
          <p:nvPr/>
        </p:nvSpPr>
        <p:spPr>
          <a:xfrm>
            <a:off x="7496175" y="2755900"/>
            <a:ext cx="355600" cy="5873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202" name="Oval 801"/>
          <p:cNvSpPr/>
          <p:nvPr/>
        </p:nvSpPr>
        <p:spPr>
          <a:xfrm>
            <a:off x="7493000" y="2687638"/>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203" name="Group 802"/>
          <p:cNvGrpSpPr/>
          <p:nvPr/>
        </p:nvGrpSpPr>
        <p:grpSpPr>
          <a:xfrm>
            <a:off x="7578725" y="2711450"/>
            <a:ext cx="179388" cy="65088"/>
            <a:chOff x="2848" y="848"/>
            <a:chExt cx="140" cy="98"/>
          </a:xfrm>
        </p:grpSpPr>
        <p:sp>
          <p:nvSpPr>
            <p:cNvPr id="48737" name="Line 803"/>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38" name="Line 804"/>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39" name="Line 805"/>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204" name="Group 806"/>
          <p:cNvGrpSpPr/>
          <p:nvPr/>
        </p:nvGrpSpPr>
        <p:grpSpPr>
          <a:xfrm flipV="1">
            <a:off x="7578725" y="2711450"/>
            <a:ext cx="179388" cy="65088"/>
            <a:chOff x="2848" y="848"/>
            <a:chExt cx="140" cy="98"/>
          </a:xfrm>
        </p:grpSpPr>
        <p:sp>
          <p:nvSpPr>
            <p:cNvPr id="48734" name="Line 807"/>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35" name="Line 808"/>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36" name="Line 809"/>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8205" name="Oval 810"/>
          <p:cNvSpPr/>
          <p:nvPr/>
        </p:nvSpPr>
        <p:spPr>
          <a:xfrm>
            <a:off x="6086475" y="2498725"/>
            <a:ext cx="346075" cy="87313"/>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206" name="Line 811"/>
          <p:cNvSpPr/>
          <p:nvPr/>
        </p:nvSpPr>
        <p:spPr>
          <a:xfrm>
            <a:off x="6086475" y="2490788"/>
            <a:ext cx="0" cy="53975"/>
          </a:xfrm>
          <a:prstGeom prst="line">
            <a:avLst/>
          </a:prstGeom>
          <a:ln w="12700" cap="flat" cmpd="sng">
            <a:solidFill>
              <a:schemeClr val="folHlink"/>
            </a:solidFill>
            <a:prstDash val="solid"/>
            <a:headEnd type="none" w="med" len="med"/>
            <a:tailEnd type="none" w="med" len="med"/>
          </a:ln>
        </p:spPr>
      </p:sp>
      <p:sp>
        <p:nvSpPr>
          <p:cNvPr id="48207" name="Line 812"/>
          <p:cNvSpPr/>
          <p:nvPr/>
        </p:nvSpPr>
        <p:spPr>
          <a:xfrm>
            <a:off x="6432550" y="2490788"/>
            <a:ext cx="0" cy="53975"/>
          </a:xfrm>
          <a:prstGeom prst="line">
            <a:avLst/>
          </a:prstGeom>
          <a:ln w="12700" cap="flat" cmpd="sng">
            <a:solidFill>
              <a:schemeClr val="folHlink"/>
            </a:solidFill>
            <a:prstDash val="solid"/>
            <a:headEnd type="none" w="med" len="med"/>
            <a:tailEnd type="none" w="med" len="med"/>
          </a:ln>
        </p:spPr>
      </p:sp>
      <p:sp>
        <p:nvSpPr>
          <p:cNvPr id="48208" name="Rectangle 813"/>
          <p:cNvSpPr/>
          <p:nvPr/>
        </p:nvSpPr>
        <p:spPr>
          <a:xfrm>
            <a:off x="6086475" y="2490788"/>
            <a:ext cx="342900" cy="53975"/>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209" name="Oval 814"/>
          <p:cNvSpPr/>
          <p:nvPr/>
        </p:nvSpPr>
        <p:spPr>
          <a:xfrm>
            <a:off x="6083300" y="2427288"/>
            <a:ext cx="346075" cy="103187"/>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210" name="Group 815"/>
          <p:cNvGrpSpPr/>
          <p:nvPr/>
        </p:nvGrpSpPr>
        <p:grpSpPr>
          <a:xfrm>
            <a:off x="6167438" y="2449513"/>
            <a:ext cx="171450" cy="60325"/>
            <a:chOff x="2848" y="848"/>
            <a:chExt cx="140" cy="98"/>
          </a:xfrm>
        </p:grpSpPr>
        <p:sp>
          <p:nvSpPr>
            <p:cNvPr id="48731" name="Line 816"/>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32" name="Line 817"/>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33" name="Line 818"/>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211" name="Group 819"/>
          <p:cNvGrpSpPr/>
          <p:nvPr/>
        </p:nvGrpSpPr>
        <p:grpSpPr>
          <a:xfrm flipV="1">
            <a:off x="6167438" y="2449513"/>
            <a:ext cx="171450" cy="58737"/>
            <a:chOff x="2848" y="848"/>
            <a:chExt cx="140" cy="98"/>
          </a:xfrm>
        </p:grpSpPr>
        <p:sp>
          <p:nvSpPr>
            <p:cNvPr id="48728" name="Line 820"/>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29" name="Line 821"/>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30" name="Line 822"/>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8212" name="Oval 823"/>
          <p:cNvSpPr/>
          <p:nvPr/>
        </p:nvSpPr>
        <p:spPr>
          <a:xfrm>
            <a:off x="5780088" y="3648075"/>
            <a:ext cx="346075" cy="87313"/>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213" name="Line 824"/>
          <p:cNvSpPr/>
          <p:nvPr/>
        </p:nvSpPr>
        <p:spPr>
          <a:xfrm>
            <a:off x="5780088" y="3640138"/>
            <a:ext cx="0" cy="53975"/>
          </a:xfrm>
          <a:prstGeom prst="line">
            <a:avLst/>
          </a:prstGeom>
          <a:ln w="12700" cap="flat" cmpd="sng">
            <a:solidFill>
              <a:schemeClr val="folHlink"/>
            </a:solidFill>
            <a:prstDash val="solid"/>
            <a:headEnd type="none" w="med" len="med"/>
            <a:tailEnd type="none" w="med" len="med"/>
          </a:ln>
        </p:spPr>
      </p:sp>
      <p:sp>
        <p:nvSpPr>
          <p:cNvPr id="48214" name="Line 825"/>
          <p:cNvSpPr/>
          <p:nvPr/>
        </p:nvSpPr>
        <p:spPr>
          <a:xfrm>
            <a:off x="6126163" y="3640138"/>
            <a:ext cx="0" cy="53975"/>
          </a:xfrm>
          <a:prstGeom prst="line">
            <a:avLst/>
          </a:prstGeom>
          <a:ln w="12700" cap="flat" cmpd="sng">
            <a:solidFill>
              <a:schemeClr val="folHlink"/>
            </a:solidFill>
            <a:prstDash val="solid"/>
            <a:headEnd type="none" w="med" len="med"/>
            <a:tailEnd type="none" w="med" len="med"/>
          </a:ln>
        </p:spPr>
      </p:sp>
      <p:sp>
        <p:nvSpPr>
          <p:cNvPr id="48215" name="Rectangle 826"/>
          <p:cNvSpPr/>
          <p:nvPr/>
        </p:nvSpPr>
        <p:spPr>
          <a:xfrm>
            <a:off x="5780088" y="3640138"/>
            <a:ext cx="342900" cy="53975"/>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216" name="Oval 827"/>
          <p:cNvSpPr/>
          <p:nvPr/>
        </p:nvSpPr>
        <p:spPr>
          <a:xfrm>
            <a:off x="5776913" y="3576638"/>
            <a:ext cx="346075" cy="103187"/>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217" name="Group 828"/>
          <p:cNvGrpSpPr/>
          <p:nvPr/>
        </p:nvGrpSpPr>
        <p:grpSpPr>
          <a:xfrm>
            <a:off x="5861050" y="3598863"/>
            <a:ext cx="171450" cy="60325"/>
            <a:chOff x="2848" y="848"/>
            <a:chExt cx="140" cy="98"/>
          </a:xfrm>
        </p:grpSpPr>
        <p:sp>
          <p:nvSpPr>
            <p:cNvPr id="48725" name="Line 829"/>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26" name="Line 830"/>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27" name="Line 831"/>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218" name="Group 832"/>
          <p:cNvGrpSpPr/>
          <p:nvPr/>
        </p:nvGrpSpPr>
        <p:grpSpPr>
          <a:xfrm flipV="1">
            <a:off x="5861050" y="3598863"/>
            <a:ext cx="171450" cy="58737"/>
            <a:chOff x="2848" y="848"/>
            <a:chExt cx="140" cy="98"/>
          </a:xfrm>
        </p:grpSpPr>
        <p:sp>
          <p:nvSpPr>
            <p:cNvPr id="48722" name="Line 833"/>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23" name="Line 834"/>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24" name="Line 835"/>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48219" name="Line 836"/>
          <p:cNvSpPr/>
          <p:nvPr/>
        </p:nvSpPr>
        <p:spPr>
          <a:xfrm flipV="1">
            <a:off x="6978650" y="4005263"/>
            <a:ext cx="227013" cy="436562"/>
          </a:xfrm>
          <a:prstGeom prst="line">
            <a:avLst/>
          </a:prstGeom>
          <a:ln w="9525" cap="flat" cmpd="sng">
            <a:solidFill>
              <a:schemeClr val="bg2"/>
            </a:solidFill>
            <a:prstDash val="solid"/>
            <a:headEnd type="none" w="med" len="med"/>
            <a:tailEnd type="none" w="med" len="med"/>
          </a:ln>
        </p:spPr>
      </p:sp>
      <p:sp>
        <p:nvSpPr>
          <p:cNvPr id="48220" name="Line 837"/>
          <p:cNvSpPr/>
          <p:nvPr/>
        </p:nvSpPr>
        <p:spPr>
          <a:xfrm>
            <a:off x="7102475" y="3743325"/>
            <a:ext cx="163513" cy="120650"/>
          </a:xfrm>
          <a:prstGeom prst="line">
            <a:avLst/>
          </a:prstGeom>
          <a:ln w="9525" cap="flat" cmpd="sng">
            <a:solidFill>
              <a:schemeClr val="bg2"/>
            </a:solidFill>
            <a:prstDash val="solid"/>
            <a:headEnd type="none" w="med" len="med"/>
            <a:tailEnd type="none" w="med" len="med"/>
          </a:ln>
        </p:spPr>
      </p:sp>
      <p:sp>
        <p:nvSpPr>
          <p:cNvPr id="48221" name="Line 838"/>
          <p:cNvSpPr/>
          <p:nvPr/>
        </p:nvSpPr>
        <p:spPr>
          <a:xfrm>
            <a:off x="7199313" y="3663950"/>
            <a:ext cx="279400" cy="0"/>
          </a:xfrm>
          <a:prstGeom prst="line">
            <a:avLst/>
          </a:prstGeom>
          <a:ln w="9525" cap="flat" cmpd="sng">
            <a:solidFill>
              <a:schemeClr val="bg2"/>
            </a:solidFill>
            <a:prstDash val="solid"/>
            <a:headEnd type="none" w="med" len="med"/>
            <a:tailEnd type="none" w="med" len="med"/>
          </a:ln>
        </p:spPr>
      </p:sp>
      <p:sp>
        <p:nvSpPr>
          <p:cNvPr id="48222" name="Line 839"/>
          <p:cNvSpPr/>
          <p:nvPr/>
        </p:nvSpPr>
        <p:spPr>
          <a:xfrm flipV="1">
            <a:off x="7435850" y="3749675"/>
            <a:ext cx="134938" cy="104775"/>
          </a:xfrm>
          <a:prstGeom prst="line">
            <a:avLst/>
          </a:prstGeom>
          <a:ln w="9525" cap="flat" cmpd="sng">
            <a:solidFill>
              <a:schemeClr val="bg2"/>
            </a:solidFill>
            <a:prstDash val="solid"/>
            <a:headEnd type="none" w="med" len="med"/>
            <a:tailEnd type="none" w="med" len="med"/>
          </a:ln>
        </p:spPr>
      </p:sp>
      <p:sp>
        <p:nvSpPr>
          <p:cNvPr id="48223" name="Line 840"/>
          <p:cNvSpPr/>
          <p:nvPr/>
        </p:nvSpPr>
        <p:spPr>
          <a:xfrm>
            <a:off x="6134100" y="3670300"/>
            <a:ext cx="679450" cy="0"/>
          </a:xfrm>
          <a:prstGeom prst="line">
            <a:avLst/>
          </a:prstGeom>
          <a:ln w="9525" cap="flat" cmpd="sng">
            <a:solidFill>
              <a:schemeClr val="bg2"/>
            </a:solidFill>
            <a:prstDash val="solid"/>
            <a:headEnd type="none" w="med" len="med"/>
            <a:tailEnd type="none" w="med" len="med"/>
          </a:ln>
        </p:spPr>
      </p:sp>
      <p:sp>
        <p:nvSpPr>
          <p:cNvPr id="48224" name="Line 841"/>
          <p:cNvSpPr/>
          <p:nvPr/>
        </p:nvSpPr>
        <p:spPr>
          <a:xfrm>
            <a:off x="6429375" y="2517775"/>
            <a:ext cx="509588" cy="3175"/>
          </a:xfrm>
          <a:prstGeom prst="line">
            <a:avLst/>
          </a:prstGeom>
          <a:ln w="9525" cap="flat" cmpd="sng">
            <a:solidFill>
              <a:schemeClr val="bg2"/>
            </a:solidFill>
            <a:prstDash val="solid"/>
            <a:headEnd type="none" w="med" len="med"/>
            <a:tailEnd type="none" w="med" len="med"/>
          </a:ln>
        </p:spPr>
      </p:sp>
      <p:sp>
        <p:nvSpPr>
          <p:cNvPr id="48225" name="Line 842"/>
          <p:cNvSpPr/>
          <p:nvPr/>
        </p:nvSpPr>
        <p:spPr>
          <a:xfrm>
            <a:off x="5995988" y="2346325"/>
            <a:ext cx="152400" cy="82550"/>
          </a:xfrm>
          <a:prstGeom prst="line">
            <a:avLst/>
          </a:prstGeom>
          <a:ln w="38100" cap="flat" cmpd="sng">
            <a:solidFill>
              <a:srgbClr val="FF3300"/>
            </a:solidFill>
            <a:prstDash val="solid"/>
            <a:headEnd type="none" w="med" len="med"/>
            <a:tailEnd type="none" w="med" len="med"/>
          </a:ln>
        </p:spPr>
      </p:sp>
      <p:sp>
        <p:nvSpPr>
          <p:cNvPr id="48226" name="Freeform 843"/>
          <p:cNvSpPr/>
          <p:nvPr/>
        </p:nvSpPr>
        <p:spPr>
          <a:xfrm>
            <a:off x="5316538" y="4352925"/>
            <a:ext cx="2979737" cy="1455738"/>
          </a:xfrm>
          <a:custGeom>
            <a:avLst/>
            <a:gdLst>
              <a:gd name="txL" fmla="*/ 0 w 1877"/>
              <a:gd name="txT" fmla="*/ 0 h 917"/>
              <a:gd name="txR" fmla="*/ 1877 w 1877"/>
              <a:gd name="txB" fmla="*/ 917 h 917"/>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alpha val="100000"/>
            </a:srgbClr>
          </a:solidFill>
          <a:ln w="9525">
            <a:noFill/>
          </a:ln>
        </p:spPr>
        <p:txBody>
          <a:bodyPr/>
          <a:p>
            <a:endParaRPr lang="zh-CN" altLang="en-US"/>
          </a:p>
        </p:txBody>
      </p:sp>
      <p:sp>
        <p:nvSpPr>
          <p:cNvPr id="48227" name="Line 844"/>
          <p:cNvSpPr/>
          <p:nvPr/>
        </p:nvSpPr>
        <p:spPr>
          <a:xfrm rot="-5400000">
            <a:off x="7551738" y="5089525"/>
            <a:ext cx="523875" cy="139700"/>
          </a:xfrm>
          <a:prstGeom prst="line">
            <a:avLst/>
          </a:prstGeom>
          <a:ln w="38100" cap="flat" cmpd="sng">
            <a:solidFill>
              <a:srgbClr val="FF3300"/>
            </a:solidFill>
            <a:prstDash val="solid"/>
            <a:headEnd type="none" w="med" len="med"/>
            <a:tailEnd type="none" w="med" len="med"/>
          </a:ln>
        </p:spPr>
      </p:sp>
      <p:sp>
        <p:nvSpPr>
          <p:cNvPr id="48228" name="Line 845"/>
          <p:cNvSpPr/>
          <p:nvPr/>
        </p:nvSpPr>
        <p:spPr>
          <a:xfrm rot="5400000" flipV="1">
            <a:off x="7697788" y="5370513"/>
            <a:ext cx="3175" cy="85725"/>
          </a:xfrm>
          <a:prstGeom prst="line">
            <a:avLst/>
          </a:prstGeom>
          <a:ln w="38100" cap="flat" cmpd="sng">
            <a:solidFill>
              <a:srgbClr val="FF3300"/>
            </a:solidFill>
            <a:prstDash val="solid"/>
            <a:headEnd type="none" w="med" len="med"/>
            <a:tailEnd type="none" w="med" len="med"/>
          </a:ln>
        </p:spPr>
      </p:sp>
      <p:sp>
        <p:nvSpPr>
          <p:cNvPr id="48229" name="Line 846"/>
          <p:cNvSpPr/>
          <p:nvPr/>
        </p:nvSpPr>
        <p:spPr>
          <a:xfrm rot="-5400000">
            <a:off x="7883525" y="5046663"/>
            <a:ext cx="0" cy="114300"/>
          </a:xfrm>
          <a:prstGeom prst="line">
            <a:avLst/>
          </a:prstGeom>
          <a:ln w="38100" cap="flat" cmpd="sng">
            <a:solidFill>
              <a:srgbClr val="FF3300"/>
            </a:solidFill>
            <a:prstDash val="solid"/>
            <a:headEnd type="none" w="med" len="med"/>
            <a:tailEnd type="none" w="med" len="med"/>
          </a:ln>
        </p:spPr>
      </p:sp>
      <p:grpSp>
        <p:nvGrpSpPr>
          <p:cNvPr id="48230" name="Group 847"/>
          <p:cNvGrpSpPr/>
          <p:nvPr/>
        </p:nvGrpSpPr>
        <p:grpSpPr>
          <a:xfrm>
            <a:off x="7462838" y="4756150"/>
            <a:ext cx="501650" cy="234950"/>
            <a:chOff x="4701" y="2996"/>
            <a:chExt cx="316" cy="148"/>
          </a:xfrm>
        </p:grpSpPr>
        <p:sp>
          <p:nvSpPr>
            <p:cNvPr id="48709" name="Oval 848"/>
            <p:cNvSpPr/>
            <p:nvPr/>
          </p:nvSpPr>
          <p:spPr>
            <a:xfrm>
              <a:off x="4704" y="3062"/>
              <a:ext cx="313" cy="8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710" name="Line 849"/>
            <p:cNvSpPr/>
            <p:nvPr/>
          </p:nvSpPr>
          <p:spPr>
            <a:xfrm>
              <a:off x="4704" y="3055"/>
              <a:ext cx="0" cy="51"/>
            </a:xfrm>
            <a:prstGeom prst="line">
              <a:avLst/>
            </a:prstGeom>
            <a:ln w="12700" cap="flat" cmpd="sng">
              <a:solidFill>
                <a:schemeClr val="folHlink"/>
              </a:solidFill>
              <a:prstDash val="solid"/>
              <a:headEnd type="none" w="med" len="med"/>
              <a:tailEnd type="none" w="med" len="med"/>
            </a:ln>
          </p:spPr>
        </p:sp>
        <p:sp>
          <p:nvSpPr>
            <p:cNvPr id="48711" name="Line 850"/>
            <p:cNvSpPr/>
            <p:nvPr/>
          </p:nvSpPr>
          <p:spPr>
            <a:xfrm>
              <a:off x="5017" y="3055"/>
              <a:ext cx="0" cy="51"/>
            </a:xfrm>
            <a:prstGeom prst="line">
              <a:avLst/>
            </a:prstGeom>
            <a:ln w="12700" cap="flat" cmpd="sng">
              <a:solidFill>
                <a:schemeClr val="folHlink"/>
              </a:solidFill>
              <a:prstDash val="solid"/>
              <a:headEnd type="none" w="med" len="med"/>
              <a:tailEnd type="none" w="med" len="med"/>
            </a:ln>
          </p:spPr>
        </p:sp>
        <p:sp>
          <p:nvSpPr>
            <p:cNvPr id="48712" name="Rectangle 851"/>
            <p:cNvSpPr/>
            <p:nvPr/>
          </p:nvSpPr>
          <p:spPr>
            <a:xfrm>
              <a:off x="4704" y="3055"/>
              <a:ext cx="310" cy="50"/>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713" name="Oval 852"/>
            <p:cNvSpPr/>
            <p:nvPr/>
          </p:nvSpPr>
          <p:spPr>
            <a:xfrm>
              <a:off x="4701" y="2996"/>
              <a:ext cx="313" cy="96"/>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714" name="Group 853"/>
            <p:cNvGrpSpPr/>
            <p:nvPr/>
          </p:nvGrpSpPr>
          <p:grpSpPr>
            <a:xfrm>
              <a:off x="4776" y="3017"/>
              <a:ext cx="156" cy="56"/>
              <a:chOff x="2848" y="848"/>
              <a:chExt cx="140" cy="98"/>
            </a:xfrm>
          </p:grpSpPr>
          <p:sp>
            <p:nvSpPr>
              <p:cNvPr id="48719" name="Line 854"/>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20" name="Line 855"/>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21" name="Line 856"/>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715" name="Group 857"/>
            <p:cNvGrpSpPr/>
            <p:nvPr/>
          </p:nvGrpSpPr>
          <p:grpSpPr>
            <a:xfrm flipV="1">
              <a:off x="4776" y="3016"/>
              <a:ext cx="156" cy="56"/>
              <a:chOff x="2848" y="848"/>
              <a:chExt cx="140" cy="98"/>
            </a:xfrm>
          </p:grpSpPr>
          <p:sp>
            <p:nvSpPr>
              <p:cNvPr id="48716" name="Line 858"/>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717" name="Line 859"/>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718" name="Line 860"/>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grpSp>
        <p:nvGrpSpPr>
          <p:cNvPr id="48231" name="Group 861"/>
          <p:cNvGrpSpPr/>
          <p:nvPr/>
        </p:nvGrpSpPr>
        <p:grpSpPr>
          <a:xfrm>
            <a:off x="6646863" y="4479925"/>
            <a:ext cx="501650" cy="234950"/>
            <a:chOff x="3600" y="219"/>
            <a:chExt cx="360" cy="175"/>
          </a:xfrm>
        </p:grpSpPr>
        <p:sp>
          <p:nvSpPr>
            <p:cNvPr id="48696" name="Oval 862"/>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97" name="Line 86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8698" name="Line 86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8699" name="Rectangle 865"/>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700" name="Oval 866"/>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701" name="Group 867"/>
            <p:cNvGrpSpPr/>
            <p:nvPr/>
          </p:nvGrpSpPr>
          <p:grpSpPr>
            <a:xfrm>
              <a:off x="3686" y="244"/>
              <a:ext cx="177" cy="66"/>
              <a:chOff x="2848" y="848"/>
              <a:chExt cx="140" cy="98"/>
            </a:xfrm>
          </p:grpSpPr>
          <p:sp>
            <p:nvSpPr>
              <p:cNvPr id="48706" name="Line 86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8707" name="Line 86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8708" name="Line 87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8702" name="Group 871"/>
            <p:cNvGrpSpPr/>
            <p:nvPr/>
          </p:nvGrpSpPr>
          <p:grpSpPr>
            <a:xfrm flipV="1">
              <a:off x="3686" y="243"/>
              <a:ext cx="177" cy="66"/>
              <a:chOff x="2848" y="848"/>
              <a:chExt cx="140" cy="98"/>
            </a:xfrm>
          </p:grpSpPr>
          <p:sp>
            <p:nvSpPr>
              <p:cNvPr id="48703" name="Line 87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8704" name="Line 87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8705" name="Line 87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48232" name="Group 875"/>
          <p:cNvGrpSpPr/>
          <p:nvPr/>
        </p:nvGrpSpPr>
        <p:grpSpPr>
          <a:xfrm>
            <a:off x="5981700" y="4784725"/>
            <a:ext cx="501650" cy="234950"/>
            <a:chOff x="3600" y="219"/>
            <a:chExt cx="360" cy="175"/>
          </a:xfrm>
        </p:grpSpPr>
        <p:sp>
          <p:nvSpPr>
            <p:cNvPr id="48683" name="Oval 876"/>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84" name="Line 87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8685" name="Line 87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8686" name="Rectangle 879"/>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87" name="Oval 880"/>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688" name="Group 881"/>
            <p:cNvGrpSpPr/>
            <p:nvPr/>
          </p:nvGrpSpPr>
          <p:grpSpPr>
            <a:xfrm>
              <a:off x="3686" y="244"/>
              <a:ext cx="177" cy="66"/>
              <a:chOff x="2848" y="848"/>
              <a:chExt cx="140" cy="98"/>
            </a:xfrm>
          </p:grpSpPr>
          <p:sp>
            <p:nvSpPr>
              <p:cNvPr id="48693" name="Line 88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8694" name="Line 88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8695" name="Line 88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8689" name="Group 885"/>
            <p:cNvGrpSpPr/>
            <p:nvPr/>
          </p:nvGrpSpPr>
          <p:grpSpPr>
            <a:xfrm flipV="1">
              <a:off x="3686" y="243"/>
              <a:ext cx="177" cy="66"/>
              <a:chOff x="2848" y="848"/>
              <a:chExt cx="140" cy="98"/>
            </a:xfrm>
          </p:grpSpPr>
          <p:sp>
            <p:nvSpPr>
              <p:cNvPr id="48690" name="Line 88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8691" name="Line 88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8692" name="Line 88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8233" name="Line 889"/>
          <p:cNvSpPr/>
          <p:nvPr/>
        </p:nvSpPr>
        <p:spPr>
          <a:xfrm>
            <a:off x="7096125" y="4691063"/>
            <a:ext cx="358775" cy="120650"/>
          </a:xfrm>
          <a:prstGeom prst="line">
            <a:avLst/>
          </a:prstGeom>
          <a:ln w="9525" cap="flat" cmpd="sng">
            <a:solidFill>
              <a:schemeClr val="bg2"/>
            </a:solidFill>
            <a:prstDash val="solid"/>
            <a:headEnd type="none" w="med" len="med"/>
            <a:tailEnd type="none" w="med" len="med"/>
          </a:ln>
        </p:spPr>
      </p:sp>
      <p:sp>
        <p:nvSpPr>
          <p:cNvPr id="48234" name="Line 890"/>
          <p:cNvSpPr/>
          <p:nvPr/>
        </p:nvSpPr>
        <p:spPr>
          <a:xfrm flipV="1">
            <a:off x="6443663" y="4703763"/>
            <a:ext cx="277812" cy="109537"/>
          </a:xfrm>
          <a:prstGeom prst="line">
            <a:avLst/>
          </a:prstGeom>
          <a:ln w="9525" cap="flat" cmpd="sng">
            <a:solidFill>
              <a:schemeClr val="bg2"/>
            </a:solidFill>
            <a:prstDash val="solid"/>
            <a:headEnd type="none" w="med" len="med"/>
            <a:tailEnd type="none" w="med" len="med"/>
          </a:ln>
        </p:spPr>
      </p:sp>
      <p:sp>
        <p:nvSpPr>
          <p:cNvPr id="48235" name="Line 891"/>
          <p:cNvSpPr/>
          <p:nvPr/>
        </p:nvSpPr>
        <p:spPr>
          <a:xfrm flipV="1">
            <a:off x="6486525" y="4906963"/>
            <a:ext cx="971550" cy="0"/>
          </a:xfrm>
          <a:prstGeom prst="line">
            <a:avLst/>
          </a:prstGeom>
          <a:ln w="9525" cap="flat" cmpd="sng">
            <a:solidFill>
              <a:schemeClr val="bg2"/>
            </a:solidFill>
            <a:prstDash val="solid"/>
            <a:headEnd type="none" w="med" len="med"/>
            <a:tailEnd type="none" w="med" len="med"/>
          </a:ln>
        </p:spPr>
      </p:sp>
      <p:sp>
        <p:nvSpPr>
          <p:cNvPr id="48236" name="Line 892"/>
          <p:cNvSpPr/>
          <p:nvPr/>
        </p:nvSpPr>
        <p:spPr>
          <a:xfrm flipH="1">
            <a:off x="5781675" y="4652963"/>
            <a:ext cx="254000" cy="469900"/>
          </a:xfrm>
          <a:prstGeom prst="line">
            <a:avLst/>
          </a:prstGeom>
          <a:ln w="38100" cap="flat" cmpd="sng">
            <a:solidFill>
              <a:srgbClr val="FF3300"/>
            </a:solidFill>
            <a:prstDash val="solid"/>
            <a:headEnd type="none" w="med" len="med"/>
            <a:tailEnd type="none" w="med" len="med"/>
          </a:ln>
        </p:spPr>
      </p:sp>
      <p:sp>
        <p:nvSpPr>
          <p:cNvPr id="48237" name="Line 893"/>
          <p:cNvSpPr/>
          <p:nvPr/>
        </p:nvSpPr>
        <p:spPr>
          <a:xfrm>
            <a:off x="5807075" y="4703763"/>
            <a:ext cx="196850" cy="0"/>
          </a:xfrm>
          <a:prstGeom prst="line">
            <a:avLst/>
          </a:prstGeom>
          <a:ln w="38100" cap="flat" cmpd="sng">
            <a:solidFill>
              <a:srgbClr val="FF3300"/>
            </a:solidFill>
            <a:prstDash val="solid"/>
            <a:headEnd type="none" w="med" len="med"/>
            <a:tailEnd type="none" w="med" len="med"/>
          </a:ln>
        </p:spPr>
      </p:sp>
      <p:sp>
        <p:nvSpPr>
          <p:cNvPr id="48238" name="Line 894"/>
          <p:cNvSpPr/>
          <p:nvPr/>
        </p:nvSpPr>
        <p:spPr>
          <a:xfrm>
            <a:off x="5667375" y="5040313"/>
            <a:ext cx="153988" cy="0"/>
          </a:xfrm>
          <a:prstGeom prst="line">
            <a:avLst/>
          </a:prstGeom>
          <a:ln w="38100" cap="flat" cmpd="sng">
            <a:solidFill>
              <a:srgbClr val="FF3300"/>
            </a:solidFill>
            <a:prstDash val="solid"/>
            <a:headEnd type="none" w="med" len="med"/>
            <a:tailEnd type="none" w="med" len="med"/>
          </a:ln>
        </p:spPr>
      </p:sp>
      <p:sp>
        <p:nvSpPr>
          <p:cNvPr id="48239" name="Line 895"/>
          <p:cNvSpPr/>
          <p:nvPr/>
        </p:nvSpPr>
        <p:spPr>
          <a:xfrm>
            <a:off x="5918200" y="5119688"/>
            <a:ext cx="492125" cy="0"/>
          </a:xfrm>
          <a:prstGeom prst="line">
            <a:avLst/>
          </a:prstGeom>
          <a:ln w="38100" cap="flat" cmpd="sng">
            <a:solidFill>
              <a:srgbClr val="FF3300"/>
            </a:solidFill>
            <a:prstDash val="solid"/>
            <a:headEnd type="none" w="med" len="med"/>
            <a:tailEnd type="none" w="med" len="med"/>
          </a:ln>
        </p:spPr>
      </p:sp>
      <p:sp>
        <p:nvSpPr>
          <p:cNvPr id="48240" name="Line 896"/>
          <p:cNvSpPr/>
          <p:nvPr/>
        </p:nvSpPr>
        <p:spPr>
          <a:xfrm flipH="1">
            <a:off x="6159500" y="5027613"/>
            <a:ext cx="53975" cy="85725"/>
          </a:xfrm>
          <a:prstGeom prst="line">
            <a:avLst/>
          </a:prstGeom>
          <a:ln w="38100" cap="flat" cmpd="sng">
            <a:solidFill>
              <a:srgbClr val="FF3300"/>
            </a:solidFill>
            <a:prstDash val="solid"/>
            <a:headEnd type="none" w="med" len="med"/>
            <a:tailEnd type="none" w="med" len="med"/>
          </a:ln>
        </p:spPr>
      </p:sp>
      <p:sp>
        <p:nvSpPr>
          <p:cNvPr id="48241" name="Line 897"/>
          <p:cNvSpPr/>
          <p:nvPr/>
        </p:nvSpPr>
        <p:spPr>
          <a:xfrm>
            <a:off x="5972175" y="5116513"/>
            <a:ext cx="1588" cy="82550"/>
          </a:xfrm>
          <a:prstGeom prst="line">
            <a:avLst/>
          </a:prstGeom>
          <a:ln w="19050" cap="flat" cmpd="sng">
            <a:solidFill>
              <a:srgbClr val="FF3300"/>
            </a:solidFill>
            <a:prstDash val="solid"/>
            <a:headEnd type="none" w="med" len="med"/>
            <a:tailEnd type="none" w="med" len="med"/>
          </a:ln>
        </p:spPr>
      </p:sp>
      <p:sp>
        <p:nvSpPr>
          <p:cNvPr id="48242" name="Line 898"/>
          <p:cNvSpPr/>
          <p:nvPr/>
        </p:nvSpPr>
        <p:spPr>
          <a:xfrm flipH="1" flipV="1">
            <a:off x="6369050" y="5124450"/>
            <a:ext cx="0" cy="76200"/>
          </a:xfrm>
          <a:prstGeom prst="line">
            <a:avLst/>
          </a:prstGeom>
          <a:ln w="19050" cap="flat" cmpd="sng">
            <a:solidFill>
              <a:srgbClr val="FF3300"/>
            </a:solidFill>
            <a:prstDash val="solid"/>
            <a:headEnd type="none" w="med" len="med"/>
            <a:tailEnd type="none" w="med" len="med"/>
          </a:ln>
        </p:spPr>
      </p:sp>
      <p:sp>
        <p:nvSpPr>
          <p:cNvPr id="48243" name="Line 899"/>
          <p:cNvSpPr/>
          <p:nvPr/>
        </p:nvSpPr>
        <p:spPr>
          <a:xfrm>
            <a:off x="6450013" y="4983163"/>
            <a:ext cx="503237" cy="269875"/>
          </a:xfrm>
          <a:prstGeom prst="line">
            <a:avLst/>
          </a:prstGeom>
          <a:ln w="38100" cap="flat" cmpd="sng">
            <a:solidFill>
              <a:srgbClr val="FF3300"/>
            </a:solidFill>
            <a:prstDash val="solid"/>
            <a:headEnd type="none" w="med" len="med"/>
            <a:tailEnd type="none" w="med" len="med"/>
          </a:ln>
        </p:spPr>
      </p:sp>
      <p:sp>
        <p:nvSpPr>
          <p:cNvPr id="48244" name="Line 900"/>
          <p:cNvSpPr/>
          <p:nvPr/>
        </p:nvSpPr>
        <p:spPr>
          <a:xfrm>
            <a:off x="5899150" y="4918075"/>
            <a:ext cx="80963" cy="0"/>
          </a:xfrm>
          <a:prstGeom prst="line">
            <a:avLst/>
          </a:prstGeom>
          <a:ln w="38100" cap="flat" cmpd="sng">
            <a:solidFill>
              <a:srgbClr val="FF3300"/>
            </a:solidFill>
            <a:prstDash val="solid"/>
            <a:headEnd type="none" w="med" len="med"/>
            <a:tailEnd type="none" w="med" len="med"/>
          </a:ln>
        </p:spPr>
      </p:sp>
      <p:sp>
        <p:nvSpPr>
          <p:cNvPr id="48245" name="Line 942"/>
          <p:cNvSpPr/>
          <p:nvPr/>
        </p:nvSpPr>
        <p:spPr>
          <a:xfrm flipH="1">
            <a:off x="5988050" y="3440113"/>
            <a:ext cx="3175" cy="144462"/>
          </a:xfrm>
          <a:prstGeom prst="line">
            <a:avLst/>
          </a:prstGeom>
          <a:ln w="38100" cap="flat" cmpd="sng">
            <a:solidFill>
              <a:srgbClr val="FF3300"/>
            </a:solidFill>
            <a:prstDash val="solid"/>
            <a:headEnd type="none" w="med" len="med"/>
            <a:tailEnd type="none" w="med" len="med"/>
          </a:ln>
        </p:spPr>
      </p:sp>
      <p:sp>
        <p:nvSpPr>
          <p:cNvPr id="48246" name="Line 943"/>
          <p:cNvSpPr/>
          <p:nvPr/>
        </p:nvSpPr>
        <p:spPr>
          <a:xfrm flipV="1">
            <a:off x="7285038" y="2422525"/>
            <a:ext cx="123825" cy="87313"/>
          </a:xfrm>
          <a:prstGeom prst="line">
            <a:avLst/>
          </a:prstGeom>
          <a:ln w="9525" cap="flat" cmpd="sng">
            <a:solidFill>
              <a:schemeClr val="bg2"/>
            </a:solidFill>
            <a:prstDash val="solid"/>
            <a:headEnd type="none" w="med" len="med"/>
            <a:tailEnd type="none" w="med" len="med"/>
          </a:ln>
        </p:spPr>
      </p:sp>
      <p:sp>
        <p:nvSpPr>
          <p:cNvPr id="48247" name="Line 944"/>
          <p:cNvSpPr/>
          <p:nvPr/>
        </p:nvSpPr>
        <p:spPr>
          <a:xfrm>
            <a:off x="7112000" y="2595563"/>
            <a:ext cx="0" cy="82550"/>
          </a:xfrm>
          <a:prstGeom prst="line">
            <a:avLst/>
          </a:prstGeom>
          <a:ln w="9525" cap="flat" cmpd="sng">
            <a:solidFill>
              <a:schemeClr val="bg2"/>
            </a:solidFill>
            <a:prstDash val="solid"/>
            <a:headEnd type="none" w="med" len="med"/>
            <a:tailEnd type="none" w="med" len="med"/>
          </a:ln>
        </p:spPr>
      </p:sp>
      <p:sp>
        <p:nvSpPr>
          <p:cNvPr id="48248" name="Line 945"/>
          <p:cNvSpPr/>
          <p:nvPr/>
        </p:nvSpPr>
        <p:spPr>
          <a:xfrm flipV="1">
            <a:off x="7296150" y="2492375"/>
            <a:ext cx="263525" cy="288925"/>
          </a:xfrm>
          <a:prstGeom prst="line">
            <a:avLst/>
          </a:prstGeom>
          <a:ln w="9525" cap="flat" cmpd="sng">
            <a:solidFill>
              <a:schemeClr val="bg2"/>
            </a:solidFill>
            <a:prstDash val="solid"/>
            <a:headEnd type="none" w="med" len="med"/>
            <a:tailEnd type="none" w="med" len="med"/>
          </a:ln>
        </p:spPr>
      </p:sp>
      <p:sp>
        <p:nvSpPr>
          <p:cNvPr id="48249" name="Line 946"/>
          <p:cNvSpPr/>
          <p:nvPr/>
        </p:nvSpPr>
        <p:spPr>
          <a:xfrm>
            <a:off x="7648575" y="2490788"/>
            <a:ext cx="0" cy="196850"/>
          </a:xfrm>
          <a:prstGeom prst="line">
            <a:avLst/>
          </a:prstGeom>
          <a:ln w="9525" cap="flat" cmpd="sng">
            <a:solidFill>
              <a:schemeClr val="bg2"/>
            </a:solidFill>
            <a:prstDash val="solid"/>
            <a:headEnd type="none" w="med" len="med"/>
            <a:tailEnd type="none" w="med" len="med"/>
          </a:ln>
        </p:spPr>
      </p:sp>
      <p:sp>
        <p:nvSpPr>
          <p:cNvPr id="48250" name="Line 947"/>
          <p:cNvSpPr/>
          <p:nvPr/>
        </p:nvSpPr>
        <p:spPr>
          <a:xfrm>
            <a:off x="7302500" y="2797175"/>
            <a:ext cx="188913" cy="0"/>
          </a:xfrm>
          <a:prstGeom prst="line">
            <a:avLst/>
          </a:prstGeom>
          <a:ln w="9525" cap="flat" cmpd="sng">
            <a:solidFill>
              <a:schemeClr val="bg2"/>
            </a:solidFill>
            <a:prstDash val="solid"/>
            <a:headEnd type="none" w="med" len="med"/>
            <a:tailEnd type="none" w="med" len="med"/>
          </a:ln>
        </p:spPr>
      </p:sp>
      <p:sp>
        <p:nvSpPr>
          <p:cNvPr id="48251" name="Line 949"/>
          <p:cNvSpPr/>
          <p:nvPr/>
        </p:nvSpPr>
        <p:spPr>
          <a:xfrm flipV="1">
            <a:off x="7716838" y="2190750"/>
            <a:ext cx="238125" cy="168275"/>
          </a:xfrm>
          <a:prstGeom prst="line">
            <a:avLst/>
          </a:prstGeom>
          <a:ln w="9525" cap="flat" cmpd="sng">
            <a:solidFill>
              <a:schemeClr val="bg2"/>
            </a:solidFill>
            <a:prstDash val="solid"/>
            <a:headEnd type="none" w="med" len="med"/>
            <a:tailEnd type="none" w="med" len="med"/>
          </a:ln>
        </p:spPr>
      </p:sp>
      <p:sp>
        <p:nvSpPr>
          <p:cNvPr id="48252" name="Line 950"/>
          <p:cNvSpPr/>
          <p:nvPr/>
        </p:nvSpPr>
        <p:spPr>
          <a:xfrm>
            <a:off x="7856538" y="2787650"/>
            <a:ext cx="177800" cy="0"/>
          </a:xfrm>
          <a:prstGeom prst="line">
            <a:avLst/>
          </a:prstGeom>
          <a:ln w="9525" cap="flat" cmpd="sng">
            <a:solidFill>
              <a:schemeClr val="bg2"/>
            </a:solidFill>
            <a:prstDash val="solid"/>
            <a:headEnd type="none" w="med" len="med"/>
            <a:tailEnd type="none" w="med" len="med"/>
          </a:ln>
        </p:spPr>
      </p:sp>
      <p:sp>
        <p:nvSpPr>
          <p:cNvPr id="48253" name="Line 951"/>
          <p:cNvSpPr/>
          <p:nvPr/>
        </p:nvSpPr>
        <p:spPr>
          <a:xfrm flipH="1">
            <a:off x="7002463" y="2863850"/>
            <a:ext cx="98425" cy="704850"/>
          </a:xfrm>
          <a:prstGeom prst="line">
            <a:avLst/>
          </a:prstGeom>
          <a:ln w="9525" cap="flat" cmpd="sng">
            <a:solidFill>
              <a:schemeClr val="bg2"/>
            </a:solidFill>
            <a:prstDash val="solid"/>
            <a:headEnd type="none" w="med" len="med"/>
            <a:tailEnd type="none" w="med" len="med"/>
          </a:ln>
        </p:spPr>
      </p:sp>
      <p:sp>
        <p:nvSpPr>
          <p:cNvPr id="48254" name="Line 952"/>
          <p:cNvSpPr/>
          <p:nvPr/>
        </p:nvSpPr>
        <p:spPr>
          <a:xfrm flipH="1">
            <a:off x="7593013" y="2863850"/>
            <a:ext cx="111125" cy="727075"/>
          </a:xfrm>
          <a:prstGeom prst="line">
            <a:avLst/>
          </a:prstGeom>
          <a:ln w="9525" cap="flat" cmpd="sng">
            <a:solidFill>
              <a:schemeClr val="bg2"/>
            </a:solidFill>
            <a:prstDash val="solid"/>
            <a:headEnd type="none" w="med" len="med"/>
            <a:tailEnd type="none" w="med" len="med"/>
          </a:ln>
        </p:spPr>
      </p:sp>
      <p:grpSp>
        <p:nvGrpSpPr>
          <p:cNvPr id="48255" name="Group 953"/>
          <p:cNvGrpSpPr/>
          <p:nvPr/>
        </p:nvGrpSpPr>
        <p:grpSpPr>
          <a:xfrm>
            <a:off x="6645275" y="4481513"/>
            <a:ext cx="501650" cy="234950"/>
            <a:chOff x="4701" y="2996"/>
            <a:chExt cx="316" cy="148"/>
          </a:xfrm>
        </p:grpSpPr>
        <p:sp>
          <p:nvSpPr>
            <p:cNvPr id="48670" name="Oval 954"/>
            <p:cNvSpPr/>
            <p:nvPr/>
          </p:nvSpPr>
          <p:spPr>
            <a:xfrm>
              <a:off x="4704" y="3062"/>
              <a:ext cx="313" cy="8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71" name="Line 955"/>
            <p:cNvSpPr/>
            <p:nvPr/>
          </p:nvSpPr>
          <p:spPr>
            <a:xfrm>
              <a:off x="4704" y="3055"/>
              <a:ext cx="0" cy="51"/>
            </a:xfrm>
            <a:prstGeom prst="line">
              <a:avLst/>
            </a:prstGeom>
            <a:ln w="12700" cap="flat" cmpd="sng">
              <a:solidFill>
                <a:schemeClr val="folHlink"/>
              </a:solidFill>
              <a:prstDash val="solid"/>
              <a:headEnd type="none" w="med" len="med"/>
              <a:tailEnd type="none" w="med" len="med"/>
            </a:ln>
          </p:spPr>
        </p:sp>
        <p:sp>
          <p:nvSpPr>
            <p:cNvPr id="48672" name="Line 956"/>
            <p:cNvSpPr/>
            <p:nvPr/>
          </p:nvSpPr>
          <p:spPr>
            <a:xfrm>
              <a:off x="5017" y="3055"/>
              <a:ext cx="0" cy="51"/>
            </a:xfrm>
            <a:prstGeom prst="line">
              <a:avLst/>
            </a:prstGeom>
            <a:ln w="12700" cap="flat" cmpd="sng">
              <a:solidFill>
                <a:schemeClr val="folHlink"/>
              </a:solidFill>
              <a:prstDash val="solid"/>
              <a:headEnd type="none" w="med" len="med"/>
              <a:tailEnd type="none" w="med" len="med"/>
            </a:ln>
          </p:spPr>
        </p:sp>
        <p:sp>
          <p:nvSpPr>
            <p:cNvPr id="48673" name="Rectangle 957"/>
            <p:cNvSpPr/>
            <p:nvPr/>
          </p:nvSpPr>
          <p:spPr>
            <a:xfrm>
              <a:off x="4704" y="3055"/>
              <a:ext cx="310" cy="50"/>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74" name="Oval 958"/>
            <p:cNvSpPr/>
            <p:nvPr/>
          </p:nvSpPr>
          <p:spPr>
            <a:xfrm>
              <a:off x="4701" y="2996"/>
              <a:ext cx="313" cy="96"/>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675" name="Group 959"/>
            <p:cNvGrpSpPr/>
            <p:nvPr/>
          </p:nvGrpSpPr>
          <p:grpSpPr>
            <a:xfrm>
              <a:off x="4776" y="3017"/>
              <a:ext cx="156" cy="56"/>
              <a:chOff x="2848" y="848"/>
              <a:chExt cx="140" cy="98"/>
            </a:xfrm>
          </p:grpSpPr>
          <p:sp>
            <p:nvSpPr>
              <p:cNvPr id="48680" name="Line 960"/>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681" name="Line 961"/>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682" name="Line 962"/>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676" name="Group 963"/>
            <p:cNvGrpSpPr/>
            <p:nvPr/>
          </p:nvGrpSpPr>
          <p:grpSpPr>
            <a:xfrm flipV="1">
              <a:off x="4776" y="3016"/>
              <a:ext cx="156" cy="56"/>
              <a:chOff x="2848" y="848"/>
              <a:chExt cx="140" cy="98"/>
            </a:xfrm>
          </p:grpSpPr>
          <p:sp>
            <p:nvSpPr>
              <p:cNvPr id="48677" name="Line 964"/>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678" name="Line 965"/>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679" name="Line 966"/>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grpSp>
        <p:nvGrpSpPr>
          <p:cNvPr id="48256" name="Group 967"/>
          <p:cNvGrpSpPr/>
          <p:nvPr/>
        </p:nvGrpSpPr>
        <p:grpSpPr>
          <a:xfrm>
            <a:off x="5980113" y="4783138"/>
            <a:ext cx="501650" cy="234950"/>
            <a:chOff x="4701" y="2996"/>
            <a:chExt cx="316" cy="148"/>
          </a:xfrm>
        </p:grpSpPr>
        <p:sp>
          <p:nvSpPr>
            <p:cNvPr id="48657" name="Oval 968"/>
            <p:cNvSpPr/>
            <p:nvPr/>
          </p:nvSpPr>
          <p:spPr>
            <a:xfrm>
              <a:off x="4704" y="3062"/>
              <a:ext cx="313" cy="8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58" name="Line 969"/>
            <p:cNvSpPr/>
            <p:nvPr/>
          </p:nvSpPr>
          <p:spPr>
            <a:xfrm>
              <a:off x="4704" y="3055"/>
              <a:ext cx="0" cy="51"/>
            </a:xfrm>
            <a:prstGeom prst="line">
              <a:avLst/>
            </a:prstGeom>
            <a:ln w="12700" cap="flat" cmpd="sng">
              <a:solidFill>
                <a:schemeClr val="folHlink"/>
              </a:solidFill>
              <a:prstDash val="solid"/>
              <a:headEnd type="none" w="med" len="med"/>
              <a:tailEnd type="none" w="med" len="med"/>
            </a:ln>
          </p:spPr>
        </p:sp>
        <p:sp>
          <p:nvSpPr>
            <p:cNvPr id="48659" name="Line 970"/>
            <p:cNvSpPr/>
            <p:nvPr/>
          </p:nvSpPr>
          <p:spPr>
            <a:xfrm>
              <a:off x="5017" y="3055"/>
              <a:ext cx="0" cy="51"/>
            </a:xfrm>
            <a:prstGeom prst="line">
              <a:avLst/>
            </a:prstGeom>
            <a:ln w="12700" cap="flat" cmpd="sng">
              <a:solidFill>
                <a:schemeClr val="folHlink"/>
              </a:solidFill>
              <a:prstDash val="solid"/>
              <a:headEnd type="none" w="med" len="med"/>
              <a:tailEnd type="none" w="med" len="med"/>
            </a:ln>
          </p:spPr>
        </p:sp>
        <p:sp>
          <p:nvSpPr>
            <p:cNvPr id="48660" name="Rectangle 971"/>
            <p:cNvSpPr/>
            <p:nvPr/>
          </p:nvSpPr>
          <p:spPr>
            <a:xfrm>
              <a:off x="4704" y="3055"/>
              <a:ext cx="310" cy="50"/>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61" name="Oval 972"/>
            <p:cNvSpPr/>
            <p:nvPr/>
          </p:nvSpPr>
          <p:spPr>
            <a:xfrm>
              <a:off x="4701" y="2996"/>
              <a:ext cx="313" cy="96"/>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8662" name="Group 973"/>
            <p:cNvGrpSpPr/>
            <p:nvPr/>
          </p:nvGrpSpPr>
          <p:grpSpPr>
            <a:xfrm>
              <a:off x="4776" y="3017"/>
              <a:ext cx="156" cy="56"/>
              <a:chOff x="2848" y="848"/>
              <a:chExt cx="140" cy="98"/>
            </a:xfrm>
          </p:grpSpPr>
          <p:sp>
            <p:nvSpPr>
              <p:cNvPr id="48667" name="Line 974"/>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668" name="Line 975"/>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669" name="Line 976"/>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48663" name="Group 977"/>
            <p:cNvGrpSpPr/>
            <p:nvPr/>
          </p:nvGrpSpPr>
          <p:grpSpPr>
            <a:xfrm flipV="1">
              <a:off x="4776" y="3016"/>
              <a:ext cx="156" cy="56"/>
              <a:chOff x="2848" y="848"/>
              <a:chExt cx="140" cy="98"/>
            </a:xfrm>
          </p:grpSpPr>
          <p:sp>
            <p:nvSpPr>
              <p:cNvPr id="48664" name="Line 978"/>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48665" name="Line 979"/>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48666" name="Line 980"/>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pic>
        <p:nvPicPr>
          <p:cNvPr id="48257" name="Picture 1020" descr="imgyjavg[1]"/>
          <p:cNvPicPr>
            <a:picLocks noChangeAspect="1"/>
          </p:cNvPicPr>
          <p:nvPr/>
        </p:nvPicPr>
        <p:blipFill>
          <a:blip r:embed="rId1"/>
          <a:stretch>
            <a:fillRect/>
          </a:stretch>
        </p:blipFill>
        <p:spPr>
          <a:xfrm>
            <a:off x="5341938" y="1878013"/>
            <a:ext cx="368300" cy="266700"/>
          </a:xfrm>
          <a:prstGeom prst="rect">
            <a:avLst/>
          </a:prstGeom>
          <a:noFill/>
          <a:ln w="9525">
            <a:noFill/>
          </a:ln>
        </p:spPr>
      </p:pic>
      <p:grpSp>
        <p:nvGrpSpPr>
          <p:cNvPr id="48258" name="Group 1021"/>
          <p:cNvGrpSpPr/>
          <p:nvPr/>
        </p:nvGrpSpPr>
        <p:grpSpPr>
          <a:xfrm>
            <a:off x="7464425" y="5226050"/>
            <a:ext cx="198438" cy="365125"/>
            <a:chOff x="4702" y="3292"/>
            <a:chExt cx="125" cy="230"/>
          </a:xfrm>
        </p:grpSpPr>
        <p:sp>
          <p:nvSpPr>
            <p:cNvPr id="48649" name="AutoShape 1022"/>
            <p:cNvSpPr/>
            <p:nvPr/>
          </p:nvSpPr>
          <p:spPr>
            <a:xfrm>
              <a:off x="4702" y="3469"/>
              <a:ext cx="125" cy="53"/>
            </a:xfrm>
            <a:prstGeom prst="parallelogram">
              <a:avLst>
                <a:gd name="adj" fmla="val 90856"/>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50" name="Rectangle 1023"/>
            <p:cNvSpPr/>
            <p:nvPr/>
          </p:nvSpPr>
          <p:spPr>
            <a:xfrm>
              <a:off x="4765" y="3293"/>
              <a:ext cx="58" cy="177"/>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51" name="Rectangle 1024"/>
            <p:cNvSpPr/>
            <p:nvPr/>
          </p:nvSpPr>
          <p:spPr>
            <a:xfrm>
              <a:off x="4703" y="3344"/>
              <a:ext cx="79" cy="177"/>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52" name="AutoShape 1025"/>
            <p:cNvSpPr/>
            <p:nvPr/>
          </p:nvSpPr>
          <p:spPr>
            <a:xfrm>
              <a:off x="4702" y="3292"/>
              <a:ext cx="125" cy="53"/>
            </a:xfrm>
            <a:prstGeom prst="parallelogram">
              <a:avLst>
                <a:gd name="adj" fmla="val 90856"/>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53" name="Line 1026"/>
            <p:cNvSpPr/>
            <p:nvPr/>
          </p:nvSpPr>
          <p:spPr>
            <a:xfrm>
              <a:off x="4827" y="3296"/>
              <a:ext cx="0" cy="173"/>
            </a:xfrm>
            <a:prstGeom prst="line">
              <a:avLst/>
            </a:prstGeom>
            <a:ln w="9525" cap="flat" cmpd="sng">
              <a:solidFill>
                <a:schemeClr val="bg2"/>
              </a:solidFill>
              <a:prstDash val="solid"/>
              <a:headEnd type="none" w="med" len="med"/>
              <a:tailEnd type="none" w="med" len="med"/>
            </a:ln>
          </p:spPr>
        </p:sp>
        <p:sp>
          <p:nvSpPr>
            <p:cNvPr id="48654" name="Line 1027"/>
            <p:cNvSpPr/>
            <p:nvPr/>
          </p:nvSpPr>
          <p:spPr>
            <a:xfrm flipH="1">
              <a:off x="4782" y="3469"/>
              <a:ext cx="45" cy="52"/>
            </a:xfrm>
            <a:prstGeom prst="line">
              <a:avLst/>
            </a:prstGeom>
            <a:ln w="9525" cap="flat" cmpd="sng">
              <a:solidFill>
                <a:schemeClr val="bg2"/>
              </a:solidFill>
              <a:prstDash val="solid"/>
              <a:headEnd type="none" w="med" len="med"/>
              <a:tailEnd type="none" w="med" len="med"/>
            </a:ln>
          </p:spPr>
        </p:sp>
        <p:sp>
          <p:nvSpPr>
            <p:cNvPr id="48655" name="Rectangle 1028"/>
            <p:cNvSpPr/>
            <p:nvPr/>
          </p:nvSpPr>
          <p:spPr>
            <a:xfrm>
              <a:off x="4713" y="3367"/>
              <a:ext cx="52" cy="102"/>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56" name="Rectangle 1029"/>
            <p:cNvSpPr/>
            <p:nvPr/>
          </p:nvSpPr>
          <p:spPr>
            <a:xfrm>
              <a:off x="4720" y="3398"/>
              <a:ext cx="40" cy="36"/>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48259" name="Group 1030"/>
          <p:cNvGrpSpPr/>
          <p:nvPr/>
        </p:nvGrpSpPr>
        <p:grpSpPr>
          <a:xfrm>
            <a:off x="7926388" y="4949825"/>
            <a:ext cx="198437" cy="365125"/>
            <a:chOff x="4702" y="3292"/>
            <a:chExt cx="125" cy="230"/>
          </a:xfrm>
        </p:grpSpPr>
        <p:sp>
          <p:nvSpPr>
            <p:cNvPr id="48641" name="AutoShape 1031"/>
            <p:cNvSpPr/>
            <p:nvPr/>
          </p:nvSpPr>
          <p:spPr>
            <a:xfrm>
              <a:off x="4702" y="3469"/>
              <a:ext cx="125" cy="53"/>
            </a:xfrm>
            <a:prstGeom prst="parallelogram">
              <a:avLst>
                <a:gd name="adj" fmla="val 90856"/>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42" name="Rectangle 1032"/>
            <p:cNvSpPr/>
            <p:nvPr/>
          </p:nvSpPr>
          <p:spPr>
            <a:xfrm>
              <a:off x="4765" y="3293"/>
              <a:ext cx="58" cy="177"/>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43" name="Rectangle 1033"/>
            <p:cNvSpPr/>
            <p:nvPr/>
          </p:nvSpPr>
          <p:spPr>
            <a:xfrm>
              <a:off x="4703" y="3344"/>
              <a:ext cx="79" cy="177"/>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44" name="AutoShape 1034"/>
            <p:cNvSpPr/>
            <p:nvPr/>
          </p:nvSpPr>
          <p:spPr>
            <a:xfrm>
              <a:off x="4702" y="3292"/>
              <a:ext cx="125" cy="53"/>
            </a:xfrm>
            <a:prstGeom prst="parallelogram">
              <a:avLst>
                <a:gd name="adj" fmla="val 90856"/>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45" name="Line 1035"/>
            <p:cNvSpPr/>
            <p:nvPr/>
          </p:nvSpPr>
          <p:spPr>
            <a:xfrm>
              <a:off x="4827" y="3296"/>
              <a:ext cx="0" cy="173"/>
            </a:xfrm>
            <a:prstGeom prst="line">
              <a:avLst/>
            </a:prstGeom>
            <a:ln w="9525" cap="flat" cmpd="sng">
              <a:solidFill>
                <a:schemeClr val="bg2"/>
              </a:solidFill>
              <a:prstDash val="solid"/>
              <a:headEnd type="none" w="med" len="med"/>
              <a:tailEnd type="none" w="med" len="med"/>
            </a:ln>
          </p:spPr>
        </p:sp>
        <p:sp>
          <p:nvSpPr>
            <p:cNvPr id="48646" name="Line 1036"/>
            <p:cNvSpPr/>
            <p:nvPr/>
          </p:nvSpPr>
          <p:spPr>
            <a:xfrm flipH="1">
              <a:off x="4782" y="3469"/>
              <a:ext cx="45" cy="52"/>
            </a:xfrm>
            <a:prstGeom prst="line">
              <a:avLst/>
            </a:prstGeom>
            <a:ln w="9525" cap="flat" cmpd="sng">
              <a:solidFill>
                <a:schemeClr val="bg2"/>
              </a:solidFill>
              <a:prstDash val="solid"/>
              <a:headEnd type="none" w="med" len="med"/>
              <a:tailEnd type="none" w="med" len="med"/>
            </a:ln>
          </p:spPr>
        </p:sp>
        <p:sp>
          <p:nvSpPr>
            <p:cNvPr id="48647" name="Rectangle 1037"/>
            <p:cNvSpPr/>
            <p:nvPr/>
          </p:nvSpPr>
          <p:spPr>
            <a:xfrm>
              <a:off x="4713" y="3367"/>
              <a:ext cx="52" cy="102"/>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48" name="Rectangle 1038"/>
            <p:cNvSpPr/>
            <p:nvPr/>
          </p:nvSpPr>
          <p:spPr>
            <a:xfrm>
              <a:off x="4720" y="3398"/>
              <a:ext cx="40" cy="36"/>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48260" name="AutoShape 1040"/>
          <p:cNvSpPr>
            <a:spLocks noChangeAspect="1" noTextEdit="1"/>
          </p:cNvSpPr>
          <p:nvPr/>
        </p:nvSpPr>
        <p:spPr>
          <a:xfrm>
            <a:off x="7143750" y="5394325"/>
            <a:ext cx="233363" cy="252413"/>
          </a:xfrm>
          <a:prstGeom prst="rect">
            <a:avLst/>
          </a:prstGeom>
          <a:noFill/>
          <a:ln w="9525">
            <a:noFill/>
          </a:ln>
        </p:spPr>
        <p:txBody>
          <a:bodyPr/>
          <a:p>
            <a:endParaRPr lang="zh-CN" altLang="en-US"/>
          </a:p>
        </p:txBody>
      </p:sp>
      <p:sp>
        <p:nvSpPr>
          <p:cNvPr id="48261" name="Freeform 1041"/>
          <p:cNvSpPr/>
          <p:nvPr/>
        </p:nvSpPr>
        <p:spPr>
          <a:xfrm>
            <a:off x="7145338" y="5394325"/>
            <a:ext cx="231775" cy="252413"/>
          </a:xfrm>
          <a:custGeom>
            <a:avLst/>
            <a:gdLst>
              <a:gd name="txL" fmla="*/ 0 w 1894"/>
              <a:gd name="txT" fmla="*/ 0 h 1904"/>
              <a:gd name="txR" fmla="*/ 1894 w 1894"/>
              <a:gd name="txB" fmla="*/ 1904 h 1904"/>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alpha val="100000"/>
            </a:scheme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8262" name="Freeform 1042"/>
          <p:cNvSpPr/>
          <p:nvPr/>
        </p:nvSpPr>
        <p:spPr>
          <a:xfrm>
            <a:off x="7173913" y="5554663"/>
            <a:ext cx="134937" cy="42862"/>
          </a:xfrm>
          <a:custGeom>
            <a:avLst/>
            <a:gdLst>
              <a:gd name="txL" fmla="*/ 0 w 1106"/>
              <a:gd name="txT" fmla="*/ 0 h 331"/>
              <a:gd name="txR" fmla="*/ 1106 w 1106"/>
              <a:gd name="txB" fmla="*/ 331 h 331"/>
            </a:gdLst>
            <a:ahLst/>
            <a:cxnLst>
              <a:cxn ang="0">
                <a:pos x="2147483646" y="0"/>
              </a:cxn>
              <a:cxn ang="0">
                <a:pos x="2147483646" y="2147483646"/>
              </a:cxn>
              <a:cxn ang="0">
                <a:pos x="2147483646" y="2147483646"/>
              </a:cxn>
              <a:cxn ang="0">
                <a:pos x="0" y="2147483646"/>
              </a:cxn>
              <a:cxn ang="0">
                <a:pos x="2147483646" y="0"/>
              </a:cxn>
            </a:cxnLst>
            <a:rect l="txL" t="txT" r="txR" b="txB"/>
            <a:pathLst>
              <a:path w="1106" h="331">
                <a:moveTo>
                  <a:pt x="40" y="0"/>
                </a:moveTo>
                <a:lnTo>
                  <a:pt x="1106" y="277"/>
                </a:lnTo>
                <a:lnTo>
                  <a:pt x="1071" y="331"/>
                </a:lnTo>
                <a:lnTo>
                  <a:pt x="0" y="36"/>
                </a:lnTo>
                <a:lnTo>
                  <a:pt x="40" y="0"/>
                </a:lnTo>
                <a:close/>
              </a:path>
            </a:pathLst>
          </a:custGeom>
          <a:solidFill>
            <a:srgbClr val="7F7F7F">
              <a:alpha val="100000"/>
            </a:srgbClr>
          </a:solidFill>
          <a:ln w="9525">
            <a:noFill/>
          </a:ln>
        </p:spPr>
        <p:txBody>
          <a:bodyPr/>
          <a:p>
            <a:endParaRPr lang="zh-CN" altLang="en-US"/>
          </a:p>
        </p:txBody>
      </p:sp>
      <p:sp>
        <p:nvSpPr>
          <p:cNvPr id="48263" name="Freeform 1043"/>
          <p:cNvSpPr/>
          <p:nvPr/>
        </p:nvSpPr>
        <p:spPr>
          <a:xfrm>
            <a:off x="7151688" y="5573713"/>
            <a:ext cx="157162" cy="66675"/>
          </a:xfrm>
          <a:custGeom>
            <a:avLst/>
            <a:gdLst>
              <a:gd name="txL" fmla="*/ 0 w 1285"/>
              <a:gd name="txT" fmla="*/ 0 h 505"/>
              <a:gd name="txR" fmla="*/ 1285 w 1285"/>
              <a:gd name="txB" fmla="*/ 505 h 50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alpha val="100000"/>
            </a:schemeClr>
          </a:solidFill>
          <a:ln w="9525">
            <a:noFill/>
          </a:ln>
        </p:spPr>
        <p:txBody>
          <a:bodyPr/>
          <a:p>
            <a:endParaRPr lang="zh-CN" altLang="en-US"/>
          </a:p>
        </p:txBody>
      </p:sp>
      <p:sp>
        <p:nvSpPr>
          <p:cNvPr id="48264" name="AutoShape 1044"/>
          <p:cNvSpPr>
            <a:spLocks noChangeAspect="1" noTextEdit="1"/>
          </p:cNvSpPr>
          <p:nvPr/>
        </p:nvSpPr>
        <p:spPr>
          <a:xfrm>
            <a:off x="7104063" y="5305425"/>
            <a:ext cx="254000" cy="300038"/>
          </a:xfrm>
          <a:prstGeom prst="rect">
            <a:avLst/>
          </a:prstGeom>
          <a:noFill/>
          <a:ln w="9525">
            <a:noFill/>
          </a:ln>
        </p:spPr>
        <p:txBody>
          <a:bodyPr/>
          <a:p>
            <a:endParaRPr lang="zh-CN" altLang="en-US"/>
          </a:p>
        </p:txBody>
      </p:sp>
      <p:sp>
        <p:nvSpPr>
          <p:cNvPr id="48265" name="Freeform 1045"/>
          <p:cNvSpPr/>
          <p:nvPr/>
        </p:nvSpPr>
        <p:spPr>
          <a:xfrm>
            <a:off x="7156450" y="5324475"/>
            <a:ext cx="36513" cy="49213"/>
          </a:xfrm>
          <a:custGeom>
            <a:avLst/>
            <a:gdLst>
              <a:gd name="txL" fmla="*/ 0 w 179"/>
              <a:gd name="txT" fmla="*/ 0 h 216"/>
              <a:gd name="txR" fmla="*/ 179 w 179"/>
              <a:gd name="txB" fmla="*/ 216 h 21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266" name="Freeform 1046"/>
          <p:cNvSpPr/>
          <p:nvPr/>
        </p:nvSpPr>
        <p:spPr>
          <a:xfrm>
            <a:off x="7218363" y="5322888"/>
            <a:ext cx="22225" cy="38100"/>
          </a:xfrm>
          <a:custGeom>
            <a:avLst/>
            <a:gdLst>
              <a:gd name="txL" fmla="*/ 0 w 114"/>
              <a:gd name="txT" fmla="*/ 0 h 168"/>
              <a:gd name="txR" fmla="*/ 114 w 114"/>
              <a:gd name="txB" fmla="*/ 168 h 16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alpha val="100000"/>
            </a:srgbClr>
          </a:solidFill>
          <a:ln w="9525">
            <a:noFill/>
          </a:ln>
        </p:spPr>
        <p:txBody>
          <a:bodyPr/>
          <a:p>
            <a:endParaRPr lang="zh-CN" altLang="en-US"/>
          </a:p>
        </p:txBody>
      </p:sp>
      <p:sp>
        <p:nvSpPr>
          <p:cNvPr id="48267" name="Freeform 1047"/>
          <p:cNvSpPr/>
          <p:nvPr/>
        </p:nvSpPr>
        <p:spPr>
          <a:xfrm>
            <a:off x="7134225" y="5314950"/>
            <a:ext cx="58738" cy="79375"/>
          </a:xfrm>
          <a:custGeom>
            <a:avLst/>
            <a:gdLst>
              <a:gd name="txL" fmla="*/ 0 w 289"/>
              <a:gd name="txT" fmla="*/ 0 h 351"/>
              <a:gd name="txR" fmla="*/ 289 w 289"/>
              <a:gd name="txB" fmla="*/ 351 h 351"/>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rect l="txL" t="txT" r="txR" b="txB"/>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alpha val="100000"/>
            </a:srgbClr>
          </a:solidFill>
          <a:ln w="9525">
            <a:noFill/>
          </a:ln>
        </p:spPr>
        <p:txBody>
          <a:bodyPr/>
          <a:p>
            <a:endParaRPr lang="zh-CN" altLang="en-US"/>
          </a:p>
        </p:txBody>
      </p:sp>
      <p:sp>
        <p:nvSpPr>
          <p:cNvPr id="48268" name="Freeform 1048"/>
          <p:cNvSpPr/>
          <p:nvPr/>
        </p:nvSpPr>
        <p:spPr>
          <a:xfrm>
            <a:off x="7215188" y="5311775"/>
            <a:ext cx="50800" cy="53975"/>
          </a:xfrm>
          <a:custGeom>
            <a:avLst/>
            <a:gdLst>
              <a:gd name="txL" fmla="*/ 0 w 254"/>
              <a:gd name="txT" fmla="*/ 0 h 234"/>
              <a:gd name="txR" fmla="*/ 254 w 254"/>
              <a:gd name="txB" fmla="*/ 234 h 234"/>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alpha val="100000"/>
            </a:srgbClr>
          </a:solidFill>
          <a:ln w="9525">
            <a:noFill/>
          </a:ln>
        </p:spPr>
        <p:txBody>
          <a:bodyPr/>
          <a:p>
            <a:endParaRPr lang="zh-CN" altLang="en-US"/>
          </a:p>
        </p:txBody>
      </p:sp>
      <p:sp>
        <p:nvSpPr>
          <p:cNvPr id="48269" name="Freeform 1049"/>
          <p:cNvSpPr/>
          <p:nvPr/>
        </p:nvSpPr>
        <p:spPr>
          <a:xfrm>
            <a:off x="7113588" y="5337175"/>
            <a:ext cx="20637" cy="49213"/>
          </a:xfrm>
          <a:custGeom>
            <a:avLst/>
            <a:gdLst>
              <a:gd name="txL" fmla="*/ 0 w 103"/>
              <a:gd name="txT" fmla="*/ 0 h 221"/>
              <a:gd name="txR" fmla="*/ 103 w 103"/>
              <a:gd name="txB" fmla="*/ 221 h 221"/>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alpha val="100000"/>
            </a:srgbClr>
          </a:solidFill>
          <a:ln w="9525">
            <a:noFill/>
          </a:ln>
        </p:spPr>
        <p:txBody>
          <a:bodyPr/>
          <a:p>
            <a:endParaRPr lang="zh-CN" altLang="en-US"/>
          </a:p>
        </p:txBody>
      </p:sp>
      <p:sp>
        <p:nvSpPr>
          <p:cNvPr id="48270" name="Freeform 1050"/>
          <p:cNvSpPr/>
          <p:nvPr/>
        </p:nvSpPr>
        <p:spPr>
          <a:xfrm>
            <a:off x="7256463" y="5308600"/>
            <a:ext cx="44450" cy="65088"/>
          </a:xfrm>
          <a:custGeom>
            <a:avLst/>
            <a:gdLst>
              <a:gd name="txL" fmla="*/ 0 w 221"/>
              <a:gd name="txT" fmla="*/ 0 h 288"/>
              <a:gd name="txR" fmla="*/ 221 w 221"/>
              <a:gd name="txB" fmla="*/ 288 h 28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alpha val="100000"/>
            </a:srgbClr>
          </a:solidFill>
          <a:ln w="9525">
            <a:noFill/>
          </a:ln>
        </p:spPr>
        <p:txBody>
          <a:bodyPr/>
          <a:p>
            <a:endParaRPr lang="zh-CN" altLang="en-US"/>
          </a:p>
        </p:txBody>
      </p:sp>
      <p:sp>
        <p:nvSpPr>
          <p:cNvPr id="48271" name="Freeform 1051"/>
          <p:cNvSpPr/>
          <p:nvPr/>
        </p:nvSpPr>
        <p:spPr>
          <a:xfrm>
            <a:off x="7208838" y="5384800"/>
            <a:ext cx="14287" cy="39688"/>
          </a:xfrm>
          <a:custGeom>
            <a:avLst/>
            <a:gdLst>
              <a:gd name="txL" fmla="*/ 0 w 74"/>
              <a:gd name="txT" fmla="*/ 0 h 174"/>
              <a:gd name="txR" fmla="*/ 74 w 74"/>
              <a:gd name="txB" fmla="*/ 174 h 174"/>
            </a:gdLst>
            <a:ahLst/>
            <a:cxnLst>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alpha val="100000"/>
            </a:srgbClr>
          </a:solidFill>
          <a:ln w="9525">
            <a:noFill/>
          </a:ln>
        </p:spPr>
        <p:txBody>
          <a:bodyPr/>
          <a:p>
            <a:endParaRPr lang="zh-CN" altLang="en-US"/>
          </a:p>
        </p:txBody>
      </p:sp>
      <p:sp>
        <p:nvSpPr>
          <p:cNvPr id="48272" name="Freeform 1052"/>
          <p:cNvSpPr/>
          <p:nvPr/>
        </p:nvSpPr>
        <p:spPr>
          <a:xfrm>
            <a:off x="7202488" y="5364163"/>
            <a:ext cx="7937" cy="19050"/>
          </a:xfrm>
          <a:custGeom>
            <a:avLst/>
            <a:gdLst>
              <a:gd name="txL" fmla="*/ 0 w 39"/>
              <a:gd name="txT" fmla="*/ 0 h 87"/>
              <a:gd name="txR" fmla="*/ 39 w 39"/>
              <a:gd name="txB" fmla="*/ 87 h 87"/>
            </a:gdLst>
            <a:ahLst/>
            <a:cxnLst>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alpha val="100000"/>
            </a:srgbClr>
          </a:solidFill>
          <a:ln w="9525">
            <a:noFill/>
          </a:ln>
        </p:spPr>
        <p:txBody>
          <a:bodyPr/>
          <a:p>
            <a:endParaRPr lang="zh-CN" altLang="en-US"/>
          </a:p>
        </p:txBody>
      </p:sp>
      <p:sp>
        <p:nvSpPr>
          <p:cNvPr id="48273" name="Freeform 1053"/>
          <p:cNvSpPr/>
          <p:nvPr/>
        </p:nvSpPr>
        <p:spPr>
          <a:xfrm>
            <a:off x="7196138" y="5349875"/>
            <a:ext cx="6350" cy="11113"/>
          </a:xfrm>
          <a:custGeom>
            <a:avLst/>
            <a:gdLst>
              <a:gd name="txL" fmla="*/ 0 w 34"/>
              <a:gd name="txT" fmla="*/ 0 h 51"/>
              <a:gd name="txR" fmla="*/ 34 w 34"/>
              <a:gd name="txB" fmla="*/ 51 h 5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alpha val="100000"/>
            </a:srgbClr>
          </a:solidFill>
          <a:ln w="9525">
            <a:noFill/>
          </a:ln>
        </p:spPr>
        <p:txBody>
          <a:bodyPr/>
          <a:p>
            <a:endParaRPr lang="zh-CN" altLang="en-US"/>
          </a:p>
        </p:txBody>
      </p:sp>
      <p:sp>
        <p:nvSpPr>
          <p:cNvPr id="48274" name="Freeform 1054"/>
          <p:cNvSpPr/>
          <p:nvPr/>
        </p:nvSpPr>
        <p:spPr>
          <a:xfrm>
            <a:off x="7189788" y="5340350"/>
            <a:ext cx="9525" cy="6350"/>
          </a:xfrm>
          <a:custGeom>
            <a:avLst/>
            <a:gdLst>
              <a:gd name="txL" fmla="*/ 0 w 46"/>
              <a:gd name="txT" fmla="*/ 0 h 33"/>
              <a:gd name="txR" fmla="*/ 46 w 46"/>
              <a:gd name="txB" fmla="*/ 33 h 33"/>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alpha val="100000"/>
            </a:srgbClr>
          </a:solidFill>
          <a:ln w="9525">
            <a:noFill/>
          </a:ln>
        </p:spPr>
        <p:txBody>
          <a:bodyPr/>
          <a:p>
            <a:endParaRPr lang="zh-CN" altLang="en-US"/>
          </a:p>
        </p:txBody>
      </p:sp>
      <p:sp>
        <p:nvSpPr>
          <p:cNvPr id="48275" name="Freeform 1055"/>
          <p:cNvSpPr/>
          <p:nvPr/>
        </p:nvSpPr>
        <p:spPr>
          <a:xfrm>
            <a:off x="7146925" y="5327650"/>
            <a:ext cx="36513" cy="49213"/>
          </a:xfrm>
          <a:custGeom>
            <a:avLst/>
            <a:gdLst>
              <a:gd name="txL" fmla="*/ 0 w 177"/>
              <a:gd name="txT" fmla="*/ 0 h 219"/>
              <a:gd name="txR" fmla="*/ 177 w 177"/>
              <a:gd name="txB" fmla="*/ 219 h 219"/>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alpha val="100000"/>
            </a:srgbClr>
          </a:solidFill>
          <a:ln w="9525">
            <a:noFill/>
          </a:ln>
        </p:spPr>
        <p:txBody>
          <a:bodyPr/>
          <a:p>
            <a:endParaRPr lang="zh-CN" altLang="en-US"/>
          </a:p>
        </p:txBody>
      </p:sp>
      <p:sp>
        <p:nvSpPr>
          <p:cNvPr id="48276" name="Freeform 1056"/>
          <p:cNvSpPr/>
          <p:nvPr/>
        </p:nvSpPr>
        <p:spPr>
          <a:xfrm>
            <a:off x="7207250" y="5326063"/>
            <a:ext cx="23813" cy="39687"/>
          </a:xfrm>
          <a:custGeom>
            <a:avLst/>
            <a:gdLst>
              <a:gd name="txL" fmla="*/ 0 w 115"/>
              <a:gd name="txT" fmla="*/ 0 h 170"/>
              <a:gd name="txR" fmla="*/ 115 w 115"/>
              <a:gd name="txB" fmla="*/ 170 h 170"/>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277" name="Freeform 1057"/>
          <p:cNvSpPr/>
          <p:nvPr/>
        </p:nvSpPr>
        <p:spPr>
          <a:xfrm>
            <a:off x="7124700" y="5318125"/>
            <a:ext cx="57150" cy="79375"/>
          </a:xfrm>
          <a:custGeom>
            <a:avLst/>
            <a:gdLst>
              <a:gd name="txL" fmla="*/ 0 w 289"/>
              <a:gd name="txT" fmla="*/ 0 h 352"/>
              <a:gd name="txR" fmla="*/ 289 w 289"/>
              <a:gd name="txB" fmla="*/ 352 h 352"/>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rect l="txL" t="txT" r="txR" b="txB"/>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278" name="Freeform 1058"/>
          <p:cNvSpPr/>
          <p:nvPr/>
        </p:nvSpPr>
        <p:spPr>
          <a:xfrm>
            <a:off x="7205663" y="5314950"/>
            <a:ext cx="50800" cy="53975"/>
          </a:xfrm>
          <a:custGeom>
            <a:avLst/>
            <a:gdLst>
              <a:gd name="txL" fmla="*/ 0 w 252"/>
              <a:gd name="txT" fmla="*/ 0 h 235"/>
              <a:gd name="txR" fmla="*/ 252 w 252"/>
              <a:gd name="txB" fmla="*/ 235 h 23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279" name="Freeform 1059"/>
          <p:cNvSpPr/>
          <p:nvPr/>
        </p:nvSpPr>
        <p:spPr>
          <a:xfrm>
            <a:off x="7105650" y="5343525"/>
            <a:ext cx="20638" cy="50800"/>
          </a:xfrm>
          <a:custGeom>
            <a:avLst/>
            <a:gdLst>
              <a:gd name="txL" fmla="*/ 0 w 103"/>
              <a:gd name="txT" fmla="*/ 0 h 220"/>
              <a:gd name="txR" fmla="*/ 103 w 103"/>
              <a:gd name="txB" fmla="*/ 220 h 220"/>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280" name="Freeform 1060"/>
          <p:cNvSpPr/>
          <p:nvPr/>
        </p:nvSpPr>
        <p:spPr>
          <a:xfrm>
            <a:off x="7246938" y="5311775"/>
            <a:ext cx="44450" cy="65088"/>
          </a:xfrm>
          <a:custGeom>
            <a:avLst/>
            <a:gdLst>
              <a:gd name="txL" fmla="*/ 0 w 220"/>
              <a:gd name="txT" fmla="*/ 0 h 288"/>
              <a:gd name="txR" fmla="*/ 220 w 220"/>
              <a:gd name="txB" fmla="*/ 288 h 28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281" name="Freeform 1061"/>
          <p:cNvSpPr/>
          <p:nvPr/>
        </p:nvSpPr>
        <p:spPr>
          <a:xfrm>
            <a:off x="7204075" y="5411788"/>
            <a:ext cx="169863" cy="112712"/>
          </a:xfrm>
          <a:custGeom>
            <a:avLst/>
            <a:gdLst>
              <a:gd name="txL" fmla="*/ 0 w 1070"/>
              <a:gd name="txT" fmla="*/ 0 h 844"/>
              <a:gd name="txR" fmla="*/ 1070 w 1070"/>
              <a:gd name="txB" fmla="*/ 844 h 844"/>
            </a:gdLst>
            <a:ahLst/>
            <a:cxnLst>
              <a:cxn ang="0">
                <a:pos x="2147483646" y="0"/>
              </a:cxn>
              <a:cxn ang="0">
                <a:pos x="2147483646" y="2147483646"/>
              </a:cxn>
              <a:cxn ang="0">
                <a:pos x="2147483646" y="2147483646"/>
              </a:cxn>
              <a:cxn ang="0">
                <a:pos x="0" y="2147483646"/>
              </a:cxn>
              <a:cxn ang="0">
                <a:pos x="2147483646" y="0"/>
              </a:cxn>
            </a:cxnLst>
            <a:rect l="txL" t="txT" r="txR" b="txB"/>
            <a:pathLst>
              <a:path w="1070" h="844">
                <a:moveTo>
                  <a:pt x="141" y="0"/>
                </a:moveTo>
                <a:lnTo>
                  <a:pt x="1070" y="194"/>
                </a:lnTo>
                <a:lnTo>
                  <a:pt x="919" y="844"/>
                </a:lnTo>
                <a:lnTo>
                  <a:pt x="0" y="624"/>
                </a:lnTo>
                <a:lnTo>
                  <a:pt x="141" y="0"/>
                </a:lnTo>
                <a:close/>
              </a:path>
            </a:pathLst>
          </a:custGeom>
          <a:solidFill>
            <a:schemeClr val="folHlink">
              <a:alpha val="100000"/>
            </a:schemeClr>
          </a:solidFill>
          <a:ln w="9525">
            <a:noFill/>
          </a:ln>
        </p:spPr>
        <p:txBody>
          <a:bodyPr/>
          <a:p>
            <a:endParaRPr lang="zh-CN" altLang="en-US"/>
          </a:p>
        </p:txBody>
      </p:sp>
      <p:sp>
        <p:nvSpPr>
          <p:cNvPr id="48282" name="Freeform 1062"/>
          <p:cNvSpPr/>
          <p:nvPr/>
        </p:nvSpPr>
        <p:spPr>
          <a:xfrm>
            <a:off x="7218363" y="5414963"/>
            <a:ext cx="130175" cy="44450"/>
          </a:xfrm>
          <a:custGeom>
            <a:avLst/>
            <a:gdLst>
              <a:gd name="txL" fmla="*/ 0 w 819"/>
              <a:gd name="txT" fmla="*/ 0 h 333"/>
              <a:gd name="txR" fmla="*/ 819 w 819"/>
              <a:gd name="txB" fmla="*/ 333 h 333"/>
            </a:gdLst>
            <a:ahLst/>
            <a:cxnLst>
              <a:cxn ang="0">
                <a:pos x="2147483646" y="0"/>
              </a:cxn>
              <a:cxn ang="0">
                <a:pos x="2147483646" y="2147483646"/>
              </a:cxn>
              <a:cxn ang="0">
                <a:pos x="2147483646" y="2147483646"/>
              </a:cxn>
              <a:cxn ang="0">
                <a:pos x="0" y="2147483646"/>
              </a:cxn>
              <a:cxn ang="0">
                <a:pos x="2147483646" y="0"/>
              </a:cxn>
            </a:cxnLst>
            <a:rect l="txL" t="txT" r="txR" b="txB"/>
            <a:pathLst>
              <a:path w="819" h="333">
                <a:moveTo>
                  <a:pt x="97" y="0"/>
                </a:moveTo>
                <a:lnTo>
                  <a:pt x="819" y="139"/>
                </a:lnTo>
                <a:lnTo>
                  <a:pt x="172" y="98"/>
                </a:lnTo>
                <a:lnTo>
                  <a:pt x="0" y="333"/>
                </a:lnTo>
                <a:lnTo>
                  <a:pt x="97" y="0"/>
                </a:lnTo>
                <a:close/>
              </a:path>
            </a:pathLst>
          </a:custGeom>
          <a:solidFill>
            <a:srgbClr val="FFFFFF">
              <a:alpha val="100000"/>
            </a:srgbClr>
          </a:solidFill>
          <a:ln w="9525">
            <a:noFill/>
          </a:ln>
        </p:spPr>
        <p:txBody>
          <a:bodyPr/>
          <a:p>
            <a:endParaRPr lang="zh-CN" altLang="en-US"/>
          </a:p>
        </p:txBody>
      </p:sp>
      <p:sp>
        <p:nvSpPr>
          <p:cNvPr id="48283" name="Freeform 1063"/>
          <p:cNvSpPr/>
          <p:nvPr/>
        </p:nvSpPr>
        <p:spPr>
          <a:xfrm>
            <a:off x="7186613" y="5546725"/>
            <a:ext cx="171450" cy="41275"/>
          </a:xfrm>
          <a:custGeom>
            <a:avLst/>
            <a:gdLst>
              <a:gd name="txL" fmla="*/ 0 w 1083"/>
              <a:gd name="txT" fmla="*/ 0 h 306"/>
              <a:gd name="txR" fmla="*/ 1083 w 1083"/>
              <a:gd name="txB" fmla="*/ 306 h 306"/>
            </a:gdLst>
            <a:ahLst/>
            <a:cxnLst>
              <a:cxn ang="0">
                <a:pos x="2147483646" y="0"/>
              </a:cxn>
              <a:cxn ang="0">
                <a:pos x="2147483646" y="2147483646"/>
              </a:cxn>
              <a:cxn ang="0">
                <a:pos x="2147483646" y="2147483646"/>
              </a:cxn>
              <a:cxn ang="0">
                <a:pos x="0" y="2147483646"/>
              </a:cxn>
              <a:cxn ang="0">
                <a:pos x="2147483646" y="0"/>
              </a:cxn>
            </a:cxnLst>
            <a:rect l="txL" t="txT" r="txR" b="txB"/>
            <a:pathLst>
              <a:path w="1083" h="306">
                <a:moveTo>
                  <a:pt x="34" y="0"/>
                </a:moveTo>
                <a:lnTo>
                  <a:pt x="1083" y="261"/>
                </a:lnTo>
                <a:lnTo>
                  <a:pt x="1055" y="306"/>
                </a:lnTo>
                <a:lnTo>
                  <a:pt x="0" y="28"/>
                </a:lnTo>
                <a:lnTo>
                  <a:pt x="34" y="0"/>
                </a:lnTo>
                <a:close/>
              </a:path>
            </a:pathLst>
          </a:custGeom>
          <a:solidFill>
            <a:srgbClr val="7F7F7F">
              <a:alpha val="100000"/>
            </a:srgbClr>
          </a:solidFill>
          <a:ln w="9525">
            <a:noFill/>
          </a:ln>
        </p:spPr>
        <p:txBody>
          <a:bodyPr/>
          <a:p>
            <a:endParaRPr lang="zh-CN" altLang="en-US"/>
          </a:p>
        </p:txBody>
      </p:sp>
      <p:sp>
        <p:nvSpPr>
          <p:cNvPr id="48284" name="Freeform 1064"/>
          <p:cNvSpPr/>
          <p:nvPr/>
        </p:nvSpPr>
        <p:spPr>
          <a:xfrm>
            <a:off x="7170738" y="5559425"/>
            <a:ext cx="173037" cy="41275"/>
          </a:xfrm>
          <a:custGeom>
            <a:avLst/>
            <a:gdLst>
              <a:gd name="txL" fmla="*/ 0 w 1088"/>
              <a:gd name="txT" fmla="*/ 0 h 311"/>
              <a:gd name="txR" fmla="*/ 1088 w 1088"/>
              <a:gd name="txB" fmla="*/ 311 h 311"/>
            </a:gdLst>
            <a:ahLst/>
            <a:cxnLst>
              <a:cxn ang="0">
                <a:pos x="2147483646" y="0"/>
              </a:cxn>
              <a:cxn ang="0">
                <a:pos x="2147483646" y="2147483646"/>
              </a:cxn>
              <a:cxn ang="0">
                <a:pos x="2147483646" y="2147483646"/>
              </a:cxn>
              <a:cxn ang="0">
                <a:pos x="0" y="2147483646"/>
              </a:cxn>
              <a:cxn ang="0">
                <a:pos x="2147483646" y="0"/>
              </a:cxn>
            </a:cxnLst>
            <a:rect l="txL" t="txT" r="txR" b="txB"/>
            <a:pathLst>
              <a:path w="1088" h="311">
                <a:moveTo>
                  <a:pt x="39" y="0"/>
                </a:moveTo>
                <a:lnTo>
                  <a:pt x="1088" y="260"/>
                </a:lnTo>
                <a:lnTo>
                  <a:pt x="1055" y="311"/>
                </a:lnTo>
                <a:lnTo>
                  <a:pt x="0" y="34"/>
                </a:lnTo>
                <a:lnTo>
                  <a:pt x="39" y="0"/>
                </a:lnTo>
                <a:close/>
              </a:path>
            </a:pathLst>
          </a:custGeom>
          <a:solidFill>
            <a:srgbClr val="7F7F7F">
              <a:alpha val="100000"/>
            </a:srgbClr>
          </a:solidFill>
          <a:ln w="9525">
            <a:noFill/>
          </a:ln>
        </p:spPr>
        <p:txBody>
          <a:bodyPr/>
          <a:p>
            <a:endParaRPr lang="zh-CN" altLang="en-US"/>
          </a:p>
        </p:txBody>
      </p:sp>
      <p:sp>
        <p:nvSpPr>
          <p:cNvPr id="48285" name="Freeform 1065"/>
          <p:cNvSpPr/>
          <p:nvPr/>
        </p:nvSpPr>
        <p:spPr>
          <a:xfrm>
            <a:off x="7197725" y="5597525"/>
            <a:ext cx="25400" cy="9525"/>
          </a:xfrm>
          <a:custGeom>
            <a:avLst/>
            <a:gdLst>
              <a:gd name="txL" fmla="*/ 0 w 164"/>
              <a:gd name="txT" fmla="*/ 0 h 72"/>
              <a:gd name="txR" fmla="*/ 164 w 164"/>
              <a:gd name="txB" fmla="*/ 72 h 72"/>
            </a:gdLst>
            <a:ahLst/>
            <a:cxnLst>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Lst>
            <a:rect l="txL" t="txT" r="txR" b="txB"/>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alpha val="100000"/>
            </a:srgbClr>
          </a:solidFill>
          <a:ln w="9525">
            <a:noFill/>
          </a:ln>
        </p:spPr>
        <p:txBody>
          <a:bodyPr/>
          <a:p>
            <a:endParaRPr lang="zh-CN" altLang="en-US"/>
          </a:p>
        </p:txBody>
      </p:sp>
      <p:sp>
        <p:nvSpPr>
          <p:cNvPr id="48286" name="Freeform 1066"/>
          <p:cNvSpPr/>
          <p:nvPr/>
        </p:nvSpPr>
        <p:spPr>
          <a:xfrm>
            <a:off x="7202488" y="5529263"/>
            <a:ext cx="23812" cy="14287"/>
          </a:xfrm>
          <a:custGeom>
            <a:avLst/>
            <a:gdLst>
              <a:gd name="txL" fmla="*/ 0 w 146"/>
              <a:gd name="txT" fmla="*/ 0 h 109"/>
              <a:gd name="txR" fmla="*/ 146 w 146"/>
              <a:gd name="txB" fmla="*/ 109 h 109"/>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alpha val="100000"/>
            </a:srgbClr>
          </a:solidFill>
          <a:ln w="9525">
            <a:noFill/>
          </a:ln>
        </p:spPr>
        <p:txBody>
          <a:bodyPr/>
          <a:p>
            <a:endParaRPr lang="zh-CN" altLang="en-US"/>
          </a:p>
        </p:txBody>
      </p:sp>
      <p:sp>
        <p:nvSpPr>
          <p:cNvPr id="48287" name="Freeform 1067"/>
          <p:cNvSpPr/>
          <p:nvPr/>
        </p:nvSpPr>
        <p:spPr>
          <a:xfrm>
            <a:off x="7334250" y="5554663"/>
            <a:ext cx="23813" cy="14287"/>
          </a:xfrm>
          <a:custGeom>
            <a:avLst/>
            <a:gdLst>
              <a:gd name="txL" fmla="*/ 0 w 146"/>
              <a:gd name="txT" fmla="*/ 0 h 107"/>
              <a:gd name="txR" fmla="*/ 146 w 146"/>
              <a:gd name="txB" fmla="*/ 107 h 107"/>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alpha val="100000"/>
            </a:srgbClr>
          </a:solidFill>
          <a:ln w="9525">
            <a:noFill/>
          </a:ln>
        </p:spPr>
        <p:txBody>
          <a:bodyPr/>
          <a:p>
            <a:endParaRPr lang="zh-CN" altLang="en-US"/>
          </a:p>
        </p:txBody>
      </p:sp>
      <p:sp>
        <p:nvSpPr>
          <p:cNvPr id="48288" name="Freeform 1068"/>
          <p:cNvSpPr/>
          <p:nvPr/>
        </p:nvSpPr>
        <p:spPr>
          <a:xfrm>
            <a:off x="7227888" y="5532438"/>
            <a:ext cx="100012" cy="25400"/>
          </a:xfrm>
          <a:custGeom>
            <a:avLst/>
            <a:gdLst>
              <a:gd name="txL" fmla="*/ 0 w 629"/>
              <a:gd name="txT" fmla="*/ 0 h 182"/>
              <a:gd name="txR" fmla="*/ 629 w 629"/>
              <a:gd name="txB" fmla="*/ 182 h 182"/>
            </a:gdLst>
            <a:ahLst/>
            <a:cxnLst>
              <a:cxn ang="0">
                <a:pos x="0" y="2147483646"/>
              </a:cxn>
              <a:cxn ang="0">
                <a:pos x="2147483646" y="2147483646"/>
              </a:cxn>
              <a:cxn ang="0">
                <a:pos x="2147483646" y="2147483646"/>
              </a:cxn>
              <a:cxn ang="0">
                <a:pos x="2147483646" y="0"/>
              </a:cxn>
              <a:cxn ang="0">
                <a:pos x="0" y="2147483646"/>
              </a:cxn>
            </a:cxnLst>
            <a:rect l="txL" t="txT" r="txR" b="txB"/>
            <a:pathLst>
              <a:path w="629" h="182">
                <a:moveTo>
                  <a:pt x="0" y="40"/>
                </a:moveTo>
                <a:lnTo>
                  <a:pt x="601" y="182"/>
                </a:lnTo>
                <a:lnTo>
                  <a:pt x="629" y="142"/>
                </a:lnTo>
                <a:lnTo>
                  <a:pt x="29" y="0"/>
                </a:lnTo>
                <a:lnTo>
                  <a:pt x="0" y="40"/>
                </a:lnTo>
                <a:close/>
              </a:path>
            </a:pathLst>
          </a:custGeom>
          <a:solidFill>
            <a:schemeClr val="folHlink">
              <a:alpha val="100000"/>
            </a:schemeClr>
          </a:solidFill>
          <a:ln w="9525">
            <a:noFill/>
          </a:ln>
        </p:spPr>
        <p:txBody>
          <a:bodyPr/>
          <a:p>
            <a:endParaRPr lang="zh-CN" altLang="en-US"/>
          </a:p>
        </p:txBody>
      </p:sp>
      <p:sp>
        <p:nvSpPr>
          <p:cNvPr id="48289" name="Freeform 1069"/>
          <p:cNvSpPr/>
          <p:nvPr/>
        </p:nvSpPr>
        <p:spPr>
          <a:xfrm>
            <a:off x="7227888" y="5543550"/>
            <a:ext cx="95250" cy="22225"/>
          </a:xfrm>
          <a:custGeom>
            <a:avLst/>
            <a:gdLst>
              <a:gd name="txL" fmla="*/ 0 w 606"/>
              <a:gd name="txT" fmla="*/ 0 h 170"/>
              <a:gd name="txR" fmla="*/ 606 w 606"/>
              <a:gd name="txB" fmla="*/ 170 h 170"/>
            </a:gdLst>
            <a:ahLst/>
            <a:cxnLst>
              <a:cxn ang="0">
                <a:pos x="0" y="2147483646"/>
              </a:cxn>
              <a:cxn ang="0">
                <a:pos x="2147483646" y="2147483646"/>
              </a:cxn>
              <a:cxn ang="0">
                <a:pos x="2147483646" y="2147483646"/>
              </a:cxn>
              <a:cxn ang="0">
                <a:pos x="2147483646" y="0"/>
              </a:cxn>
              <a:cxn ang="0">
                <a:pos x="0" y="2147483646"/>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48290" name="Freeform 1070"/>
          <p:cNvSpPr/>
          <p:nvPr/>
        </p:nvSpPr>
        <p:spPr>
          <a:xfrm>
            <a:off x="7227888" y="5527675"/>
            <a:ext cx="95250" cy="22225"/>
          </a:xfrm>
          <a:custGeom>
            <a:avLst/>
            <a:gdLst>
              <a:gd name="txL" fmla="*/ 0 w 606"/>
              <a:gd name="txT" fmla="*/ 0 h 170"/>
              <a:gd name="txR" fmla="*/ 606 w 606"/>
              <a:gd name="txB" fmla="*/ 170 h 170"/>
            </a:gdLst>
            <a:ahLst/>
            <a:cxnLst>
              <a:cxn ang="0">
                <a:pos x="0" y="2147483646"/>
              </a:cxn>
              <a:cxn ang="0">
                <a:pos x="2147483646" y="2147483646"/>
              </a:cxn>
              <a:cxn ang="0">
                <a:pos x="2147483646" y="2147483646"/>
              </a:cxn>
              <a:cxn ang="0">
                <a:pos x="2147483646" y="0"/>
              </a:cxn>
              <a:cxn ang="0">
                <a:pos x="0" y="2147483646"/>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48291" name="AutoShape 1072"/>
          <p:cNvSpPr>
            <a:spLocks noChangeAspect="1" noTextEdit="1"/>
          </p:cNvSpPr>
          <p:nvPr/>
        </p:nvSpPr>
        <p:spPr>
          <a:xfrm>
            <a:off x="6686550" y="5411788"/>
            <a:ext cx="233363" cy="252412"/>
          </a:xfrm>
          <a:prstGeom prst="rect">
            <a:avLst/>
          </a:prstGeom>
          <a:noFill/>
          <a:ln w="9525">
            <a:noFill/>
          </a:ln>
        </p:spPr>
        <p:txBody>
          <a:bodyPr/>
          <a:p>
            <a:endParaRPr lang="zh-CN" altLang="en-US"/>
          </a:p>
        </p:txBody>
      </p:sp>
      <p:sp>
        <p:nvSpPr>
          <p:cNvPr id="48292" name="Freeform 1073"/>
          <p:cNvSpPr/>
          <p:nvPr/>
        </p:nvSpPr>
        <p:spPr>
          <a:xfrm>
            <a:off x="6688138" y="5411788"/>
            <a:ext cx="231775" cy="252412"/>
          </a:xfrm>
          <a:custGeom>
            <a:avLst/>
            <a:gdLst>
              <a:gd name="txL" fmla="*/ 0 w 1894"/>
              <a:gd name="txT" fmla="*/ 0 h 1904"/>
              <a:gd name="txR" fmla="*/ 1894 w 1894"/>
              <a:gd name="txB" fmla="*/ 1904 h 1904"/>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alpha val="100000"/>
            </a:scheme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8293" name="Freeform 1074"/>
          <p:cNvSpPr/>
          <p:nvPr/>
        </p:nvSpPr>
        <p:spPr>
          <a:xfrm>
            <a:off x="6716713" y="5572125"/>
            <a:ext cx="134937" cy="42863"/>
          </a:xfrm>
          <a:custGeom>
            <a:avLst/>
            <a:gdLst>
              <a:gd name="txL" fmla="*/ 0 w 1106"/>
              <a:gd name="txT" fmla="*/ 0 h 331"/>
              <a:gd name="txR" fmla="*/ 1106 w 1106"/>
              <a:gd name="txB" fmla="*/ 331 h 331"/>
            </a:gdLst>
            <a:ahLst/>
            <a:cxnLst>
              <a:cxn ang="0">
                <a:pos x="2147483646" y="0"/>
              </a:cxn>
              <a:cxn ang="0">
                <a:pos x="2147483646" y="2147483646"/>
              </a:cxn>
              <a:cxn ang="0">
                <a:pos x="2147483646" y="2147483646"/>
              </a:cxn>
              <a:cxn ang="0">
                <a:pos x="0" y="2147483646"/>
              </a:cxn>
              <a:cxn ang="0">
                <a:pos x="2147483646" y="0"/>
              </a:cxn>
            </a:cxnLst>
            <a:rect l="txL" t="txT" r="txR" b="txB"/>
            <a:pathLst>
              <a:path w="1106" h="331">
                <a:moveTo>
                  <a:pt x="40" y="0"/>
                </a:moveTo>
                <a:lnTo>
                  <a:pt x="1106" y="277"/>
                </a:lnTo>
                <a:lnTo>
                  <a:pt x="1071" y="331"/>
                </a:lnTo>
                <a:lnTo>
                  <a:pt x="0" y="36"/>
                </a:lnTo>
                <a:lnTo>
                  <a:pt x="40" y="0"/>
                </a:lnTo>
                <a:close/>
              </a:path>
            </a:pathLst>
          </a:custGeom>
          <a:solidFill>
            <a:srgbClr val="7F7F7F">
              <a:alpha val="100000"/>
            </a:srgbClr>
          </a:solidFill>
          <a:ln w="9525">
            <a:noFill/>
          </a:ln>
        </p:spPr>
        <p:txBody>
          <a:bodyPr/>
          <a:p>
            <a:endParaRPr lang="zh-CN" altLang="en-US"/>
          </a:p>
        </p:txBody>
      </p:sp>
      <p:sp>
        <p:nvSpPr>
          <p:cNvPr id="48294" name="Freeform 1075"/>
          <p:cNvSpPr/>
          <p:nvPr/>
        </p:nvSpPr>
        <p:spPr>
          <a:xfrm>
            <a:off x="6694488" y="5591175"/>
            <a:ext cx="157162" cy="66675"/>
          </a:xfrm>
          <a:custGeom>
            <a:avLst/>
            <a:gdLst>
              <a:gd name="txL" fmla="*/ 0 w 1285"/>
              <a:gd name="txT" fmla="*/ 0 h 505"/>
              <a:gd name="txR" fmla="*/ 1285 w 1285"/>
              <a:gd name="txB" fmla="*/ 505 h 50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alpha val="100000"/>
            </a:schemeClr>
          </a:solidFill>
          <a:ln w="9525">
            <a:noFill/>
          </a:ln>
        </p:spPr>
        <p:txBody>
          <a:bodyPr/>
          <a:p>
            <a:endParaRPr lang="zh-CN" altLang="en-US"/>
          </a:p>
        </p:txBody>
      </p:sp>
      <p:sp>
        <p:nvSpPr>
          <p:cNvPr id="48295" name="AutoShape 1076"/>
          <p:cNvSpPr>
            <a:spLocks noChangeAspect="1" noTextEdit="1"/>
          </p:cNvSpPr>
          <p:nvPr/>
        </p:nvSpPr>
        <p:spPr>
          <a:xfrm>
            <a:off x="6646863" y="5322888"/>
            <a:ext cx="254000" cy="300037"/>
          </a:xfrm>
          <a:prstGeom prst="rect">
            <a:avLst/>
          </a:prstGeom>
          <a:noFill/>
          <a:ln w="9525">
            <a:noFill/>
          </a:ln>
        </p:spPr>
        <p:txBody>
          <a:bodyPr/>
          <a:p>
            <a:endParaRPr lang="zh-CN" altLang="en-US"/>
          </a:p>
        </p:txBody>
      </p:sp>
      <p:sp>
        <p:nvSpPr>
          <p:cNvPr id="48296" name="Freeform 1077"/>
          <p:cNvSpPr/>
          <p:nvPr/>
        </p:nvSpPr>
        <p:spPr>
          <a:xfrm>
            <a:off x="6699250" y="5341938"/>
            <a:ext cx="36513" cy="49212"/>
          </a:xfrm>
          <a:custGeom>
            <a:avLst/>
            <a:gdLst>
              <a:gd name="txL" fmla="*/ 0 w 179"/>
              <a:gd name="txT" fmla="*/ 0 h 216"/>
              <a:gd name="txR" fmla="*/ 179 w 179"/>
              <a:gd name="txB" fmla="*/ 216 h 21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297" name="Freeform 1078"/>
          <p:cNvSpPr/>
          <p:nvPr/>
        </p:nvSpPr>
        <p:spPr>
          <a:xfrm>
            <a:off x="6761163" y="5340350"/>
            <a:ext cx="22225" cy="38100"/>
          </a:xfrm>
          <a:custGeom>
            <a:avLst/>
            <a:gdLst>
              <a:gd name="txL" fmla="*/ 0 w 114"/>
              <a:gd name="txT" fmla="*/ 0 h 168"/>
              <a:gd name="txR" fmla="*/ 114 w 114"/>
              <a:gd name="txB" fmla="*/ 168 h 16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alpha val="100000"/>
            </a:srgbClr>
          </a:solidFill>
          <a:ln w="9525">
            <a:noFill/>
          </a:ln>
        </p:spPr>
        <p:txBody>
          <a:bodyPr/>
          <a:p>
            <a:endParaRPr lang="zh-CN" altLang="en-US"/>
          </a:p>
        </p:txBody>
      </p:sp>
      <p:sp>
        <p:nvSpPr>
          <p:cNvPr id="48298" name="Freeform 1079"/>
          <p:cNvSpPr/>
          <p:nvPr/>
        </p:nvSpPr>
        <p:spPr>
          <a:xfrm>
            <a:off x="6677025" y="5332413"/>
            <a:ext cx="58738" cy="79375"/>
          </a:xfrm>
          <a:custGeom>
            <a:avLst/>
            <a:gdLst>
              <a:gd name="txL" fmla="*/ 0 w 289"/>
              <a:gd name="txT" fmla="*/ 0 h 351"/>
              <a:gd name="txR" fmla="*/ 289 w 289"/>
              <a:gd name="txB" fmla="*/ 351 h 351"/>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rect l="txL" t="txT" r="txR" b="txB"/>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alpha val="100000"/>
            </a:srgbClr>
          </a:solidFill>
          <a:ln w="9525">
            <a:noFill/>
          </a:ln>
        </p:spPr>
        <p:txBody>
          <a:bodyPr/>
          <a:p>
            <a:endParaRPr lang="zh-CN" altLang="en-US"/>
          </a:p>
        </p:txBody>
      </p:sp>
      <p:sp>
        <p:nvSpPr>
          <p:cNvPr id="48299" name="Freeform 1080"/>
          <p:cNvSpPr/>
          <p:nvPr/>
        </p:nvSpPr>
        <p:spPr>
          <a:xfrm>
            <a:off x="6757988" y="5329238"/>
            <a:ext cx="50800" cy="53975"/>
          </a:xfrm>
          <a:custGeom>
            <a:avLst/>
            <a:gdLst>
              <a:gd name="txL" fmla="*/ 0 w 254"/>
              <a:gd name="txT" fmla="*/ 0 h 234"/>
              <a:gd name="txR" fmla="*/ 254 w 254"/>
              <a:gd name="txB" fmla="*/ 234 h 234"/>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alpha val="100000"/>
            </a:srgbClr>
          </a:solidFill>
          <a:ln w="9525">
            <a:noFill/>
          </a:ln>
        </p:spPr>
        <p:txBody>
          <a:bodyPr/>
          <a:p>
            <a:endParaRPr lang="zh-CN" altLang="en-US"/>
          </a:p>
        </p:txBody>
      </p:sp>
      <p:sp>
        <p:nvSpPr>
          <p:cNvPr id="48300" name="Freeform 1081"/>
          <p:cNvSpPr/>
          <p:nvPr/>
        </p:nvSpPr>
        <p:spPr>
          <a:xfrm>
            <a:off x="6656388" y="5354638"/>
            <a:ext cx="20637" cy="49212"/>
          </a:xfrm>
          <a:custGeom>
            <a:avLst/>
            <a:gdLst>
              <a:gd name="txL" fmla="*/ 0 w 103"/>
              <a:gd name="txT" fmla="*/ 0 h 221"/>
              <a:gd name="txR" fmla="*/ 103 w 103"/>
              <a:gd name="txB" fmla="*/ 221 h 221"/>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alpha val="100000"/>
            </a:srgbClr>
          </a:solidFill>
          <a:ln w="9525">
            <a:noFill/>
          </a:ln>
        </p:spPr>
        <p:txBody>
          <a:bodyPr/>
          <a:p>
            <a:endParaRPr lang="zh-CN" altLang="en-US"/>
          </a:p>
        </p:txBody>
      </p:sp>
      <p:sp>
        <p:nvSpPr>
          <p:cNvPr id="48301" name="Freeform 1082"/>
          <p:cNvSpPr/>
          <p:nvPr/>
        </p:nvSpPr>
        <p:spPr>
          <a:xfrm>
            <a:off x="6799263" y="5326063"/>
            <a:ext cx="44450" cy="65087"/>
          </a:xfrm>
          <a:custGeom>
            <a:avLst/>
            <a:gdLst>
              <a:gd name="txL" fmla="*/ 0 w 221"/>
              <a:gd name="txT" fmla="*/ 0 h 288"/>
              <a:gd name="txR" fmla="*/ 221 w 221"/>
              <a:gd name="txB" fmla="*/ 288 h 28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alpha val="100000"/>
            </a:srgbClr>
          </a:solidFill>
          <a:ln w="9525">
            <a:noFill/>
          </a:ln>
        </p:spPr>
        <p:txBody>
          <a:bodyPr/>
          <a:p>
            <a:endParaRPr lang="zh-CN" altLang="en-US"/>
          </a:p>
        </p:txBody>
      </p:sp>
      <p:sp>
        <p:nvSpPr>
          <p:cNvPr id="48302" name="Freeform 1083"/>
          <p:cNvSpPr/>
          <p:nvPr/>
        </p:nvSpPr>
        <p:spPr>
          <a:xfrm>
            <a:off x="6751638" y="5402263"/>
            <a:ext cx="14287" cy="39687"/>
          </a:xfrm>
          <a:custGeom>
            <a:avLst/>
            <a:gdLst>
              <a:gd name="txL" fmla="*/ 0 w 74"/>
              <a:gd name="txT" fmla="*/ 0 h 174"/>
              <a:gd name="txR" fmla="*/ 74 w 74"/>
              <a:gd name="txB" fmla="*/ 174 h 174"/>
            </a:gdLst>
            <a:ahLst/>
            <a:cxnLst>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alpha val="100000"/>
            </a:srgbClr>
          </a:solidFill>
          <a:ln w="9525">
            <a:noFill/>
          </a:ln>
        </p:spPr>
        <p:txBody>
          <a:bodyPr/>
          <a:p>
            <a:endParaRPr lang="zh-CN" altLang="en-US"/>
          </a:p>
        </p:txBody>
      </p:sp>
      <p:sp>
        <p:nvSpPr>
          <p:cNvPr id="48303" name="Freeform 1084"/>
          <p:cNvSpPr/>
          <p:nvPr/>
        </p:nvSpPr>
        <p:spPr>
          <a:xfrm>
            <a:off x="6745288" y="5381625"/>
            <a:ext cx="7937" cy="19050"/>
          </a:xfrm>
          <a:custGeom>
            <a:avLst/>
            <a:gdLst>
              <a:gd name="txL" fmla="*/ 0 w 39"/>
              <a:gd name="txT" fmla="*/ 0 h 87"/>
              <a:gd name="txR" fmla="*/ 39 w 39"/>
              <a:gd name="txB" fmla="*/ 87 h 87"/>
            </a:gdLst>
            <a:ahLst/>
            <a:cxnLst>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alpha val="100000"/>
            </a:srgbClr>
          </a:solidFill>
          <a:ln w="9525">
            <a:noFill/>
          </a:ln>
        </p:spPr>
        <p:txBody>
          <a:bodyPr/>
          <a:p>
            <a:endParaRPr lang="zh-CN" altLang="en-US"/>
          </a:p>
        </p:txBody>
      </p:sp>
      <p:sp>
        <p:nvSpPr>
          <p:cNvPr id="48304" name="Freeform 1085"/>
          <p:cNvSpPr/>
          <p:nvPr/>
        </p:nvSpPr>
        <p:spPr>
          <a:xfrm>
            <a:off x="6738938" y="5367338"/>
            <a:ext cx="6350" cy="11112"/>
          </a:xfrm>
          <a:custGeom>
            <a:avLst/>
            <a:gdLst>
              <a:gd name="txL" fmla="*/ 0 w 34"/>
              <a:gd name="txT" fmla="*/ 0 h 51"/>
              <a:gd name="txR" fmla="*/ 34 w 34"/>
              <a:gd name="txB" fmla="*/ 51 h 5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alpha val="100000"/>
            </a:srgbClr>
          </a:solidFill>
          <a:ln w="9525">
            <a:noFill/>
          </a:ln>
        </p:spPr>
        <p:txBody>
          <a:bodyPr/>
          <a:p>
            <a:endParaRPr lang="zh-CN" altLang="en-US"/>
          </a:p>
        </p:txBody>
      </p:sp>
      <p:sp>
        <p:nvSpPr>
          <p:cNvPr id="48305" name="Freeform 1086"/>
          <p:cNvSpPr/>
          <p:nvPr/>
        </p:nvSpPr>
        <p:spPr>
          <a:xfrm>
            <a:off x="6732588" y="5357813"/>
            <a:ext cx="9525" cy="6350"/>
          </a:xfrm>
          <a:custGeom>
            <a:avLst/>
            <a:gdLst>
              <a:gd name="txL" fmla="*/ 0 w 46"/>
              <a:gd name="txT" fmla="*/ 0 h 33"/>
              <a:gd name="txR" fmla="*/ 46 w 46"/>
              <a:gd name="txB" fmla="*/ 33 h 33"/>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alpha val="100000"/>
            </a:srgbClr>
          </a:solidFill>
          <a:ln w="9525">
            <a:noFill/>
          </a:ln>
        </p:spPr>
        <p:txBody>
          <a:bodyPr/>
          <a:p>
            <a:endParaRPr lang="zh-CN" altLang="en-US"/>
          </a:p>
        </p:txBody>
      </p:sp>
      <p:sp>
        <p:nvSpPr>
          <p:cNvPr id="48306" name="Freeform 1087"/>
          <p:cNvSpPr/>
          <p:nvPr/>
        </p:nvSpPr>
        <p:spPr>
          <a:xfrm>
            <a:off x="6689725" y="5345113"/>
            <a:ext cx="36513" cy="49212"/>
          </a:xfrm>
          <a:custGeom>
            <a:avLst/>
            <a:gdLst>
              <a:gd name="txL" fmla="*/ 0 w 177"/>
              <a:gd name="txT" fmla="*/ 0 h 219"/>
              <a:gd name="txR" fmla="*/ 177 w 177"/>
              <a:gd name="txB" fmla="*/ 219 h 219"/>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alpha val="100000"/>
            </a:srgbClr>
          </a:solidFill>
          <a:ln w="9525">
            <a:noFill/>
          </a:ln>
        </p:spPr>
        <p:txBody>
          <a:bodyPr/>
          <a:p>
            <a:endParaRPr lang="zh-CN" altLang="en-US"/>
          </a:p>
        </p:txBody>
      </p:sp>
      <p:sp>
        <p:nvSpPr>
          <p:cNvPr id="48307" name="Freeform 1088"/>
          <p:cNvSpPr/>
          <p:nvPr/>
        </p:nvSpPr>
        <p:spPr>
          <a:xfrm>
            <a:off x="6750050" y="5343525"/>
            <a:ext cx="23813" cy="39688"/>
          </a:xfrm>
          <a:custGeom>
            <a:avLst/>
            <a:gdLst>
              <a:gd name="txL" fmla="*/ 0 w 115"/>
              <a:gd name="txT" fmla="*/ 0 h 170"/>
              <a:gd name="txR" fmla="*/ 115 w 115"/>
              <a:gd name="txB" fmla="*/ 170 h 170"/>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08" name="Freeform 1089"/>
          <p:cNvSpPr/>
          <p:nvPr/>
        </p:nvSpPr>
        <p:spPr>
          <a:xfrm>
            <a:off x="6667500" y="5335588"/>
            <a:ext cx="57150" cy="79375"/>
          </a:xfrm>
          <a:custGeom>
            <a:avLst/>
            <a:gdLst>
              <a:gd name="txL" fmla="*/ 0 w 289"/>
              <a:gd name="txT" fmla="*/ 0 h 352"/>
              <a:gd name="txR" fmla="*/ 289 w 289"/>
              <a:gd name="txB" fmla="*/ 352 h 352"/>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rect l="txL" t="txT" r="txR" b="txB"/>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09" name="Freeform 1090"/>
          <p:cNvSpPr/>
          <p:nvPr/>
        </p:nvSpPr>
        <p:spPr>
          <a:xfrm>
            <a:off x="6748463" y="5332413"/>
            <a:ext cx="50800" cy="53975"/>
          </a:xfrm>
          <a:custGeom>
            <a:avLst/>
            <a:gdLst>
              <a:gd name="txL" fmla="*/ 0 w 252"/>
              <a:gd name="txT" fmla="*/ 0 h 235"/>
              <a:gd name="txR" fmla="*/ 252 w 252"/>
              <a:gd name="txB" fmla="*/ 235 h 23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10" name="Freeform 1091"/>
          <p:cNvSpPr/>
          <p:nvPr/>
        </p:nvSpPr>
        <p:spPr>
          <a:xfrm>
            <a:off x="6648450" y="5360988"/>
            <a:ext cx="20638" cy="50800"/>
          </a:xfrm>
          <a:custGeom>
            <a:avLst/>
            <a:gdLst>
              <a:gd name="txL" fmla="*/ 0 w 103"/>
              <a:gd name="txT" fmla="*/ 0 h 220"/>
              <a:gd name="txR" fmla="*/ 103 w 103"/>
              <a:gd name="txB" fmla="*/ 220 h 220"/>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11" name="Freeform 1092"/>
          <p:cNvSpPr/>
          <p:nvPr/>
        </p:nvSpPr>
        <p:spPr>
          <a:xfrm>
            <a:off x="6789738" y="5329238"/>
            <a:ext cx="44450" cy="65087"/>
          </a:xfrm>
          <a:custGeom>
            <a:avLst/>
            <a:gdLst>
              <a:gd name="txL" fmla="*/ 0 w 220"/>
              <a:gd name="txT" fmla="*/ 0 h 288"/>
              <a:gd name="txR" fmla="*/ 220 w 220"/>
              <a:gd name="txB" fmla="*/ 288 h 28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12" name="Freeform 1093"/>
          <p:cNvSpPr/>
          <p:nvPr/>
        </p:nvSpPr>
        <p:spPr>
          <a:xfrm>
            <a:off x="6746875" y="5429250"/>
            <a:ext cx="169863" cy="112713"/>
          </a:xfrm>
          <a:custGeom>
            <a:avLst/>
            <a:gdLst>
              <a:gd name="txL" fmla="*/ 0 w 1070"/>
              <a:gd name="txT" fmla="*/ 0 h 844"/>
              <a:gd name="txR" fmla="*/ 1070 w 1070"/>
              <a:gd name="txB" fmla="*/ 844 h 844"/>
            </a:gdLst>
            <a:ahLst/>
            <a:cxnLst>
              <a:cxn ang="0">
                <a:pos x="2147483646" y="0"/>
              </a:cxn>
              <a:cxn ang="0">
                <a:pos x="2147483646" y="2147483646"/>
              </a:cxn>
              <a:cxn ang="0">
                <a:pos x="2147483646" y="2147483646"/>
              </a:cxn>
              <a:cxn ang="0">
                <a:pos x="0" y="2147483646"/>
              </a:cxn>
              <a:cxn ang="0">
                <a:pos x="2147483646" y="0"/>
              </a:cxn>
            </a:cxnLst>
            <a:rect l="txL" t="txT" r="txR" b="txB"/>
            <a:pathLst>
              <a:path w="1070" h="844">
                <a:moveTo>
                  <a:pt x="141" y="0"/>
                </a:moveTo>
                <a:lnTo>
                  <a:pt x="1070" y="194"/>
                </a:lnTo>
                <a:lnTo>
                  <a:pt x="919" y="844"/>
                </a:lnTo>
                <a:lnTo>
                  <a:pt x="0" y="624"/>
                </a:lnTo>
                <a:lnTo>
                  <a:pt x="141" y="0"/>
                </a:lnTo>
                <a:close/>
              </a:path>
            </a:pathLst>
          </a:custGeom>
          <a:solidFill>
            <a:schemeClr val="folHlink">
              <a:alpha val="100000"/>
            </a:schemeClr>
          </a:solidFill>
          <a:ln w="9525">
            <a:noFill/>
          </a:ln>
        </p:spPr>
        <p:txBody>
          <a:bodyPr/>
          <a:p>
            <a:endParaRPr lang="zh-CN" altLang="en-US"/>
          </a:p>
        </p:txBody>
      </p:sp>
      <p:sp>
        <p:nvSpPr>
          <p:cNvPr id="48313" name="Freeform 1094"/>
          <p:cNvSpPr/>
          <p:nvPr/>
        </p:nvSpPr>
        <p:spPr>
          <a:xfrm>
            <a:off x="6761163" y="5432425"/>
            <a:ext cx="130175" cy="44450"/>
          </a:xfrm>
          <a:custGeom>
            <a:avLst/>
            <a:gdLst>
              <a:gd name="txL" fmla="*/ 0 w 819"/>
              <a:gd name="txT" fmla="*/ 0 h 333"/>
              <a:gd name="txR" fmla="*/ 819 w 819"/>
              <a:gd name="txB" fmla="*/ 333 h 333"/>
            </a:gdLst>
            <a:ahLst/>
            <a:cxnLst>
              <a:cxn ang="0">
                <a:pos x="2147483646" y="0"/>
              </a:cxn>
              <a:cxn ang="0">
                <a:pos x="2147483646" y="2147483646"/>
              </a:cxn>
              <a:cxn ang="0">
                <a:pos x="2147483646" y="2147483646"/>
              </a:cxn>
              <a:cxn ang="0">
                <a:pos x="0" y="2147483646"/>
              </a:cxn>
              <a:cxn ang="0">
                <a:pos x="2147483646" y="0"/>
              </a:cxn>
            </a:cxnLst>
            <a:rect l="txL" t="txT" r="txR" b="txB"/>
            <a:pathLst>
              <a:path w="819" h="333">
                <a:moveTo>
                  <a:pt x="97" y="0"/>
                </a:moveTo>
                <a:lnTo>
                  <a:pt x="819" y="139"/>
                </a:lnTo>
                <a:lnTo>
                  <a:pt x="172" y="98"/>
                </a:lnTo>
                <a:lnTo>
                  <a:pt x="0" y="333"/>
                </a:lnTo>
                <a:lnTo>
                  <a:pt x="97" y="0"/>
                </a:lnTo>
                <a:close/>
              </a:path>
            </a:pathLst>
          </a:custGeom>
          <a:solidFill>
            <a:srgbClr val="FFFFFF">
              <a:alpha val="100000"/>
            </a:srgbClr>
          </a:solidFill>
          <a:ln w="9525">
            <a:noFill/>
          </a:ln>
        </p:spPr>
        <p:txBody>
          <a:bodyPr/>
          <a:p>
            <a:endParaRPr lang="zh-CN" altLang="en-US"/>
          </a:p>
        </p:txBody>
      </p:sp>
      <p:sp>
        <p:nvSpPr>
          <p:cNvPr id="48314" name="Freeform 1095"/>
          <p:cNvSpPr/>
          <p:nvPr/>
        </p:nvSpPr>
        <p:spPr>
          <a:xfrm>
            <a:off x="6729413" y="5564188"/>
            <a:ext cx="171450" cy="41275"/>
          </a:xfrm>
          <a:custGeom>
            <a:avLst/>
            <a:gdLst>
              <a:gd name="txL" fmla="*/ 0 w 1083"/>
              <a:gd name="txT" fmla="*/ 0 h 306"/>
              <a:gd name="txR" fmla="*/ 1083 w 1083"/>
              <a:gd name="txB" fmla="*/ 306 h 306"/>
            </a:gdLst>
            <a:ahLst/>
            <a:cxnLst>
              <a:cxn ang="0">
                <a:pos x="2147483646" y="0"/>
              </a:cxn>
              <a:cxn ang="0">
                <a:pos x="2147483646" y="2147483646"/>
              </a:cxn>
              <a:cxn ang="0">
                <a:pos x="2147483646" y="2147483646"/>
              </a:cxn>
              <a:cxn ang="0">
                <a:pos x="0" y="2147483646"/>
              </a:cxn>
              <a:cxn ang="0">
                <a:pos x="2147483646" y="0"/>
              </a:cxn>
            </a:cxnLst>
            <a:rect l="txL" t="txT" r="txR" b="txB"/>
            <a:pathLst>
              <a:path w="1083" h="306">
                <a:moveTo>
                  <a:pt x="34" y="0"/>
                </a:moveTo>
                <a:lnTo>
                  <a:pt x="1083" y="261"/>
                </a:lnTo>
                <a:lnTo>
                  <a:pt x="1055" y="306"/>
                </a:lnTo>
                <a:lnTo>
                  <a:pt x="0" y="28"/>
                </a:lnTo>
                <a:lnTo>
                  <a:pt x="34" y="0"/>
                </a:lnTo>
                <a:close/>
              </a:path>
            </a:pathLst>
          </a:custGeom>
          <a:solidFill>
            <a:srgbClr val="7F7F7F">
              <a:alpha val="100000"/>
            </a:srgbClr>
          </a:solidFill>
          <a:ln w="9525">
            <a:noFill/>
          </a:ln>
        </p:spPr>
        <p:txBody>
          <a:bodyPr/>
          <a:p>
            <a:endParaRPr lang="zh-CN" altLang="en-US"/>
          </a:p>
        </p:txBody>
      </p:sp>
      <p:sp>
        <p:nvSpPr>
          <p:cNvPr id="48315" name="Freeform 1096"/>
          <p:cNvSpPr/>
          <p:nvPr/>
        </p:nvSpPr>
        <p:spPr>
          <a:xfrm>
            <a:off x="6713538" y="5576888"/>
            <a:ext cx="173037" cy="41275"/>
          </a:xfrm>
          <a:custGeom>
            <a:avLst/>
            <a:gdLst>
              <a:gd name="txL" fmla="*/ 0 w 1088"/>
              <a:gd name="txT" fmla="*/ 0 h 311"/>
              <a:gd name="txR" fmla="*/ 1088 w 1088"/>
              <a:gd name="txB" fmla="*/ 311 h 311"/>
            </a:gdLst>
            <a:ahLst/>
            <a:cxnLst>
              <a:cxn ang="0">
                <a:pos x="2147483646" y="0"/>
              </a:cxn>
              <a:cxn ang="0">
                <a:pos x="2147483646" y="2147483646"/>
              </a:cxn>
              <a:cxn ang="0">
                <a:pos x="2147483646" y="2147483646"/>
              </a:cxn>
              <a:cxn ang="0">
                <a:pos x="0" y="2147483646"/>
              </a:cxn>
              <a:cxn ang="0">
                <a:pos x="2147483646" y="0"/>
              </a:cxn>
            </a:cxnLst>
            <a:rect l="txL" t="txT" r="txR" b="txB"/>
            <a:pathLst>
              <a:path w="1088" h="311">
                <a:moveTo>
                  <a:pt x="39" y="0"/>
                </a:moveTo>
                <a:lnTo>
                  <a:pt x="1088" y="260"/>
                </a:lnTo>
                <a:lnTo>
                  <a:pt x="1055" y="311"/>
                </a:lnTo>
                <a:lnTo>
                  <a:pt x="0" y="34"/>
                </a:lnTo>
                <a:lnTo>
                  <a:pt x="39" y="0"/>
                </a:lnTo>
                <a:close/>
              </a:path>
            </a:pathLst>
          </a:custGeom>
          <a:solidFill>
            <a:srgbClr val="7F7F7F">
              <a:alpha val="100000"/>
            </a:srgbClr>
          </a:solidFill>
          <a:ln w="9525">
            <a:noFill/>
          </a:ln>
        </p:spPr>
        <p:txBody>
          <a:bodyPr/>
          <a:p>
            <a:endParaRPr lang="zh-CN" altLang="en-US"/>
          </a:p>
        </p:txBody>
      </p:sp>
      <p:sp>
        <p:nvSpPr>
          <p:cNvPr id="48316" name="Freeform 1097"/>
          <p:cNvSpPr/>
          <p:nvPr/>
        </p:nvSpPr>
        <p:spPr>
          <a:xfrm>
            <a:off x="6740525" y="5614988"/>
            <a:ext cx="25400" cy="9525"/>
          </a:xfrm>
          <a:custGeom>
            <a:avLst/>
            <a:gdLst>
              <a:gd name="txL" fmla="*/ 0 w 164"/>
              <a:gd name="txT" fmla="*/ 0 h 72"/>
              <a:gd name="txR" fmla="*/ 164 w 164"/>
              <a:gd name="txB" fmla="*/ 72 h 72"/>
            </a:gdLst>
            <a:ahLst/>
            <a:cxnLst>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Lst>
            <a:rect l="txL" t="txT" r="txR" b="txB"/>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alpha val="100000"/>
            </a:srgbClr>
          </a:solidFill>
          <a:ln w="9525">
            <a:noFill/>
          </a:ln>
        </p:spPr>
        <p:txBody>
          <a:bodyPr/>
          <a:p>
            <a:endParaRPr lang="zh-CN" altLang="en-US"/>
          </a:p>
        </p:txBody>
      </p:sp>
      <p:sp>
        <p:nvSpPr>
          <p:cNvPr id="48317" name="Freeform 1098"/>
          <p:cNvSpPr/>
          <p:nvPr/>
        </p:nvSpPr>
        <p:spPr>
          <a:xfrm>
            <a:off x="6745288" y="5546725"/>
            <a:ext cx="23812" cy="14288"/>
          </a:xfrm>
          <a:custGeom>
            <a:avLst/>
            <a:gdLst>
              <a:gd name="txL" fmla="*/ 0 w 146"/>
              <a:gd name="txT" fmla="*/ 0 h 109"/>
              <a:gd name="txR" fmla="*/ 146 w 146"/>
              <a:gd name="txB" fmla="*/ 109 h 109"/>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alpha val="100000"/>
            </a:srgbClr>
          </a:solidFill>
          <a:ln w="9525">
            <a:noFill/>
          </a:ln>
        </p:spPr>
        <p:txBody>
          <a:bodyPr/>
          <a:p>
            <a:endParaRPr lang="zh-CN" altLang="en-US"/>
          </a:p>
        </p:txBody>
      </p:sp>
      <p:sp>
        <p:nvSpPr>
          <p:cNvPr id="48318" name="Freeform 1099"/>
          <p:cNvSpPr/>
          <p:nvPr/>
        </p:nvSpPr>
        <p:spPr>
          <a:xfrm>
            <a:off x="6877050" y="5572125"/>
            <a:ext cx="23813" cy="14288"/>
          </a:xfrm>
          <a:custGeom>
            <a:avLst/>
            <a:gdLst>
              <a:gd name="txL" fmla="*/ 0 w 146"/>
              <a:gd name="txT" fmla="*/ 0 h 107"/>
              <a:gd name="txR" fmla="*/ 146 w 146"/>
              <a:gd name="txB" fmla="*/ 107 h 107"/>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alpha val="100000"/>
            </a:srgbClr>
          </a:solidFill>
          <a:ln w="9525">
            <a:noFill/>
          </a:ln>
        </p:spPr>
        <p:txBody>
          <a:bodyPr/>
          <a:p>
            <a:endParaRPr lang="zh-CN" altLang="en-US"/>
          </a:p>
        </p:txBody>
      </p:sp>
      <p:sp>
        <p:nvSpPr>
          <p:cNvPr id="48319" name="Freeform 1100"/>
          <p:cNvSpPr/>
          <p:nvPr/>
        </p:nvSpPr>
        <p:spPr>
          <a:xfrm>
            <a:off x="6770688" y="5549900"/>
            <a:ext cx="100012" cy="25400"/>
          </a:xfrm>
          <a:custGeom>
            <a:avLst/>
            <a:gdLst>
              <a:gd name="txL" fmla="*/ 0 w 629"/>
              <a:gd name="txT" fmla="*/ 0 h 182"/>
              <a:gd name="txR" fmla="*/ 629 w 629"/>
              <a:gd name="txB" fmla="*/ 182 h 182"/>
            </a:gdLst>
            <a:ahLst/>
            <a:cxnLst>
              <a:cxn ang="0">
                <a:pos x="0" y="2147483646"/>
              </a:cxn>
              <a:cxn ang="0">
                <a:pos x="2147483646" y="2147483646"/>
              </a:cxn>
              <a:cxn ang="0">
                <a:pos x="2147483646" y="2147483646"/>
              </a:cxn>
              <a:cxn ang="0">
                <a:pos x="2147483646" y="0"/>
              </a:cxn>
              <a:cxn ang="0">
                <a:pos x="0" y="2147483646"/>
              </a:cxn>
            </a:cxnLst>
            <a:rect l="txL" t="txT" r="txR" b="txB"/>
            <a:pathLst>
              <a:path w="629" h="182">
                <a:moveTo>
                  <a:pt x="0" y="40"/>
                </a:moveTo>
                <a:lnTo>
                  <a:pt x="601" y="182"/>
                </a:lnTo>
                <a:lnTo>
                  <a:pt x="629" y="142"/>
                </a:lnTo>
                <a:lnTo>
                  <a:pt x="29" y="0"/>
                </a:lnTo>
                <a:lnTo>
                  <a:pt x="0" y="40"/>
                </a:lnTo>
                <a:close/>
              </a:path>
            </a:pathLst>
          </a:custGeom>
          <a:solidFill>
            <a:schemeClr val="folHlink">
              <a:alpha val="100000"/>
            </a:schemeClr>
          </a:solidFill>
          <a:ln w="9525">
            <a:noFill/>
          </a:ln>
        </p:spPr>
        <p:txBody>
          <a:bodyPr/>
          <a:p>
            <a:endParaRPr lang="zh-CN" altLang="en-US"/>
          </a:p>
        </p:txBody>
      </p:sp>
      <p:sp>
        <p:nvSpPr>
          <p:cNvPr id="48320" name="Freeform 1101"/>
          <p:cNvSpPr/>
          <p:nvPr/>
        </p:nvSpPr>
        <p:spPr>
          <a:xfrm>
            <a:off x="6770688" y="5561013"/>
            <a:ext cx="95250" cy="22225"/>
          </a:xfrm>
          <a:custGeom>
            <a:avLst/>
            <a:gdLst>
              <a:gd name="txL" fmla="*/ 0 w 606"/>
              <a:gd name="txT" fmla="*/ 0 h 170"/>
              <a:gd name="txR" fmla="*/ 606 w 606"/>
              <a:gd name="txB" fmla="*/ 170 h 170"/>
            </a:gdLst>
            <a:ahLst/>
            <a:cxnLst>
              <a:cxn ang="0">
                <a:pos x="0" y="2147483646"/>
              </a:cxn>
              <a:cxn ang="0">
                <a:pos x="2147483646" y="2147483646"/>
              </a:cxn>
              <a:cxn ang="0">
                <a:pos x="2147483646" y="2147483646"/>
              </a:cxn>
              <a:cxn ang="0">
                <a:pos x="2147483646" y="0"/>
              </a:cxn>
              <a:cxn ang="0">
                <a:pos x="0" y="2147483646"/>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48321" name="Freeform 1102"/>
          <p:cNvSpPr/>
          <p:nvPr/>
        </p:nvSpPr>
        <p:spPr>
          <a:xfrm>
            <a:off x="6770688" y="5545138"/>
            <a:ext cx="95250" cy="22225"/>
          </a:xfrm>
          <a:custGeom>
            <a:avLst/>
            <a:gdLst>
              <a:gd name="txL" fmla="*/ 0 w 606"/>
              <a:gd name="txT" fmla="*/ 0 h 170"/>
              <a:gd name="txR" fmla="*/ 606 w 606"/>
              <a:gd name="txB" fmla="*/ 170 h 170"/>
            </a:gdLst>
            <a:ahLst/>
            <a:cxnLst>
              <a:cxn ang="0">
                <a:pos x="0" y="2147483646"/>
              </a:cxn>
              <a:cxn ang="0">
                <a:pos x="2147483646" y="2147483646"/>
              </a:cxn>
              <a:cxn ang="0">
                <a:pos x="2147483646" y="2147483646"/>
              </a:cxn>
              <a:cxn ang="0">
                <a:pos x="2147483646" y="0"/>
              </a:cxn>
              <a:cxn ang="0">
                <a:pos x="0" y="2147483646"/>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grpSp>
        <p:nvGrpSpPr>
          <p:cNvPr id="48322" name="Group 1103"/>
          <p:cNvGrpSpPr/>
          <p:nvPr/>
        </p:nvGrpSpPr>
        <p:grpSpPr>
          <a:xfrm>
            <a:off x="6189663" y="5181600"/>
            <a:ext cx="338137" cy="282575"/>
            <a:chOff x="3899" y="3264"/>
            <a:chExt cx="213" cy="178"/>
          </a:xfrm>
        </p:grpSpPr>
        <p:sp>
          <p:nvSpPr>
            <p:cNvPr id="48602" name="Freeform 1104"/>
            <p:cNvSpPr/>
            <p:nvPr/>
          </p:nvSpPr>
          <p:spPr>
            <a:xfrm>
              <a:off x="3899" y="3264"/>
              <a:ext cx="213" cy="178"/>
            </a:xfrm>
            <a:custGeom>
              <a:avLst/>
              <a:gdLst>
                <a:gd name="txL" fmla="*/ 0 w 1913"/>
                <a:gd name="txT" fmla="*/ 0 h 1606"/>
                <a:gd name="txR" fmla="*/ 1913 w 1913"/>
                <a:gd name="txB" fmla="*/ 1606 h 160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alpha val="100000"/>
              </a:schemeClr>
            </a:solidFill>
            <a:ln w="9525">
              <a:noFill/>
            </a:ln>
          </p:spPr>
          <p:txBody>
            <a:bodyPr/>
            <a:p>
              <a:endParaRPr lang="zh-CN" altLang="en-US"/>
            </a:p>
          </p:txBody>
        </p:sp>
        <p:sp>
          <p:nvSpPr>
            <p:cNvPr id="48603" name="Freeform 1105"/>
            <p:cNvSpPr/>
            <p:nvPr/>
          </p:nvSpPr>
          <p:spPr>
            <a:xfrm>
              <a:off x="3977" y="3278"/>
              <a:ext cx="68" cy="78"/>
            </a:xfrm>
            <a:custGeom>
              <a:avLst/>
              <a:gdLst>
                <a:gd name="txL" fmla="*/ 0 w 614"/>
                <a:gd name="txT" fmla="*/ 0 h 697"/>
                <a:gd name="txR" fmla="*/ 614 w 614"/>
                <a:gd name="txB" fmla="*/ 697 h 69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alpha val="100000"/>
              </a:srgbClr>
            </a:solidFill>
            <a:ln w="9525">
              <a:noFill/>
            </a:ln>
          </p:spPr>
          <p:txBody>
            <a:bodyPr/>
            <a:p>
              <a:endParaRPr lang="zh-CN" altLang="en-US"/>
            </a:p>
          </p:txBody>
        </p:sp>
        <p:sp>
          <p:nvSpPr>
            <p:cNvPr id="48604" name="Freeform 1106"/>
            <p:cNvSpPr/>
            <p:nvPr/>
          </p:nvSpPr>
          <p:spPr>
            <a:xfrm>
              <a:off x="3984" y="3299"/>
              <a:ext cx="113" cy="77"/>
            </a:xfrm>
            <a:custGeom>
              <a:avLst/>
              <a:gdLst>
                <a:gd name="txL" fmla="*/ 0 w 1014"/>
                <a:gd name="txT" fmla="*/ 0 h 693"/>
                <a:gd name="txR" fmla="*/ 1014 w 1014"/>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alpha val="100000"/>
              </a:srgbClr>
            </a:solidFill>
            <a:ln w="9525">
              <a:noFill/>
            </a:ln>
          </p:spPr>
          <p:txBody>
            <a:bodyPr/>
            <a:p>
              <a:endParaRPr lang="zh-CN" altLang="en-US"/>
            </a:p>
          </p:txBody>
        </p:sp>
        <p:sp>
          <p:nvSpPr>
            <p:cNvPr id="48605" name="Freeform 1107"/>
            <p:cNvSpPr/>
            <p:nvPr/>
          </p:nvSpPr>
          <p:spPr>
            <a:xfrm>
              <a:off x="3970" y="3375"/>
              <a:ext cx="83" cy="27"/>
            </a:xfrm>
            <a:custGeom>
              <a:avLst/>
              <a:gdLst>
                <a:gd name="txL" fmla="*/ 0 w 745"/>
                <a:gd name="txT" fmla="*/ 0 h 240"/>
                <a:gd name="txR" fmla="*/ 745 w 745"/>
                <a:gd name="txB" fmla="*/ 240 h 240"/>
              </a:gdLst>
              <a:ahLst/>
              <a:cxnLst>
                <a:cxn ang="0">
                  <a:pos x="0" y="0"/>
                </a:cxn>
                <a:cxn ang="0">
                  <a:pos x="0" y="0"/>
                </a:cxn>
                <a:cxn ang="0">
                  <a:pos x="0" y="0"/>
                </a:cxn>
                <a:cxn ang="0">
                  <a:pos x="0" y="0"/>
                </a:cxn>
                <a:cxn ang="0">
                  <a:pos x="0" y="0"/>
                </a:cxn>
              </a:cxnLst>
              <a:rect l="txL" t="txT" r="txR" b="txB"/>
              <a:pathLst>
                <a:path w="745" h="240">
                  <a:moveTo>
                    <a:pt x="745" y="86"/>
                  </a:moveTo>
                  <a:lnTo>
                    <a:pt x="11" y="0"/>
                  </a:lnTo>
                  <a:lnTo>
                    <a:pt x="0" y="86"/>
                  </a:lnTo>
                  <a:lnTo>
                    <a:pt x="722" y="240"/>
                  </a:lnTo>
                  <a:lnTo>
                    <a:pt x="745" y="86"/>
                  </a:lnTo>
                  <a:close/>
                </a:path>
              </a:pathLst>
            </a:custGeom>
            <a:solidFill>
              <a:srgbClr val="DDDDDD">
                <a:alpha val="100000"/>
              </a:srgbClr>
            </a:solidFill>
            <a:ln w="9525">
              <a:noFill/>
            </a:ln>
          </p:spPr>
          <p:txBody>
            <a:bodyPr/>
            <a:p>
              <a:endParaRPr lang="zh-CN" altLang="en-US"/>
            </a:p>
          </p:txBody>
        </p:sp>
        <p:sp>
          <p:nvSpPr>
            <p:cNvPr id="48606" name="Freeform 1108"/>
            <p:cNvSpPr/>
            <p:nvPr/>
          </p:nvSpPr>
          <p:spPr>
            <a:xfrm>
              <a:off x="4011" y="3384"/>
              <a:ext cx="36" cy="12"/>
            </a:xfrm>
            <a:custGeom>
              <a:avLst/>
              <a:gdLst>
                <a:gd name="txL" fmla="*/ 0 w 319"/>
                <a:gd name="txT" fmla="*/ 0 h 109"/>
                <a:gd name="txR" fmla="*/ 319 w 319"/>
                <a:gd name="txB" fmla="*/ 109 h 109"/>
              </a:gdLst>
              <a:ahLst/>
              <a:cxnLst>
                <a:cxn ang="0">
                  <a:pos x="0" y="0"/>
                </a:cxn>
                <a:cxn ang="0">
                  <a:pos x="0" y="0"/>
                </a:cxn>
                <a:cxn ang="0">
                  <a:pos x="0" y="0"/>
                </a:cxn>
                <a:cxn ang="0">
                  <a:pos x="0" y="0"/>
                </a:cxn>
                <a:cxn ang="0">
                  <a:pos x="0" y="0"/>
                </a:cxn>
              </a:cxnLst>
              <a:rect l="txL" t="txT" r="txR" b="txB"/>
              <a:pathLst>
                <a:path w="319" h="109">
                  <a:moveTo>
                    <a:pt x="319" y="47"/>
                  </a:moveTo>
                  <a:lnTo>
                    <a:pt x="4" y="0"/>
                  </a:lnTo>
                  <a:lnTo>
                    <a:pt x="0" y="45"/>
                  </a:lnTo>
                  <a:lnTo>
                    <a:pt x="309" y="109"/>
                  </a:lnTo>
                  <a:lnTo>
                    <a:pt x="319" y="47"/>
                  </a:lnTo>
                  <a:close/>
                </a:path>
              </a:pathLst>
            </a:custGeom>
            <a:solidFill>
              <a:srgbClr val="DDDDDD">
                <a:alpha val="100000"/>
              </a:srgbClr>
            </a:solidFill>
            <a:ln w="9525">
              <a:noFill/>
            </a:ln>
          </p:spPr>
          <p:txBody>
            <a:bodyPr/>
            <a:p>
              <a:endParaRPr lang="zh-CN" altLang="en-US"/>
            </a:p>
          </p:txBody>
        </p:sp>
        <p:sp>
          <p:nvSpPr>
            <p:cNvPr id="48607" name="Freeform 1109"/>
            <p:cNvSpPr/>
            <p:nvPr/>
          </p:nvSpPr>
          <p:spPr>
            <a:xfrm>
              <a:off x="3975" y="3378"/>
              <a:ext cx="24" cy="9"/>
            </a:xfrm>
            <a:custGeom>
              <a:avLst/>
              <a:gdLst>
                <a:gd name="txL" fmla="*/ 0 w 213"/>
                <a:gd name="txT" fmla="*/ 0 h 81"/>
                <a:gd name="txR" fmla="*/ 213 w 213"/>
                <a:gd name="txB" fmla="*/ 81 h 81"/>
              </a:gdLst>
              <a:ahLst/>
              <a:cxnLst>
                <a:cxn ang="0">
                  <a:pos x="0" y="0"/>
                </a:cxn>
                <a:cxn ang="0">
                  <a:pos x="0" y="0"/>
                </a:cxn>
                <a:cxn ang="0">
                  <a:pos x="0" y="0"/>
                </a:cxn>
                <a:cxn ang="0">
                  <a:pos x="0" y="0"/>
                </a:cxn>
                <a:cxn ang="0">
                  <a:pos x="0" y="0"/>
                </a:cxn>
              </a:cxnLst>
              <a:rect l="txL" t="txT" r="txR" b="txB"/>
              <a:pathLst>
                <a:path w="213" h="81">
                  <a:moveTo>
                    <a:pt x="213" y="37"/>
                  </a:moveTo>
                  <a:lnTo>
                    <a:pt x="0" y="0"/>
                  </a:lnTo>
                  <a:lnTo>
                    <a:pt x="2" y="39"/>
                  </a:lnTo>
                  <a:lnTo>
                    <a:pt x="206" y="81"/>
                  </a:lnTo>
                  <a:lnTo>
                    <a:pt x="213" y="37"/>
                  </a:lnTo>
                  <a:close/>
                </a:path>
              </a:pathLst>
            </a:custGeom>
            <a:solidFill>
              <a:srgbClr val="DDDDDD">
                <a:alpha val="100000"/>
              </a:srgbClr>
            </a:solidFill>
            <a:ln w="9525">
              <a:noFill/>
            </a:ln>
          </p:spPr>
          <p:txBody>
            <a:bodyPr/>
            <a:p>
              <a:endParaRPr lang="zh-CN" altLang="en-US"/>
            </a:p>
          </p:txBody>
        </p:sp>
        <p:sp>
          <p:nvSpPr>
            <p:cNvPr id="48608" name="Freeform 1110"/>
            <p:cNvSpPr/>
            <p:nvPr/>
          </p:nvSpPr>
          <p:spPr>
            <a:xfrm>
              <a:off x="3916" y="3386"/>
              <a:ext cx="139" cy="47"/>
            </a:xfrm>
            <a:custGeom>
              <a:avLst/>
              <a:gdLst>
                <a:gd name="txL" fmla="*/ 0 w 1254"/>
                <a:gd name="txT" fmla="*/ 0 h 415"/>
                <a:gd name="txR" fmla="*/ 1254 w 1254"/>
                <a:gd name="txB" fmla="*/ 415 h 41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alpha val="100000"/>
              </a:srgbClr>
            </a:solidFill>
            <a:ln w="9525">
              <a:noFill/>
            </a:ln>
          </p:spPr>
          <p:txBody>
            <a:bodyPr/>
            <a:p>
              <a:endParaRPr lang="zh-CN" altLang="en-US"/>
            </a:p>
          </p:txBody>
        </p:sp>
        <p:sp>
          <p:nvSpPr>
            <p:cNvPr id="48609" name="Freeform 1111"/>
            <p:cNvSpPr/>
            <p:nvPr/>
          </p:nvSpPr>
          <p:spPr>
            <a:xfrm>
              <a:off x="4055" y="3381"/>
              <a:ext cx="49" cy="22"/>
            </a:xfrm>
            <a:custGeom>
              <a:avLst/>
              <a:gdLst>
                <a:gd name="txL" fmla="*/ 0 w 447"/>
                <a:gd name="txT" fmla="*/ 0 h 198"/>
                <a:gd name="txR" fmla="*/ 447 w 447"/>
                <a:gd name="txB" fmla="*/ 198 h 198"/>
              </a:gdLst>
              <a:ahLst/>
              <a:cxnLst>
                <a:cxn ang="0">
                  <a:pos x="0" y="0"/>
                </a:cxn>
                <a:cxn ang="0">
                  <a:pos x="0" y="0"/>
                </a:cxn>
                <a:cxn ang="0">
                  <a:pos x="0" y="0"/>
                </a:cxn>
                <a:cxn ang="0">
                  <a:pos x="0" y="0"/>
                </a:cxn>
                <a:cxn ang="0">
                  <a:pos x="0" y="0"/>
                </a:cxn>
                <a:cxn ang="0">
                  <a:pos x="0" y="0"/>
                </a:cxn>
              </a:cxnLst>
              <a:rect l="txL" t="txT" r="txR" b="txB"/>
              <a:pathLst>
                <a:path w="447" h="198">
                  <a:moveTo>
                    <a:pt x="45" y="198"/>
                  </a:moveTo>
                  <a:lnTo>
                    <a:pt x="447" y="79"/>
                  </a:lnTo>
                  <a:lnTo>
                    <a:pt x="203" y="0"/>
                  </a:lnTo>
                  <a:lnTo>
                    <a:pt x="5" y="22"/>
                  </a:lnTo>
                  <a:lnTo>
                    <a:pt x="0" y="187"/>
                  </a:lnTo>
                  <a:lnTo>
                    <a:pt x="45" y="198"/>
                  </a:lnTo>
                  <a:close/>
                </a:path>
              </a:pathLst>
            </a:custGeom>
            <a:solidFill>
              <a:srgbClr val="DDDDDD">
                <a:alpha val="100000"/>
              </a:srgbClr>
            </a:solidFill>
            <a:ln w="9525">
              <a:noFill/>
            </a:ln>
          </p:spPr>
          <p:txBody>
            <a:bodyPr/>
            <a:p>
              <a:endParaRPr lang="zh-CN" altLang="en-US"/>
            </a:p>
          </p:txBody>
        </p:sp>
        <p:sp>
          <p:nvSpPr>
            <p:cNvPr id="48610" name="Freeform 1112"/>
            <p:cNvSpPr/>
            <p:nvPr/>
          </p:nvSpPr>
          <p:spPr>
            <a:xfrm>
              <a:off x="3926" y="3287"/>
              <a:ext cx="27" cy="105"/>
            </a:xfrm>
            <a:custGeom>
              <a:avLst/>
              <a:gdLst>
                <a:gd name="txL" fmla="*/ 0 w 238"/>
                <a:gd name="txT" fmla="*/ 0 h 947"/>
                <a:gd name="txR" fmla="*/ 238 w 238"/>
                <a:gd name="txB" fmla="*/ 947 h 9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alpha val="100000"/>
              </a:srgbClr>
            </a:solidFill>
            <a:ln w="9525">
              <a:noFill/>
            </a:ln>
          </p:spPr>
          <p:txBody>
            <a:bodyPr/>
            <a:p>
              <a:endParaRPr lang="zh-CN" altLang="en-US"/>
            </a:p>
          </p:txBody>
        </p:sp>
        <p:sp>
          <p:nvSpPr>
            <p:cNvPr id="48611" name="Freeform 1113"/>
            <p:cNvSpPr/>
            <p:nvPr/>
          </p:nvSpPr>
          <p:spPr>
            <a:xfrm>
              <a:off x="3927" y="3288"/>
              <a:ext cx="23" cy="89"/>
            </a:xfrm>
            <a:custGeom>
              <a:avLst/>
              <a:gdLst>
                <a:gd name="txL" fmla="*/ 0 w 203"/>
                <a:gd name="txT" fmla="*/ 0 h 799"/>
                <a:gd name="txR" fmla="*/ 203 w 203"/>
                <a:gd name="txB" fmla="*/ 799 h 79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alpha val="100000"/>
              </a:srgbClr>
            </a:solidFill>
            <a:ln w="9525">
              <a:noFill/>
            </a:ln>
          </p:spPr>
          <p:txBody>
            <a:bodyPr/>
            <a:p>
              <a:endParaRPr lang="zh-CN" altLang="en-US"/>
            </a:p>
          </p:txBody>
        </p:sp>
        <p:sp>
          <p:nvSpPr>
            <p:cNvPr id="48612" name="Freeform 1114"/>
            <p:cNvSpPr/>
            <p:nvPr/>
          </p:nvSpPr>
          <p:spPr>
            <a:xfrm>
              <a:off x="3928" y="3289"/>
              <a:ext cx="19" cy="72"/>
            </a:xfrm>
            <a:custGeom>
              <a:avLst/>
              <a:gdLst>
                <a:gd name="txL" fmla="*/ 0 w 171"/>
                <a:gd name="txT" fmla="*/ 0 h 650"/>
                <a:gd name="txR" fmla="*/ 171 w 171"/>
                <a:gd name="txB" fmla="*/ 650 h 65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alpha val="100000"/>
              </a:srgbClr>
            </a:solidFill>
            <a:ln w="9525">
              <a:noFill/>
            </a:ln>
          </p:spPr>
          <p:txBody>
            <a:bodyPr/>
            <a:p>
              <a:endParaRPr lang="zh-CN" altLang="en-US"/>
            </a:p>
          </p:txBody>
        </p:sp>
        <p:sp>
          <p:nvSpPr>
            <p:cNvPr id="48613" name="Freeform 1115"/>
            <p:cNvSpPr/>
            <p:nvPr/>
          </p:nvSpPr>
          <p:spPr>
            <a:xfrm>
              <a:off x="3929" y="3289"/>
              <a:ext cx="15" cy="56"/>
            </a:xfrm>
            <a:custGeom>
              <a:avLst/>
              <a:gdLst>
                <a:gd name="txL" fmla="*/ 0 w 138"/>
                <a:gd name="txT" fmla="*/ 0 h 502"/>
                <a:gd name="txR" fmla="*/ 138 w 138"/>
                <a:gd name="txB" fmla="*/ 502 h 5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alpha val="100000"/>
              </a:srgbClr>
            </a:solidFill>
            <a:ln w="9525">
              <a:noFill/>
            </a:ln>
          </p:spPr>
          <p:txBody>
            <a:bodyPr/>
            <a:p>
              <a:endParaRPr lang="zh-CN" altLang="en-US"/>
            </a:p>
          </p:txBody>
        </p:sp>
        <p:sp>
          <p:nvSpPr>
            <p:cNvPr id="48614" name="Freeform 1116"/>
            <p:cNvSpPr/>
            <p:nvPr/>
          </p:nvSpPr>
          <p:spPr>
            <a:xfrm>
              <a:off x="3929" y="3290"/>
              <a:ext cx="12" cy="40"/>
            </a:xfrm>
            <a:custGeom>
              <a:avLst/>
              <a:gdLst>
                <a:gd name="txL" fmla="*/ 0 w 104"/>
                <a:gd name="txT" fmla="*/ 0 h 353"/>
                <a:gd name="txR" fmla="*/ 104 w 104"/>
                <a:gd name="txB" fmla="*/ 353 h 3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alpha val="100000"/>
              </a:srgbClr>
            </a:solidFill>
            <a:ln w="9525">
              <a:noFill/>
            </a:ln>
          </p:spPr>
          <p:txBody>
            <a:bodyPr/>
            <a:p>
              <a:endParaRPr lang="zh-CN" altLang="en-US"/>
            </a:p>
          </p:txBody>
        </p:sp>
        <p:sp>
          <p:nvSpPr>
            <p:cNvPr id="48615" name="Freeform 1117"/>
            <p:cNvSpPr/>
            <p:nvPr/>
          </p:nvSpPr>
          <p:spPr>
            <a:xfrm>
              <a:off x="3930" y="3291"/>
              <a:ext cx="8" cy="23"/>
            </a:xfrm>
            <a:custGeom>
              <a:avLst/>
              <a:gdLst>
                <a:gd name="txL" fmla="*/ 0 w 72"/>
                <a:gd name="txT" fmla="*/ 0 h 204"/>
                <a:gd name="txR" fmla="*/ 72 w 72"/>
                <a:gd name="txB" fmla="*/ 204 h 2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alpha val="100000"/>
              </a:srgbClr>
            </a:solidFill>
            <a:ln w="9525">
              <a:noFill/>
            </a:ln>
          </p:spPr>
          <p:txBody>
            <a:bodyPr/>
            <a:p>
              <a:endParaRPr lang="zh-CN" altLang="en-US"/>
            </a:p>
          </p:txBody>
        </p:sp>
        <p:sp>
          <p:nvSpPr>
            <p:cNvPr id="48616" name="Freeform 1118"/>
            <p:cNvSpPr/>
            <p:nvPr/>
          </p:nvSpPr>
          <p:spPr>
            <a:xfrm>
              <a:off x="4025" y="3357"/>
              <a:ext cx="12" cy="11"/>
            </a:xfrm>
            <a:custGeom>
              <a:avLst/>
              <a:gdLst>
                <a:gd name="txL" fmla="*/ 0 w 104"/>
                <a:gd name="txT" fmla="*/ 0 h 104"/>
                <a:gd name="txR" fmla="*/ 104 w 104"/>
                <a:gd name="txB" fmla="*/ 104 h 1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alpha val="100000"/>
              </a:srgbClr>
            </a:solidFill>
            <a:ln w="9525">
              <a:noFill/>
            </a:ln>
          </p:spPr>
          <p:txBody>
            <a:bodyPr/>
            <a:p>
              <a:endParaRPr lang="zh-CN" altLang="en-US"/>
            </a:p>
          </p:txBody>
        </p:sp>
        <p:sp>
          <p:nvSpPr>
            <p:cNvPr id="48617" name="Freeform 1119"/>
            <p:cNvSpPr/>
            <p:nvPr/>
          </p:nvSpPr>
          <p:spPr>
            <a:xfrm>
              <a:off x="3990" y="3357"/>
              <a:ext cx="6"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alpha val="100000"/>
              </a:srgbClr>
            </a:solidFill>
            <a:ln w="9525">
              <a:noFill/>
            </a:ln>
          </p:spPr>
          <p:txBody>
            <a:bodyPr/>
            <a:p>
              <a:endParaRPr lang="zh-CN" altLang="en-US"/>
            </a:p>
          </p:txBody>
        </p:sp>
        <p:sp>
          <p:nvSpPr>
            <p:cNvPr id="48618" name="Freeform 1120"/>
            <p:cNvSpPr/>
            <p:nvPr/>
          </p:nvSpPr>
          <p:spPr>
            <a:xfrm>
              <a:off x="4000" y="3357"/>
              <a:ext cx="5"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alpha val="100000"/>
              </a:srgbClr>
            </a:solidFill>
            <a:ln w="9525">
              <a:noFill/>
            </a:ln>
          </p:spPr>
          <p:txBody>
            <a:bodyPr/>
            <a:p>
              <a:endParaRPr lang="zh-CN" altLang="en-US"/>
            </a:p>
          </p:txBody>
        </p:sp>
        <p:sp>
          <p:nvSpPr>
            <p:cNvPr id="48619" name="Freeform 1121"/>
            <p:cNvSpPr/>
            <p:nvPr/>
          </p:nvSpPr>
          <p:spPr>
            <a:xfrm>
              <a:off x="3961" y="3278"/>
              <a:ext cx="16" cy="79"/>
            </a:xfrm>
            <a:custGeom>
              <a:avLst/>
              <a:gdLst>
                <a:gd name="txL" fmla="*/ 0 w 148"/>
                <a:gd name="txT" fmla="*/ 0 h 712"/>
                <a:gd name="txR" fmla="*/ 148 w 148"/>
                <a:gd name="txB" fmla="*/ 712 h 71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alpha val="100000"/>
              </a:srgbClr>
            </a:solidFill>
            <a:ln w="9525">
              <a:noFill/>
            </a:ln>
          </p:spPr>
          <p:txBody>
            <a:bodyPr/>
            <a:p>
              <a:endParaRPr lang="zh-CN" altLang="en-US"/>
            </a:p>
          </p:txBody>
        </p:sp>
        <p:sp>
          <p:nvSpPr>
            <p:cNvPr id="48620" name="Freeform 1122"/>
            <p:cNvSpPr/>
            <p:nvPr/>
          </p:nvSpPr>
          <p:spPr>
            <a:xfrm>
              <a:off x="4045" y="3268"/>
              <a:ext cx="23" cy="88"/>
            </a:xfrm>
            <a:custGeom>
              <a:avLst/>
              <a:gdLst>
                <a:gd name="txL" fmla="*/ 0 w 201"/>
                <a:gd name="txT" fmla="*/ 0 h 795"/>
                <a:gd name="txR" fmla="*/ 201 w 201"/>
                <a:gd name="txB" fmla="*/ 795 h 79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alpha val="100000"/>
              </a:srgbClr>
            </a:solidFill>
            <a:ln w="9525">
              <a:noFill/>
            </a:ln>
          </p:spPr>
          <p:txBody>
            <a:bodyPr/>
            <a:p>
              <a:endParaRPr lang="zh-CN" altLang="en-US"/>
            </a:p>
          </p:txBody>
        </p:sp>
        <p:sp>
          <p:nvSpPr>
            <p:cNvPr id="48621" name="Freeform 1123"/>
            <p:cNvSpPr/>
            <p:nvPr/>
          </p:nvSpPr>
          <p:spPr>
            <a:xfrm>
              <a:off x="3961" y="3282"/>
              <a:ext cx="15" cy="69"/>
            </a:xfrm>
            <a:custGeom>
              <a:avLst/>
              <a:gdLst>
                <a:gd name="txL" fmla="*/ 0 w 129"/>
                <a:gd name="txT" fmla="*/ 0 h 622"/>
                <a:gd name="txR" fmla="*/ 129 w 129"/>
                <a:gd name="txB" fmla="*/ 622 h 62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alpha val="100000"/>
              </a:srgbClr>
            </a:solidFill>
            <a:ln w="9525">
              <a:noFill/>
            </a:ln>
          </p:spPr>
          <p:txBody>
            <a:bodyPr/>
            <a:p>
              <a:endParaRPr lang="zh-CN" altLang="en-US"/>
            </a:p>
          </p:txBody>
        </p:sp>
        <p:sp>
          <p:nvSpPr>
            <p:cNvPr id="48622" name="Freeform 1124"/>
            <p:cNvSpPr/>
            <p:nvPr/>
          </p:nvSpPr>
          <p:spPr>
            <a:xfrm>
              <a:off x="3962" y="3287"/>
              <a:ext cx="12" cy="59"/>
            </a:xfrm>
            <a:custGeom>
              <a:avLst/>
              <a:gdLst>
                <a:gd name="txL" fmla="*/ 0 w 110"/>
                <a:gd name="txT" fmla="*/ 0 h 531"/>
                <a:gd name="txR" fmla="*/ 110 w 110"/>
                <a:gd name="txB" fmla="*/ 531 h 53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alpha val="100000"/>
              </a:srgbClr>
            </a:solidFill>
            <a:ln w="9525">
              <a:noFill/>
            </a:ln>
          </p:spPr>
          <p:txBody>
            <a:bodyPr/>
            <a:p>
              <a:endParaRPr lang="zh-CN" altLang="en-US"/>
            </a:p>
          </p:txBody>
        </p:sp>
        <p:sp>
          <p:nvSpPr>
            <p:cNvPr id="48623" name="Freeform 1125"/>
            <p:cNvSpPr/>
            <p:nvPr/>
          </p:nvSpPr>
          <p:spPr>
            <a:xfrm>
              <a:off x="3963" y="3292"/>
              <a:ext cx="10" cy="48"/>
            </a:xfrm>
            <a:custGeom>
              <a:avLst/>
              <a:gdLst>
                <a:gd name="txL" fmla="*/ 0 w 92"/>
                <a:gd name="txT" fmla="*/ 0 h 438"/>
                <a:gd name="txR" fmla="*/ 92 w 92"/>
                <a:gd name="txB" fmla="*/ 438 h 4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alpha val="100000"/>
              </a:srgbClr>
            </a:solidFill>
            <a:ln w="9525">
              <a:noFill/>
            </a:ln>
          </p:spPr>
          <p:txBody>
            <a:bodyPr/>
            <a:p>
              <a:endParaRPr lang="zh-CN" altLang="en-US"/>
            </a:p>
          </p:txBody>
        </p:sp>
        <p:sp>
          <p:nvSpPr>
            <p:cNvPr id="48624" name="Freeform 1126"/>
            <p:cNvSpPr/>
            <p:nvPr/>
          </p:nvSpPr>
          <p:spPr>
            <a:xfrm>
              <a:off x="3963" y="3296"/>
              <a:ext cx="8" cy="39"/>
            </a:xfrm>
            <a:custGeom>
              <a:avLst/>
              <a:gdLst>
                <a:gd name="txL" fmla="*/ 0 w 73"/>
                <a:gd name="txT" fmla="*/ 0 h 347"/>
                <a:gd name="txR" fmla="*/ 73 w 73"/>
                <a:gd name="txB" fmla="*/ 347 h 3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alpha val="100000"/>
              </a:srgbClr>
            </a:solidFill>
            <a:ln w="9525">
              <a:noFill/>
            </a:ln>
          </p:spPr>
          <p:txBody>
            <a:bodyPr/>
            <a:p>
              <a:endParaRPr lang="zh-CN" altLang="en-US"/>
            </a:p>
          </p:txBody>
        </p:sp>
        <p:sp>
          <p:nvSpPr>
            <p:cNvPr id="48625" name="Freeform 1127"/>
            <p:cNvSpPr/>
            <p:nvPr/>
          </p:nvSpPr>
          <p:spPr>
            <a:xfrm>
              <a:off x="3964" y="3301"/>
              <a:ext cx="6" cy="28"/>
            </a:xfrm>
            <a:custGeom>
              <a:avLst/>
              <a:gdLst>
                <a:gd name="txL" fmla="*/ 0 w 52"/>
                <a:gd name="txT" fmla="*/ 0 h 256"/>
                <a:gd name="txR" fmla="*/ 52 w 52"/>
                <a:gd name="txB" fmla="*/ 256 h 25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alpha val="100000"/>
              </a:srgbClr>
            </a:solidFill>
            <a:ln w="9525">
              <a:noFill/>
            </a:ln>
          </p:spPr>
          <p:txBody>
            <a:bodyPr/>
            <a:p>
              <a:endParaRPr lang="zh-CN" altLang="en-US"/>
            </a:p>
          </p:txBody>
        </p:sp>
        <p:sp>
          <p:nvSpPr>
            <p:cNvPr id="48626" name="Freeform 1128"/>
            <p:cNvSpPr/>
            <p:nvPr/>
          </p:nvSpPr>
          <p:spPr>
            <a:xfrm>
              <a:off x="4046" y="3273"/>
              <a:ext cx="20" cy="77"/>
            </a:xfrm>
            <a:custGeom>
              <a:avLst/>
              <a:gdLst>
                <a:gd name="txL" fmla="*/ 0 w 176"/>
                <a:gd name="txT" fmla="*/ 0 h 693"/>
                <a:gd name="txR" fmla="*/ 176 w 176"/>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alpha val="100000"/>
              </a:srgbClr>
            </a:solidFill>
            <a:ln w="9525">
              <a:noFill/>
            </a:ln>
          </p:spPr>
          <p:txBody>
            <a:bodyPr/>
            <a:p>
              <a:endParaRPr lang="zh-CN" altLang="en-US"/>
            </a:p>
          </p:txBody>
        </p:sp>
        <p:sp>
          <p:nvSpPr>
            <p:cNvPr id="48627" name="Freeform 1129"/>
            <p:cNvSpPr/>
            <p:nvPr/>
          </p:nvSpPr>
          <p:spPr>
            <a:xfrm>
              <a:off x="4047" y="3279"/>
              <a:ext cx="16" cy="65"/>
            </a:xfrm>
            <a:custGeom>
              <a:avLst/>
              <a:gdLst>
                <a:gd name="txL" fmla="*/ 0 w 149"/>
                <a:gd name="txT" fmla="*/ 0 h 592"/>
                <a:gd name="txR" fmla="*/ 149 w 149"/>
                <a:gd name="txB" fmla="*/ 592 h 59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alpha val="100000"/>
              </a:srgbClr>
            </a:solidFill>
            <a:ln w="9525">
              <a:noFill/>
            </a:ln>
          </p:spPr>
          <p:txBody>
            <a:bodyPr/>
            <a:p>
              <a:endParaRPr lang="zh-CN" altLang="en-US"/>
            </a:p>
          </p:txBody>
        </p:sp>
        <p:sp>
          <p:nvSpPr>
            <p:cNvPr id="48628" name="Freeform 1130"/>
            <p:cNvSpPr/>
            <p:nvPr/>
          </p:nvSpPr>
          <p:spPr>
            <a:xfrm>
              <a:off x="4048" y="3284"/>
              <a:ext cx="13" cy="54"/>
            </a:xfrm>
            <a:custGeom>
              <a:avLst/>
              <a:gdLst>
                <a:gd name="txL" fmla="*/ 0 w 124"/>
                <a:gd name="txT" fmla="*/ 0 h 490"/>
                <a:gd name="txR" fmla="*/ 124 w 124"/>
                <a:gd name="txB" fmla="*/ 490 h 4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alpha val="100000"/>
              </a:srgbClr>
            </a:solidFill>
            <a:ln w="9525">
              <a:noFill/>
            </a:ln>
          </p:spPr>
          <p:txBody>
            <a:bodyPr/>
            <a:p>
              <a:endParaRPr lang="zh-CN" altLang="en-US"/>
            </a:p>
          </p:txBody>
        </p:sp>
        <p:sp>
          <p:nvSpPr>
            <p:cNvPr id="48629" name="Freeform 1131"/>
            <p:cNvSpPr/>
            <p:nvPr/>
          </p:nvSpPr>
          <p:spPr>
            <a:xfrm>
              <a:off x="4048" y="3289"/>
              <a:ext cx="11" cy="43"/>
            </a:xfrm>
            <a:custGeom>
              <a:avLst/>
              <a:gdLst>
                <a:gd name="txL" fmla="*/ 0 w 99"/>
                <a:gd name="txT" fmla="*/ 0 h 389"/>
                <a:gd name="txR" fmla="*/ 99 w 99"/>
                <a:gd name="txB" fmla="*/ 389 h 38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alpha val="100000"/>
              </a:srgbClr>
            </a:solidFill>
            <a:ln w="9525">
              <a:noFill/>
            </a:ln>
          </p:spPr>
          <p:txBody>
            <a:bodyPr/>
            <a:p>
              <a:endParaRPr lang="zh-CN" altLang="en-US"/>
            </a:p>
          </p:txBody>
        </p:sp>
        <p:sp>
          <p:nvSpPr>
            <p:cNvPr id="48630" name="Freeform 1132"/>
            <p:cNvSpPr/>
            <p:nvPr/>
          </p:nvSpPr>
          <p:spPr>
            <a:xfrm>
              <a:off x="4049" y="3295"/>
              <a:ext cx="8" cy="31"/>
            </a:xfrm>
            <a:custGeom>
              <a:avLst/>
              <a:gdLst>
                <a:gd name="txL" fmla="*/ 0 w 72"/>
                <a:gd name="txT" fmla="*/ 0 h 287"/>
                <a:gd name="txR" fmla="*/ 72 w 72"/>
                <a:gd name="txB" fmla="*/ 287 h 2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alpha val="100000"/>
              </a:srgbClr>
            </a:solidFill>
            <a:ln w="9525">
              <a:noFill/>
            </a:ln>
          </p:spPr>
          <p:txBody>
            <a:bodyPr/>
            <a:p>
              <a:endParaRPr lang="zh-CN" altLang="en-US"/>
            </a:p>
          </p:txBody>
        </p:sp>
        <p:sp>
          <p:nvSpPr>
            <p:cNvPr id="48631" name="Rectangle 1133"/>
            <p:cNvSpPr/>
            <p:nvPr/>
          </p:nvSpPr>
          <p:spPr>
            <a:xfrm>
              <a:off x="3944" y="3287"/>
              <a:ext cx="3" cy="101"/>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632" name="Freeform 1134"/>
            <p:cNvSpPr/>
            <p:nvPr/>
          </p:nvSpPr>
          <p:spPr>
            <a:xfrm>
              <a:off x="3980" y="3285"/>
              <a:ext cx="39" cy="47"/>
            </a:xfrm>
            <a:custGeom>
              <a:avLst/>
              <a:gdLst>
                <a:gd name="txL" fmla="*/ 0 w 354"/>
                <a:gd name="txT" fmla="*/ 0 h 418"/>
                <a:gd name="txR" fmla="*/ 354 w 354"/>
                <a:gd name="txB" fmla="*/ 418 h 4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alpha val="100000"/>
              </a:srgbClr>
            </a:solidFill>
            <a:ln w="9525">
              <a:noFill/>
            </a:ln>
          </p:spPr>
          <p:txBody>
            <a:bodyPr/>
            <a:p>
              <a:endParaRPr lang="zh-CN" altLang="en-US"/>
            </a:p>
          </p:txBody>
        </p:sp>
        <p:sp>
          <p:nvSpPr>
            <p:cNvPr id="48633" name="Freeform 1135"/>
            <p:cNvSpPr/>
            <p:nvPr/>
          </p:nvSpPr>
          <p:spPr>
            <a:xfrm>
              <a:off x="3925" y="3320"/>
              <a:ext cx="32" cy="8"/>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48634" name="Freeform 1136"/>
            <p:cNvSpPr/>
            <p:nvPr/>
          </p:nvSpPr>
          <p:spPr>
            <a:xfrm>
              <a:off x="3925" y="3299"/>
              <a:ext cx="32" cy="9"/>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48635" name="Freeform 1137"/>
            <p:cNvSpPr/>
            <p:nvPr/>
          </p:nvSpPr>
          <p:spPr>
            <a:xfrm>
              <a:off x="3955" y="3289"/>
              <a:ext cx="52" cy="96"/>
            </a:xfrm>
            <a:custGeom>
              <a:avLst/>
              <a:gdLst>
                <a:gd name="txL" fmla="*/ 0 w 469"/>
                <a:gd name="txT" fmla="*/ 0 h 868"/>
                <a:gd name="txR" fmla="*/ 469 w 469"/>
                <a:gd name="txB" fmla="*/ 868 h 8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alpha val="100000"/>
              </a:srgbClr>
            </a:solidFill>
            <a:ln w="9525">
              <a:noFill/>
            </a:ln>
          </p:spPr>
          <p:txBody>
            <a:bodyPr/>
            <a:p>
              <a:endParaRPr lang="zh-CN" altLang="en-US"/>
            </a:p>
          </p:txBody>
        </p:sp>
        <p:sp>
          <p:nvSpPr>
            <p:cNvPr id="48636" name="Freeform 1138"/>
            <p:cNvSpPr/>
            <p:nvPr/>
          </p:nvSpPr>
          <p:spPr>
            <a:xfrm>
              <a:off x="3981" y="3267"/>
              <a:ext cx="67" cy="13"/>
            </a:xfrm>
            <a:custGeom>
              <a:avLst/>
              <a:gdLst>
                <a:gd name="txL" fmla="*/ 0 w 604"/>
                <a:gd name="txT" fmla="*/ 0 h 118"/>
                <a:gd name="txR" fmla="*/ 604 w 604"/>
                <a:gd name="txB" fmla="*/ 118 h 1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alpha val="100000"/>
              </a:srgbClr>
            </a:solidFill>
            <a:ln w="9525">
              <a:noFill/>
            </a:ln>
          </p:spPr>
          <p:txBody>
            <a:bodyPr/>
            <a:p>
              <a:endParaRPr lang="zh-CN" altLang="en-US"/>
            </a:p>
          </p:txBody>
        </p:sp>
        <p:sp>
          <p:nvSpPr>
            <p:cNvPr id="48637" name="Freeform 1139"/>
            <p:cNvSpPr/>
            <p:nvPr/>
          </p:nvSpPr>
          <p:spPr>
            <a:xfrm>
              <a:off x="3942" y="3387"/>
              <a:ext cx="113" cy="38"/>
            </a:xfrm>
            <a:custGeom>
              <a:avLst/>
              <a:gdLst>
                <a:gd name="txL" fmla="*/ 0 w 1017"/>
                <a:gd name="txT" fmla="*/ 0 h 337"/>
                <a:gd name="txR" fmla="*/ 1017 w 1017"/>
                <a:gd name="txB" fmla="*/ 337 h 33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alpha val="100000"/>
              </a:srgbClr>
            </a:solidFill>
            <a:ln w="9525">
              <a:noFill/>
            </a:ln>
          </p:spPr>
          <p:txBody>
            <a:bodyPr/>
            <a:p>
              <a:endParaRPr lang="zh-CN" altLang="en-US"/>
            </a:p>
          </p:txBody>
        </p:sp>
        <p:sp>
          <p:nvSpPr>
            <p:cNvPr id="48638" name="Freeform 1140"/>
            <p:cNvSpPr/>
            <p:nvPr/>
          </p:nvSpPr>
          <p:spPr>
            <a:xfrm>
              <a:off x="3918" y="3397"/>
              <a:ext cx="116" cy="34"/>
            </a:xfrm>
            <a:custGeom>
              <a:avLst/>
              <a:gdLst>
                <a:gd name="txL" fmla="*/ 0 w 1036"/>
                <a:gd name="txT" fmla="*/ 0 h 303"/>
                <a:gd name="txR" fmla="*/ 1036 w 1036"/>
                <a:gd name="txB" fmla="*/ 303 h 303"/>
              </a:gdLst>
              <a:ahLst/>
              <a:cxnLst>
                <a:cxn ang="0">
                  <a:pos x="0" y="0"/>
                </a:cxn>
                <a:cxn ang="0">
                  <a:pos x="0" y="0"/>
                </a:cxn>
                <a:cxn ang="0">
                  <a:pos x="0" y="0"/>
                </a:cxn>
                <a:cxn ang="0">
                  <a:pos x="0" y="0"/>
                </a:cxn>
                <a:cxn ang="0">
                  <a:pos x="0" y="0"/>
                </a:cxn>
              </a:cxnLst>
              <a:rect l="txL" t="txT" r="txR" b="txB"/>
              <a:pathLst>
                <a:path w="1036" h="303">
                  <a:moveTo>
                    <a:pt x="0" y="0"/>
                  </a:moveTo>
                  <a:lnTo>
                    <a:pt x="1013" y="303"/>
                  </a:lnTo>
                  <a:lnTo>
                    <a:pt x="1036" y="303"/>
                  </a:lnTo>
                  <a:lnTo>
                    <a:pt x="31" y="0"/>
                  </a:lnTo>
                  <a:lnTo>
                    <a:pt x="0" y="0"/>
                  </a:lnTo>
                  <a:close/>
                </a:path>
              </a:pathLst>
            </a:custGeom>
            <a:solidFill>
              <a:srgbClr val="DDDDDD">
                <a:alpha val="100000"/>
              </a:srgbClr>
            </a:solidFill>
            <a:ln w="9525">
              <a:noFill/>
            </a:ln>
          </p:spPr>
          <p:txBody>
            <a:bodyPr/>
            <a:p>
              <a:endParaRPr lang="zh-CN" altLang="en-US"/>
            </a:p>
          </p:txBody>
        </p:sp>
        <p:sp>
          <p:nvSpPr>
            <p:cNvPr id="48639" name="Freeform 1141"/>
            <p:cNvSpPr/>
            <p:nvPr/>
          </p:nvSpPr>
          <p:spPr>
            <a:xfrm>
              <a:off x="3938" y="3393"/>
              <a:ext cx="113" cy="30"/>
            </a:xfrm>
            <a:custGeom>
              <a:avLst/>
              <a:gdLst>
                <a:gd name="txL" fmla="*/ 0 w 1023"/>
                <a:gd name="txT" fmla="*/ 0 h 270"/>
                <a:gd name="txR" fmla="*/ 1023 w 1023"/>
                <a:gd name="txB" fmla="*/ 270 h 270"/>
              </a:gdLst>
              <a:ahLst/>
              <a:cxnLst>
                <a:cxn ang="0">
                  <a:pos x="0" y="0"/>
                </a:cxn>
                <a:cxn ang="0">
                  <a:pos x="0" y="0"/>
                </a:cxn>
                <a:cxn ang="0">
                  <a:pos x="0" y="0"/>
                </a:cxn>
                <a:cxn ang="0">
                  <a:pos x="0" y="0"/>
                </a:cxn>
                <a:cxn ang="0">
                  <a:pos x="0" y="0"/>
                </a:cxn>
              </a:cxnLst>
              <a:rect l="txL" t="txT" r="txR" b="txB"/>
              <a:pathLst>
                <a:path w="1023" h="270">
                  <a:moveTo>
                    <a:pt x="0" y="1"/>
                  </a:moveTo>
                  <a:lnTo>
                    <a:pt x="1001" y="270"/>
                  </a:lnTo>
                  <a:lnTo>
                    <a:pt x="1023" y="269"/>
                  </a:lnTo>
                  <a:lnTo>
                    <a:pt x="31" y="0"/>
                  </a:lnTo>
                  <a:lnTo>
                    <a:pt x="0" y="1"/>
                  </a:lnTo>
                  <a:close/>
                </a:path>
              </a:pathLst>
            </a:custGeom>
            <a:solidFill>
              <a:srgbClr val="DDDDDD">
                <a:alpha val="100000"/>
              </a:srgbClr>
            </a:solidFill>
            <a:ln w="9525">
              <a:noFill/>
            </a:ln>
          </p:spPr>
          <p:txBody>
            <a:bodyPr/>
            <a:p>
              <a:endParaRPr lang="zh-CN" altLang="en-US"/>
            </a:p>
          </p:txBody>
        </p:sp>
        <p:sp>
          <p:nvSpPr>
            <p:cNvPr id="48640" name="Freeform 1142"/>
            <p:cNvSpPr/>
            <p:nvPr/>
          </p:nvSpPr>
          <p:spPr>
            <a:xfrm>
              <a:off x="3929" y="3394"/>
              <a:ext cx="114" cy="33"/>
            </a:xfrm>
            <a:custGeom>
              <a:avLst/>
              <a:gdLst>
                <a:gd name="txL" fmla="*/ 0 w 1028"/>
                <a:gd name="txT" fmla="*/ 0 h 299"/>
                <a:gd name="txR" fmla="*/ 1028 w 1028"/>
                <a:gd name="txB" fmla="*/ 299 h 299"/>
              </a:gdLst>
              <a:ahLst/>
              <a:cxnLst>
                <a:cxn ang="0">
                  <a:pos x="0" y="0"/>
                </a:cxn>
                <a:cxn ang="0">
                  <a:pos x="0" y="0"/>
                </a:cxn>
                <a:cxn ang="0">
                  <a:pos x="0" y="0"/>
                </a:cxn>
                <a:cxn ang="0">
                  <a:pos x="0" y="0"/>
                </a:cxn>
                <a:cxn ang="0">
                  <a:pos x="0" y="0"/>
                </a:cxn>
              </a:cxnLst>
              <a:rect l="txL" t="txT" r="txR" b="txB"/>
              <a:pathLst>
                <a:path w="1028" h="299">
                  <a:moveTo>
                    <a:pt x="0" y="0"/>
                  </a:moveTo>
                  <a:lnTo>
                    <a:pt x="1009" y="299"/>
                  </a:lnTo>
                  <a:lnTo>
                    <a:pt x="1028" y="292"/>
                  </a:lnTo>
                  <a:lnTo>
                    <a:pt x="30" y="0"/>
                  </a:lnTo>
                  <a:lnTo>
                    <a:pt x="0" y="0"/>
                  </a:lnTo>
                  <a:close/>
                </a:path>
              </a:pathLst>
            </a:custGeom>
            <a:solidFill>
              <a:srgbClr val="DDDDDD">
                <a:alpha val="100000"/>
              </a:srgbClr>
            </a:solidFill>
            <a:ln w="9525">
              <a:noFill/>
            </a:ln>
          </p:spPr>
          <p:txBody>
            <a:bodyPr/>
            <a:p>
              <a:endParaRPr lang="zh-CN" altLang="en-US"/>
            </a:p>
          </p:txBody>
        </p:sp>
      </p:grpSp>
      <p:grpSp>
        <p:nvGrpSpPr>
          <p:cNvPr id="48323" name="Group 1143"/>
          <p:cNvGrpSpPr/>
          <p:nvPr/>
        </p:nvGrpSpPr>
        <p:grpSpPr>
          <a:xfrm>
            <a:off x="5843588" y="5184775"/>
            <a:ext cx="338137" cy="282575"/>
            <a:chOff x="3899" y="3264"/>
            <a:chExt cx="213" cy="178"/>
          </a:xfrm>
        </p:grpSpPr>
        <p:sp>
          <p:nvSpPr>
            <p:cNvPr id="48563" name="Freeform 1144"/>
            <p:cNvSpPr/>
            <p:nvPr/>
          </p:nvSpPr>
          <p:spPr>
            <a:xfrm>
              <a:off x="3899" y="3264"/>
              <a:ext cx="213" cy="178"/>
            </a:xfrm>
            <a:custGeom>
              <a:avLst/>
              <a:gdLst>
                <a:gd name="txL" fmla="*/ 0 w 1913"/>
                <a:gd name="txT" fmla="*/ 0 h 1606"/>
                <a:gd name="txR" fmla="*/ 1913 w 1913"/>
                <a:gd name="txB" fmla="*/ 1606 h 160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alpha val="100000"/>
              </a:schemeClr>
            </a:solidFill>
            <a:ln w="9525">
              <a:noFill/>
            </a:ln>
          </p:spPr>
          <p:txBody>
            <a:bodyPr/>
            <a:p>
              <a:endParaRPr lang="zh-CN" altLang="en-US"/>
            </a:p>
          </p:txBody>
        </p:sp>
        <p:sp>
          <p:nvSpPr>
            <p:cNvPr id="48564" name="Freeform 1145"/>
            <p:cNvSpPr/>
            <p:nvPr/>
          </p:nvSpPr>
          <p:spPr>
            <a:xfrm>
              <a:off x="3977" y="3278"/>
              <a:ext cx="68" cy="78"/>
            </a:xfrm>
            <a:custGeom>
              <a:avLst/>
              <a:gdLst>
                <a:gd name="txL" fmla="*/ 0 w 614"/>
                <a:gd name="txT" fmla="*/ 0 h 697"/>
                <a:gd name="txR" fmla="*/ 614 w 614"/>
                <a:gd name="txB" fmla="*/ 697 h 69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alpha val="100000"/>
              </a:srgbClr>
            </a:solidFill>
            <a:ln w="9525">
              <a:noFill/>
            </a:ln>
          </p:spPr>
          <p:txBody>
            <a:bodyPr/>
            <a:p>
              <a:endParaRPr lang="zh-CN" altLang="en-US"/>
            </a:p>
          </p:txBody>
        </p:sp>
        <p:sp>
          <p:nvSpPr>
            <p:cNvPr id="48565" name="Freeform 1146"/>
            <p:cNvSpPr/>
            <p:nvPr/>
          </p:nvSpPr>
          <p:spPr>
            <a:xfrm>
              <a:off x="3984" y="3299"/>
              <a:ext cx="113" cy="77"/>
            </a:xfrm>
            <a:custGeom>
              <a:avLst/>
              <a:gdLst>
                <a:gd name="txL" fmla="*/ 0 w 1014"/>
                <a:gd name="txT" fmla="*/ 0 h 693"/>
                <a:gd name="txR" fmla="*/ 1014 w 1014"/>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alpha val="100000"/>
              </a:srgbClr>
            </a:solidFill>
            <a:ln w="9525">
              <a:noFill/>
            </a:ln>
          </p:spPr>
          <p:txBody>
            <a:bodyPr/>
            <a:p>
              <a:endParaRPr lang="zh-CN" altLang="en-US"/>
            </a:p>
          </p:txBody>
        </p:sp>
        <p:sp>
          <p:nvSpPr>
            <p:cNvPr id="48566" name="Freeform 1147"/>
            <p:cNvSpPr/>
            <p:nvPr/>
          </p:nvSpPr>
          <p:spPr>
            <a:xfrm>
              <a:off x="3970" y="3375"/>
              <a:ext cx="83" cy="27"/>
            </a:xfrm>
            <a:custGeom>
              <a:avLst/>
              <a:gdLst>
                <a:gd name="txL" fmla="*/ 0 w 745"/>
                <a:gd name="txT" fmla="*/ 0 h 240"/>
                <a:gd name="txR" fmla="*/ 745 w 745"/>
                <a:gd name="txB" fmla="*/ 240 h 240"/>
              </a:gdLst>
              <a:ahLst/>
              <a:cxnLst>
                <a:cxn ang="0">
                  <a:pos x="0" y="0"/>
                </a:cxn>
                <a:cxn ang="0">
                  <a:pos x="0" y="0"/>
                </a:cxn>
                <a:cxn ang="0">
                  <a:pos x="0" y="0"/>
                </a:cxn>
                <a:cxn ang="0">
                  <a:pos x="0" y="0"/>
                </a:cxn>
                <a:cxn ang="0">
                  <a:pos x="0" y="0"/>
                </a:cxn>
              </a:cxnLst>
              <a:rect l="txL" t="txT" r="txR" b="txB"/>
              <a:pathLst>
                <a:path w="745" h="240">
                  <a:moveTo>
                    <a:pt x="745" y="86"/>
                  </a:moveTo>
                  <a:lnTo>
                    <a:pt x="11" y="0"/>
                  </a:lnTo>
                  <a:lnTo>
                    <a:pt x="0" y="86"/>
                  </a:lnTo>
                  <a:lnTo>
                    <a:pt x="722" y="240"/>
                  </a:lnTo>
                  <a:lnTo>
                    <a:pt x="745" y="86"/>
                  </a:lnTo>
                  <a:close/>
                </a:path>
              </a:pathLst>
            </a:custGeom>
            <a:solidFill>
              <a:srgbClr val="DDDDDD">
                <a:alpha val="100000"/>
              </a:srgbClr>
            </a:solidFill>
            <a:ln w="9525">
              <a:noFill/>
            </a:ln>
          </p:spPr>
          <p:txBody>
            <a:bodyPr/>
            <a:p>
              <a:endParaRPr lang="zh-CN" altLang="en-US"/>
            </a:p>
          </p:txBody>
        </p:sp>
        <p:sp>
          <p:nvSpPr>
            <p:cNvPr id="48567" name="Freeform 1148"/>
            <p:cNvSpPr/>
            <p:nvPr/>
          </p:nvSpPr>
          <p:spPr>
            <a:xfrm>
              <a:off x="4011" y="3384"/>
              <a:ext cx="36" cy="12"/>
            </a:xfrm>
            <a:custGeom>
              <a:avLst/>
              <a:gdLst>
                <a:gd name="txL" fmla="*/ 0 w 319"/>
                <a:gd name="txT" fmla="*/ 0 h 109"/>
                <a:gd name="txR" fmla="*/ 319 w 319"/>
                <a:gd name="txB" fmla="*/ 109 h 109"/>
              </a:gdLst>
              <a:ahLst/>
              <a:cxnLst>
                <a:cxn ang="0">
                  <a:pos x="0" y="0"/>
                </a:cxn>
                <a:cxn ang="0">
                  <a:pos x="0" y="0"/>
                </a:cxn>
                <a:cxn ang="0">
                  <a:pos x="0" y="0"/>
                </a:cxn>
                <a:cxn ang="0">
                  <a:pos x="0" y="0"/>
                </a:cxn>
                <a:cxn ang="0">
                  <a:pos x="0" y="0"/>
                </a:cxn>
              </a:cxnLst>
              <a:rect l="txL" t="txT" r="txR" b="txB"/>
              <a:pathLst>
                <a:path w="319" h="109">
                  <a:moveTo>
                    <a:pt x="319" y="47"/>
                  </a:moveTo>
                  <a:lnTo>
                    <a:pt x="4" y="0"/>
                  </a:lnTo>
                  <a:lnTo>
                    <a:pt x="0" y="45"/>
                  </a:lnTo>
                  <a:lnTo>
                    <a:pt x="309" y="109"/>
                  </a:lnTo>
                  <a:lnTo>
                    <a:pt x="319" y="47"/>
                  </a:lnTo>
                  <a:close/>
                </a:path>
              </a:pathLst>
            </a:custGeom>
            <a:solidFill>
              <a:srgbClr val="DDDDDD">
                <a:alpha val="100000"/>
              </a:srgbClr>
            </a:solidFill>
            <a:ln w="9525">
              <a:noFill/>
            </a:ln>
          </p:spPr>
          <p:txBody>
            <a:bodyPr/>
            <a:p>
              <a:endParaRPr lang="zh-CN" altLang="en-US"/>
            </a:p>
          </p:txBody>
        </p:sp>
        <p:sp>
          <p:nvSpPr>
            <p:cNvPr id="48568" name="Freeform 1149"/>
            <p:cNvSpPr/>
            <p:nvPr/>
          </p:nvSpPr>
          <p:spPr>
            <a:xfrm>
              <a:off x="3975" y="3378"/>
              <a:ext cx="24" cy="9"/>
            </a:xfrm>
            <a:custGeom>
              <a:avLst/>
              <a:gdLst>
                <a:gd name="txL" fmla="*/ 0 w 213"/>
                <a:gd name="txT" fmla="*/ 0 h 81"/>
                <a:gd name="txR" fmla="*/ 213 w 213"/>
                <a:gd name="txB" fmla="*/ 81 h 81"/>
              </a:gdLst>
              <a:ahLst/>
              <a:cxnLst>
                <a:cxn ang="0">
                  <a:pos x="0" y="0"/>
                </a:cxn>
                <a:cxn ang="0">
                  <a:pos x="0" y="0"/>
                </a:cxn>
                <a:cxn ang="0">
                  <a:pos x="0" y="0"/>
                </a:cxn>
                <a:cxn ang="0">
                  <a:pos x="0" y="0"/>
                </a:cxn>
                <a:cxn ang="0">
                  <a:pos x="0" y="0"/>
                </a:cxn>
              </a:cxnLst>
              <a:rect l="txL" t="txT" r="txR" b="txB"/>
              <a:pathLst>
                <a:path w="213" h="81">
                  <a:moveTo>
                    <a:pt x="213" y="37"/>
                  </a:moveTo>
                  <a:lnTo>
                    <a:pt x="0" y="0"/>
                  </a:lnTo>
                  <a:lnTo>
                    <a:pt x="2" y="39"/>
                  </a:lnTo>
                  <a:lnTo>
                    <a:pt x="206" y="81"/>
                  </a:lnTo>
                  <a:lnTo>
                    <a:pt x="213" y="37"/>
                  </a:lnTo>
                  <a:close/>
                </a:path>
              </a:pathLst>
            </a:custGeom>
            <a:solidFill>
              <a:srgbClr val="DDDDDD">
                <a:alpha val="100000"/>
              </a:srgbClr>
            </a:solidFill>
            <a:ln w="9525">
              <a:noFill/>
            </a:ln>
          </p:spPr>
          <p:txBody>
            <a:bodyPr/>
            <a:p>
              <a:endParaRPr lang="zh-CN" altLang="en-US"/>
            </a:p>
          </p:txBody>
        </p:sp>
        <p:sp>
          <p:nvSpPr>
            <p:cNvPr id="48569" name="Freeform 1150"/>
            <p:cNvSpPr/>
            <p:nvPr/>
          </p:nvSpPr>
          <p:spPr>
            <a:xfrm>
              <a:off x="3916" y="3386"/>
              <a:ext cx="139" cy="47"/>
            </a:xfrm>
            <a:custGeom>
              <a:avLst/>
              <a:gdLst>
                <a:gd name="txL" fmla="*/ 0 w 1254"/>
                <a:gd name="txT" fmla="*/ 0 h 415"/>
                <a:gd name="txR" fmla="*/ 1254 w 1254"/>
                <a:gd name="txB" fmla="*/ 415 h 41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alpha val="100000"/>
              </a:srgbClr>
            </a:solidFill>
            <a:ln w="9525">
              <a:noFill/>
            </a:ln>
          </p:spPr>
          <p:txBody>
            <a:bodyPr/>
            <a:p>
              <a:endParaRPr lang="zh-CN" altLang="en-US"/>
            </a:p>
          </p:txBody>
        </p:sp>
        <p:sp>
          <p:nvSpPr>
            <p:cNvPr id="48570" name="Freeform 1151"/>
            <p:cNvSpPr/>
            <p:nvPr/>
          </p:nvSpPr>
          <p:spPr>
            <a:xfrm>
              <a:off x="4055" y="3381"/>
              <a:ext cx="49" cy="22"/>
            </a:xfrm>
            <a:custGeom>
              <a:avLst/>
              <a:gdLst>
                <a:gd name="txL" fmla="*/ 0 w 447"/>
                <a:gd name="txT" fmla="*/ 0 h 198"/>
                <a:gd name="txR" fmla="*/ 447 w 447"/>
                <a:gd name="txB" fmla="*/ 198 h 198"/>
              </a:gdLst>
              <a:ahLst/>
              <a:cxnLst>
                <a:cxn ang="0">
                  <a:pos x="0" y="0"/>
                </a:cxn>
                <a:cxn ang="0">
                  <a:pos x="0" y="0"/>
                </a:cxn>
                <a:cxn ang="0">
                  <a:pos x="0" y="0"/>
                </a:cxn>
                <a:cxn ang="0">
                  <a:pos x="0" y="0"/>
                </a:cxn>
                <a:cxn ang="0">
                  <a:pos x="0" y="0"/>
                </a:cxn>
                <a:cxn ang="0">
                  <a:pos x="0" y="0"/>
                </a:cxn>
              </a:cxnLst>
              <a:rect l="txL" t="txT" r="txR" b="txB"/>
              <a:pathLst>
                <a:path w="447" h="198">
                  <a:moveTo>
                    <a:pt x="45" y="198"/>
                  </a:moveTo>
                  <a:lnTo>
                    <a:pt x="447" y="79"/>
                  </a:lnTo>
                  <a:lnTo>
                    <a:pt x="203" y="0"/>
                  </a:lnTo>
                  <a:lnTo>
                    <a:pt x="5" y="22"/>
                  </a:lnTo>
                  <a:lnTo>
                    <a:pt x="0" y="187"/>
                  </a:lnTo>
                  <a:lnTo>
                    <a:pt x="45" y="198"/>
                  </a:lnTo>
                  <a:close/>
                </a:path>
              </a:pathLst>
            </a:custGeom>
            <a:solidFill>
              <a:srgbClr val="DDDDDD">
                <a:alpha val="100000"/>
              </a:srgbClr>
            </a:solidFill>
            <a:ln w="9525">
              <a:noFill/>
            </a:ln>
          </p:spPr>
          <p:txBody>
            <a:bodyPr/>
            <a:p>
              <a:endParaRPr lang="zh-CN" altLang="en-US"/>
            </a:p>
          </p:txBody>
        </p:sp>
        <p:sp>
          <p:nvSpPr>
            <p:cNvPr id="48571" name="Freeform 1152"/>
            <p:cNvSpPr/>
            <p:nvPr/>
          </p:nvSpPr>
          <p:spPr>
            <a:xfrm>
              <a:off x="3926" y="3287"/>
              <a:ext cx="27" cy="105"/>
            </a:xfrm>
            <a:custGeom>
              <a:avLst/>
              <a:gdLst>
                <a:gd name="txL" fmla="*/ 0 w 238"/>
                <a:gd name="txT" fmla="*/ 0 h 947"/>
                <a:gd name="txR" fmla="*/ 238 w 238"/>
                <a:gd name="txB" fmla="*/ 947 h 9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alpha val="100000"/>
              </a:srgbClr>
            </a:solidFill>
            <a:ln w="9525">
              <a:noFill/>
            </a:ln>
          </p:spPr>
          <p:txBody>
            <a:bodyPr/>
            <a:p>
              <a:endParaRPr lang="zh-CN" altLang="en-US"/>
            </a:p>
          </p:txBody>
        </p:sp>
        <p:sp>
          <p:nvSpPr>
            <p:cNvPr id="48572" name="Freeform 1153"/>
            <p:cNvSpPr/>
            <p:nvPr/>
          </p:nvSpPr>
          <p:spPr>
            <a:xfrm>
              <a:off x="3927" y="3288"/>
              <a:ext cx="23" cy="89"/>
            </a:xfrm>
            <a:custGeom>
              <a:avLst/>
              <a:gdLst>
                <a:gd name="txL" fmla="*/ 0 w 203"/>
                <a:gd name="txT" fmla="*/ 0 h 799"/>
                <a:gd name="txR" fmla="*/ 203 w 203"/>
                <a:gd name="txB" fmla="*/ 799 h 79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alpha val="100000"/>
              </a:srgbClr>
            </a:solidFill>
            <a:ln w="9525">
              <a:noFill/>
            </a:ln>
          </p:spPr>
          <p:txBody>
            <a:bodyPr/>
            <a:p>
              <a:endParaRPr lang="zh-CN" altLang="en-US"/>
            </a:p>
          </p:txBody>
        </p:sp>
        <p:sp>
          <p:nvSpPr>
            <p:cNvPr id="48573" name="Freeform 1154"/>
            <p:cNvSpPr/>
            <p:nvPr/>
          </p:nvSpPr>
          <p:spPr>
            <a:xfrm>
              <a:off x="3928" y="3289"/>
              <a:ext cx="19" cy="72"/>
            </a:xfrm>
            <a:custGeom>
              <a:avLst/>
              <a:gdLst>
                <a:gd name="txL" fmla="*/ 0 w 171"/>
                <a:gd name="txT" fmla="*/ 0 h 650"/>
                <a:gd name="txR" fmla="*/ 171 w 171"/>
                <a:gd name="txB" fmla="*/ 650 h 65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alpha val="100000"/>
              </a:srgbClr>
            </a:solidFill>
            <a:ln w="9525">
              <a:noFill/>
            </a:ln>
          </p:spPr>
          <p:txBody>
            <a:bodyPr/>
            <a:p>
              <a:endParaRPr lang="zh-CN" altLang="en-US"/>
            </a:p>
          </p:txBody>
        </p:sp>
        <p:sp>
          <p:nvSpPr>
            <p:cNvPr id="48574" name="Freeform 1155"/>
            <p:cNvSpPr/>
            <p:nvPr/>
          </p:nvSpPr>
          <p:spPr>
            <a:xfrm>
              <a:off x="3929" y="3289"/>
              <a:ext cx="15" cy="56"/>
            </a:xfrm>
            <a:custGeom>
              <a:avLst/>
              <a:gdLst>
                <a:gd name="txL" fmla="*/ 0 w 138"/>
                <a:gd name="txT" fmla="*/ 0 h 502"/>
                <a:gd name="txR" fmla="*/ 138 w 138"/>
                <a:gd name="txB" fmla="*/ 502 h 5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alpha val="100000"/>
              </a:srgbClr>
            </a:solidFill>
            <a:ln w="9525">
              <a:noFill/>
            </a:ln>
          </p:spPr>
          <p:txBody>
            <a:bodyPr/>
            <a:p>
              <a:endParaRPr lang="zh-CN" altLang="en-US"/>
            </a:p>
          </p:txBody>
        </p:sp>
        <p:sp>
          <p:nvSpPr>
            <p:cNvPr id="48575" name="Freeform 1156"/>
            <p:cNvSpPr/>
            <p:nvPr/>
          </p:nvSpPr>
          <p:spPr>
            <a:xfrm>
              <a:off x="3929" y="3290"/>
              <a:ext cx="12" cy="40"/>
            </a:xfrm>
            <a:custGeom>
              <a:avLst/>
              <a:gdLst>
                <a:gd name="txL" fmla="*/ 0 w 104"/>
                <a:gd name="txT" fmla="*/ 0 h 353"/>
                <a:gd name="txR" fmla="*/ 104 w 104"/>
                <a:gd name="txB" fmla="*/ 353 h 3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alpha val="100000"/>
              </a:srgbClr>
            </a:solidFill>
            <a:ln w="9525">
              <a:noFill/>
            </a:ln>
          </p:spPr>
          <p:txBody>
            <a:bodyPr/>
            <a:p>
              <a:endParaRPr lang="zh-CN" altLang="en-US"/>
            </a:p>
          </p:txBody>
        </p:sp>
        <p:sp>
          <p:nvSpPr>
            <p:cNvPr id="48576" name="Freeform 1157"/>
            <p:cNvSpPr/>
            <p:nvPr/>
          </p:nvSpPr>
          <p:spPr>
            <a:xfrm>
              <a:off x="3930" y="3291"/>
              <a:ext cx="8" cy="23"/>
            </a:xfrm>
            <a:custGeom>
              <a:avLst/>
              <a:gdLst>
                <a:gd name="txL" fmla="*/ 0 w 72"/>
                <a:gd name="txT" fmla="*/ 0 h 204"/>
                <a:gd name="txR" fmla="*/ 72 w 72"/>
                <a:gd name="txB" fmla="*/ 204 h 2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alpha val="100000"/>
              </a:srgbClr>
            </a:solidFill>
            <a:ln w="9525">
              <a:noFill/>
            </a:ln>
          </p:spPr>
          <p:txBody>
            <a:bodyPr/>
            <a:p>
              <a:endParaRPr lang="zh-CN" altLang="en-US"/>
            </a:p>
          </p:txBody>
        </p:sp>
        <p:sp>
          <p:nvSpPr>
            <p:cNvPr id="48577" name="Freeform 1158"/>
            <p:cNvSpPr/>
            <p:nvPr/>
          </p:nvSpPr>
          <p:spPr>
            <a:xfrm>
              <a:off x="4025" y="3357"/>
              <a:ext cx="12" cy="11"/>
            </a:xfrm>
            <a:custGeom>
              <a:avLst/>
              <a:gdLst>
                <a:gd name="txL" fmla="*/ 0 w 104"/>
                <a:gd name="txT" fmla="*/ 0 h 104"/>
                <a:gd name="txR" fmla="*/ 104 w 104"/>
                <a:gd name="txB" fmla="*/ 104 h 1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alpha val="100000"/>
              </a:srgbClr>
            </a:solidFill>
            <a:ln w="9525">
              <a:noFill/>
            </a:ln>
          </p:spPr>
          <p:txBody>
            <a:bodyPr/>
            <a:p>
              <a:endParaRPr lang="zh-CN" altLang="en-US"/>
            </a:p>
          </p:txBody>
        </p:sp>
        <p:sp>
          <p:nvSpPr>
            <p:cNvPr id="48578" name="Freeform 1159"/>
            <p:cNvSpPr/>
            <p:nvPr/>
          </p:nvSpPr>
          <p:spPr>
            <a:xfrm>
              <a:off x="3990" y="3357"/>
              <a:ext cx="6"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alpha val="100000"/>
              </a:srgbClr>
            </a:solidFill>
            <a:ln w="9525">
              <a:noFill/>
            </a:ln>
          </p:spPr>
          <p:txBody>
            <a:bodyPr/>
            <a:p>
              <a:endParaRPr lang="zh-CN" altLang="en-US"/>
            </a:p>
          </p:txBody>
        </p:sp>
        <p:sp>
          <p:nvSpPr>
            <p:cNvPr id="48579" name="Freeform 1160"/>
            <p:cNvSpPr/>
            <p:nvPr/>
          </p:nvSpPr>
          <p:spPr>
            <a:xfrm>
              <a:off x="4000" y="3357"/>
              <a:ext cx="5"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alpha val="100000"/>
              </a:srgbClr>
            </a:solidFill>
            <a:ln w="9525">
              <a:noFill/>
            </a:ln>
          </p:spPr>
          <p:txBody>
            <a:bodyPr/>
            <a:p>
              <a:endParaRPr lang="zh-CN" altLang="en-US"/>
            </a:p>
          </p:txBody>
        </p:sp>
        <p:sp>
          <p:nvSpPr>
            <p:cNvPr id="48580" name="Freeform 1161"/>
            <p:cNvSpPr/>
            <p:nvPr/>
          </p:nvSpPr>
          <p:spPr>
            <a:xfrm>
              <a:off x="3961" y="3278"/>
              <a:ext cx="16" cy="79"/>
            </a:xfrm>
            <a:custGeom>
              <a:avLst/>
              <a:gdLst>
                <a:gd name="txL" fmla="*/ 0 w 148"/>
                <a:gd name="txT" fmla="*/ 0 h 712"/>
                <a:gd name="txR" fmla="*/ 148 w 148"/>
                <a:gd name="txB" fmla="*/ 712 h 71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alpha val="100000"/>
              </a:srgbClr>
            </a:solidFill>
            <a:ln w="9525">
              <a:noFill/>
            </a:ln>
          </p:spPr>
          <p:txBody>
            <a:bodyPr/>
            <a:p>
              <a:endParaRPr lang="zh-CN" altLang="en-US"/>
            </a:p>
          </p:txBody>
        </p:sp>
        <p:sp>
          <p:nvSpPr>
            <p:cNvPr id="48581" name="Freeform 1162"/>
            <p:cNvSpPr/>
            <p:nvPr/>
          </p:nvSpPr>
          <p:spPr>
            <a:xfrm>
              <a:off x="4045" y="3268"/>
              <a:ext cx="23" cy="88"/>
            </a:xfrm>
            <a:custGeom>
              <a:avLst/>
              <a:gdLst>
                <a:gd name="txL" fmla="*/ 0 w 201"/>
                <a:gd name="txT" fmla="*/ 0 h 795"/>
                <a:gd name="txR" fmla="*/ 201 w 201"/>
                <a:gd name="txB" fmla="*/ 795 h 79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alpha val="100000"/>
              </a:srgbClr>
            </a:solidFill>
            <a:ln w="9525">
              <a:noFill/>
            </a:ln>
          </p:spPr>
          <p:txBody>
            <a:bodyPr/>
            <a:p>
              <a:endParaRPr lang="zh-CN" altLang="en-US"/>
            </a:p>
          </p:txBody>
        </p:sp>
        <p:sp>
          <p:nvSpPr>
            <p:cNvPr id="48582" name="Freeform 1163"/>
            <p:cNvSpPr/>
            <p:nvPr/>
          </p:nvSpPr>
          <p:spPr>
            <a:xfrm>
              <a:off x="3961" y="3282"/>
              <a:ext cx="15" cy="69"/>
            </a:xfrm>
            <a:custGeom>
              <a:avLst/>
              <a:gdLst>
                <a:gd name="txL" fmla="*/ 0 w 129"/>
                <a:gd name="txT" fmla="*/ 0 h 622"/>
                <a:gd name="txR" fmla="*/ 129 w 129"/>
                <a:gd name="txB" fmla="*/ 622 h 62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alpha val="100000"/>
              </a:srgbClr>
            </a:solidFill>
            <a:ln w="9525">
              <a:noFill/>
            </a:ln>
          </p:spPr>
          <p:txBody>
            <a:bodyPr/>
            <a:p>
              <a:endParaRPr lang="zh-CN" altLang="en-US"/>
            </a:p>
          </p:txBody>
        </p:sp>
        <p:sp>
          <p:nvSpPr>
            <p:cNvPr id="48583" name="Freeform 1164"/>
            <p:cNvSpPr/>
            <p:nvPr/>
          </p:nvSpPr>
          <p:spPr>
            <a:xfrm>
              <a:off x="3962" y="3287"/>
              <a:ext cx="12" cy="59"/>
            </a:xfrm>
            <a:custGeom>
              <a:avLst/>
              <a:gdLst>
                <a:gd name="txL" fmla="*/ 0 w 110"/>
                <a:gd name="txT" fmla="*/ 0 h 531"/>
                <a:gd name="txR" fmla="*/ 110 w 110"/>
                <a:gd name="txB" fmla="*/ 531 h 53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alpha val="100000"/>
              </a:srgbClr>
            </a:solidFill>
            <a:ln w="9525">
              <a:noFill/>
            </a:ln>
          </p:spPr>
          <p:txBody>
            <a:bodyPr/>
            <a:p>
              <a:endParaRPr lang="zh-CN" altLang="en-US"/>
            </a:p>
          </p:txBody>
        </p:sp>
        <p:sp>
          <p:nvSpPr>
            <p:cNvPr id="48584" name="Freeform 1165"/>
            <p:cNvSpPr/>
            <p:nvPr/>
          </p:nvSpPr>
          <p:spPr>
            <a:xfrm>
              <a:off x="3963" y="3292"/>
              <a:ext cx="10" cy="48"/>
            </a:xfrm>
            <a:custGeom>
              <a:avLst/>
              <a:gdLst>
                <a:gd name="txL" fmla="*/ 0 w 92"/>
                <a:gd name="txT" fmla="*/ 0 h 438"/>
                <a:gd name="txR" fmla="*/ 92 w 92"/>
                <a:gd name="txB" fmla="*/ 438 h 4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alpha val="100000"/>
              </a:srgbClr>
            </a:solidFill>
            <a:ln w="9525">
              <a:noFill/>
            </a:ln>
          </p:spPr>
          <p:txBody>
            <a:bodyPr/>
            <a:p>
              <a:endParaRPr lang="zh-CN" altLang="en-US"/>
            </a:p>
          </p:txBody>
        </p:sp>
        <p:sp>
          <p:nvSpPr>
            <p:cNvPr id="48585" name="Freeform 1166"/>
            <p:cNvSpPr/>
            <p:nvPr/>
          </p:nvSpPr>
          <p:spPr>
            <a:xfrm>
              <a:off x="3963" y="3296"/>
              <a:ext cx="8" cy="39"/>
            </a:xfrm>
            <a:custGeom>
              <a:avLst/>
              <a:gdLst>
                <a:gd name="txL" fmla="*/ 0 w 73"/>
                <a:gd name="txT" fmla="*/ 0 h 347"/>
                <a:gd name="txR" fmla="*/ 73 w 73"/>
                <a:gd name="txB" fmla="*/ 347 h 3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alpha val="100000"/>
              </a:srgbClr>
            </a:solidFill>
            <a:ln w="9525">
              <a:noFill/>
            </a:ln>
          </p:spPr>
          <p:txBody>
            <a:bodyPr/>
            <a:p>
              <a:endParaRPr lang="zh-CN" altLang="en-US"/>
            </a:p>
          </p:txBody>
        </p:sp>
        <p:sp>
          <p:nvSpPr>
            <p:cNvPr id="48586" name="Freeform 1167"/>
            <p:cNvSpPr/>
            <p:nvPr/>
          </p:nvSpPr>
          <p:spPr>
            <a:xfrm>
              <a:off x="3964" y="3301"/>
              <a:ext cx="6" cy="28"/>
            </a:xfrm>
            <a:custGeom>
              <a:avLst/>
              <a:gdLst>
                <a:gd name="txL" fmla="*/ 0 w 52"/>
                <a:gd name="txT" fmla="*/ 0 h 256"/>
                <a:gd name="txR" fmla="*/ 52 w 52"/>
                <a:gd name="txB" fmla="*/ 256 h 25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alpha val="100000"/>
              </a:srgbClr>
            </a:solidFill>
            <a:ln w="9525">
              <a:noFill/>
            </a:ln>
          </p:spPr>
          <p:txBody>
            <a:bodyPr/>
            <a:p>
              <a:endParaRPr lang="zh-CN" altLang="en-US"/>
            </a:p>
          </p:txBody>
        </p:sp>
        <p:sp>
          <p:nvSpPr>
            <p:cNvPr id="48587" name="Freeform 1168"/>
            <p:cNvSpPr/>
            <p:nvPr/>
          </p:nvSpPr>
          <p:spPr>
            <a:xfrm>
              <a:off x="4046" y="3273"/>
              <a:ext cx="20" cy="77"/>
            </a:xfrm>
            <a:custGeom>
              <a:avLst/>
              <a:gdLst>
                <a:gd name="txL" fmla="*/ 0 w 176"/>
                <a:gd name="txT" fmla="*/ 0 h 693"/>
                <a:gd name="txR" fmla="*/ 176 w 176"/>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alpha val="100000"/>
              </a:srgbClr>
            </a:solidFill>
            <a:ln w="9525">
              <a:noFill/>
            </a:ln>
          </p:spPr>
          <p:txBody>
            <a:bodyPr/>
            <a:p>
              <a:endParaRPr lang="zh-CN" altLang="en-US"/>
            </a:p>
          </p:txBody>
        </p:sp>
        <p:sp>
          <p:nvSpPr>
            <p:cNvPr id="48588" name="Freeform 1169"/>
            <p:cNvSpPr/>
            <p:nvPr/>
          </p:nvSpPr>
          <p:spPr>
            <a:xfrm>
              <a:off x="4047" y="3279"/>
              <a:ext cx="16" cy="65"/>
            </a:xfrm>
            <a:custGeom>
              <a:avLst/>
              <a:gdLst>
                <a:gd name="txL" fmla="*/ 0 w 149"/>
                <a:gd name="txT" fmla="*/ 0 h 592"/>
                <a:gd name="txR" fmla="*/ 149 w 149"/>
                <a:gd name="txB" fmla="*/ 592 h 59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alpha val="100000"/>
              </a:srgbClr>
            </a:solidFill>
            <a:ln w="9525">
              <a:noFill/>
            </a:ln>
          </p:spPr>
          <p:txBody>
            <a:bodyPr/>
            <a:p>
              <a:endParaRPr lang="zh-CN" altLang="en-US"/>
            </a:p>
          </p:txBody>
        </p:sp>
        <p:sp>
          <p:nvSpPr>
            <p:cNvPr id="48589" name="Freeform 1170"/>
            <p:cNvSpPr/>
            <p:nvPr/>
          </p:nvSpPr>
          <p:spPr>
            <a:xfrm>
              <a:off x="4048" y="3284"/>
              <a:ext cx="13" cy="54"/>
            </a:xfrm>
            <a:custGeom>
              <a:avLst/>
              <a:gdLst>
                <a:gd name="txL" fmla="*/ 0 w 124"/>
                <a:gd name="txT" fmla="*/ 0 h 490"/>
                <a:gd name="txR" fmla="*/ 124 w 124"/>
                <a:gd name="txB" fmla="*/ 490 h 4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alpha val="100000"/>
              </a:srgbClr>
            </a:solidFill>
            <a:ln w="9525">
              <a:noFill/>
            </a:ln>
          </p:spPr>
          <p:txBody>
            <a:bodyPr/>
            <a:p>
              <a:endParaRPr lang="zh-CN" altLang="en-US"/>
            </a:p>
          </p:txBody>
        </p:sp>
        <p:sp>
          <p:nvSpPr>
            <p:cNvPr id="48590" name="Freeform 1171"/>
            <p:cNvSpPr/>
            <p:nvPr/>
          </p:nvSpPr>
          <p:spPr>
            <a:xfrm>
              <a:off x="4048" y="3289"/>
              <a:ext cx="11" cy="43"/>
            </a:xfrm>
            <a:custGeom>
              <a:avLst/>
              <a:gdLst>
                <a:gd name="txL" fmla="*/ 0 w 99"/>
                <a:gd name="txT" fmla="*/ 0 h 389"/>
                <a:gd name="txR" fmla="*/ 99 w 99"/>
                <a:gd name="txB" fmla="*/ 389 h 38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alpha val="100000"/>
              </a:srgbClr>
            </a:solidFill>
            <a:ln w="9525">
              <a:noFill/>
            </a:ln>
          </p:spPr>
          <p:txBody>
            <a:bodyPr/>
            <a:p>
              <a:endParaRPr lang="zh-CN" altLang="en-US"/>
            </a:p>
          </p:txBody>
        </p:sp>
        <p:sp>
          <p:nvSpPr>
            <p:cNvPr id="48591" name="Freeform 1172"/>
            <p:cNvSpPr/>
            <p:nvPr/>
          </p:nvSpPr>
          <p:spPr>
            <a:xfrm>
              <a:off x="4049" y="3295"/>
              <a:ext cx="8" cy="31"/>
            </a:xfrm>
            <a:custGeom>
              <a:avLst/>
              <a:gdLst>
                <a:gd name="txL" fmla="*/ 0 w 72"/>
                <a:gd name="txT" fmla="*/ 0 h 287"/>
                <a:gd name="txR" fmla="*/ 72 w 72"/>
                <a:gd name="txB" fmla="*/ 287 h 2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alpha val="100000"/>
              </a:srgbClr>
            </a:solidFill>
            <a:ln w="9525">
              <a:noFill/>
            </a:ln>
          </p:spPr>
          <p:txBody>
            <a:bodyPr/>
            <a:p>
              <a:endParaRPr lang="zh-CN" altLang="en-US"/>
            </a:p>
          </p:txBody>
        </p:sp>
        <p:sp>
          <p:nvSpPr>
            <p:cNvPr id="48592" name="Rectangle 1173"/>
            <p:cNvSpPr/>
            <p:nvPr/>
          </p:nvSpPr>
          <p:spPr>
            <a:xfrm>
              <a:off x="3944" y="3287"/>
              <a:ext cx="3" cy="101"/>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593" name="Freeform 1174"/>
            <p:cNvSpPr/>
            <p:nvPr/>
          </p:nvSpPr>
          <p:spPr>
            <a:xfrm>
              <a:off x="3980" y="3285"/>
              <a:ext cx="39" cy="47"/>
            </a:xfrm>
            <a:custGeom>
              <a:avLst/>
              <a:gdLst>
                <a:gd name="txL" fmla="*/ 0 w 354"/>
                <a:gd name="txT" fmla="*/ 0 h 418"/>
                <a:gd name="txR" fmla="*/ 354 w 354"/>
                <a:gd name="txB" fmla="*/ 418 h 4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alpha val="100000"/>
              </a:srgbClr>
            </a:solidFill>
            <a:ln w="9525">
              <a:noFill/>
            </a:ln>
          </p:spPr>
          <p:txBody>
            <a:bodyPr/>
            <a:p>
              <a:endParaRPr lang="zh-CN" altLang="en-US"/>
            </a:p>
          </p:txBody>
        </p:sp>
        <p:sp>
          <p:nvSpPr>
            <p:cNvPr id="48594" name="Freeform 1175"/>
            <p:cNvSpPr/>
            <p:nvPr/>
          </p:nvSpPr>
          <p:spPr>
            <a:xfrm>
              <a:off x="3925" y="3320"/>
              <a:ext cx="32" cy="8"/>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48595" name="Freeform 1176"/>
            <p:cNvSpPr/>
            <p:nvPr/>
          </p:nvSpPr>
          <p:spPr>
            <a:xfrm>
              <a:off x="3925" y="3299"/>
              <a:ext cx="32" cy="9"/>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48596" name="Freeform 1177"/>
            <p:cNvSpPr/>
            <p:nvPr/>
          </p:nvSpPr>
          <p:spPr>
            <a:xfrm>
              <a:off x="3955" y="3289"/>
              <a:ext cx="52" cy="96"/>
            </a:xfrm>
            <a:custGeom>
              <a:avLst/>
              <a:gdLst>
                <a:gd name="txL" fmla="*/ 0 w 469"/>
                <a:gd name="txT" fmla="*/ 0 h 868"/>
                <a:gd name="txR" fmla="*/ 469 w 469"/>
                <a:gd name="txB" fmla="*/ 868 h 8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alpha val="100000"/>
              </a:srgbClr>
            </a:solidFill>
            <a:ln w="9525">
              <a:noFill/>
            </a:ln>
          </p:spPr>
          <p:txBody>
            <a:bodyPr/>
            <a:p>
              <a:endParaRPr lang="zh-CN" altLang="en-US"/>
            </a:p>
          </p:txBody>
        </p:sp>
        <p:sp>
          <p:nvSpPr>
            <p:cNvPr id="48597" name="Freeform 1178"/>
            <p:cNvSpPr/>
            <p:nvPr/>
          </p:nvSpPr>
          <p:spPr>
            <a:xfrm>
              <a:off x="3981" y="3267"/>
              <a:ext cx="67" cy="13"/>
            </a:xfrm>
            <a:custGeom>
              <a:avLst/>
              <a:gdLst>
                <a:gd name="txL" fmla="*/ 0 w 604"/>
                <a:gd name="txT" fmla="*/ 0 h 118"/>
                <a:gd name="txR" fmla="*/ 604 w 604"/>
                <a:gd name="txB" fmla="*/ 118 h 1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alpha val="100000"/>
              </a:srgbClr>
            </a:solidFill>
            <a:ln w="9525">
              <a:noFill/>
            </a:ln>
          </p:spPr>
          <p:txBody>
            <a:bodyPr/>
            <a:p>
              <a:endParaRPr lang="zh-CN" altLang="en-US"/>
            </a:p>
          </p:txBody>
        </p:sp>
        <p:sp>
          <p:nvSpPr>
            <p:cNvPr id="48598" name="Freeform 1179"/>
            <p:cNvSpPr/>
            <p:nvPr/>
          </p:nvSpPr>
          <p:spPr>
            <a:xfrm>
              <a:off x="3942" y="3387"/>
              <a:ext cx="113" cy="38"/>
            </a:xfrm>
            <a:custGeom>
              <a:avLst/>
              <a:gdLst>
                <a:gd name="txL" fmla="*/ 0 w 1017"/>
                <a:gd name="txT" fmla="*/ 0 h 337"/>
                <a:gd name="txR" fmla="*/ 1017 w 1017"/>
                <a:gd name="txB" fmla="*/ 337 h 33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alpha val="100000"/>
              </a:srgbClr>
            </a:solidFill>
            <a:ln w="9525">
              <a:noFill/>
            </a:ln>
          </p:spPr>
          <p:txBody>
            <a:bodyPr/>
            <a:p>
              <a:endParaRPr lang="zh-CN" altLang="en-US"/>
            </a:p>
          </p:txBody>
        </p:sp>
        <p:sp>
          <p:nvSpPr>
            <p:cNvPr id="48599" name="Freeform 1180"/>
            <p:cNvSpPr/>
            <p:nvPr/>
          </p:nvSpPr>
          <p:spPr>
            <a:xfrm>
              <a:off x="3918" y="3397"/>
              <a:ext cx="116" cy="34"/>
            </a:xfrm>
            <a:custGeom>
              <a:avLst/>
              <a:gdLst>
                <a:gd name="txL" fmla="*/ 0 w 1036"/>
                <a:gd name="txT" fmla="*/ 0 h 303"/>
                <a:gd name="txR" fmla="*/ 1036 w 1036"/>
                <a:gd name="txB" fmla="*/ 303 h 303"/>
              </a:gdLst>
              <a:ahLst/>
              <a:cxnLst>
                <a:cxn ang="0">
                  <a:pos x="0" y="0"/>
                </a:cxn>
                <a:cxn ang="0">
                  <a:pos x="0" y="0"/>
                </a:cxn>
                <a:cxn ang="0">
                  <a:pos x="0" y="0"/>
                </a:cxn>
                <a:cxn ang="0">
                  <a:pos x="0" y="0"/>
                </a:cxn>
                <a:cxn ang="0">
                  <a:pos x="0" y="0"/>
                </a:cxn>
              </a:cxnLst>
              <a:rect l="txL" t="txT" r="txR" b="txB"/>
              <a:pathLst>
                <a:path w="1036" h="303">
                  <a:moveTo>
                    <a:pt x="0" y="0"/>
                  </a:moveTo>
                  <a:lnTo>
                    <a:pt x="1013" y="303"/>
                  </a:lnTo>
                  <a:lnTo>
                    <a:pt x="1036" y="303"/>
                  </a:lnTo>
                  <a:lnTo>
                    <a:pt x="31" y="0"/>
                  </a:lnTo>
                  <a:lnTo>
                    <a:pt x="0" y="0"/>
                  </a:lnTo>
                  <a:close/>
                </a:path>
              </a:pathLst>
            </a:custGeom>
            <a:solidFill>
              <a:srgbClr val="DDDDDD">
                <a:alpha val="100000"/>
              </a:srgbClr>
            </a:solidFill>
            <a:ln w="9525">
              <a:noFill/>
            </a:ln>
          </p:spPr>
          <p:txBody>
            <a:bodyPr/>
            <a:p>
              <a:endParaRPr lang="zh-CN" altLang="en-US"/>
            </a:p>
          </p:txBody>
        </p:sp>
        <p:sp>
          <p:nvSpPr>
            <p:cNvPr id="48600" name="Freeform 1181"/>
            <p:cNvSpPr/>
            <p:nvPr/>
          </p:nvSpPr>
          <p:spPr>
            <a:xfrm>
              <a:off x="3938" y="3393"/>
              <a:ext cx="113" cy="30"/>
            </a:xfrm>
            <a:custGeom>
              <a:avLst/>
              <a:gdLst>
                <a:gd name="txL" fmla="*/ 0 w 1023"/>
                <a:gd name="txT" fmla="*/ 0 h 270"/>
                <a:gd name="txR" fmla="*/ 1023 w 1023"/>
                <a:gd name="txB" fmla="*/ 270 h 270"/>
              </a:gdLst>
              <a:ahLst/>
              <a:cxnLst>
                <a:cxn ang="0">
                  <a:pos x="0" y="0"/>
                </a:cxn>
                <a:cxn ang="0">
                  <a:pos x="0" y="0"/>
                </a:cxn>
                <a:cxn ang="0">
                  <a:pos x="0" y="0"/>
                </a:cxn>
                <a:cxn ang="0">
                  <a:pos x="0" y="0"/>
                </a:cxn>
                <a:cxn ang="0">
                  <a:pos x="0" y="0"/>
                </a:cxn>
              </a:cxnLst>
              <a:rect l="txL" t="txT" r="txR" b="txB"/>
              <a:pathLst>
                <a:path w="1023" h="270">
                  <a:moveTo>
                    <a:pt x="0" y="1"/>
                  </a:moveTo>
                  <a:lnTo>
                    <a:pt x="1001" y="270"/>
                  </a:lnTo>
                  <a:lnTo>
                    <a:pt x="1023" y="269"/>
                  </a:lnTo>
                  <a:lnTo>
                    <a:pt x="31" y="0"/>
                  </a:lnTo>
                  <a:lnTo>
                    <a:pt x="0" y="1"/>
                  </a:lnTo>
                  <a:close/>
                </a:path>
              </a:pathLst>
            </a:custGeom>
            <a:solidFill>
              <a:srgbClr val="DDDDDD">
                <a:alpha val="100000"/>
              </a:srgbClr>
            </a:solidFill>
            <a:ln w="9525">
              <a:noFill/>
            </a:ln>
          </p:spPr>
          <p:txBody>
            <a:bodyPr/>
            <a:p>
              <a:endParaRPr lang="zh-CN" altLang="en-US"/>
            </a:p>
          </p:txBody>
        </p:sp>
        <p:sp>
          <p:nvSpPr>
            <p:cNvPr id="48601" name="Freeform 1182"/>
            <p:cNvSpPr/>
            <p:nvPr/>
          </p:nvSpPr>
          <p:spPr>
            <a:xfrm>
              <a:off x="3929" y="3394"/>
              <a:ext cx="114" cy="33"/>
            </a:xfrm>
            <a:custGeom>
              <a:avLst/>
              <a:gdLst>
                <a:gd name="txL" fmla="*/ 0 w 1028"/>
                <a:gd name="txT" fmla="*/ 0 h 299"/>
                <a:gd name="txR" fmla="*/ 1028 w 1028"/>
                <a:gd name="txB" fmla="*/ 299 h 299"/>
              </a:gdLst>
              <a:ahLst/>
              <a:cxnLst>
                <a:cxn ang="0">
                  <a:pos x="0" y="0"/>
                </a:cxn>
                <a:cxn ang="0">
                  <a:pos x="0" y="0"/>
                </a:cxn>
                <a:cxn ang="0">
                  <a:pos x="0" y="0"/>
                </a:cxn>
                <a:cxn ang="0">
                  <a:pos x="0" y="0"/>
                </a:cxn>
                <a:cxn ang="0">
                  <a:pos x="0" y="0"/>
                </a:cxn>
              </a:cxnLst>
              <a:rect l="txL" t="txT" r="txR" b="txB"/>
              <a:pathLst>
                <a:path w="1028" h="299">
                  <a:moveTo>
                    <a:pt x="0" y="0"/>
                  </a:moveTo>
                  <a:lnTo>
                    <a:pt x="1009" y="299"/>
                  </a:lnTo>
                  <a:lnTo>
                    <a:pt x="1028" y="292"/>
                  </a:lnTo>
                  <a:lnTo>
                    <a:pt x="30" y="0"/>
                  </a:lnTo>
                  <a:lnTo>
                    <a:pt x="0" y="0"/>
                  </a:lnTo>
                  <a:close/>
                </a:path>
              </a:pathLst>
            </a:custGeom>
            <a:solidFill>
              <a:srgbClr val="DDDDDD">
                <a:alpha val="100000"/>
              </a:srgbClr>
            </a:solidFill>
            <a:ln w="9525">
              <a:noFill/>
            </a:ln>
          </p:spPr>
          <p:txBody>
            <a:bodyPr/>
            <a:p>
              <a:endParaRPr lang="zh-CN" altLang="en-US"/>
            </a:p>
          </p:txBody>
        </p:sp>
      </p:grpSp>
      <p:grpSp>
        <p:nvGrpSpPr>
          <p:cNvPr id="48324" name="Group 1183"/>
          <p:cNvGrpSpPr/>
          <p:nvPr/>
        </p:nvGrpSpPr>
        <p:grpSpPr>
          <a:xfrm>
            <a:off x="5424488" y="4926013"/>
            <a:ext cx="338137" cy="282575"/>
            <a:chOff x="3899" y="3264"/>
            <a:chExt cx="213" cy="178"/>
          </a:xfrm>
        </p:grpSpPr>
        <p:sp>
          <p:nvSpPr>
            <p:cNvPr id="48524" name="Freeform 1184"/>
            <p:cNvSpPr/>
            <p:nvPr/>
          </p:nvSpPr>
          <p:spPr>
            <a:xfrm>
              <a:off x="3899" y="3264"/>
              <a:ext cx="213" cy="178"/>
            </a:xfrm>
            <a:custGeom>
              <a:avLst/>
              <a:gdLst>
                <a:gd name="txL" fmla="*/ 0 w 1913"/>
                <a:gd name="txT" fmla="*/ 0 h 1606"/>
                <a:gd name="txR" fmla="*/ 1913 w 1913"/>
                <a:gd name="txB" fmla="*/ 1606 h 160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alpha val="100000"/>
              </a:schemeClr>
            </a:solidFill>
            <a:ln w="9525">
              <a:noFill/>
            </a:ln>
          </p:spPr>
          <p:txBody>
            <a:bodyPr/>
            <a:p>
              <a:endParaRPr lang="zh-CN" altLang="en-US"/>
            </a:p>
          </p:txBody>
        </p:sp>
        <p:sp>
          <p:nvSpPr>
            <p:cNvPr id="48525" name="Freeform 1185"/>
            <p:cNvSpPr/>
            <p:nvPr/>
          </p:nvSpPr>
          <p:spPr>
            <a:xfrm>
              <a:off x="3977" y="3278"/>
              <a:ext cx="68" cy="78"/>
            </a:xfrm>
            <a:custGeom>
              <a:avLst/>
              <a:gdLst>
                <a:gd name="txL" fmla="*/ 0 w 614"/>
                <a:gd name="txT" fmla="*/ 0 h 697"/>
                <a:gd name="txR" fmla="*/ 614 w 614"/>
                <a:gd name="txB" fmla="*/ 697 h 69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alpha val="100000"/>
              </a:srgbClr>
            </a:solidFill>
            <a:ln w="9525">
              <a:noFill/>
            </a:ln>
          </p:spPr>
          <p:txBody>
            <a:bodyPr/>
            <a:p>
              <a:endParaRPr lang="zh-CN" altLang="en-US"/>
            </a:p>
          </p:txBody>
        </p:sp>
        <p:sp>
          <p:nvSpPr>
            <p:cNvPr id="48526" name="Freeform 1186"/>
            <p:cNvSpPr/>
            <p:nvPr/>
          </p:nvSpPr>
          <p:spPr>
            <a:xfrm>
              <a:off x="3984" y="3299"/>
              <a:ext cx="113" cy="77"/>
            </a:xfrm>
            <a:custGeom>
              <a:avLst/>
              <a:gdLst>
                <a:gd name="txL" fmla="*/ 0 w 1014"/>
                <a:gd name="txT" fmla="*/ 0 h 693"/>
                <a:gd name="txR" fmla="*/ 1014 w 1014"/>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alpha val="100000"/>
              </a:srgbClr>
            </a:solidFill>
            <a:ln w="9525">
              <a:noFill/>
            </a:ln>
          </p:spPr>
          <p:txBody>
            <a:bodyPr/>
            <a:p>
              <a:endParaRPr lang="zh-CN" altLang="en-US"/>
            </a:p>
          </p:txBody>
        </p:sp>
        <p:sp>
          <p:nvSpPr>
            <p:cNvPr id="48527" name="Freeform 1187"/>
            <p:cNvSpPr/>
            <p:nvPr/>
          </p:nvSpPr>
          <p:spPr>
            <a:xfrm>
              <a:off x="3970" y="3375"/>
              <a:ext cx="83" cy="27"/>
            </a:xfrm>
            <a:custGeom>
              <a:avLst/>
              <a:gdLst>
                <a:gd name="txL" fmla="*/ 0 w 745"/>
                <a:gd name="txT" fmla="*/ 0 h 240"/>
                <a:gd name="txR" fmla="*/ 745 w 745"/>
                <a:gd name="txB" fmla="*/ 240 h 240"/>
              </a:gdLst>
              <a:ahLst/>
              <a:cxnLst>
                <a:cxn ang="0">
                  <a:pos x="0" y="0"/>
                </a:cxn>
                <a:cxn ang="0">
                  <a:pos x="0" y="0"/>
                </a:cxn>
                <a:cxn ang="0">
                  <a:pos x="0" y="0"/>
                </a:cxn>
                <a:cxn ang="0">
                  <a:pos x="0" y="0"/>
                </a:cxn>
                <a:cxn ang="0">
                  <a:pos x="0" y="0"/>
                </a:cxn>
              </a:cxnLst>
              <a:rect l="txL" t="txT" r="txR" b="txB"/>
              <a:pathLst>
                <a:path w="745" h="240">
                  <a:moveTo>
                    <a:pt x="745" y="86"/>
                  </a:moveTo>
                  <a:lnTo>
                    <a:pt x="11" y="0"/>
                  </a:lnTo>
                  <a:lnTo>
                    <a:pt x="0" y="86"/>
                  </a:lnTo>
                  <a:lnTo>
                    <a:pt x="722" y="240"/>
                  </a:lnTo>
                  <a:lnTo>
                    <a:pt x="745" y="86"/>
                  </a:lnTo>
                  <a:close/>
                </a:path>
              </a:pathLst>
            </a:custGeom>
            <a:solidFill>
              <a:srgbClr val="DDDDDD">
                <a:alpha val="100000"/>
              </a:srgbClr>
            </a:solidFill>
            <a:ln w="9525">
              <a:noFill/>
            </a:ln>
          </p:spPr>
          <p:txBody>
            <a:bodyPr/>
            <a:p>
              <a:endParaRPr lang="zh-CN" altLang="en-US"/>
            </a:p>
          </p:txBody>
        </p:sp>
        <p:sp>
          <p:nvSpPr>
            <p:cNvPr id="48528" name="Freeform 1188"/>
            <p:cNvSpPr/>
            <p:nvPr/>
          </p:nvSpPr>
          <p:spPr>
            <a:xfrm>
              <a:off x="4011" y="3384"/>
              <a:ext cx="36" cy="12"/>
            </a:xfrm>
            <a:custGeom>
              <a:avLst/>
              <a:gdLst>
                <a:gd name="txL" fmla="*/ 0 w 319"/>
                <a:gd name="txT" fmla="*/ 0 h 109"/>
                <a:gd name="txR" fmla="*/ 319 w 319"/>
                <a:gd name="txB" fmla="*/ 109 h 109"/>
              </a:gdLst>
              <a:ahLst/>
              <a:cxnLst>
                <a:cxn ang="0">
                  <a:pos x="0" y="0"/>
                </a:cxn>
                <a:cxn ang="0">
                  <a:pos x="0" y="0"/>
                </a:cxn>
                <a:cxn ang="0">
                  <a:pos x="0" y="0"/>
                </a:cxn>
                <a:cxn ang="0">
                  <a:pos x="0" y="0"/>
                </a:cxn>
                <a:cxn ang="0">
                  <a:pos x="0" y="0"/>
                </a:cxn>
              </a:cxnLst>
              <a:rect l="txL" t="txT" r="txR" b="txB"/>
              <a:pathLst>
                <a:path w="319" h="109">
                  <a:moveTo>
                    <a:pt x="319" y="47"/>
                  </a:moveTo>
                  <a:lnTo>
                    <a:pt x="4" y="0"/>
                  </a:lnTo>
                  <a:lnTo>
                    <a:pt x="0" y="45"/>
                  </a:lnTo>
                  <a:lnTo>
                    <a:pt x="309" y="109"/>
                  </a:lnTo>
                  <a:lnTo>
                    <a:pt x="319" y="47"/>
                  </a:lnTo>
                  <a:close/>
                </a:path>
              </a:pathLst>
            </a:custGeom>
            <a:solidFill>
              <a:srgbClr val="DDDDDD">
                <a:alpha val="100000"/>
              </a:srgbClr>
            </a:solidFill>
            <a:ln w="9525">
              <a:noFill/>
            </a:ln>
          </p:spPr>
          <p:txBody>
            <a:bodyPr/>
            <a:p>
              <a:endParaRPr lang="zh-CN" altLang="en-US"/>
            </a:p>
          </p:txBody>
        </p:sp>
        <p:sp>
          <p:nvSpPr>
            <p:cNvPr id="48529" name="Freeform 1189"/>
            <p:cNvSpPr/>
            <p:nvPr/>
          </p:nvSpPr>
          <p:spPr>
            <a:xfrm>
              <a:off x="3975" y="3378"/>
              <a:ext cx="24" cy="9"/>
            </a:xfrm>
            <a:custGeom>
              <a:avLst/>
              <a:gdLst>
                <a:gd name="txL" fmla="*/ 0 w 213"/>
                <a:gd name="txT" fmla="*/ 0 h 81"/>
                <a:gd name="txR" fmla="*/ 213 w 213"/>
                <a:gd name="txB" fmla="*/ 81 h 81"/>
              </a:gdLst>
              <a:ahLst/>
              <a:cxnLst>
                <a:cxn ang="0">
                  <a:pos x="0" y="0"/>
                </a:cxn>
                <a:cxn ang="0">
                  <a:pos x="0" y="0"/>
                </a:cxn>
                <a:cxn ang="0">
                  <a:pos x="0" y="0"/>
                </a:cxn>
                <a:cxn ang="0">
                  <a:pos x="0" y="0"/>
                </a:cxn>
                <a:cxn ang="0">
                  <a:pos x="0" y="0"/>
                </a:cxn>
              </a:cxnLst>
              <a:rect l="txL" t="txT" r="txR" b="txB"/>
              <a:pathLst>
                <a:path w="213" h="81">
                  <a:moveTo>
                    <a:pt x="213" y="37"/>
                  </a:moveTo>
                  <a:lnTo>
                    <a:pt x="0" y="0"/>
                  </a:lnTo>
                  <a:lnTo>
                    <a:pt x="2" y="39"/>
                  </a:lnTo>
                  <a:lnTo>
                    <a:pt x="206" y="81"/>
                  </a:lnTo>
                  <a:lnTo>
                    <a:pt x="213" y="37"/>
                  </a:lnTo>
                  <a:close/>
                </a:path>
              </a:pathLst>
            </a:custGeom>
            <a:solidFill>
              <a:srgbClr val="DDDDDD">
                <a:alpha val="100000"/>
              </a:srgbClr>
            </a:solidFill>
            <a:ln w="9525">
              <a:noFill/>
            </a:ln>
          </p:spPr>
          <p:txBody>
            <a:bodyPr/>
            <a:p>
              <a:endParaRPr lang="zh-CN" altLang="en-US"/>
            </a:p>
          </p:txBody>
        </p:sp>
        <p:sp>
          <p:nvSpPr>
            <p:cNvPr id="48530" name="Freeform 1190"/>
            <p:cNvSpPr/>
            <p:nvPr/>
          </p:nvSpPr>
          <p:spPr>
            <a:xfrm>
              <a:off x="3916" y="3386"/>
              <a:ext cx="139" cy="47"/>
            </a:xfrm>
            <a:custGeom>
              <a:avLst/>
              <a:gdLst>
                <a:gd name="txL" fmla="*/ 0 w 1254"/>
                <a:gd name="txT" fmla="*/ 0 h 415"/>
                <a:gd name="txR" fmla="*/ 1254 w 1254"/>
                <a:gd name="txB" fmla="*/ 415 h 41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alpha val="100000"/>
              </a:srgbClr>
            </a:solidFill>
            <a:ln w="9525">
              <a:noFill/>
            </a:ln>
          </p:spPr>
          <p:txBody>
            <a:bodyPr/>
            <a:p>
              <a:endParaRPr lang="zh-CN" altLang="en-US"/>
            </a:p>
          </p:txBody>
        </p:sp>
        <p:sp>
          <p:nvSpPr>
            <p:cNvPr id="48531" name="Freeform 1191"/>
            <p:cNvSpPr/>
            <p:nvPr/>
          </p:nvSpPr>
          <p:spPr>
            <a:xfrm>
              <a:off x="4055" y="3381"/>
              <a:ext cx="49" cy="22"/>
            </a:xfrm>
            <a:custGeom>
              <a:avLst/>
              <a:gdLst>
                <a:gd name="txL" fmla="*/ 0 w 447"/>
                <a:gd name="txT" fmla="*/ 0 h 198"/>
                <a:gd name="txR" fmla="*/ 447 w 447"/>
                <a:gd name="txB" fmla="*/ 198 h 198"/>
              </a:gdLst>
              <a:ahLst/>
              <a:cxnLst>
                <a:cxn ang="0">
                  <a:pos x="0" y="0"/>
                </a:cxn>
                <a:cxn ang="0">
                  <a:pos x="0" y="0"/>
                </a:cxn>
                <a:cxn ang="0">
                  <a:pos x="0" y="0"/>
                </a:cxn>
                <a:cxn ang="0">
                  <a:pos x="0" y="0"/>
                </a:cxn>
                <a:cxn ang="0">
                  <a:pos x="0" y="0"/>
                </a:cxn>
                <a:cxn ang="0">
                  <a:pos x="0" y="0"/>
                </a:cxn>
              </a:cxnLst>
              <a:rect l="txL" t="txT" r="txR" b="txB"/>
              <a:pathLst>
                <a:path w="447" h="198">
                  <a:moveTo>
                    <a:pt x="45" y="198"/>
                  </a:moveTo>
                  <a:lnTo>
                    <a:pt x="447" y="79"/>
                  </a:lnTo>
                  <a:lnTo>
                    <a:pt x="203" y="0"/>
                  </a:lnTo>
                  <a:lnTo>
                    <a:pt x="5" y="22"/>
                  </a:lnTo>
                  <a:lnTo>
                    <a:pt x="0" y="187"/>
                  </a:lnTo>
                  <a:lnTo>
                    <a:pt x="45" y="198"/>
                  </a:lnTo>
                  <a:close/>
                </a:path>
              </a:pathLst>
            </a:custGeom>
            <a:solidFill>
              <a:srgbClr val="DDDDDD">
                <a:alpha val="100000"/>
              </a:srgbClr>
            </a:solidFill>
            <a:ln w="9525">
              <a:noFill/>
            </a:ln>
          </p:spPr>
          <p:txBody>
            <a:bodyPr/>
            <a:p>
              <a:endParaRPr lang="zh-CN" altLang="en-US"/>
            </a:p>
          </p:txBody>
        </p:sp>
        <p:sp>
          <p:nvSpPr>
            <p:cNvPr id="48532" name="Freeform 1192"/>
            <p:cNvSpPr/>
            <p:nvPr/>
          </p:nvSpPr>
          <p:spPr>
            <a:xfrm>
              <a:off x="3926" y="3287"/>
              <a:ext cx="27" cy="105"/>
            </a:xfrm>
            <a:custGeom>
              <a:avLst/>
              <a:gdLst>
                <a:gd name="txL" fmla="*/ 0 w 238"/>
                <a:gd name="txT" fmla="*/ 0 h 947"/>
                <a:gd name="txR" fmla="*/ 238 w 238"/>
                <a:gd name="txB" fmla="*/ 947 h 9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alpha val="100000"/>
              </a:srgbClr>
            </a:solidFill>
            <a:ln w="9525">
              <a:noFill/>
            </a:ln>
          </p:spPr>
          <p:txBody>
            <a:bodyPr/>
            <a:p>
              <a:endParaRPr lang="zh-CN" altLang="en-US"/>
            </a:p>
          </p:txBody>
        </p:sp>
        <p:sp>
          <p:nvSpPr>
            <p:cNvPr id="48533" name="Freeform 1193"/>
            <p:cNvSpPr/>
            <p:nvPr/>
          </p:nvSpPr>
          <p:spPr>
            <a:xfrm>
              <a:off x="3927" y="3288"/>
              <a:ext cx="23" cy="89"/>
            </a:xfrm>
            <a:custGeom>
              <a:avLst/>
              <a:gdLst>
                <a:gd name="txL" fmla="*/ 0 w 203"/>
                <a:gd name="txT" fmla="*/ 0 h 799"/>
                <a:gd name="txR" fmla="*/ 203 w 203"/>
                <a:gd name="txB" fmla="*/ 799 h 79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alpha val="100000"/>
              </a:srgbClr>
            </a:solidFill>
            <a:ln w="9525">
              <a:noFill/>
            </a:ln>
          </p:spPr>
          <p:txBody>
            <a:bodyPr/>
            <a:p>
              <a:endParaRPr lang="zh-CN" altLang="en-US"/>
            </a:p>
          </p:txBody>
        </p:sp>
        <p:sp>
          <p:nvSpPr>
            <p:cNvPr id="48534" name="Freeform 1194"/>
            <p:cNvSpPr/>
            <p:nvPr/>
          </p:nvSpPr>
          <p:spPr>
            <a:xfrm>
              <a:off x="3928" y="3289"/>
              <a:ext cx="19" cy="72"/>
            </a:xfrm>
            <a:custGeom>
              <a:avLst/>
              <a:gdLst>
                <a:gd name="txL" fmla="*/ 0 w 171"/>
                <a:gd name="txT" fmla="*/ 0 h 650"/>
                <a:gd name="txR" fmla="*/ 171 w 171"/>
                <a:gd name="txB" fmla="*/ 650 h 65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alpha val="100000"/>
              </a:srgbClr>
            </a:solidFill>
            <a:ln w="9525">
              <a:noFill/>
            </a:ln>
          </p:spPr>
          <p:txBody>
            <a:bodyPr/>
            <a:p>
              <a:endParaRPr lang="zh-CN" altLang="en-US"/>
            </a:p>
          </p:txBody>
        </p:sp>
        <p:sp>
          <p:nvSpPr>
            <p:cNvPr id="48535" name="Freeform 1195"/>
            <p:cNvSpPr/>
            <p:nvPr/>
          </p:nvSpPr>
          <p:spPr>
            <a:xfrm>
              <a:off x="3929" y="3289"/>
              <a:ext cx="15" cy="56"/>
            </a:xfrm>
            <a:custGeom>
              <a:avLst/>
              <a:gdLst>
                <a:gd name="txL" fmla="*/ 0 w 138"/>
                <a:gd name="txT" fmla="*/ 0 h 502"/>
                <a:gd name="txR" fmla="*/ 138 w 138"/>
                <a:gd name="txB" fmla="*/ 502 h 5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alpha val="100000"/>
              </a:srgbClr>
            </a:solidFill>
            <a:ln w="9525">
              <a:noFill/>
            </a:ln>
          </p:spPr>
          <p:txBody>
            <a:bodyPr/>
            <a:p>
              <a:endParaRPr lang="zh-CN" altLang="en-US"/>
            </a:p>
          </p:txBody>
        </p:sp>
        <p:sp>
          <p:nvSpPr>
            <p:cNvPr id="48536" name="Freeform 1196"/>
            <p:cNvSpPr/>
            <p:nvPr/>
          </p:nvSpPr>
          <p:spPr>
            <a:xfrm>
              <a:off x="3929" y="3290"/>
              <a:ext cx="12" cy="40"/>
            </a:xfrm>
            <a:custGeom>
              <a:avLst/>
              <a:gdLst>
                <a:gd name="txL" fmla="*/ 0 w 104"/>
                <a:gd name="txT" fmla="*/ 0 h 353"/>
                <a:gd name="txR" fmla="*/ 104 w 104"/>
                <a:gd name="txB" fmla="*/ 353 h 3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alpha val="100000"/>
              </a:srgbClr>
            </a:solidFill>
            <a:ln w="9525">
              <a:noFill/>
            </a:ln>
          </p:spPr>
          <p:txBody>
            <a:bodyPr/>
            <a:p>
              <a:endParaRPr lang="zh-CN" altLang="en-US"/>
            </a:p>
          </p:txBody>
        </p:sp>
        <p:sp>
          <p:nvSpPr>
            <p:cNvPr id="48537" name="Freeform 1197"/>
            <p:cNvSpPr/>
            <p:nvPr/>
          </p:nvSpPr>
          <p:spPr>
            <a:xfrm>
              <a:off x="3930" y="3291"/>
              <a:ext cx="8" cy="23"/>
            </a:xfrm>
            <a:custGeom>
              <a:avLst/>
              <a:gdLst>
                <a:gd name="txL" fmla="*/ 0 w 72"/>
                <a:gd name="txT" fmla="*/ 0 h 204"/>
                <a:gd name="txR" fmla="*/ 72 w 72"/>
                <a:gd name="txB" fmla="*/ 204 h 2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alpha val="100000"/>
              </a:srgbClr>
            </a:solidFill>
            <a:ln w="9525">
              <a:noFill/>
            </a:ln>
          </p:spPr>
          <p:txBody>
            <a:bodyPr/>
            <a:p>
              <a:endParaRPr lang="zh-CN" altLang="en-US"/>
            </a:p>
          </p:txBody>
        </p:sp>
        <p:sp>
          <p:nvSpPr>
            <p:cNvPr id="48538" name="Freeform 1198"/>
            <p:cNvSpPr/>
            <p:nvPr/>
          </p:nvSpPr>
          <p:spPr>
            <a:xfrm>
              <a:off x="4025" y="3357"/>
              <a:ext cx="12" cy="11"/>
            </a:xfrm>
            <a:custGeom>
              <a:avLst/>
              <a:gdLst>
                <a:gd name="txL" fmla="*/ 0 w 104"/>
                <a:gd name="txT" fmla="*/ 0 h 104"/>
                <a:gd name="txR" fmla="*/ 104 w 104"/>
                <a:gd name="txB" fmla="*/ 104 h 1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alpha val="100000"/>
              </a:srgbClr>
            </a:solidFill>
            <a:ln w="9525">
              <a:noFill/>
            </a:ln>
          </p:spPr>
          <p:txBody>
            <a:bodyPr/>
            <a:p>
              <a:endParaRPr lang="zh-CN" altLang="en-US"/>
            </a:p>
          </p:txBody>
        </p:sp>
        <p:sp>
          <p:nvSpPr>
            <p:cNvPr id="48539" name="Freeform 1199"/>
            <p:cNvSpPr/>
            <p:nvPr/>
          </p:nvSpPr>
          <p:spPr>
            <a:xfrm>
              <a:off x="3990" y="3357"/>
              <a:ext cx="6"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alpha val="100000"/>
              </a:srgbClr>
            </a:solidFill>
            <a:ln w="9525">
              <a:noFill/>
            </a:ln>
          </p:spPr>
          <p:txBody>
            <a:bodyPr/>
            <a:p>
              <a:endParaRPr lang="zh-CN" altLang="en-US"/>
            </a:p>
          </p:txBody>
        </p:sp>
        <p:sp>
          <p:nvSpPr>
            <p:cNvPr id="48540" name="Freeform 1200"/>
            <p:cNvSpPr/>
            <p:nvPr/>
          </p:nvSpPr>
          <p:spPr>
            <a:xfrm>
              <a:off x="4000" y="3357"/>
              <a:ext cx="5"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alpha val="100000"/>
              </a:srgbClr>
            </a:solidFill>
            <a:ln w="9525">
              <a:noFill/>
            </a:ln>
          </p:spPr>
          <p:txBody>
            <a:bodyPr/>
            <a:p>
              <a:endParaRPr lang="zh-CN" altLang="en-US"/>
            </a:p>
          </p:txBody>
        </p:sp>
        <p:sp>
          <p:nvSpPr>
            <p:cNvPr id="48541" name="Freeform 1201"/>
            <p:cNvSpPr/>
            <p:nvPr/>
          </p:nvSpPr>
          <p:spPr>
            <a:xfrm>
              <a:off x="3961" y="3278"/>
              <a:ext cx="16" cy="79"/>
            </a:xfrm>
            <a:custGeom>
              <a:avLst/>
              <a:gdLst>
                <a:gd name="txL" fmla="*/ 0 w 148"/>
                <a:gd name="txT" fmla="*/ 0 h 712"/>
                <a:gd name="txR" fmla="*/ 148 w 148"/>
                <a:gd name="txB" fmla="*/ 712 h 71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alpha val="100000"/>
              </a:srgbClr>
            </a:solidFill>
            <a:ln w="9525">
              <a:noFill/>
            </a:ln>
          </p:spPr>
          <p:txBody>
            <a:bodyPr/>
            <a:p>
              <a:endParaRPr lang="zh-CN" altLang="en-US"/>
            </a:p>
          </p:txBody>
        </p:sp>
        <p:sp>
          <p:nvSpPr>
            <p:cNvPr id="48542" name="Freeform 1202"/>
            <p:cNvSpPr/>
            <p:nvPr/>
          </p:nvSpPr>
          <p:spPr>
            <a:xfrm>
              <a:off x="4045" y="3268"/>
              <a:ext cx="23" cy="88"/>
            </a:xfrm>
            <a:custGeom>
              <a:avLst/>
              <a:gdLst>
                <a:gd name="txL" fmla="*/ 0 w 201"/>
                <a:gd name="txT" fmla="*/ 0 h 795"/>
                <a:gd name="txR" fmla="*/ 201 w 201"/>
                <a:gd name="txB" fmla="*/ 795 h 79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alpha val="100000"/>
              </a:srgbClr>
            </a:solidFill>
            <a:ln w="9525">
              <a:noFill/>
            </a:ln>
          </p:spPr>
          <p:txBody>
            <a:bodyPr/>
            <a:p>
              <a:endParaRPr lang="zh-CN" altLang="en-US"/>
            </a:p>
          </p:txBody>
        </p:sp>
        <p:sp>
          <p:nvSpPr>
            <p:cNvPr id="48543" name="Freeform 1203"/>
            <p:cNvSpPr/>
            <p:nvPr/>
          </p:nvSpPr>
          <p:spPr>
            <a:xfrm>
              <a:off x="3961" y="3282"/>
              <a:ext cx="15" cy="69"/>
            </a:xfrm>
            <a:custGeom>
              <a:avLst/>
              <a:gdLst>
                <a:gd name="txL" fmla="*/ 0 w 129"/>
                <a:gd name="txT" fmla="*/ 0 h 622"/>
                <a:gd name="txR" fmla="*/ 129 w 129"/>
                <a:gd name="txB" fmla="*/ 622 h 62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alpha val="100000"/>
              </a:srgbClr>
            </a:solidFill>
            <a:ln w="9525">
              <a:noFill/>
            </a:ln>
          </p:spPr>
          <p:txBody>
            <a:bodyPr/>
            <a:p>
              <a:endParaRPr lang="zh-CN" altLang="en-US"/>
            </a:p>
          </p:txBody>
        </p:sp>
        <p:sp>
          <p:nvSpPr>
            <p:cNvPr id="48544" name="Freeform 1204"/>
            <p:cNvSpPr/>
            <p:nvPr/>
          </p:nvSpPr>
          <p:spPr>
            <a:xfrm>
              <a:off x="3962" y="3287"/>
              <a:ext cx="12" cy="59"/>
            </a:xfrm>
            <a:custGeom>
              <a:avLst/>
              <a:gdLst>
                <a:gd name="txL" fmla="*/ 0 w 110"/>
                <a:gd name="txT" fmla="*/ 0 h 531"/>
                <a:gd name="txR" fmla="*/ 110 w 110"/>
                <a:gd name="txB" fmla="*/ 531 h 53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alpha val="100000"/>
              </a:srgbClr>
            </a:solidFill>
            <a:ln w="9525">
              <a:noFill/>
            </a:ln>
          </p:spPr>
          <p:txBody>
            <a:bodyPr/>
            <a:p>
              <a:endParaRPr lang="zh-CN" altLang="en-US"/>
            </a:p>
          </p:txBody>
        </p:sp>
        <p:sp>
          <p:nvSpPr>
            <p:cNvPr id="48545" name="Freeform 1205"/>
            <p:cNvSpPr/>
            <p:nvPr/>
          </p:nvSpPr>
          <p:spPr>
            <a:xfrm>
              <a:off x="3963" y="3292"/>
              <a:ext cx="10" cy="48"/>
            </a:xfrm>
            <a:custGeom>
              <a:avLst/>
              <a:gdLst>
                <a:gd name="txL" fmla="*/ 0 w 92"/>
                <a:gd name="txT" fmla="*/ 0 h 438"/>
                <a:gd name="txR" fmla="*/ 92 w 92"/>
                <a:gd name="txB" fmla="*/ 438 h 4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alpha val="100000"/>
              </a:srgbClr>
            </a:solidFill>
            <a:ln w="9525">
              <a:noFill/>
            </a:ln>
          </p:spPr>
          <p:txBody>
            <a:bodyPr/>
            <a:p>
              <a:endParaRPr lang="zh-CN" altLang="en-US"/>
            </a:p>
          </p:txBody>
        </p:sp>
        <p:sp>
          <p:nvSpPr>
            <p:cNvPr id="48546" name="Freeform 1206"/>
            <p:cNvSpPr/>
            <p:nvPr/>
          </p:nvSpPr>
          <p:spPr>
            <a:xfrm>
              <a:off x="3963" y="3296"/>
              <a:ext cx="8" cy="39"/>
            </a:xfrm>
            <a:custGeom>
              <a:avLst/>
              <a:gdLst>
                <a:gd name="txL" fmla="*/ 0 w 73"/>
                <a:gd name="txT" fmla="*/ 0 h 347"/>
                <a:gd name="txR" fmla="*/ 73 w 73"/>
                <a:gd name="txB" fmla="*/ 347 h 3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alpha val="100000"/>
              </a:srgbClr>
            </a:solidFill>
            <a:ln w="9525">
              <a:noFill/>
            </a:ln>
          </p:spPr>
          <p:txBody>
            <a:bodyPr/>
            <a:p>
              <a:endParaRPr lang="zh-CN" altLang="en-US"/>
            </a:p>
          </p:txBody>
        </p:sp>
        <p:sp>
          <p:nvSpPr>
            <p:cNvPr id="48547" name="Freeform 1207"/>
            <p:cNvSpPr/>
            <p:nvPr/>
          </p:nvSpPr>
          <p:spPr>
            <a:xfrm>
              <a:off x="3964" y="3301"/>
              <a:ext cx="6" cy="28"/>
            </a:xfrm>
            <a:custGeom>
              <a:avLst/>
              <a:gdLst>
                <a:gd name="txL" fmla="*/ 0 w 52"/>
                <a:gd name="txT" fmla="*/ 0 h 256"/>
                <a:gd name="txR" fmla="*/ 52 w 52"/>
                <a:gd name="txB" fmla="*/ 256 h 25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alpha val="100000"/>
              </a:srgbClr>
            </a:solidFill>
            <a:ln w="9525">
              <a:noFill/>
            </a:ln>
          </p:spPr>
          <p:txBody>
            <a:bodyPr/>
            <a:p>
              <a:endParaRPr lang="zh-CN" altLang="en-US"/>
            </a:p>
          </p:txBody>
        </p:sp>
        <p:sp>
          <p:nvSpPr>
            <p:cNvPr id="48548" name="Freeform 1208"/>
            <p:cNvSpPr/>
            <p:nvPr/>
          </p:nvSpPr>
          <p:spPr>
            <a:xfrm>
              <a:off x="4046" y="3273"/>
              <a:ext cx="20" cy="77"/>
            </a:xfrm>
            <a:custGeom>
              <a:avLst/>
              <a:gdLst>
                <a:gd name="txL" fmla="*/ 0 w 176"/>
                <a:gd name="txT" fmla="*/ 0 h 693"/>
                <a:gd name="txR" fmla="*/ 176 w 176"/>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alpha val="100000"/>
              </a:srgbClr>
            </a:solidFill>
            <a:ln w="9525">
              <a:noFill/>
            </a:ln>
          </p:spPr>
          <p:txBody>
            <a:bodyPr/>
            <a:p>
              <a:endParaRPr lang="zh-CN" altLang="en-US"/>
            </a:p>
          </p:txBody>
        </p:sp>
        <p:sp>
          <p:nvSpPr>
            <p:cNvPr id="48549" name="Freeform 1209"/>
            <p:cNvSpPr/>
            <p:nvPr/>
          </p:nvSpPr>
          <p:spPr>
            <a:xfrm>
              <a:off x="4047" y="3279"/>
              <a:ext cx="16" cy="65"/>
            </a:xfrm>
            <a:custGeom>
              <a:avLst/>
              <a:gdLst>
                <a:gd name="txL" fmla="*/ 0 w 149"/>
                <a:gd name="txT" fmla="*/ 0 h 592"/>
                <a:gd name="txR" fmla="*/ 149 w 149"/>
                <a:gd name="txB" fmla="*/ 592 h 59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alpha val="100000"/>
              </a:srgbClr>
            </a:solidFill>
            <a:ln w="9525">
              <a:noFill/>
            </a:ln>
          </p:spPr>
          <p:txBody>
            <a:bodyPr/>
            <a:p>
              <a:endParaRPr lang="zh-CN" altLang="en-US"/>
            </a:p>
          </p:txBody>
        </p:sp>
        <p:sp>
          <p:nvSpPr>
            <p:cNvPr id="48550" name="Freeform 1210"/>
            <p:cNvSpPr/>
            <p:nvPr/>
          </p:nvSpPr>
          <p:spPr>
            <a:xfrm>
              <a:off x="4048" y="3284"/>
              <a:ext cx="13" cy="54"/>
            </a:xfrm>
            <a:custGeom>
              <a:avLst/>
              <a:gdLst>
                <a:gd name="txL" fmla="*/ 0 w 124"/>
                <a:gd name="txT" fmla="*/ 0 h 490"/>
                <a:gd name="txR" fmla="*/ 124 w 124"/>
                <a:gd name="txB" fmla="*/ 490 h 4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alpha val="100000"/>
              </a:srgbClr>
            </a:solidFill>
            <a:ln w="9525">
              <a:noFill/>
            </a:ln>
          </p:spPr>
          <p:txBody>
            <a:bodyPr/>
            <a:p>
              <a:endParaRPr lang="zh-CN" altLang="en-US"/>
            </a:p>
          </p:txBody>
        </p:sp>
        <p:sp>
          <p:nvSpPr>
            <p:cNvPr id="48551" name="Freeform 1211"/>
            <p:cNvSpPr/>
            <p:nvPr/>
          </p:nvSpPr>
          <p:spPr>
            <a:xfrm>
              <a:off x="4048" y="3289"/>
              <a:ext cx="11" cy="43"/>
            </a:xfrm>
            <a:custGeom>
              <a:avLst/>
              <a:gdLst>
                <a:gd name="txL" fmla="*/ 0 w 99"/>
                <a:gd name="txT" fmla="*/ 0 h 389"/>
                <a:gd name="txR" fmla="*/ 99 w 99"/>
                <a:gd name="txB" fmla="*/ 389 h 38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alpha val="100000"/>
              </a:srgbClr>
            </a:solidFill>
            <a:ln w="9525">
              <a:noFill/>
            </a:ln>
          </p:spPr>
          <p:txBody>
            <a:bodyPr/>
            <a:p>
              <a:endParaRPr lang="zh-CN" altLang="en-US"/>
            </a:p>
          </p:txBody>
        </p:sp>
        <p:sp>
          <p:nvSpPr>
            <p:cNvPr id="48552" name="Freeform 1212"/>
            <p:cNvSpPr/>
            <p:nvPr/>
          </p:nvSpPr>
          <p:spPr>
            <a:xfrm>
              <a:off x="4049" y="3295"/>
              <a:ext cx="8" cy="31"/>
            </a:xfrm>
            <a:custGeom>
              <a:avLst/>
              <a:gdLst>
                <a:gd name="txL" fmla="*/ 0 w 72"/>
                <a:gd name="txT" fmla="*/ 0 h 287"/>
                <a:gd name="txR" fmla="*/ 72 w 72"/>
                <a:gd name="txB" fmla="*/ 287 h 2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alpha val="100000"/>
              </a:srgbClr>
            </a:solidFill>
            <a:ln w="9525">
              <a:noFill/>
            </a:ln>
          </p:spPr>
          <p:txBody>
            <a:bodyPr/>
            <a:p>
              <a:endParaRPr lang="zh-CN" altLang="en-US"/>
            </a:p>
          </p:txBody>
        </p:sp>
        <p:sp>
          <p:nvSpPr>
            <p:cNvPr id="48553" name="Rectangle 1213"/>
            <p:cNvSpPr/>
            <p:nvPr/>
          </p:nvSpPr>
          <p:spPr>
            <a:xfrm>
              <a:off x="3944" y="3287"/>
              <a:ext cx="3" cy="101"/>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554" name="Freeform 1214"/>
            <p:cNvSpPr/>
            <p:nvPr/>
          </p:nvSpPr>
          <p:spPr>
            <a:xfrm>
              <a:off x="3980" y="3285"/>
              <a:ext cx="39" cy="47"/>
            </a:xfrm>
            <a:custGeom>
              <a:avLst/>
              <a:gdLst>
                <a:gd name="txL" fmla="*/ 0 w 354"/>
                <a:gd name="txT" fmla="*/ 0 h 418"/>
                <a:gd name="txR" fmla="*/ 354 w 354"/>
                <a:gd name="txB" fmla="*/ 418 h 4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alpha val="100000"/>
              </a:srgbClr>
            </a:solidFill>
            <a:ln w="9525">
              <a:noFill/>
            </a:ln>
          </p:spPr>
          <p:txBody>
            <a:bodyPr/>
            <a:p>
              <a:endParaRPr lang="zh-CN" altLang="en-US"/>
            </a:p>
          </p:txBody>
        </p:sp>
        <p:sp>
          <p:nvSpPr>
            <p:cNvPr id="48555" name="Freeform 1215"/>
            <p:cNvSpPr/>
            <p:nvPr/>
          </p:nvSpPr>
          <p:spPr>
            <a:xfrm>
              <a:off x="3925" y="3320"/>
              <a:ext cx="32" cy="8"/>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48556" name="Freeform 1216"/>
            <p:cNvSpPr/>
            <p:nvPr/>
          </p:nvSpPr>
          <p:spPr>
            <a:xfrm>
              <a:off x="3925" y="3299"/>
              <a:ext cx="32" cy="9"/>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48557" name="Freeform 1217"/>
            <p:cNvSpPr/>
            <p:nvPr/>
          </p:nvSpPr>
          <p:spPr>
            <a:xfrm>
              <a:off x="3955" y="3289"/>
              <a:ext cx="52" cy="96"/>
            </a:xfrm>
            <a:custGeom>
              <a:avLst/>
              <a:gdLst>
                <a:gd name="txL" fmla="*/ 0 w 469"/>
                <a:gd name="txT" fmla="*/ 0 h 868"/>
                <a:gd name="txR" fmla="*/ 469 w 469"/>
                <a:gd name="txB" fmla="*/ 868 h 8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alpha val="100000"/>
              </a:srgbClr>
            </a:solidFill>
            <a:ln w="9525">
              <a:noFill/>
            </a:ln>
          </p:spPr>
          <p:txBody>
            <a:bodyPr/>
            <a:p>
              <a:endParaRPr lang="zh-CN" altLang="en-US"/>
            </a:p>
          </p:txBody>
        </p:sp>
        <p:sp>
          <p:nvSpPr>
            <p:cNvPr id="48558" name="Freeform 1218"/>
            <p:cNvSpPr/>
            <p:nvPr/>
          </p:nvSpPr>
          <p:spPr>
            <a:xfrm>
              <a:off x="3981" y="3267"/>
              <a:ext cx="67" cy="13"/>
            </a:xfrm>
            <a:custGeom>
              <a:avLst/>
              <a:gdLst>
                <a:gd name="txL" fmla="*/ 0 w 604"/>
                <a:gd name="txT" fmla="*/ 0 h 118"/>
                <a:gd name="txR" fmla="*/ 604 w 604"/>
                <a:gd name="txB" fmla="*/ 118 h 1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alpha val="100000"/>
              </a:srgbClr>
            </a:solidFill>
            <a:ln w="9525">
              <a:noFill/>
            </a:ln>
          </p:spPr>
          <p:txBody>
            <a:bodyPr/>
            <a:p>
              <a:endParaRPr lang="zh-CN" altLang="en-US"/>
            </a:p>
          </p:txBody>
        </p:sp>
        <p:sp>
          <p:nvSpPr>
            <p:cNvPr id="48559" name="Freeform 1219"/>
            <p:cNvSpPr/>
            <p:nvPr/>
          </p:nvSpPr>
          <p:spPr>
            <a:xfrm>
              <a:off x="3942" y="3387"/>
              <a:ext cx="113" cy="38"/>
            </a:xfrm>
            <a:custGeom>
              <a:avLst/>
              <a:gdLst>
                <a:gd name="txL" fmla="*/ 0 w 1017"/>
                <a:gd name="txT" fmla="*/ 0 h 337"/>
                <a:gd name="txR" fmla="*/ 1017 w 1017"/>
                <a:gd name="txB" fmla="*/ 337 h 33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alpha val="100000"/>
              </a:srgbClr>
            </a:solidFill>
            <a:ln w="9525">
              <a:noFill/>
            </a:ln>
          </p:spPr>
          <p:txBody>
            <a:bodyPr/>
            <a:p>
              <a:endParaRPr lang="zh-CN" altLang="en-US"/>
            </a:p>
          </p:txBody>
        </p:sp>
        <p:sp>
          <p:nvSpPr>
            <p:cNvPr id="48560" name="Freeform 1220"/>
            <p:cNvSpPr/>
            <p:nvPr/>
          </p:nvSpPr>
          <p:spPr>
            <a:xfrm>
              <a:off x="3918" y="3397"/>
              <a:ext cx="116" cy="34"/>
            </a:xfrm>
            <a:custGeom>
              <a:avLst/>
              <a:gdLst>
                <a:gd name="txL" fmla="*/ 0 w 1036"/>
                <a:gd name="txT" fmla="*/ 0 h 303"/>
                <a:gd name="txR" fmla="*/ 1036 w 1036"/>
                <a:gd name="txB" fmla="*/ 303 h 303"/>
              </a:gdLst>
              <a:ahLst/>
              <a:cxnLst>
                <a:cxn ang="0">
                  <a:pos x="0" y="0"/>
                </a:cxn>
                <a:cxn ang="0">
                  <a:pos x="0" y="0"/>
                </a:cxn>
                <a:cxn ang="0">
                  <a:pos x="0" y="0"/>
                </a:cxn>
                <a:cxn ang="0">
                  <a:pos x="0" y="0"/>
                </a:cxn>
                <a:cxn ang="0">
                  <a:pos x="0" y="0"/>
                </a:cxn>
              </a:cxnLst>
              <a:rect l="txL" t="txT" r="txR" b="txB"/>
              <a:pathLst>
                <a:path w="1036" h="303">
                  <a:moveTo>
                    <a:pt x="0" y="0"/>
                  </a:moveTo>
                  <a:lnTo>
                    <a:pt x="1013" y="303"/>
                  </a:lnTo>
                  <a:lnTo>
                    <a:pt x="1036" y="303"/>
                  </a:lnTo>
                  <a:lnTo>
                    <a:pt x="31" y="0"/>
                  </a:lnTo>
                  <a:lnTo>
                    <a:pt x="0" y="0"/>
                  </a:lnTo>
                  <a:close/>
                </a:path>
              </a:pathLst>
            </a:custGeom>
            <a:solidFill>
              <a:srgbClr val="DDDDDD">
                <a:alpha val="100000"/>
              </a:srgbClr>
            </a:solidFill>
            <a:ln w="9525">
              <a:noFill/>
            </a:ln>
          </p:spPr>
          <p:txBody>
            <a:bodyPr/>
            <a:p>
              <a:endParaRPr lang="zh-CN" altLang="en-US"/>
            </a:p>
          </p:txBody>
        </p:sp>
        <p:sp>
          <p:nvSpPr>
            <p:cNvPr id="48561" name="Freeform 1221"/>
            <p:cNvSpPr/>
            <p:nvPr/>
          </p:nvSpPr>
          <p:spPr>
            <a:xfrm>
              <a:off x="3938" y="3393"/>
              <a:ext cx="113" cy="30"/>
            </a:xfrm>
            <a:custGeom>
              <a:avLst/>
              <a:gdLst>
                <a:gd name="txL" fmla="*/ 0 w 1023"/>
                <a:gd name="txT" fmla="*/ 0 h 270"/>
                <a:gd name="txR" fmla="*/ 1023 w 1023"/>
                <a:gd name="txB" fmla="*/ 270 h 270"/>
              </a:gdLst>
              <a:ahLst/>
              <a:cxnLst>
                <a:cxn ang="0">
                  <a:pos x="0" y="0"/>
                </a:cxn>
                <a:cxn ang="0">
                  <a:pos x="0" y="0"/>
                </a:cxn>
                <a:cxn ang="0">
                  <a:pos x="0" y="0"/>
                </a:cxn>
                <a:cxn ang="0">
                  <a:pos x="0" y="0"/>
                </a:cxn>
                <a:cxn ang="0">
                  <a:pos x="0" y="0"/>
                </a:cxn>
              </a:cxnLst>
              <a:rect l="txL" t="txT" r="txR" b="txB"/>
              <a:pathLst>
                <a:path w="1023" h="270">
                  <a:moveTo>
                    <a:pt x="0" y="1"/>
                  </a:moveTo>
                  <a:lnTo>
                    <a:pt x="1001" y="270"/>
                  </a:lnTo>
                  <a:lnTo>
                    <a:pt x="1023" y="269"/>
                  </a:lnTo>
                  <a:lnTo>
                    <a:pt x="31" y="0"/>
                  </a:lnTo>
                  <a:lnTo>
                    <a:pt x="0" y="1"/>
                  </a:lnTo>
                  <a:close/>
                </a:path>
              </a:pathLst>
            </a:custGeom>
            <a:solidFill>
              <a:srgbClr val="DDDDDD">
                <a:alpha val="100000"/>
              </a:srgbClr>
            </a:solidFill>
            <a:ln w="9525">
              <a:noFill/>
            </a:ln>
          </p:spPr>
          <p:txBody>
            <a:bodyPr/>
            <a:p>
              <a:endParaRPr lang="zh-CN" altLang="en-US"/>
            </a:p>
          </p:txBody>
        </p:sp>
        <p:sp>
          <p:nvSpPr>
            <p:cNvPr id="48562" name="Freeform 1222"/>
            <p:cNvSpPr/>
            <p:nvPr/>
          </p:nvSpPr>
          <p:spPr>
            <a:xfrm>
              <a:off x="3929" y="3394"/>
              <a:ext cx="114" cy="33"/>
            </a:xfrm>
            <a:custGeom>
              <a:avLst/>
              <a:gdLst>
                <a:gd name="txL" fmla="*/ 0 w 1028"/>
                <a:gd name="txT" fmla="*/ 0 h 299"/>
                <a:gd name="txR" fmla="*/ 1028 w 1028"/>
                <a:gd name="txB" fmla="*/ 299 h 299"/>
              </a:gdLst>
              <a:ahLst/>
              <a:cxnLst>
                <a:cxn ang="0">
                  <a:pos x="0" y="0"/>
                </a:cxn>
                <a:cxn ang="0">
                  <a:pos x="0" y="0"/>
                </a:cxn>
                <a:cxn ang="0">
                  <a:pos x="0" y="0"/>
                </a:cxn>
                <a:cxn ang="0">
                  <a:pos x="0" y="0"/>
                </a:cxn>
                <a:cxn ang="0">
                  <a:pos x="0" y="0"/>
                </a:cxn>
              </a:cxnLst>
              <a:rect l="txL" t="txT" r="txR" b="txB"/>
              <a:pathLst>
                <a:path w="1028" h="299">
                  <a:moveTo>
                    <a:pt x="0" y="0"/>
                  </a:moveTo>
                  <a:lnTo>
                    <a:pt x="1009" y="299"/>
                  </a:lnTo>
                  <a:lnTo>
                    <a:pt x="1028" y="292"/>
                  </a:lnTo>
                  <a:lnTo>
                    <a:pt x="30" y="0"/>
                  </a:lnTo>
                  <a:lnTo>
                    <a:pt x="0" y="0"/>
                  </a:lnTo>
                  <a:close/>
                </a:path>
              </a:pathLst>
            </a:custGeom>
            <a:solidFill>
              <a:srgbClr val="DDDDDD">
                <a:alpha val="100000"/>
              </a:srgbClr>
            </a:solidFill>
            <a:ln w="9525">
              <a:noFill/>
            </a:ln>
          </p:spPr>
          <p:txBody>
            <a:bodyPr/>
            <a:p>
              <a:endParaRPr lang="zh-CN" altLang="en-US"/>
            </a:p>
          </p:txBody>
        </p:sp>
      </p:grpSp>
      <p:grpSp>
        <p:nvGrpSpPr>
          <p:cNvPr id="48325" name="Group 1223"/>
          <p:cNvGrpSpPr/>
          <p:nvPr/>
        </p:nvGrpSpPr>
        <p:grpSpPr>
          <a:xfrm>
            <a:off x="5588000" y="4610100"/>
            <a:ext cx="338138" cy="282575"/>
            <a:chOff x="3899" y="3264"/>
            <a:chExt cx="213" cy="178"/>
          </a:xfrm>
        </p:grpSpPr>
        <p:sp>
          <p:nvSpPr>
            <p:cNvPr id="48485" name="Freeform 1224"/>
            <p:cNvSpPr/>
            <p:nvPr/>
          </p:nvSpPr>
          <p:spPr>
            <a:xfrm>
              <a:off x="3899" y="3264"/>
              <a:ext cx="213" cy="178"/>
            </a:xfrm>
            <a:custGeom>
              <a:avLst/>
              <a:gdLst>
                <a:gd name="txL" fmla="*/ 0 w 1913"/>
                <a:gd name="txT" fmla="*/ 0 h 1606"/>
                <a:gd name="txR" fmla="*/ 1913 w 1913"/>
                <a:gd name="txB" fmla="*/ 1606 h 160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alpha val="100000"/>
              </a:schemeClr>
            </a:solidFill>
            <a:ln w="9525">
              <a:noFill/>
            </a:ln>
          </p:spPr>
          <p:txBody>
            <a:bodyPr/>
            <a:p>
              <a:endParaRPr lang="zh-CN" altLang="en-US"/>
            </a:p>
          </p:txBody>
        </p:sp>
        <p:sp>
          <p:nvSpPr>
            <p:cNvPr id="48486" name="Freeform 1225"/>
            <p:cNvSpPr/>
            <p:nvPr/>
          </p:nvSpPr>
          <p:spPr>
            <a:xfrm>
              <a:off x="3977" y="3278"/>
              <a:ext cx="68" cy="78"/>
            </a:xfrm>
            <a:custGeom>
              <a:avLst/>
              <a:gdLst>
                <a:gd name="txL" fmla="*/ 0 w 614"/>
                <a:gd name="txT" fmla="*/ 0 h 697"/>
                <a:gd name="txR" fmla="*/ 614 w 614"/>
                <a:gd name="txB" fmla="*/ 697 h 69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alpha val="100000"/>
              </a:srgbClr>
            </a:solidFill>
            <a:ln w="9525">
              <a:noFill/>
            </a:ln>
          </p:spPr>
          <p:txBody>
            <a:bodyPr/>
            <a:p>
              <a:endParaRPr lang="zh-CN" altLang="en-US"/>
            </a:p>
          </p:txBody>
        </p:sp>
        <p:sp>
          <p:nvSpPr>
            <p:cNvPr id="48487" name="Freeform 1226"/>
            <p:cNvSpPr/>
            <p:nvPr/>
          </p:nvSpPr>
          <p:spPr>
            <a:xfrm>
              <a:off x="3984" y="3299"/>
              <a:ext cx="113" cy="77"/>
            </a:xfrm>
            <a:custGeom>
              <a:avLst/>
              <a:gdLst>
                <a:gd name="txL" fmla="*/ 0 w 1014"/>
                <a:gd name="txT" fmla="*/ 0 h 693"/>
                <a:gd name="txR" fmla="*/ 1014 w 1014"/>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alpha val="100000"/>
              </a:srgbClr>
            </a:solidFill>
            <a:ln w="9525">
              <a:noFill/>
            </a:ln>
          </p:spPr>
          <p:txBody>
            <a:bodyPr/>
            <a:p>
              <a:endParaRPr lang="zh-CN" altLang="en-US"/>
            </a:p>
          </p:txBody>
        </p:sp>
        <p:sp>
          <p:nvSpPr>
            <p:cNvPr id="48488" name="Freeform 1227"/>
            <p:cNvSpPr/>
            <p:nvPr/>
          </p:nvSpPr>
          <p:spPr>
            <a:xfrm>
              <a:off x="3970" y="3375"/>
              <a:ext cx="83" cy="27"/>
            </a:xfrm>
            <a:custGeom>
              <a:avLst/>
              <a:gdLst>
                <a:gd name="txL" fmla="*/ 0 w 745"/>
                <a:gd name="txT" fmla="*/ 0 h 240"/>
                <a:gd name="txR" fmla="*/ 745 w 745"/>
                <a:gd name="txB" fmla="*/ 240 h 240"/>
              </a:gdLst>
              <a:ahLst/>
              <a:cxnLst>
                <a:cxn ang="0">
                  <a:pos x="0" y="0"/>
                </a:cxn>
                <a:cxn ang="0">
                  <a:pos x="0" y="0"/>
                </a:cxn>
                <a:cxn ang="0">
                  <a:pos x="0" y="0"/>
                </a:cxn>
                <a:cxn ang="0">
                  <a:pos x="0" y="0"/>
                </a:cxn>
                <a:cxn ang="0">
                  <a:pos x="0" y="0"/>
                </a:cxn>
              </a:cxnLst>
              <a:rect l="txL" t="txT" r="txR" b="txB"/>
              <a:pathLst>
                <a:path w="745" h="240">
                  <a:moveTo>
                    <a:pt x="745" y="86"/>
                  </a:moveTo>
                  <a:lnTo>
                    <a:pt x="11" y="0"/>
                  </a:lnTo>
                  <a:lnTo>
                    <a:pt x="0" y="86"/>
                  </a:lnTo>
                  <a:lnTo>
                    <a:pt x="722" y="240"/>
                  </a:lnTo>
                  <a:lnTo>
                    <a:pt x="745" y="86"/>
                  </a:lnTo>
                  <a:close/>
                </a:path>
              </a:pathLst>
            </a:custGeom>
            <a:solidFill>
              <a:srgbClr val="DDDDDD">
                <a:alpha val="100000"/>
              </a:srgbClr>
            </a:solidFill>
            <a:ln w="9525">
              <a:noFill/>
            </a:ln>
          </p:spPr>
          <p:txBody>
            <a:bodyPr/>
            <a:p>
              <a:endParaRPr lang="zh-CN" altLang="en-US"/>
            </a:p>
          </p:txBody>
        </p:sp>
        <p:sp>
          <p:nvSpPr>
            <p:cNvPr id="48489" name="Freeform 1228"/>
            <p:cNvSpPr/>
            <p:nvPr/>
          </p:nvSpPr>
          <p:spPr>
            <a:xfrm>
              <a:off x="4011" y="3384"/>
              <a:ext cx="36" cy="12"/>
            </a:xfrm>
            <a:custGeom>
              <a:avLst/>
              <a:gdLst>
                <a:gd name="txL" fmla="*/ 0 w 319"/>
                <a:gd name="txT" fmla="*/ 0 h 109"/>
                <a:gd name="txR" fmla="*/ 319 w 319"/>
                <a:gd name="txB" fmla="*/ 109 h 109"/>
              </a:gdLst>
              <a:ahLst/>
              <a:cxnLst>
                <a:cxn ang="0">
                  <a:pos x="0" y="0"/>
                </a:cxn>
                <a:cxn ang="0">
                  <a:pos x="0" y="0"/>
                </a:cxn>
                <a:cxn ang="0">
                  <a:pos x="0" y="0"/>
                </a:cxn>
                <a:cxn ang="0">
                  <a:pos x="0" y="0"/>
                </a:cxn>
                <a:cxn ang="0">
                  <a:pos x="0" y="0"/>
                </a:cxn>
              </a:cxnLst>
              <a:rect l="txL" t="txT" r="txR" b="txB"/>
              <a:pathLst>
                <a:path w="319" h="109">
                  <a:moveTo>
                    <a:pt x="319" y="47"/>
                  </a:moveTo>
                  <a:lnTo>
                    <a:pt x="4" y="0"/>
                  </a:lnTo>
                  <a:lnTo>
                    <a:pt x="0" y="45"/>
                  </a:lnTo>
                  <a:lnTo>
                    <a:pt x="309" y="109"/>
                  </a:lnTo>
                  <a:lnTo>
                    <a:pt x="319" y="47"/>
                  </a:lnTo>
                  <a:close/>
                </a:path>
              </a:pathLst>
            </a:custGeom>
            <a:solidFill>
              <a:srgbClr val="DDDDDD">
                <a:alpha val="100000"/>
              </a:srgbClr>
            </a:solidFill>
            <a:ln w="9525">
              <a:noFill/>
            </a:ln>
          </p:spPr>
          <p:txBody>
            <a:bodyPr/>
            <a:p>
              <a:endParaRPr lang="zh-CN" altLang="en-US"/>
            </a:p>
          </p:txBody>
        </p:sp>
        <p:sp>
          <p:nvSpPr>
            <p:cNvPr id="48490" name="Freeform 1229"/>
            <p:cNvSpPr/>
            <p:nvPr/>
          </p:nvSpPr>
          <p:spPr>
            <a:xfrm>
              <a:off x="3975" y="3378"/>
              <a:ext cx="24" cy="9"/>
            </a:xfrm>
            <a:custGeom>
              <a:avLst/>
              <a:gdLst>
                <a:gd name="txL" fmla="*/ 0 w 213"/>
                <a:gd name="txT" fmla="*/ 0 h 81"/>
                <a:gd name="txR" fmla="*/ 213 w 213"/>
                <a:gd name="txB" fmla="*/ 81 h 81"/>
              </a:gdLst>
              <a:ahLst/>
              <a:cxnLst>
                <a:cxn ang="0">
                  <a:pos x="0" y="0"/>
                </a:cxn>
                <a:cxn ang="0">
                  <a:pos x="0" y="0"/>
                </a:cxn>
                <a:cxn ang="0">
                  <a:pos x="0" y="0"/>
                </a:cxn>
                <a:cxn ang="0">
                  <a:pos x="0" y="0"/>
                </a:cxn>
                <a:cxn ang="0">
                  <a:pos x="0" y="0"/>
                </a:cxn>
              </a:cxnLst>
              <a:rect l="txL" t="txT" r="txR" b="txB"/>
              <a:pathLst>
                <a:path w="213" h="81">
                  <a:moveTo>
                    <a:pt x="213" y="37"/>
                  </a:moveTo>
                  <a:lnTo>
                    <a:pt x="0" y="0"/>
                  </a:lnTo>
                  <a:lnTo>
                    <a:pt x="2" y="39"/>
                  </a:lnTo>
                  <a:lnTo>
                    <a:pt x="206" y="81"/>
                  </a:lnTo>
                  <a:lnTo>
                    <a:pt x="213" y="37"/>
                  </a:lnTo>
                  <a:close/>
                </a:path>
              </a:pathLst>
            </a:custGeom>
            <a:solidFill>
              <a:srgbClr val="DDDDDD">
                <a:alpha val="100000"/>
              </a:srgbClr>
            </a:solidFill>
            <a:ln w="9525">
              <a:noFill/>
            </a:ln>
          </p:spPr>
          <p:txBody>
            <a:bodyPr/>
            <a:p>
              <a:endParaRPr lang="zh-CN" altLang="en-US"/>
            </a:p>
          </p:txBody>
        </p:sp>
        <p:sp>
          <p:nvSpPr>
            <p:cNvPr id="48491" name="Freeform 1230"/>
            <p:cNvSpPr/>
            <p:nvPr/>
          </p:nvSpPr>
          <p:spPr>
            <a:xfrm>
              <a:off x="3916" y="3386"/>
              <a:ext cx="139" cy="47"/>
            </a:xfrm>
            <a:custGeom>
              <a:avLst/>
              <a:gdLst>
                <a:gd name="txL" fmla="*/ 0 w 1254"/>
                <a:gd name="txT" fmla="*/ 0 h 415"/>
                <a:gd name="txR" fmla="*/ 1254 w 1254"/>
                <a:gd name="txB" fmla="*/ 415 h 41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alpha val="100000"/>
              </a:srgbClr>
            </a:solidFill>
            <a:ln w="9525">
              <a:noFill/>
            </a:ln>
          </p:spPr>
          <p:txBody>
            <a:bodyPr/>
            <a:p>
              <a:endParaRPr lang="zh-CN" altLang="en-US"/>
            </a:p>
          </p:txBody>
        </p:sp>
        <p:sp>
          <p:nvSpPr>
            <p:cNvPr id="48492" name="Freeform 1231"/>
            <p:cNvSpPr/>
            <p:nvPr/>
          </p:nvSpPr>
          <p:spPr>
            <a:xfrm>
              <a:off x="4055" y="3381"/>
              <a:ext cx="49" cy="22"/>
            </a:xfrm>
            <a:custGeom>
              <a:avLst/>
              <a:gdLst>
                <a:gd name="txL" fmla="*/ 0 w 447"/>
                <a:gd name="txT" fmla="*/ 0 h 198"/>
                <a:gd name="txR" fmla="*/ 447 w 447"/>
                <a:gd name="txB" fmla="*/ 198 h 198"/>
              </a:gdLst>
              <a:ahLst/>
              <a:cxnLst>
                <a:cxn ang="0">
                  <a:pos x="0" y="0"/>
                </a:cxn>
                <a:cxn ang="0">
                  <a:pos x="0" y="0"/>
                </a:cxn>
                <a:cxn ang="0">
                  <a:pos x="0" y="0"/>
                </a:cxn>
                <a:cxn ang="0">
                  <a:pos x="0" y="0"/>
                </a:cxn>
                <a:cxn ang="0">
                  <a:pos x="0" y="0"/>
                </a:cxn>
                <a:cxn ang="0">
                  <a:pos x="0" y="0"/>
                </a:cxn>
              </a:cxnLst>
              <a:rect l="txL" t="txT" r="txR" b="txB"/>
              <a:pathLst>
                <a:path w="447" h="198">
                  <a:moveTo>
                    <a:pt x="45" y="198"/>
                  </a:moveTo>
                  <a:lnTo>
                    <a:pt x="447" y="79"/>
                  </a:lnTo>
                  <a:lnTo>
                    <a:pt x="203" y="0"/>
                  </a:lnTo>
                  <a:lnTo>
                    <a:pt x="5" y="22"/>
                  </a:lnTo>
                  <a:lnTo>
                    <a:pt x="0" y="187"/>
                  </a:lnTo>
                  <a:lnTo>
                    <a:pt x="45" y="198"/>
                  </a:lnTo>
                  <a:close/>
                </a:path>
              </a:pathLst>
            </a:custGeom>
            <a:solidFill>
              <a:srgbClr val="DDDDDD">
                <a:alpha val="100000"/>
              </a:srgbClr>
            </a:solidFill>
            <a:ln w="9525">
              <a:noFill/>
            </a:ln>
          </p:spPr>
          <p:txBody>
            <a:bodyPr/>
            <a:p>
              <a:endParaRPr lang="zh-CN" altLang="en-US"/>
            </a:p>
          </p:txBody>
        </p:sp>
        <p:sp>
          <p:nvSpPr>
            <p:cNvPr id="48493" name="Freeform 1232"/>
            <p:cNvSpPr/>
            <p:nvPr/>
          </p:nvSpPr>
          <p:spPr>
            <a:xfrm>
              <a:off x="3926" y="3287"/>
              <a:ext cx="27" cy="105"/>
            </a:xfrm>
            <a:custGeom>
              <a:avLst/>
              <a:gdLst>
                <a:gd name="txL" fmla="*/ 0 w 238"/>
                <a:gd name="txT" fmla="*/ 0 h 947"/>
                <a:gd name="txR" fmla="*/ 238 w 238"/>
                <a:gd name="txB" fmla="*/ 947 h 9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alpha val="100000"/>
              </a:srgbClr>
            </a:solidFill>
            <a:ln w="9525">
              <a:noFill/>
            </a:ln>
          </p:spPr>
          <p:txBody>
            <a:bodyPr/>
            <a:p>
              <a:endParaRPr lang="zh-CN" altLang="en-US"/>
            </a:p>
          </p:txBody>
        </p:sp>
        <p:sp>
          <p:nvSpPr>
            <p:cNvPr id="48494" name="Freeform 1233"/>
            <p:cNvSpPr/>
            <p:nvPr/>
          </p:nvSpPr>
          <p:spPr>
            <a:xfrm>
              <a:off x="3927" y="3288"/>
              <a:ext cx="23" cy="89"/>
            </a:xfrm>
            <a:custGeom>
              <a:avLst/>
              <a:gdLst>
                <a:gd name="txL" fmla="*/ 0 w 203"/>
                <a:gd name="txT" fmla="*/ 0 h 799"/>
                <a:gd name="txR" fmla="*/ 203 w 203"/>
                <a:gd name="txB" fmla="*/ 799 h 79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alpha val="100000"/>
              </a:srgbClr>
            </a:solidFill>
            <a:ln w="9525">
              <a:noFill/>
            </a:ln>
          </p:spPr>
          <p:txBody>
            <a:bodyPr/>
            <a:p>
              <a:endParaRPr lang="zh-CN" altLang="en-US"/>
            </a:p>
          </p:txBody>
        </p:sp>
        <p:sp>
          <p:nvSpPr>
            <p:cNvPr id="48495" name="Freeform 1234"/>
            <p:cNvSpPr/>
            <p:nvPr/>
          </p:nvSpPr>
          <p:spPr>
            <a:xfrm>
              <a:off x="3928" y="3289"/>
              <a:ext cx="19" cy="72"/>
            </a:xfrm>
            <a:custGeom>
              <a:avLst/>
              <a:gdLst>
                <a:gd name="txL" fmla="*/ 0 w 171"/>
                <a:gd name="txT" fmla="*/ 0 h 650"/>
                <a:gd name="txR" fmla="*/ 171 w 171"/>
                <a:gd name="txB" fmla="*/ 650 h 65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alpha val="100000"/>
              </a:srgbClr>
            </a:solidFill>
            <a:ln w="9525">
              <a:noFill/>
            </a:ln>
          </p:spPr>
          <p:txBody>
            <a:bodyPr/>
            <a:p>
              <a:endParaRPr lang="zh-CN" altLang="en-US"/>
            </a:p>
          </p:txBody>
        </p:sp>
        <p:sp>
          <p:nvSpPr>
            <p:cNvPr id="48496" name="Freeform 1235"/>
            <p:cNvSpPr/>
            <p:nvPr/>
          </p:nvSpPr>
          <p:spPr>
            <a:xfrm>
              <a:off x="3929" y="3289"/>
              <a:ext cx="15" cy="56"/>
            </a:xfrm>
            <a:custGeom>
              <a:avLst/>
              <a:gdLst>
                <a:gd name="txL" fmla="*/ 0 w 138"/>
                <a:gd name="txT" fmla="*/ 0 h 502"/>
                <a:gd name="txR" fmla="*/ 138 w 138"/>
                <a:gd name="txB" fmla="*/ 502 h 5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alpha val="100000"/>
              </a:srgbClr>
            </a:solidFill>
            <a:ln w="9525">
              <a:noFill/>
            </a:ln>
          </p:spPr>
          <p:txBody>
            <a:bodyPr/>
            <a:p>
              <a:endParaRPr lang="zh-CN" altLang="en-US"/>
            </a:p>
          </p:txBody>
        </p:sp>
        <p:sp>
          <p:nvSpPr>
            <p:cNvPr id="48497" name="Freeform 1236"/>
            <p:cNvSpPr/>
            <p:nvPr/>
          </p:nvSpPr>
          <p:spPr>
            <a:xfrm>
              <a:off x="3929" y="3290"/>
              <a:ext cx="12" cy="40"/>
            </a:xfrm>
            <a:custGeom>
              <a:avLst/>
              <a:gdLst>
                <a:gd name="txL" fmla="*/ 0 w 104"/>
                <a:gd name="txT" fmla="*/ 0 h 353"/>
                <a:gd name="txR" fmla="*/ 104 w 104"/>
                <a:gd name="txB" fmla="*/ 353 h 3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alpha val="100000"/>
              </a:srgbClr>
            </a:solidFill>
            <a:ln w="9525">
              <a:noFill/>
            </a:ln>
          </p:spPr>
          <p:txBody>
            <a:bodyPr/>
            <a:p>
              <a:endParaRPr lang="zh-CN" altLang="en-US"/>
            </a:p>
          </p:txBody>
        </p:sp>
        <p:sp>
          <p:nvSpPr>
            <p:cNvPr id="48498" name="Freeform 1237"/>
            <p:cNvSpPr/>
            <p:nvPr/>
          </p:nvSpPr>
          <p:spPr>
            <a:xfrm>
              <a:off x="3930" y="3291"/>
              <a:ext cx="8" cy="23"/>
            </a:xfrm>
            <a:custGeom>
              <a:avLst/>
              <a:gdLst>
                <a:gd name="txL" fmla="*/ 0 w 72"/>
                <a:gd name="txT" fmla="*/ 0 h 204"/>
                <a:gd name="txR" fmla="*/ 72 w 72"/>
                <a:gd name="txB" fmla="*/ 204 h 2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alpha val="100000"/>
              </a:srgbClr>
            </a:solidFill>
            <a:ln w="9525">
              <a:noFill/>
            </a:ln>
          </p:spPr>
          <p:txBody>
            <a:bodyPr/>
            <a:p>
              <a:endParaRPr lang="zh-CN" altLang="en-US"/>
            </a:p>
          </p:txBody>
        </p:sp>
        <p:sp>
          <p:nvSpPr>
            <p:cNvPr id="48499" name="Freeform 1238"/>
            <p:cNvSpPr/>
            <p:nvPr/>
          </p:nvSpPr>
          <p:spPr>
            <a:xfrm>
              <a:off x="4025" y="3357"/>
              <a:ext cx="12" cy="11"/>
            </a:xfrm>
            <a:custGeom>
              <a:avLst/>
              <a:gdLst>
                <a:gd name="txL" fmla="*/ 0 w 104"/>
                <a:gd name="txT" fmla="*/ 0 h 104"/>
                <a:gd name="txR" fmla="*/ 104 w 104"/>
                <a:gd name="txB" fmla="*/ 104 h 1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alpha val="100000"/>
              </a:srgbClr>
            </a:solidFill>
            <a:ln w="9525">
              <a:noFill/>
            </a:ln>
          </p:spPr>
          <p:txBody>
            <a:bodyPr/>
            <a:p>
              <a:endParaRPr lang="zh-CN" altLang="en-US"/>
            </a:p>
          </p:txBody>
        </p:sp>
        <p:sp>
          <p:nvSpPr>
            <p:cNvPr id="48500" name="Freeform 1239"/>
            <p:cNvSpPr/>
            <p:nvPr/>
          </p:nvSpPr>
          <p:spPr>
            <a:xfrm>
              <a:off x="3990" y="3357"/>
              <a:ext cx="6"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alpha val="100000"/>
              </a:srgbClr>
            </a:solidFill>
            <a:ln w="9525">
              <a:noFill/>
            </a:ln>
          </p:spPr>
          <p:txBody>
            <a:bodyPr/>
            <a:p>
              <a:endParaRPr lang="zh-CN" altLang="en-US"/>
            </a:p>
          </p:txBody>
        </p:sp>
        <p:sp>
          <p:nvSpPr>
            <p:cNvPr id="48501" name="Freeform 1240"/>
            <p:cNvSpPr/>
            <p:nvPr/>
          </p:nvSpPr>
          <p:spPr>
            <a:xfrm>
              <a:off x="4000" y="3357"/>
              <a:ext cx="5"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alpha val="100000"/>
              </a:srgbClr>
            </a:solidFill>
            <a:ln w="9525">
              <a:noFill/>
            </a:ln>
          </p:spPr>
          <p:txBody>
            <a:bodyPr/>
            <a:p>
              <a:endParaRPr lang="zh-CN" altLang="en-US"/>
            </a:p>
          </p:txBody>
        </p:sp>
        <p:sp>
          <p:nvSpPr>
            <p:cNvPr id="48502" name="Freeform 1241"/>
            <p:cNvSpPr/>
            <p:nvPr/>
          </p:nvSpPr>
          <p:spPr>
            <a:xfrm>
              <a:off x="3961" y="3278"/>
              <a:ext cx="16" cy="79"/>
            </a:xfrm>
            <a:custGeom>
              <a:avLst/>
              <a:gdLst>
                <a:gd name="txL" fmla="*/ 0 w 148"/>
                <a:gd name="txT" fmla="*/ 0 h 712"/>
                <a:gd name="txR" fmla="*/ 148 w 148"/>
                <a:gd name="txB" fmla="*/ 712 h 71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alpha val="100000"/>
              </a:srgbClr>
            </a:solidFill>
            <a:ln w="9525">
              <a:noFill/>
            </a:ln>
          </p:spPr>
          <p:txBody>
            <a:bodyPr/>
            <a:p>
              <a:endParaRPr lang="zh-CN" altLang="en-US"/>
            </a:p>
          </p:txBody>
        </p:sp>
        <p:sp>
          <p:nvSpPr>
            <p:cNvPr id="48503" name="Freeform 1242"/>
            <p:cNvSpPr/>
            <p:nvPr/>
          </p:nvSpPr>
          <p:spPr>
            <a:xfrm>
              <a:off x="4045" y="3268"/>
              <a:ext cx="23" cy="88"/>
            </a:xfrm>
            <a:custGeom>
              <a:avLst/>
              <a:gdLst>
                <a:gd name="txL" fmla="*/ 0 w 201"/>
                <a:gd name="txT" fmla="*/ 0 h 795"/>
                <a:gd name="txR" fmla="*/ 201 w 201"/>
                <a:gd name="txB" fmla="*/ 795 h 79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alpha val="100000"/>
              </a:srgbClr>
            </a:solidFill>
            <a:ln w="9525">
              <a:noFill/>
            </a:ln>
          </p:spPr>
          <p:txBody>
            <a:bodyPr/>
            <a:p>
              <a:endParaRPr lang="zh-CN" altLang="en-US"/>
            </a:p>
          </p:txBody>
        </p:sp>
        <p:sp>
          <p:nvSpPr>
            <p:cNvPr id="48504" name="Freeform 1243"/>
            <p:cNvSpPr/>
            <p:nvPr/>
          </p:nvSpPr>
          <p:spPr>
            <a:xfrm>
              <a:off x="3961" y="3282"/>
              <a:ext cx="15" cy="69"/>
            </a:xfrm>
            <a:custGeom>
              <a:avLst/>
              <a:gdLst>
                <a:gd name="txL" fmla="*/ 0 w 129"/>
                <a:gd name="txT" fmla="*/ 0 h 622"/>
                <a:gd name="txR" fmla="*/ 129 w 129"/>
                <a:gd name="txB" fmla="*/ 622 h 62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alpha val="100000"/>
              </a:srgbClr>
            </a:solidFill>
            <a:ln w="9525">
              <a:noFill/>
            </a:ln>
          </p:spPr>
          <p:txBody>
            <a:bodyPr/>
            <a:p>
              <a:endParaRPr lang="zh-CN" altLang="en-US"/>
            </a:p>
          </p:txBody>
        </p:sp>
        <p:sp>
          <p:nvSpPr>
            <p:cNvPr id="48505" name="Freeform 1244"/>
            <p:cNvSpPr/>
            <p:nvPr/>
          </p:nvSpPr>
          <p:spPr>
            <a:xfrm>
              <a:off x="3962" y="3287"/>
              <a:ext cx="12" cy="59"/>
            </a:xfrm>
            <a:custGeom>
              <a:avLst/>
              <a:gdLst>
                <a:gd name="txL" fmla="*/ 0 w 110"/>
                <a:gd name="txT" fmla="*/ 0 h 531"/>
                <a:gd name="txR" fmla="*/ 110 w 110"/>
                <a:gd name="txB" fmla="*/ 531 h 53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alpha val="100000"/>
              </a:srgbClr>
            </a:solidFill>
            <a:ln w="9525">
              <a:noFill/>
            </a:ln>
          </p:spPr>
          <p:txBody>
            <a:bodyPr/>
            <a:p>
              <a:endParaRPr lang="zh-CN" altLang="en-US"/>
            </a:p>
          </p:txBody>
        </p:sp>
        <p:sp>
          <p:nvSpPr>
            <p:cNvPr id="48506" name="Freeform 1245"/>
            <p:cNvSpPr/>
            <p:nvPr/>
          </p:nvSpPr>
          <p:spPr>
            <a:xfrm>
              <a:off x="3963" y="3292"/>
              <a:ext cx="10" cy="48"/>
            </a:xfrm>
            <a:custGeom>
              <a:avLst/>
              <a:gdLst>
                <a:gd name="txL" fmla="*/ 0 w 92"/>
                <a:gd name="txT" fmla="*/ 0 h 438"/>
                <a:gd name="txR" fmla="*/ 92 w 92"/>
                <a:gd name="txB" fmla="*/ 438 h 4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alpha val="100000"/>
              </a:srgbClr>
            </a:solidFill>
            <a:ln w="9525">
              <a:noFill/>
            </a:ln>
          </p:spPr>
          <p:txBody>
            <a:bodyPr/>
            <a:p>
              <a:endParaRPr lang="zh-CN" altLang="en-US"/>
            </a:p>
          </p:txBody>
        </p:sp>
        <p:sp>
          <p:nvSpPr>
            <p:cNvPr id="48507" name="Freeform 1246"/>
            <p:cNvSpPr/>
            <p:nvPr/>
          </p:nvSpPr>
          <p:spPr>
            <a:xfrm>
              <a:off x="3963" y="3296"/>
              <a:ext cx="8" cy="39"/>
            </a:xfrm>
            <a:custGeom>
              <a:avLst/>
              <a:gdLst>
                <a:gd name="txL" fmla="*/ 0 w 73"/>
                <a:gd name="txT" fmla="*/ 0 h 347"/>
                <a:gd name="txR" fmla="*/ 73 w 73"/>
                <a:gd name="txB" fmla="*/ 347 h 3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alpha val="100000"/>
              </a:srgbClr>
            </a:solidFill>
            <a:ln w="9525">
              <a:noFill/>
            </a:ln>
          </p:spPr>
          <p:txBody>
            <a:bodyPr/>
            <a:p>
              <a:endParaRPr lang="zh-CN" altLang="en-US"/>
            </a:p>
          </p:txBody>
        </p:sp>
        <p:sp>
          <p:nvSpPr>
            <p:cNvPr id="48508" name="Freeform 1247"/>
            <p:cNvSpPr/>
            <p:nvPr/>
          </p:nvSpPr>
          <p:spPr>
            <a:xfrm>
              <a:off x="3964" y="3301"/>
              <a:ext cx="6" cy="28"/>
            </a:xfrm>
            <a:custGeom>
              <a:avLst/>
              <a:gdLst>
                <a:gd name="txL" fmla="*/ 0 w 52"/>
                <a:gd name="txT" fmla="*/ 0 h 256"/>
                <a:gd name="txR" fmla="*/ 52 w 52"/>
                <a:gd name="txB" fmla="*/ 256 h 25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alpha val="100000"/>
              </a:srgbClr>
            </a:solidFill>
            <a:ln w="9525">
              <a:noFill/>
            </a:ln>
          </p:spPr>
          <p:txBody>
            <a:bodyPr/>
            <a:p>
              <a:endParaRPr lang="zh-CN" altLang="en-US"/>
            </a:p>
          </p:txBody>
        </p:sp>
        <p:sp>
          <p:nvSpPr>
            <p:cNvPr id="48509" name="Freeform 1248"/>
            <p:cNvSpPr/>
            <p:nvPr/>
          </p:nvSpPr>
          <p:spPr>
            <a:xfrm>
              <a:off x="4046" y="3273"/>
              <a:ext cx="20" cy="77"/>
            </a:xfrm>
            <a:custGeom>
              <a:avLst/>
              <a:gdLst>
                <a:gd name="txL" fmla="*/ 0 w 176"/>
                <a:gd name="txT" fmla="*/ 0 h 693"/>
                <a:gd name="txR" fmla="*/ 176 w 176"/>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alpha val="100000"/>
              </a:srgbClr>
            </a:solidFill>
            <a:ln w="9525">
              <a:noFill/>
            </a:ln>
          </p:spPr>
          <p:txBody>
            <a:bodyPr/>
            <a:p>
              <a:endParaRPr lang="zh-CN" altLang="en-US"/>
            </a:p>
          </p:txBody>
        </p:sp>
        <p:sp>
          <p:nvSpPr>
            <p:cNvPr id="48510" name="Freeform 1249"/>
            <p:cNvSpPr/>
            <p:nvPr/>
          </p:nvSpPr>
          <p:spPr>
            <a:xfrm>
              <a:off x="4047" y="3279"/>
              <a:ext cx="16" cy="65"/>
            </a:xfrm>
            <a:custGeom>
              <a:avLst/>
              <a:gdLst>
                <a:gd name="txL" fmla="*/ 0 w 149"/>
                <a:gd name="txT" fmla="*/ 0 h 592"/>
                <a:gd name="txR" fmla="*/ 149 w 149"/>
                <a:gd name="txB" fmla="*/ 592 h 59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alpha val="100000"/>
              </a:srgbClr>
            </a:solidFill>
            <a:ln w="9525">
              <a:noFill/>
            </a:ln>
          </p:spPr>
          <p:txBody>
            <a:bodyPr/>
            <a:p>
              <a:endParaRPr lang="zh-CN" altLang="en-US"/>
            </a:p>
          </p:txBody>
        </p:sp>
        <p:sp>
          <p:nvSpPr>
            <p:cNvPr id="48511" name="Freeform 1250"/>
            <p:cNvSpPr/>
            <p:nvPr/>
          </p:nvSpPr>
          <p:spPr>
            <a:xfrm>
              <a:off x="4048" y="3284"/>
              <a:ext cx="13" cy="54"/>
            </a:xfrm>
            <a:custGeom>
              <a:avLst/>
              <a:gdLst>
                <a:gd name="txL" fmla="*/ 0 w 124"/>
                <a:gd name="txT" fmla="*/ 0 h 490"/>
                <a:gd name="txR" fmla="*/ 124 w 124"/>
                <a:gd name="txB" fmla="*/ 490 h 4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alpha val="100000"/>
              </a:srgbClr>
            </a:solidFill>
            <a:ln w="9525">
              <a:noFill/>
            </a:ln>
          </p:spPr>
          <p:txBody>
            <a:bodyPr/>
            <a:p>
              <a:endParaRPr lang="zh-CN" altLang="en-US"/>
            </a:p>
          </p:txBody>
        </p:sp>
        <p:sp>
          <p:nvSpPr>
            <p:cNvPr id="48512" name="Freeform 1251"/>
            <p:cNvSpPr/>
            <p:nvPr/>
          </p:nvSpPr>
          <p:spPr>
            <a:xfrm>
              <a:off x="4048" y="3289"/>
              <a:ext cx="11" cy="43"/>
            </a:xfrm>
            <a:custGeom>
              <a:avLst/>
              <a:gdLst>
                <a:gd name="txL" fmla="*/ 0 w 99"/>
                <a:gd name="txT" fmla="*/ 0 h 389"/>
                <a:gd name="txR" fmla="*/ 99 w 99"/>
                <a:gd name="txB" fmla="*/ 389 h 38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alpha val="100000"/>
              </a:srgbClr>
            </a:solidFill>
            <a:ln w="9525">
              <a:noFill/>
            </a:ln>
          </p:spPr>
          <p:txBody>
            <a:bodyPr/>
            <a:p>
              <a:endParaRPr lang="zh-CN" altLang="en-US"/>
            </a:p>
          </p:txBody>
        </p:sp>
        <p:sp>
          <p:nvSpPr>
            <p:cNvPr id="48513" name="Freeform 1252"/>
            <p:cNvSpPr/>
            <p:nvPr/>
          </p:nvSpPr>
          <p:spPr>
            <a:xfrm>
              <a:off x="4049" y="3295"/>
              <a:ext cx="8" cy="31"/>
            </a:xfrm>
            <a:custGeom>
              <a:avLst/>
              <a:gdLst>
                <a:gd name="txL" fmla="*/ 0 w 72"/>
                <a:gd name="txT" fmla="*/ 0 h 287"/>
                <a:gd name="txR" fmla="*/ 72 w 72"/>
                <a:gd name="txB" fmla="*/ 287 h 2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alpha val="100000"/>
              </a:srgbClr>
            </a:solidFill>
            <a:ln w="9525">
              <a:noFill/>
            </a:ln>
          </p:spPr>
          <p:txBody>
            <a:bodyPr/>
            <a:p>
              <a:endParaRPr lang="zh-CN" altLang="en-US"/>
            </a:p>
          </p:txBody>
        </p:sp>
        <p:sp>
          <p:nvSpPr>
            <p:cNvPr id="48514" name="Rectangle 1253"/>
            <p:cNvSpPr/>
            <p:nvPr/>
          </p:nvSpPr>
          <p:spPr>
            <a:xfrm>
              <a:off x="3944" y="3287"/>
              <a:ext cx="3" cy="101"/>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515" name="Freeform 1254"/>
            <p:cNvSpPr/>
            <p:nvPr/>
          </p:nvSpPr>
          <p:spPr>
            <a:xfrm>
              <a:off x="3980" y="3285"/>
              <a:ext cx="39" cy="47"/>
            </a:xfrm>
            <a:custGeom>
              <a:avLst/>
              <a:gdLst>
                <a:gd name="txL" fmla="*/ 0 w 354"/>
                <a:gd name="txT" fmla="*/ 0 h 418"/>
                <a:gd name="txR" fmla="*/ 354 w 354"/>
                <a:gd name="txB" fmla="*/ 418 h 4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alpha val="100000"/>
              </a:srgbClr>
            </a:solidFill>
            <a:ln w="9525">
              <a:noFill/>
            </a:ln>
          </p:spPr>
          <p:txBody>
            <a:bodyPr/>
            <a:p>
              <a:endParaRPr lang="zh-CN" altLang="en-US"/>
            </a:p>
          </p:txBody>
        </p:sp>
        <p:sp>
          <p:nvSpPr>
            <p:cNvPr id="48516" name="Freeform 1255"/>
            <p:cNvSpPr/>
            <p:nvPr/>
          </p:nvSpPr>
          <p:spPr>
            <a:xfrm>
              <a:off x="3925" y="3320"/>
              <a:ext cx="32" cy="8"/>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48517" name="Freeform 1256"/>
            <p:cNvSpPr/>
            <p:nvPr/>
          </p:nvSpPr>
          <p:spPr>
            <a:xfrm>
              <a:off x="3925" y="3299"/>
              <a:ext cx="32" cy="9"/>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48518" name="Freeform 1257"/>
            <p:cNvSpPr/>
            <p:nvPr/>
          </p:nvSpPr>
          <p:spPr>
            <a:xfrm>
              <a:off x="3955" y="3289"/>
              <a:ext cx="52" cy="96"/>
            </a:xfrm>
            <a:custGeom>
              <a:avLst/>
              <a:gdLst>
                <a:gd name="txL" fmla="*/ 0 w 469"/>
                <a:gd name="txT" fmla="*/ 0 h 868"/>
                <a:gd name="txR" fmla="*/ 469 w 469"/>
                <a:gd name="txB" fmla="*/ 868 h 8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alpha val="100000"/>
              </a:srgbClr>
            </a:solidFill>
            <a:ln w="9525">
              <a:noFill/>
            </a:ln>
          </p:spPr>
          <p:txBody>
            <a:bodyPr/>
            <a:p>
              <a:endParaRPr lang="zh-CN" altLang="en-US"/>
            </a:p>
          </p:txBody>
        </p:sp>
        <p:sp>
          <p:nvSpPr>
            <p:cNvPr id="48519" name="Freeform 1258"/>
            <p:cNvSpPr/>
            <p:nvPr/>
          </p:nvSpPr>
          <p:spPr>
            <a:xfrm>
              <a:off x="3981" y="3267"/>
              <a:ext cx="67" cy="13"/>
            </a:xfrm>
            <a:custGeom>
              <a:avLst/>
              <a:gdLst>
                <a:gd name="txL" fmla="*/ 0 w 604"/>
                <a:gd name="txT" fmla="*/ 0 h 118"/>
                <a:gd name="txR" fmla="*/ 604 w 604"/>
                <a:gd name="txB" fmla="*/ 118 h 1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alpha val="100000"/>
              </a:srgbClr>
            </a:solidFill>
            <a:ln w="9525">
              <a:noFill/>
            </a:ln>
          </p:spPr>
          <p:txBody>
            <a:bodyPr/>
            <a:p>
              <a:endParaRPr lang="zh-CN" altLang="en-US"/>
            </a:p>
          </p:txBody>
        </p:sp>
        <p:sp>
          <p:nvSpPr>
            <p:cNvPr id="48520" name="Freeform 1259"/>
            <p:cNvSpPr/>
            <p:nvPr/>
          </p:nvSpPr>
          <p:spPr>
            <a:xfrm>
              <a:off x="3942" y="3387"/>
              <a:ext cx="113" cy="38"/>
            </a:xfrm>
            <a:custGeom>
              <a:avLst/>
              <a:gdLst>
                <a:gd name="txL" fmla="*/ 0 w 1017"/>
                <a:gd name="txT" fmla="*/ 0 h 337"/>
                <a:gd name="txR" fmla="*/ 1017 w 1017"/>
                <a:gd name="txB" fmla="*/ 337 h 33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alpha val="100000"/>
              </a:srgbClr>
            </a:solidFill>
            <a:ln w="9525">
              <a:noFill/>
            </a:ln>
          </p:spPr>
          <p:txBody>
            <a:bodyPr/>
            <a:p>
              <a:endParaRPr lang="zh-CN" altLang="en-US"/>
            </a:p>
          </p:txBody>
        </p:sp>
        <p:sp>
          <p:nvSpPr>
            <p:cNvPr id="48521" name="Freeform 1260"/>
            <p:cNvSpPr/>
            <p:nvPr/>
          </p:nvSpPr>
          <p:spPr>
            <a:xfrm>
              <a:off x="3918" y="3397"/>
              <a:ext cx="116" cy="34"/>
            </a:xfrm>
            <a:custGeom>
              <a:avLst/>
              <a:gdLst>
                <a:gd name="txL" fmla="*/ 0 w 1036"/>
                <a:gd name="txT" fmla="*/ 0 h 303"/>
                <a:gd name="txR" fmla="*/ 1036 w 1036"/>
                <a:gd name="txB" fmla="*/ 303 h 303"/>
              </a:gdLst>
              <a:ahLst/>
              <a:cxnLst>
                <a:cxn ang="0">
                  <a:pos x="0" y="0"/>
                </a:cxn>
                <a:cxn ang="0">
                  <a:pos x="0" y="0"/>
                </a:cxn>
                <a:cxn ang="0">
                  <a:pos x="0" y="0"/>
                </a:cxn>
                <a:cxn ang="0">
                  <a:pos x="0" y="0"/>
                </a:cxn>
                <a:cxn ang="0">
                  <a:pos x="0" y="0"/>
                </a:cxn>
              </a:cxnLst>
              <a:rect l="txL" t="txT" r="txR" b="txB"/>
              <a:pathLst>
                <a:path w="1036" h="303">
                  <a:moveTo>
                    <a:pt x="0" y="0"/>
                  </a:moveTo>
                  <a:lnTo>
                    <a:pt x="1013" y="303"/>
                  </a:lnTo>
                  <a:lnTo>
                    <a:pt x="1036" y="303"/>
                  </a:lnTo>
                  <a:lnTo>
                    <a:pt x="31" y="0"/>
                  </a:lnTo>
                  <a:lnTo>
                    <a:pt x="0" y="0"/>
                  </a:lnTo>
                  <a:close/>
                </a:path>
              </a:pathLst>
            </a:custGeom>
            <a:solidFill>
              <a:srgbClr val="DDDDDD">
                <a:alpha val="100000"/>
              </a:srgbClr>
            </a:solidFill>
            <a:ln w="9525">
              <a:noFill/>
            </a:ln>
          </p:spPr>
          <p:txBody>
            <a:bodyPr/>
            <a:p>
              <a:endParaRPr lang="zh-CN" altLang="en-US"/>
            </a:p>
          </p:txBody>
        </p:sp>
        <p:sp>
          <p:nvSpPr>
            <p:cNvPr id="48522" name="Freeform 1261"/>
            <p:cNvSpPr/>
            <p:nvPr/>
          </p:nvSpPr>
          <p:spPr>
            <a:xfrm>
              <a:off x="3938" y="3393"/>
              <a:ext cx="113" cy="30"/>
            </a:xfrm>
            <a:custGeom>
              <a:avLst/>
              <a:gdLst>
                <a:gd name="txL" fmla="*/ 0 w 1023"/>
                <a:gd name="txT" fmla="*/ 0 h 270"/>
                <a:gd name="txR" fmla="*/ 1023 w 1023"/>
                <a:gd name="txB" fmla="*/ 270 h 270"/>
              </a:gdLst>
              <a:ahLst/>
              <a:cxnLst>
                <a:cxn ang="0">
                  <a:pos x="0" y="0"/>
                </a:cxn>
                <a:cxn ang="0">
                  <a:pos x="0" y="0"/>
                </a:cxn>
                <a:cxn ang="0">
                  <a:pos x="0" y="0"/>
                </a:cxn>
                <a:cxn ang="0">
                  <a:pos x="0" y="0"/>
                </a:cxn>
                <a:cxn ang="0">
                  <a:pos x="0" y="0"/>
                </a:cxn>
              </a:cxnLst>
              <a:rect l="txL" t="txT" r="txR" b="txB"/>
              <a:pathLst>
                <a:path w="1023" h="270">
                  <a:moveTo>
                    <a:pt x="0" y="1"/>
                  </a:moveTo>
                  <a:lnTo>
                    <a:pt x="1001" y="270"/>
                  </a:lnTo>
                  <a:lnTo>
                    <a:pt x="1023" y="269"/>
                  </a:lnTo>
                  <a:lnTo>
                    <a:pt x="31" y="0"/>
                  </a:lnTo>
                  <a:lnTo>
                    <a:pt x="0" y="1"/>
                  </a:lnTo>
                  <a:close/>
                </a:path>
              </a:pathLst>
            </a:custGeom>
            <a:solidFill>
              <a:srgbClr val="DDDDDD">
                <a:alpha val="100000"/>
              </a:srgbClr>
            </a:solidFill>
            <a:ln w="9525">
              <a:noFill/>
            </a:ln>
          </p:spPr>
          <p:txBody>
            <a:bodyPr/>
            <a:p>
              <a:endParaRPr lang="zh-CN" altLang="en-US"/>
            </a:p>
          </p:txBody>
        </p:sp>
        <p:sp>
          <p:nvSpPr>
            <p:cNvPr id="48523" name="Freeform 1262"/>
            <p:cNvSpPr/>
            <p:nvPr/>
          </p:nvSpPr>
          <p:spPr>
            <a:xfrm>
              <a:off x="3929" y="3394"/>
              <a:ext cx="114" cy="33"/>
            </a:xfrm>
            <a:custGeom>
              <a:avLst/>
              <a:gdLst>
                <a:gd name="txL" fmla="*/ 0 w 1028"/>
                <a:gd name="txT" fmla="*/ 0 h 299"/>
                <a:gd name="txR" fmla="*/ 1028 w 1028"/>
                <a:gd name="txB" fmla="*/ 299 h 299"/>
              </a:gdLst>
              <a:ahLst/>
              <a:cxnLst>
                <a:cxn ang="0">
                  <a:pos x="0" y="0"/>
                </a:cxn>
                <a:cxn ang="0">
                  <a:pos x="0" y="0"/>
                </a:cxn>
                <a:cxn ang="0">
                  <a:pos x="0" y="0"/>
                </a:cxn>
                <a:cxn ang="0">
                  <a:pos x="0" y="0"/>
                </a:cxn>
                <a:cxn ang="0">
                  <a:pos x="0" y="0"/>
                </a:cxn>
              </a:cxnLst>
              <a:rect l="txL" t="txT" r="txR" b="txB"/>
              <a:pathLst>
                <a:path w="1028" h="299">
                  <a:moveTo>
                    <a:pt x="0" y="0"/>
                  </a:moveTo>
                  <a:lnTo>
                    <a:pt x="1009" y="299"/>
                  </a:lnTo>
                  <a:lnTo>
                    <a:pt x="1028" y="292"/>
                  </a:lnTo>
                  <a:lnTo>
                    <a:pt x="30" y="0"/>
                  </a:lnTo>
                  <a:lnTo>
                    <a:pt x="0" y="0"/>
                  </a:lnTo>
                  <a:close/>
                </a:path>
              </a:pathLst>
            </a:custGeom>
            <a:solidFill>
              <a:srgbClr val="DDDDDD">
                <a:alpha val="100000"/>
              </a:srgbClr>
            </a:solidFill>
            <a:ln w="9525">
              <a:noFill/>
            </a:ln>
          </p:spPr>
          <p:txBody>
            <a:bodyPr/>
            <a:p>
              <a:endParaRPr lang="zh-CN" altLang="en-US"/>
            </a:p>
          </p:txBody>
        </p:sp>
      </p:grpSp>
      <p:grpSp>
        <p:nvGrpSpPr>
          <p:cNvPr id="48326" name="Group 1263"/>
          <p:cNvGrpSpPr/>
          <p:nvPr/>
        </p:nvGrpSpPr>
        <p:grpSpPr>
          <a:xfrm>
            <a:off x="5792788" y="3178175"/>
            <a:ext cx="338137" cy="282575"/>
            <a:chOff x="3899" y="3264"/>
            <a:chExt cx="213" cy="178"/>
          </a:xfrm>
        </p:grpSpPr>
        <p:sp>
          <p:nvSpPr>
            <p:cNvPr id="48446" name="Freeform 1264"/>
            <p:cNvSpPr/>
            <p:nvPr/>
          </p:nvSpPr>
          <p:spPr>
            <a:xfrm>
              <a:off x="3899" y="3264"/>
              <a:ext cx="213" cy="178"/>
            </a:xfrm>
            <a:custGeom>
              <a:avLst/>
              <a:gdLst>
                <a:gd name="txL" fmla="*/ 0 w 1913"/>
                <a:gd name="txT" fmla="*/ 0 h 1606"/>
                <a:gd name="txR" fmla="*/ 1913 w 1913"/>
                <a:gd name="txB" fmla="*/ 1606 h 160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alpha val="100000"/>
              </a:schemeClr>
            </a:solidFill>
            <a:ln w="9525">
              <a:noFill/>
            </a:ln>
          </p:spPr>
          <p:txBody>
            <a:bodyPr/>
            <a:p>
              <a:endParaRPr lang="zh-CN" altLang="en-US"/>
            </a:p>
          </p:txBody>
        </p:sp>
        <p:sp>
          <p:nvSpPr>
            <p:cNvPr id="48447" name="Freeform 1265"/>
            <p:cNvSpPr/>
            <p:nvPr/>
          </p:nvSpPr>
          <p:spPr>
            <a:xfrm>
              <a:off x="3977" y="3278"/>
              <a:ext cx="68" cy="78"/>
            </a:xfrm>
            <a:custGeom>
              <a:avLst/>
              <a:gdLst>
                <a:gd name="txL" fmla="*/ 0 w 614"/>
                <a:gd name="txT" fmla="*/ 0 h 697"/>
                <a:gd name="txR" fmla="*/ 614 w 614"/>
                <a:gd name="txB" fmla="*/ 697 h 69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alpha val="100000"/>
              </a:srgbClr>
            </a:solidFill>
            <a:ln w="9525">
              <a:noFill/>
            </a:ln>
          </p:spPr>
          <p:txBody>
            <a:bodyPr/>
            <a:p>
              <a:endParaRPr lang="zh-CN" altLang="en-US"/>
            </a:p>
          </p:txBody>
        </p:sp>
        <p:sp>
          <p:nvSpPr>
            <p:cNvPr id="48448" name="Freeform 1266"/>
            <p:cNvSpPr/>
            <p:nvPr/>
          </p:nvSpPr>
          <p:spPr>
            <a:xfrm>
              <a:off x="3984" y="3299"/>
              <a:ext cx="113" cy="77"/>
            </a:xfrm>
            <a:custGeom>
              <a:avLst/>
              <a:gdLst>
                <a:gd name="txL" fmla="*/ 0 w 1014"/>
                <a:gd name="txT" fmla="*/ 0 h 693"/>
                <a:gd name="txR" fmla="*/ 1014 w 1014"/>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alpha val="100000"/>
              </a:srgbClr>
            </a:solidFill>
            <a:ln w="9525">
              <a:noFill/>
            </a:ln>
          </p:spPr>
          <p:txBody>
            <a:bodyPr/>
            <a:p>
              <a:endParaRPr lang="zh-CN" altLang="en-US"/>
            </a:p>
          </p:txBody>
        </p:sp>
        <p:sp>
          <p:nvSpPr>
            <p:cNvPr id="48449" name="Freeform 1267"/>
            <p:cNvSpPr/>
            <p:nvPr/>
          </p:nvSpPr>
          <p:spPr>
            <a:xfrm>
              <a:off x="3970" y="3375"/>
              <a:ext cx="83" cy="27"/>
            </a:xfrm>
            <a:custGeom>
              <a:avLst/>
              <a:gdLst>
                <a:gd name="txL" fmla="*/ 0 w 745"/>
                <a:gd name="txT" fmla="*/ 0 h 240"/>
                <a:gd name="txR" fmla="*/ 745 w 745"/>
                <a:gd name="txB" fmla="*/ 240 h 240"/>
              </a:gdLst>
              <a:ahLst/>
              <a:cxnLst>
                <a:cxn ang="0">
                  <a:pos x="0" y="0"/>
                </a:cxn>
                <a:cxn ang="0">
                  <a:pos x="0" y="0"/>
                </a:cxn>
                <a:cxn ang="0">
                  <a:pos x="0" y="0"/>
                </a:cxn>
                <a:cxn ang="0">
                  <a:pos x="0" y="0"/>
                </a:cxn>
                <a:cxn ang="0">
                  <a:pos x="0" y="0"/>
                </a:cxn>
              </a:cxnLst>
              <a:rect l="txL" t="txT" r="txR" b="txB"/>
              <a:pathLst>
                <a:path w="745" h="240">
                  <a:moveTo>
                    <a:pt x="745" y="86"/>
                  </a:moveTo>
                  <a:lnTo>
                    <a:pt x="11" y="0"/>
                  </a:lnTo>
                  <a:lnTo>
                    <a:pt x="0" y="86"/>
                  </a:lnTo>
                  <a:lnTo>
                    <a:pt x="722" y="240"/>
                  </a:lnTo>
                  <a:lnTo>
                    <a:pt x="745" y="86"/>
                  </a:lnTo>
                  <a:close/>
                </a:path>
              </a:pathLst>
            </a:custGeom>
            <a:solidFill>
              <a:srgbClr val="DDDDDD">
                <a:alpha val="100000"/>
              </a:srgbClr>
            </a:solidFill>
            <a:ln w="9525">
              <a:noFill/>
            </a:ln>
          </p:spPr>
          <p:txBody>
            <a:bodyPr/>
            <a:p>
              <a:endParaRPr lang="zh-CN" altLang="en-US"/>
            </a:p>
          </p:txBody>
        </p:sp>
        <p:sp>
          <p:nvSpPr>
            <p:cNvPr id="48450" name="Freeform 1268"/>
            <p:cNvSpPr/>
            <p:nvPr/>
          </p:nvSpPr>
          <p:spPr>
            <a:xfrm>
              <a:off x="4011" y="3384"/>
              <a:ext cx="36" cy="12"/>
            </a:xfrm>
            <a:custGeom>
              <a:avLst/>
              <a:gdLst>
                <a:gd name="txL" fmla="*/ 0 w 319"/>
                <a:gd name="txT" fmla="*/ 0 h 109"/>
                <a:gd name="txR" fmla="*/ 319 w 319"/>
                <a:gd name="txB" fmla="*/ 109 h 109"/>
              </a:gdLst>
              <a:ahLst/>
              <a:cxnLst>
                <a:cxn ang="0">
                  <a:pos x="0" y="0"/>
                </a:cxn>
                <a:cxn ang="0">
                  <a:pos x="0" y="0"/>
                </a:cxn>
                <a:cxn ang="0">
                  <a:pos x="0" y="0"/>
                </a:cxn>
                <a:cxn ang="0">
                  <a:pos x="0" y="0"/>
                </a:cxn>
                <a:cxn ang="0">
                  <a:pos x="0" y="0"/>
                </a:cxn>
              </a:cxnLst>
              <a:rect l="txL" t="txT" r="txR" b="txB"/>
              <a:pathLst>
                <a:path w="319" h="109">
                  <a:moveTo>
                    <a:pt x="319" y="47"/>
                  </a:moveTo>
                  <a:lnTo>
                    <a:pt x="4" y="0"/>
                  </a:lnTo>
                  <a:lnTo>
                    <a:pt x="0" y="45"/>
                  </a:lnTo>
                  <a:lnTo>
                    <a:pt x="309" y="109"/>
                  </a:lnTo>
                  <a:lnTo>
                    <a:pt x="319" y="47"/>
                  </a:lnTo>
                  <a:close/>
                </a:path>
              </a:pathLst>
            </a:custGeom>
            <a:solidFill>
              <a:srgbClr val="DDDDDD">
                <a:alpha val="100000"/>
              </a:srgbClr>
            </a:solidFill>
            <a:ln w="9525">
              <a:noFill/>
            </a:ln>
          </p:spPr>
          <p:txBody>
            <a:bodyPr/>
            <a:p>
              <a:endParaRPr lang="zh-CN" altLang="en-US"/>
            </a:p>
          </p:txBody>
        </p:sp>
        <p:sp>
          <p:nvSpPr>
            <p:cNvPr id="48451" name="Freeform 1269"/>
            <p:cNvSpPr/>
            <p:nvPr/>
          </p:nvSpPr>
          <p:spPr>
            <a:xfrm>
              <a:off x="3975" y="3378"/>
              <a:ext cx="24" cy="9"/>
            </a:xfrm>
            <a:custGeom>
              <a:avLst/>
              <a:gdLst>
                <a:gd name="txL" fmla="*/ 0 w 213"/>
                <a:gd name="txT" fmla="*/ 0 h 81"/>
                <a:gd name="txR" fmla="*/ 213 w 213"/>
                <a:gd name="txB" fmla="*/ 81 h 81"/>
              </a:gdLst>
              <a:ahLst/>
              <a:cxnLst>
                <a:cxn ang="0">
                  <a:pos x="0" y="0"/>
                </a:cxn>
                <a:cxn ang="0">
                  <a:pos x="0" y="0"/>
                </a:cxn>
                <a:cxn ang="0">
                  <a:pos x="0" y="0"/>
                </a:cxn>
                <a:cxn ang="0">
                  <a:pos x="0" y="0"/>
                </a:cxn>
                <a:cxn ang="0">
                  <a:pos x="0" y="0"/>
                </a:cxn>
              </a:cxnLst>
              <a:rect l="txL" t="txT" r="txR" b="txB"/>
              <a:pathLst>
                <a:path w="213" h="81">
                  <a:moveTo>
                    <a:pt x="213" y="37"/>
                  </a:moveTo>
                  <a:lnTo>
                    <a:pt x="0" y="0"/>
                  </a:lnTo>
                  <a:lnTo>
                    <a:pt x="2" y="39"/>
                  </a:lnTo>
                  <a:lnTo>
                    <a:pt x="206" y="81"/>
                  </a:lnTo>
                  <a:lnTo>
                    <a:pt x="213" y="37"/>
                  </a:lnTo>
                  <a:close/>
                </a:path>
              </a:pathLst>
            </a:custGeom>
            <a:solidFill>
              <a:srgbClr val="DDDDDD">
                <a:alpha val="100000"/>
              </a:srgbClr>
            </a:solidFill>
            <a:ln w="9525">
              <a:noFill/>
            </a:ln>
          </p:spPr>
          <p:txBody>
            <a:bodyPr/>
            <a:p>
              <a:endParaRPr lang="zh-CN" altLang="en-US"/>
            </a:p>
          </p:txBody>
        </p:sp>
        <p:sp>
          <p:nvSpPr>
            <p:cNvPr id="48452" name="Freeform 1270"/>
            <p:cNvSpPr/>
            <p:nvPr/>
          </p:nvSpPr>
          <p:spPr>
            <a:xfrm>
              <a:off x="3916" y="3386"/>
              <a:ext cx="139" cy="47"/>
            </a:xfrm>
            <a:custGeom>
              <a:avLst/>
              <a:gdLst>
                <a:gd name="txL" fmla="*/ 0 w 1254"/>
                <a:gd name="txT" fmla="*/ 0 h 415"/>
                <a:gd name="txR" fmla="*/ 1254 w 1254"/>
                <a:gd name="txB" fmla="*/ 415 h 41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alpha val="100000"/>
              </a:srgbClr>
            </a:solidFill>
            <a:ln w="9525">
              <a:noFill/>
            </a:ln>
          </p:spPr>
          <p:txBody>
            <a:bodyPr/>
            <a:p>
              <a:endParaRPr lang="zh-CN" altLang="en-US"/>
            </a:p>
          </p:txBody>
        </p:sp>
        <p:sp>
          <p:nvSpPr>
            <p:cNvPr id="48453" name="Freeform 1271"/>
            <p:cNvSpPr/>
            <p:nvPr/>
          </p:nvSpPr>
          <p:spPr>
            <a:xfrm>
              <a:off x="4055" y="3381"/>
              <a:ext cx="49" cy="22"/>
            </a:xfrm>
            <a:custGeom>
              <a:avLst/>
              <a:gdLst>
                <a:gd name="txL" fmla="*/ 0 w 447"/>
                <a:gd name="txT" fmla="*/ 0 h 198"/>
                <a:gd name="txR" fmla="*/ 447 w 447"/>
                <a:gd name="txB" fmla="*/ 198 h 198"/>
              </a:gdLst>
              <a:ahLst/>
              <a:cxnLst>
                <a:cxn ang="0">
                  <a:pos x="0" y="0"/>
                </a:cxn>
                <a:cxn ang="0">
                  <a:pos x="0" y="0"/>
                </a:cxn>
                <a:cxn ang="0">
                  <a:pos x="0" y="0"/>
                </a:cxn>
                <a:cxn ang="0">
                  <a:pos x="0" y="0"/>
                </a:cxn>
                <a:cxn ang="0">
                  <a:pos x="0" y="0"/>
                </a:cxn>
                <a:cxn ang="0">
                  <a:pos x="0" y="0"/>
                </a:cxn>
              </a:cxnLst>
              <a:rect l="txL" t="txT" r="txR" b="txB"/>
              <a:pathLst>
                <a:path w="447" h="198">
                  <a:moveTo>
                    <a:pt x="45" y="198"/>
                  </a:moveTo>
                  <a:lnTo>
                    <a:pt x="447" y="79"/>
                  </a:lnTo>
                  <a:lnTo>
                    <a:pt x="203" y="0"/>
                  </a:lnTo>
                  <a:lnTo>
                    <a:pt x="5" y="22"/>
                  </a:lnTo>
                  <a:lnTo>
                    <a:pt x="0" y="187"/>
                  </a:lnTo>
                  <a:lnTo>
                    <a:pt x="45" y="198"/>
                  </a:lnTo>
                  <a:close/>
                </a:path>
              </a:pathLst>
            </a:custGeom>
            <a:solidFill>
              <a:srgbClr val="DDDDDD">
                <a:alpha val="100000"/>
              </a:srgbClr>
            </a:solidFill>
            <a:ln w="9525">
              <a:noFill/>
            </a:ln>
          </p:spPr>
          <p:txBody>
            <a:bodyPr/>
            <a:p>
              <a:endParaRPr lang="zh-CN" altLang="en-US"/>
            </a:p>
          </p:txBody>
        </p:sp>
        <p:sp>
          <p:nvSpPr>
            <p:cNvPr id="48454" name="Freeform 1272"/>
            <p:cNvSpPr/>
            <p:nvPr/>
          </p:nvSpPr>
          <p:spPr>
            <a:xfrm>
              <a:off x="3926" y="3287"/>
              <a:ext cx="27" cy="105"/>
            </a:xfrm>
            <a:custGeom>
              <a:avLst/>
              <a:gdLst>
                <a:gd name="txL" fmla="*/ 0 w 238"/>
                <a:gd name="txT" fmla="*/ 0 h 947"/>
                <a:gd name="txR" fmla="*/ 238 w 238"/>
                <a:gd name="txB" fmla="*/ 947 h 9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alpha val="100000"/>
              </a:srgbClr>
            </a:solidFill>
            <a:ln w="9525">
              <a:noFill/>
            </a:ln>
          </p:spPr>
          <p:txBody>
            <a:bodyPr/>
            <a:p>
              <a:endParaRPr lang="zh-CN" altLang="en-US"/>
            </a:p>
          </p:txBody>
        </p:sp>
        <p:sp>
          <p:nvSpPr>
            <p:cNvPr id="48455" name="Freeform 1273"/>
            <p:cNvSpPr/>
            <p:nvPr/>
          </p:nvSpPr>
          <p:spPr>
            <a:xfrm>
              <a:off x="3927" y="3288"/>
              <a:ext cx="23" cy="89"/>
            </a:xfrm>
            <a:custGeom>
              <a:avLst/>
              <a:gdLst>
                <a:gd name="txL" fmla="*/ 0 w 203"/>
                <a:gd name="txT" fmla="*/ 0 h 799"/>
                <a:gd name="txR" fmla="*/ 203 w 203"/>
                <a:gd name="txB" fmla="*/ 799 h 79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alpha val="100000"/>
              </a:srgbClr>
            </a:solidFill>
            <a:ln w="9525">
              <a:noFill/>
            </a:ln>
          </p:spPr>
          <p:txBody>
            <a:bodyPr/>
            <a:p>
              <a:endParaRPr lang="zh-CN" altLang="en-US"/>
            </a:p>
          </p:txBody>
        </p:sp>
        <p:sp>
          <p:nvSpPr>
            <p:cNvPr id="48456" name="Freeform 1274"/>
            <p:cNvSpPr/>
            <p:nvPr/>
          </p:nvSpPr>
          <p:spPr>
            <a:xfrm>
              <a:off x="3928" y="3289"/>
              <a:ext cx="19" cy="72"/>
            </a:xfrm>
            <a:custGeom>
              <a:avLst/>
              <a:gdLst>
                <a:gd name="txL" fmla="*/ 0 w 171"/>
                <a:gd name="txT" fmla="*/ 0 h 650"/>
                <a:gd name="txR" fmla="*/ 171 w 171"/>
                <a:gd name="txB" fmla="*/ 650 h 65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alpha val="100000"/>
              </a:srgbClr>
            </a:solidFill>
            <a:ln w="9525">
              <a:noFill/>
            </a:ln>
          </p:spPr>
          <p:txBody>
            <a:bodyPr/>
            <a:p>
              <a:endParaRPr lang="zh-CN" altLang="en-US"/>
            </a:p>
          </p:txBody>
        </p:sp>
        <p:sp>
          <p:nvSpPr>
            <p:cNvPr id="48457" name="Freeform 1275"/>
            <p:cNvSpPr/>
            <p:nvPr/>
          </p:nvSpPr>
          <p:spPr>
            <a:xfrm>
              <a:off x="3929" y="3289"/>
              <a:ext cx="15" cy="56"/>
            </a:xfrm>
            <a:custGeom>
              <a:avLst/>
              <a:gdLst>
                <a:gd name="txL" fmla="*/ 0 w 138"/>
                <a:gd name="txT" fmla="*/ 0 h 502"/>
                <a:gd name="txR" fmla="*/ 138 w 138"/>
                <a:gd name="txB" fmla="*/ 502 h 5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alpha val="100000"/>
              </a:srgbClr>
            </a:solidFill>
            <a:ln w="9525">
              <a:noFill/>
            </a:ln>
          </p:spPr>
          <p:txBody>
            <a:bodyPr/>
            <a:p>
              <a:endParaRPr lang="zh-CN" altLang="en-US"/>
            </a:p>
          </p:txBody>
        </p:sp>
        <p:sp>
          <p:nvSpPr>
            <p:cNvPr id="48458" name="Freeform 1276"/>
            <p:cNvSpPr/>
            <p:nvPr/>
          </p:nvSpPr>
          <p:spPr>
            <a:xfrm>
              <a:off x="3929" y="3290"/>
              <a:ext cx="12" cy="40"/>
            </a:xfrm>
            <a:custGeom>
              <a:avLst/>
              <a:gdLst>
                <a:gd name="txL" fmla="*/ 0 w 104"/>
                <a:gd name="txT" fmla="*/ 0 h 353"/>
                <a:gd name="txR" fmla="*/ 104 w 104"/>
                <a:gd name="txB" fmla="*/ 353 h 3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alpha val="100000"/>
              </a:srgbClr>
            </a:solidFill>
            <a:ln w="9525">
              <a:noFill/>
            </a:ln>
          </p:spPr>
          <p:txBody>
            <a:bodyPr/>
            <a:p>
              <a:endParaRPr lang="zh-CN" altLang="en-US"/>
            </a:p>
          </p:txBody>
        </p:sp>
        <p:sp>
          <p:nvSpPr>
            <p:cNvPr id="48459" name="Freeform 1277"/>
            <p:cNvSpPr/>
            <p:nvPr/>
          </p:nvSpPr>
          <p:spPr>
            <a:xfrm>
              <a:off x="3930" y="3291"/>
              <a:ext cx="8" cy="23"/>
            </a:xfrm>
            <a:custGeom>
              <a:avLst/>
              <a:gdLst>
                <a:gd name="txL" fmla="*/ 0 w 72"/>
                <a:gd name="txT" fmla="*/ 0 h 204"/>
                <a:gd name="txR" fmla="*/ 72 w 72"/>
                <a:gd name="txB" fmla="*/ 204 h 2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alpha val="100000"/>
              </a:srgbClr>
            </a:solidFill>
            <a:ln w="9525">
              <a:noFill/>
            </a:ln>
          </p:spPr>
          <p:txBody>
            <a:bodyPr/>
            <a:p>
              <a:endParaRPr lang="zh-CN" altLang="en-US"/>
            </a:p>
          </p:txBody>
        </p:sp>
        <p:sp>
          <p:nvSpPr>
            <p:cNvPr id="48460" name="Freeform 1278"/>
            <p:cNvSpPr/>
            <p:nvPr/>
          </p:nvSpPr>
          <p:spPr>
            <a:xfrm>
              <a:off x="4025" y="3357"/>
              <a:ext cx="12" cy="11"/>
            </a:xfrm>
            <a:custGeom>
              <a:avLst/>
              <a:gdLst>
                <a:gd name="txL" fmla="*/ 0 w 104"/>
                <a:gd name="txT" fmla="*/ 0 h 104"/>
                <a:gd name="txR" fmla="*/ 104 w 104"/>
                <a:gd name="txB" fmla="*/ 104 h 1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alpha val="100000"/>
              </a:srgbClr>
            </a:solidFill>
            <a:ln w="9525">
              <a:noFill/>
            </a:ln>
          </p:spPr>
          <p:txBody>
            <a:bodyPr/>
            <a:p>
              <a:endParaRPr lang="zh-CN" altLang="en-US"/>
            </a:p>
          </p:txBody>
        </p:sp>
        <p:sp>
          <p:nvSpPr>
            <p:cNvPr id="48461" name="Freeform 1279"/>
            <p:cNvSpPr/>
            <p:nvPr/>
          </p:nvSpPr>
          <p:spPr>
            <a:xfrm>
              <a:off x="3990" y="3357"/>
              <a:ext cx="6"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alpha val="100000"/>
              </a:srgbClr>
            </a:solidFill>
            <a:ln w="9525">
              <a:noFill/>
            </a:ln>
          </p:spPr>
          <p:txBody>
            <a:bodyPr/>
            <a:p>
              <a:endParaRPr lang="zh-CN" altLang="en-US"/>
            </a:p>
          </p:txBody>
        </p:sp>
        <p:sp>
          <p:nvSpPr>
            <p:cNvPr id="48462" name="Freeform 1280"/>
            <p:cNvSpPr/>
            <p:nvPr/>
          </p:nvSpPr>
          <p:spPr>
            <a:xfrm>
              <a:off x="4000" y="3357"/>
              <a:ext cx="5"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alpha val="100000"/>
              </a:srgbClr>
            </a:solidFill>
            <a:ln w="9525">
              <a:noFill/>
            </a:ln>
          </p:spPr>
          <p:txBody>
            <a:bodyPr/>
            <a:p>
              <a:endParaRPr lang="zh-CN" altLang="en-US"/>
            </a:p>
          </p:txBody>
        </p:sp>
        <p:sp>
          <p:nvSpPr>
            <p:cNvPr id="48463" name="Freeform 1281"/>
            <p:cNvSpPr/>
            <p:nvPr/>
          </p:nvSpPr>
          <p:spPr>
            <a:xfrm>
              <a:off x="3961" y="3278"/>
              <a:ext cx="16" cy="79"/>
            </a:xfrm>
            <a:custGeom>
              <a:avLst/>
              <a:gdLst>
                <a:gd name="txL" fmla="*/ 0 w 148"/>
                <a:gd name="txT" fmla="*/ 0 h 712"/>
                <a:gd name="txR" fmla="*/ 148 w 148"/>
                <a:gd name="txB" fmla="*/ 712 h 71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alpha val="100000"/>
              </a:srgbClr>
            </a:solidFill>
            <a:ln w="9525">
              <a:noFill/>
            </a:ln>
          </p:spPr>
          <p:txBody>
            <a:bodyPr/>
            <a:p>
              <a:endParaRPr lang="zh-CN" altLang="en-US"/>
            </a:p>
          </p:txBody>
        </p:sp>
        <p:sp>
          <p:nvSpPr>
            <p:cNvPr id="48464" name="Freeform 1282"/>
            <p:cNvSpPr/>
            <p:nvPr/>
          </p:nvSpPr>
          <p:spPr>
            <a:xfrm>
              <a:off x="4045" y="3268"/>
              <a:ext cx="23" cy="88"/>
            </a:xfrm>
            <a:custGeom>
              <a:avLst/>
              <a:gdLst>
                <a:gd name="txL" fmla="*/ 0 w 201"/>
                <a:gd name="txT" fmla="*/ 0 h 795"/>
                <a:gd name="txR" fmla="*/ 201 w 201"/>
                <a:gd name="txB" fmla="*/ 795 h 79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alpha val="100000"/>
              </a:srgbClr>
            </a:solidFill>
            <a:ln w="9525">
              <a:noFill/>
            </a:ln>
          </p:spPr>
          <p:txBody>
            <a:bodyPr/>
            <a:p>
              <a:endParaRPr lang="zh-CN" altLang="en-US"/>
            </a:p>
          </p:txBody>
        </p:sp>
        <p:sp>
          <p:nvSpPr>
            <p:cNvPr id="48465" name="Freeform 1283"/>
            <p:cNvSpPr/>
            <p:nvPr/>
          </p:nvSpPr>
          <p:spPr>
            <a:xfrm>
              <a:off x="3961" y="3282"/>
              <a:ext cx="15" cy="69"/>
            </a:xfrm>
            <a:custGeom>
              <a:avLst/>
              <a:gdLst>
                <a:gd name="txL" fmla="*/ 0 w 129"/>
                <a:gd name="txT" fmla="*/ 0 h 622"/>
                <a:gd name="txR" fmla="*/ 129 w 129"/>
                <a:gd name="txB" fmla="*/ 622 h 62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alpha val="100000"/>
              </a:srgbClr>
            </a:solidFill>
            <a:ln w="9525">
              <a:noFill/>
            </a:ln>
          </p:spPr>
          <p:txBody>
            <a:bodyPr/>
            <a:p>
              <a:endParaRPr lang="zh-CN" altLang="en-US"/>
            </a:p>
          </p:txBody>
        </p:sp>
        <p:sp>
          <p:nvSpPr>
            <p:cNvPr id="48466" name="Freeform 1284"/>
            <p:cNvSpPr/>
            <p:nvPr/>
          </p:nvSpPr>
          <p:spPr>
            <a:xfrm>
              <a:off x="3962" y="3287"/>
              <a:ext cx="12" cy="59"/>
            </a:xfrm>
            <a:custGeom>
              <a:avLst/>
              <a:gdLst>
                <a:gd name="txL" fmla="*/ 0 w 110"/>
                <a:gd name="txT" fmla="*/ 0 h 531"/>
                <a:gd name="txR" fmla="*/ 110 w 110"/>
                <a:gd name="txB" fmla="*/ 531 h 53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alpha val="100000"/>
              </a:srgbClr>
            </a:solidFill>
            <a:ln w="9525">
              <a:noFill/>
            </a:ln>
          </p:spPr>
          <p:txBody>
            <a:bodyPr/>
            <a:p>
              <a:endParaRPr lang="zh-CN" altLang="en-US"/>
            </a:p>
          </p:txBody>
        </p:sp>
        <p:sp>
          <p:nvSpPr>
            <p:cNvPr id="48467" name="Freeform 1285"/>
            <p:cNvSpPr/>
            <p:nvPr/>
          </p:nvSpPr>
          <p:spPr>
            <a:xfrm>
              <a:off x="3963" y="3292"/>
              <a:ext cx="10" cy="48"/>
            </a:xfrm>
            <a:custGeom>
              <a:avLst/>
              <a:gdLst>
                <a:gd name="txL" fmla="*/ 0 w 92"/>
                <a:gd name="txT" fmla="*/ 0 h 438"/>
                <a:gd name="txR" fmla="*/ 92 w 92"/>
                <a:gd name="txB" fmla="*/ 438 h 4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alpha val="100000"/>
              </a:srgbClr>
            </a:solidFill>
            <a:ln w="9525">
              <a:noFill/>
            </a:ln>
          </p:spPr>
          <p:txBody>
            <a:bodyPr/>
            <a:p>
              <a:endParaRPr lang="zh-CN" altLang="en-US"/>
            </a:p>
          </p:txBody>
        </p:sp>
        <p:sp>
          <p:nvSpPr>
            <p:cNvPr id="48468" name="Freeform 1286"/>
            <p:cNvSpPr/>
            <p:nvPr/>
          </p:nvSpPr>
          <p:spPr>
            <a:xfrm>
              <a:off x="3963" y="3296"/>
              <a:ext cx="8" cy="39"/>
            </a:xfrm>
            <a:custGeom>
              <a:avLst/>
              <a:gdLst>
                <a:gd name="txL" fmla="*/ 0 w 73"/>
                <a:gd name="txT" fmla="*/ 0 h 347"/>
                <a:gd name="txR" fmla="*/ 73 w 73"/>
                <a:gd name="txB" fmla="*/ 347 h 3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alpha val="100000"/>
              </a:srgbClr>
            </a:solidFill>
            <a:ln w="9525">
              <a:noFill/>
            </a:ln>
          </p:spPr>
          <p:txBody>
            <a:bodyPr/>
            <a:p>
              <a:endParaRPr lang="zh-CN" altLang="en-US"/>
            </a:p>
          </p:txBody>
        </p:sp>
        <p:sp>
          <p:nvSpPr>
            <p:cNvPr id="48469" name="Freeform 1287"/>
            <p:cNvSpPr/>
            <p:nvPr/>
          </p:nvSpPr>
          <p:spPr>
            <a:xfrm>
              <a:off x="3964" y="3301"/>
              <a:ext cx="6" cy="28"/>
            </a:xfrm>
            <a:custGeom>
              <a:avLst/>
              <a:gdLst>
                <a:gd name="txL" fmla="*/ 0 w 52"/>
                <a:gd name="txT" fmla="*/ 0 h 256"/>
                <a:gd name="txR" fmla="*/ 52 w 52"/>
                <a:gd name="txB" fmla="*/ 256 h 25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alpha val="100000"/>
              </a:srgbClr>
            </a:solidFill>
            <a:ln w="9525">
              <a:noFill/>
            </a:ln>
          </p:spPr>
          <p:txBody>
            <a:bodyPr/>
            <a:p>
              <a:endParaRPr lang="zh-CN" altLang="en-US"/>
            </a:p>
          </p:txBody>
        </p:sp>
        <p:sp>
          <p:nvSpPr>
            <p:cNvPr id="48470" name="Freeform 1288"/>
            <p:cNvSpPr/>
            <p:nvPr/>
          </p:nvSpPr>
          <p:spPr>
            <a:xfrm>
              <a:off x="4046" y="3273"/>
              <a:ext cx="20" cy="77"/>
            </a:xfrm>
            <a:custGeom>
              <a:avLst/>
              <a:gdLst>
                <a:gd name="txL" fmla="*/ 0 w 176"/>
                <a:gd name="txT" fmla="*/ 0 h 693"/>
                <a:gd name="txR" fmla="*/ 176 w 176"/>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alpha val="100000"/>
              </a:srgbClr>
            </a:solidFill>
            <a:ln w="9525">
              <a:noFill/>
            </a:ln>
          </p:spPr>
          <p:txBody>
            <a:bodyPr/>
            <a:p>
              <a:endParaRPr lang="zh-CN" altLang="en-US"/>
            </a:p>
          </p:txBody>
        </p:sp>
        <p:sp>
          <p:nvSpPr>
            <p:cNvPr id="48471" name="Freeform 1289"/>
            <p:cNvSpPr/>
            <p:nvPr/>
          </p:nvSpPr>
          <p:spPr>
            <a:xfrm>
              <a:off x="4047" y="3279"/>
              <a:ext cx="16" cy="65"/>
            </a:xfrm>
            <a:custGeom>
              <a:avLst/>
              <a:gdLst>
                <a:gd name="txL" fmla="*/ 0 w 149"/>
                <a:gd name="txT" fmla="*/ 0 h 592"/>
                <a:gd name="txR" fmla="*/ 149 w 149"/>
                <a:gd name="txB" fmla="*/ 592 h 59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alpha val="100000"/>
              </a:srgbClr>
            </a:solidFill>
            <a:ln w="9525">
              <a:noFill/>
            </a:ln>
          </p:spPr>
          <p:txBody>
            <a:bodyPr/>
            <a:p>
              <a:endParaRPr lang="zh-CN" altLang="en-US"/>
            </a:p>
          </p:txBody>
        </p:sp>
        <p:sp>
          <p:nvSpPr>
            <p:cNvPr id="48472" name="Freeform 1290"/>
            <p:cNvSpPr/>
            <p:nvPr/>
          </p:nvSpPr>
          <p:spPr>
            <a:xfrm>
              <a:off x="4048" y="3284"/>
              <a:ext cx="13" cy="54"/>
            </a:xfrm>
            <a:custGeom>
              <a:avLst/>
              <a:gdLst>
                <a:gd name="txL" fmla="*/ 0 w 124"/>
                <a:gd name="txT" fmla="*/ 0 h 490"/>
                <a:gd name="txR" fmla="*/ 124 w 124"/>
                <a:gd name="txB" fmla="*/ 490 h 4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alpha val="100000"/>
              </a:srgbClr>
            </a:solidFill>
            <a:ln w="9525">
              <a:noFill/>
            </a:ln>
          </p:spPr>
          <p:txBody>
            <a:bodyPr/>
            <a:p>
              <a:endParaRPr lang="zh-CN" altLang="en-US"/>
            </a:p>
          </p:txBody>
        </p:sp>
        <p:sp>
          <p:nvSpPr>
            <p:cNvPr id="48473" name="Freeform 1291"/>
            <p:cNvSpPr/>
            <p:nvPr/>
          </p:nvSpPr>
          <p:spPr>
            <a:xfrm>
              <a:off x="4048" y="3289"/>
              <a:ext cx="11" cy="43"/>
            </a:xfrm>
            <a:custGeom>
              <a:avLst/>
              <a:gdLst>
                <a:gd name="txL" fmla="*/ 0 w 99"/>
                <a:gd name="txT" fmla="*/ 0 h 389"/>
                <a:gd name="txR" fmla="*/ 99 w 99"/>
                <a:gd name="txB" fmla="*/ 389 h 38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alpha val="100000"/>
              </a:srgbClr>
            </a:solidFill>
            <a:ln w="9525">
              <a:noFill/>
            </a:ln>
          </p:spPr>
          <p:txBody>
            <a:bodyPr/>
            <a:p>
              <a:endParaRPr lang="zh-CN" altLang="en-US"/>
            </a:p>
          </p:txBody>
        </p:sp>
        <p:sp>
          <p:nvSpPr>
            <p:cNvPr id="48474" name="Freeform 1292"/>
            <p:cNvSpPr/>
            <p:nvPr/>
          </p:nvSpPr>
          <p:spPr>
            <a:xfrm>
              <a:off x="4049" y="3295"/>
              <a:ext cx="8" cy="31"/>
            </a:xfrm>
            <a:custGeom>
              <a:avLst/>
              <a:gdLst>
                <a:gd name="txL" fmla="*/ 0 w 72"/>
                <a:gd name="txT" fmla="*/ 0 h 287"/>
                <a:gd name="txR" fmla="*/ 72 w 72"/>
                <a:gd name="txB" fmla="*/ 287 h 2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alpha val="100000"/>
              </a:srgbClr>
            </a:solidFill>
            <a:ln w="9525">
              <a:noFill/>
            </a:ln>
          </p:spPr>
          <p:txBody>
            <a:bodyPr/>
            <a:p>
              <a:endParaRPr lang="zh-CN" altLang="en-US"/>
            </a:p>
          </p:txBody>
        </p:sp>
        <p:sp>
          <p:nvSpPr>
            <p:cNvPr id="48475" name="Rectangle 1293"/>
            <p:cNvSpPr/>
            <p:nvPr/>
          </p:nvSpPr>
          <p:spPr>
            <a:xfrm>
              <a:off x="3944" y="3287"/>
              <a:ext cx="3" cy="101"/>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76" name="Freeform 1294"/>
            <p:cNvSpPr/>
            <p:nvPr/>
          </p:nvSpPr>
          <p:spPr>
            <a:xfrm>
              <a:off x="3980" y="3285"/>
              <a:ext cx="39" cy="47"/>
            </a:xfrm>
            <a:custGeom>
              <a:avLst/>
              <a:gdLst>
                <a:gd name="txL" fmla="*/ 0 w 354"/>
                <a:gd name="txT" fmla="*/ 0 h 418"/>
                <a:gd name="txR" fmla="*/ 354 w 354"/>
                <a:gd name="txB" fmla="*/ 418 h 4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alpha val="100000"/>
              </a:srgbClr>
            </a:solidFill>
            <a:ln w="9525">
              <a:noFill/>
            </a:ln>
          </p:spPr>
          <p:txBody>
            <a:bodyPr/>
            <a:p>
              <a:endParaRPr lang="zh-CN" altLang="en-US"/>
            </a:p>
          </p:txBody>
        </p:sp>
        <p:sp>
          <p:nvSpPr>
            <p:cNvPr id="48477" name="Freeform 1295"/>
            <p:cNvSpPr/>
            <p:nvPr/>
          </p:nvSpPr>
          <p:spPr>
            <a:xfrm>
              <a:off x="3925" y="3320"/>
              <a:ext cx="32" cy="8"/>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48478" name="Freeform 1296"/>
            <p:cNvSpPr/>
            <p:nvPr/>
          </p:nvSpPr>
          <p:spPr>
            <a:xfrm>
              <a:off x="3925" y="3299"/>
              <a:ext cx="32" cy="9"/>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48479" name="Freeform 1297"/>
            <p:cNvSpPr/>
            <p:nvPr/>
          </p:nvSpPr>
          <p:spPr>
            <a:xfrm>
              <a:off x="3955" y="3289"/>
              <a:ext cx="52" cy="96"/>
            </a:xfrm>
            <a:custGeom>
              <a:avLst/>
              <a:gdLst>
                <a:gd name="txL" fmla="*/ 0 w 469"/>
                <a:gd name="txT" fmla="*/ 0 h 868"/>
                <a:gd name="txR" fmla="*/ 469 w 469"/>
                <a:gd name="txB" fmla="*/ 868 h 8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alpha val="100000"/>
              </a:srgbClr>
            </a:solidFill>
            <a:ln w="9525">
              <a:noFill/>
            </a:ln>
          </p:spPr>
          <p:txBody>
            <a:bodyPr/>
            <a:p>
              <a:endParaRPr lang="zh-CN" altLang="en-US"/>
            </a:p>
          </p:txBody>
        </p:sp>
        <p:sp>
          <p:nvSpPr>
            <p:cNvPr id="48480" name="Freeform 1298"/>
            <p:cNvSpPr/>
            <p:nvPr/>
          </p:nvSpPr>
          <p:spPr>
            <a:xfrm>
              <a:off x="3981" y="3267"/>
              <a:ext cx="67" cy="13"/>
            </a:xfrm>
            <a:custGeom>
              <a:avLst/>
              <a:gdLst>
                <a:gd name="txL" fmla="*/ 0 w 604"/>
                <a:gd name="txT" fmla="*/ 0 h 118"/>
                <a:gd name="txR" fmla="*/ 604 w 604"/>
                <a:gd name="txB" fmla="*/ 118 h 1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alpha val="100000"/>
              </a:srgbClr>
            </a:solidFill>
            <a:ln w="9525">
              <a:noFill/>
            </a:ln>
          </p:spPr>
          <p:txBody>
            <a:bodyPr/>
            <a:p>
              <a:endParaRPr lang="zh-CN" altLang="en-US"/>
            </a:p>
          </p:txBody>
        </p:sp>
        <p:sp>
          <p:nvSpPr>
            <p:cNvPr id="48481" name="Freeform 1299"/>
            <p:cNvSpPr/>
            <p:nvPr/>
          </p:nvSpPr>
          <p:spPr>
            <a:xfrm>
              <a:off x="3942" y="3387"/>
              <a:ext cx="113" cy="38"/>
            </a:xfrm>
            <a:custGeom>
              <a:avLst/>
              <a:gdLst>
                <a:gd name="txL" fmla="*/ 0 w 1017"/>
                <a:gd name="txT" fmla="*/ 0 h 337"/>
                <a:gd name="txR" fmla="*/ 1017 w 1017"/>
                <a:gd name="txB" fmla="*/ 337 h 33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alpha val="100000"/>
              </a:srgbClr>
            </a:solidFill>
            <a:ln w="9525">
              <a:noFill/>
            </a:ln>
          </p:spPr>
          <p:txBody>
            <a:bodyPr/>
            <a:p>
              <a:endParaRPr lang="zh-CN" altLang="en-US"/>
            </a:p>
          </p:txBody>
        </p:sp>
        <p:sp>
          <p:nvSpPr>
            <p:cNvPr id="48482" name="Freeform 1300"/>
            <p:cNvSpPr/>
            <p:nvPr/>
          </p:nvSpPr>
          <p:spPr>
            <a:xfrm>
              <a:off x="3918" y="3397"/>
              <a:ext cx="116" cy="34"/>
            </a:xfrm>
            <a:custGeom>
              <a:avLst/>
              <a:gdLst>
                <a:gd name="txL" fmla="*/ 0 w 1036"/>
                <a:gd name="txT" fmla="*/ 0 h 303"/>
                <a:gd name="txR" fmla="*/ 1036 w 1036"/>
                <a:gd name="txB" fmla="*/ 303 h 303"/>
              </a:gdLst>
              <a:ahLst/>
              <a:cxnLst>
                <a:cxn ang="0">
                  <a:pos x="0" y="0"/>
                </a:cxn>
                <a:cxn ang="0">
                  <a:pos x="0" y="0"/>
                </a:cxn>
                <a:cxn ang="0">
                  <a:pos x="0" y="0"/>
                </a:cxn>
                <a:cxn ang="0">
                  <a:pos x="0" y="0"/>
                </a:cxn>
                <a:cxn ang="0">
                  <a:pos x="0" y="0"/>
                </a:cxn>
              </a:cxnLst>
              <a:rect l="txL" t="txT" r="txR" b="txB"/>
              <a:pathLst>
                <a:path w="1036" h="303">
                  <a:moveTo>
                    <a:pt x="0" y="0"/>
                  </a:moveTo>
                  <a:lnTo>
                    <a:pt x="1013" y="303"/>
                  </a:lnTo>
                  <a:lnTo>
                    <a:pt x="1036" y="303"/>
                  </a:lnTo>
                  <a:lnTo>
                    <a:pt x="31" y="0"/>
                  </a:lnTo>
                  <a:lnTo>
                    <a:pt x="0" y="0"/>
                  </a:lnTo>
                  <a:close/>
                </a:path>
              </a:pathLst>
            </a:custGeom>
            <a:solidFill>
              <a:srgbClr val="DDDDDD">
                <a:alpha val="100000"/>
              </a:srgbClr>
            </a:solidFill>
            <a:ln w="9525">
              <a:noFill/>
            </a:ln>
          </p:spPr>
          <p:txBody>
            <a:bodyPr/>
            <a:p>
              <a:endParaRPr lang="zh-CN" altLang="en-US"/>
            </a:p>
          </p:txBody>
        </p:sp>
        <p:sp>
          <p:nvSpPr>
            <p:cNvPr id="48483" name="Freeform 1301"/>
            <p:cNvSpPr/>
            <p:nvPr/>
          </p:nvSpPr>
          <p:spPr>
            <a:xfrm>
              <a:off x="3938" y="3393"/>
              <a:ext cx="113" cy="30"/>
            </a:xfrm>
            <a:custGeom>
              <a:avLst/>
              <a:gdLst>
                <a:gd name="txL" fmla="*/ 0 w 1023"/>
                <a:gd name="txT" fmla="*/ 0 h 270"/>
                <a:gd name="txR" fmla="*/ 1023 w 1023"/>
                <a:gd name="txB" fmla="*/ 270 h 270"/>
              </a:gdLst>
              <a:ahLst/>
              <a:cxnLst>
                <a:cxn ang="0">
                  <a:pos x="0" y="0"/>
                </a:cxn>
                <a:cxn ang="0">
                  <a:pos x="0" y="0"/>
                </a:cxn>
                <a:cxn ang="0">
                  <a:pos x="0" y="0"/>
                </a:cxn>
                <a:cxn ang="0">
                  <a:pos x="0" y="0"/>
                </a:cxn>
                <a:cxn ang="0">
                  <a:pos x="0" y="0"/>
                </a:cxn>
              </a:cxnLst>
              <a:rect l="txL" t="txT" r="txR" b="txB"/>
              <a:pathLst>
                <a:path w="1023" h="270">
                  <a:moveTo>
                    <a:pt x="0" y="1"/>
                  </a:moveTo>
                  <a:lnTo>
                    <a:pt x="1001" y="270"/>
                  </a:lnTo>
                  <a:lnTo>
                    <a:pt x="1023" y="269"/>
                  </a:lnTo>
                  <a:lnTo>
                    <a:pt x="31" y="0"/>
                  </a:lnTo>
                  <a:lnTo>
                    <a:pt x="0" y="1"/>
                  </a:lnTo>
                  <a:close/>
                </a:path>
              </a:pathLst>
            </a:custGeom>
            <a:solidFill>
              <a:srgbClr val="DDDDDD">
                <a:alpha val="100000"/>
              </a:srgbClr>
            </a:solidFill>
            <a:ln w="9525">
              <a:noFill/>
            </a:ln>
          </p:spPr>
          <p:txBody>
            <a:bodyPr/>
            <a:p>
              <a:endParaRPr lang="zh-CN" altLang="en-US"/>
            </a:p>
          </p:txBody>
        </p:sp>
        <p:sp>
          <p:nvSpPr>
            <p:cNvPr id="48484" name="Freeform 1302"/>
            <p:cNvSpPr/>
            <p:nvPr/>
          </p:nvSpPr>
          <p:spPr>
            <a:xfrm>
              <a:off x="3929" y="3394"/>
              <a:ext cx="114" cy="33"/>
            </a:xfrm>
            <a:custGeom>
              <a:avLst/>
              <a:gdLst>
                <a:gd name="txL" fmla="*/ 0 w 1028"/>
                <a:gd name="txT" fmla="*/ 0 h 299"/>
                <a:gd name="txR" fmla="*/ 1028 w 1028"/>
                <a:gd name="txB" fmla="*/ 299 h 299"/>
              </a:gdLst>
              <a:ahLst/>
              <a:cxnLst>
                <a:cxn ang="0">
                  <a:pos x="0" y="0"/>
                </a:cxn>
                <a:cxn ang="0">
                  <a:pos x="0" y="0"/>
                </a:cxn>
                <a:cxn ang="0">
                  <a:pos x="0" y="0"/>
                </a:cxn>
                <a:cxn ang="0">
                  <a:pos x="0" y="0"/>
                </a:cxn>
                <a:cxn ang="0">
                  <a:pos x="0" y="0"/>
                </a:cxn>
              </a:cxnLst>
              <a:rect l="txL" t="txT" r="txR" b="txB"/>
              <a:pathLst>
                <a:path w="1028" h="299">
                  <a:moveTo>
                    <a:pt x="0" y="0"/>
                  </a:moveTo>
                  <a:lnTo>
                    <a:pt x="1009" y="299"/>
                  </a:lnTo>
                  <a:lnTo>
                    <a:pt x="1028" y="292"/>
                  </a:lnTo>
                  <a:lnTo>
                    <a:pt x="30" y="0"/>
                  </a:lnTo>
                  <a:lnTo>
                    <a:pt x="0" y="0"/>
                  </a:lnTo>
                  <a:close/>
                </a:path>
              </a:pathLst>
            </a:custGeom>
            <a:solidFill>
              <a:srgbClr val="DDDDDD">
                <a:alpha val="100000"/>
              </a:srgbClr>
            </a:solidFill>
            <a:ln w="9525">
              <a:noFill/>
            </a:ln>
          </p:spPr>
          <p:txBody>
            <a:bodyPr/>
            <a:p>
              <a:endParaRPr lang="zh-CN" altLang="en-US"/>
            </a:p>
          </p:txBody>
        </p:sp>
      </p:grpSp>
      <p:sp>
        <p:nvSpPr>
          <p:cNvPr id="48327" name="AutoShape 1304"/>
          <p:cNvSpPr>
            <a:spLocks noChangeAspect="1" noTextEdit="1"/>
          </p:cNvSpPr>
          <p:nvPr/>
        </p:nvSpPr>
        <p:spPr>
          <a:xfrm>
            <a:off x="5494338" y="3140075"/>
            <a:ext cx="260350" cy="268288"/>
          </a:xfrm>
          <a:prstGeom prst="rect">
            <a:avLst/>
          </a:prstGeom>
          <a:noFill/>
          <a:ln w="9525">
            <a:noFill/>
          </a:ln>
        </p:spPr>
        <p:txBody>
          <a:bodyPr/>
          <a:p>
            <a:endParaRPr lang="zh-CN" altLang="en-US"/>
          </a:p>
        </p:txBody>
      </p:sp>
      <p:sp>
        <p:nvSpPr>
          <p:cNvPr id="48328" name="Freeform 1305"/>
          <p:cNvSpPr/>
          <p:nvPr/>
        </p:nvSpPr>
        <p:spPr>
          <a:xfrm>
            <a:off x="5495925" y="3140075"/>
            <a:ext cx="258763" cy="268288"/>
          </a:xfrm>
          <a:custGeom>
            <a:avLst/>
            <a:gdLst>
              <a:gd name="txL" fmla="*/ 0 w 1894"/>
              <a:gd name="txT" fmla="*/ 0 h 1904"/>
              <a:gd name="txR" fmla="*/ 1894 w 1894"/>
              <a:gd name="txB" fmla="*/ 1904 h 1904"/>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alpha val="100000"/>
            </a:scheme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8329" name="Freeform 1306"/>
          <p:cNvSpPr/>
          <p:nvPr/>
        </p:nvSpPr>
        <p:spPr>
          <a:xfrm>
            <a:off x="5527675" y="3309938"/>
            <a:ext cx="150813" cy="46037"/>
          </a:xfrm>
          <a:custGeom>
            <a:avLst/>
            <a:gdLst>
              <a:gd name="txL" fmla="*/ 0 w 1106"/>
              <a:gd name="txT" fmla="*/ 0 h 331"/>
              <a:gd name="txR" fmla="*/ 1106 w 1106"/>
              <a:gd name="txB" fmla="*/ 331 h 331"/>
            </a:gdLst>
            <a:ahLst/>
            <a:cxnLst>
              <a:cxn ang="0">
                <a:pos x="2147483646" y="0"/>
              </a:cxn>
              <a:cxn ang="0">
                <a:pos x="2147483646" y="2147483646"/>
              </a:cxn>
              <a:cxn ang="0">
                <a:pos x="2147483646" y="2147483646"/>
              </a:cxn>
              <a:cxn ang="0">
                <a:pos x="0" y="2147483646"/>
              </a:cxn>
              <a:cxn ang="0">
                <a:pos x="2147483646" y="0"/>
              </a:cxn>
            </a:cxnLst>
            <a:rect l="txL" t="txT" r="txR" b="txB"/>
            <a:pathLst>
              <a:path w="1106" h="331">
                <a:moveTo>
                  <a:pt x="40" y="0"/>
                </a:moveTo>
                <a:lnTo>
                  <a:pt x="1106" y="277"/>
                </a:lnTo>
                <a:lnTo>
                  <a:pt x="1071" y="331"/>
                </a:lnTo>
                <a:lnTo>
                  <a:pt x="0" y="36"/>
                </a:lnTo>
                <a:lnTo>
                  <a:pt x="40" y="0"/>
                </a:lnTo>
                <a:close/>
              </a:path>
            </a:pathLst>
          </a:custGeom>
          <a:solidFill>
            <a:srgbClr val="7F7F7F">
              <a:alpha val="100000"/>
            </a:srgbClr>
          </a:solidFill>
          <a:ln w="9525">
            <a:noFill/>
          </a:ln>
        </p:spPr>
        <p:txBody>
          <a:bodyPr/>
          <a:p>
            <a:endParaRPr lang="zh-CN" altLang="en-US"/>
          </a:p>
        </p:txBody>
      </p:sp>
      <p:sp>
        <p:nvSpPr>
          <p:cNvPr id="48330" name="Freeform 1307"/>
          <p:cNvSpPr/>
          <p:nvPr/>
        </p:nvSpPr>
        <p:spPr>
          <a:xfrm>
            <a:off x="5502275" y="3330575"/>
            <a:ext cx="176213" cy="71438"/>
          </a:xfrm>
          <a:custGeom>
            <a:avLst/>
            <a:gdLst>
              <a:gd name="txL" fmla="*/ 0 w 1285"/>
              <a:gd name="txT" fmla="*/ 0 h 505"/>
              <a:gd name="txR" fmla="*/ 1285 w 1285"/>
              <a:gd name="txB" fmla="*/ 505 h 50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alpha val="100000"/>
            </a:schemeClr>
          </a:solidFill>
          <a:ln w="9525">
            <a:noFill/>
          </a:ln>
        </p:spPr>
        <p:txBody>
          <a:bodyPr/>
          <a:p>
            <a:endParaRPr lang="zh-CN" altLang="en-US"/>
          </a:p>
        </p:txBody>
      </p:sp>
      <p:sp>
        <p:nvSpPr>
          <p:cNvPr id="48331" name="AutoShape 1308"/>
          <p:cNvSpPr>
            <a:spLocks noChangeAspect="1" noTextEdit="1"/>
          </p:cNvSpPr>
          <p:nvPr/>
        </p:nvSpPr>
        <p:spPr>
          <a:xfrm>
            <a:off x="5449888" y="3044825"/>
            <a:ext cx="284162" cy="319088"/>
          </a:xfrm>
          <a:prstGeom prst="rect">
            <a:avLst/>
          </a:prstGeom>
          <a:noFill/>
          <a:ln w="9525">
            <a:noFill/>
          </a:ln>
        </p:spPr>
        <p:txBody>
          <a:bodyPr/>
          <a:p>
            <a:endParaRPr lang="zh-CN" altLang="en-US"/>
          </a:p>
        </p:txBody>
      </p:sp>
      <p:sp>
        <p:nvSpPr>
          <p:cNvPr id="48332" name="Freeform 1309"/>
          <p:cNvSpPr/>
          <p:nvPr/>
        </p:nvSpPr>
        <p:spPr>
          <a:xfrm>
            <a:off x="5508625" y="3065463"/>
            <a:ext cx="41275" cy="52387"/>
          </a:xfrm>
          <a:custGeom>
            <a:avLst/>
            <a:gdLst>
              <a:gd name="txL" fmla="*/ 0 w 179"/>
              <a:gd name="txT" fmla="*/ 0 h 216"/>
              <a:gd name="txR" fmla="*/ 179 w 179"/>
              <a:gd name="txB" fmla="*/ 216 h 21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33" name="Freeform 1310"/>
          <p:cNvSpPr/>
          <p:nvPr/>
        </p:nvSpPr>
        <p:spPr>
          <a:xfrm>
            <a:off x="5576888" y="3063875"/>
            <a:ext cx="25400" cy="39688"/>
          </a:xfrm>
          <a:custGeom>
            <a:avLst/>
            <a:gdLst>
              <a:gd name="txL" fmla="*/ 0 w 114"/>
              <a:gd name="txT" fmla="*/ 0 h 168"/>
              <a:gd name="txR" fmla="*/ 114 w 114"/>
              <a:gd name="txB" fmla="*/ 168 h 16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alpha val="100000"/>
            </a:srgbClr>
          </a:solidFill>
          <a:ln w="9525">
            <a:noFill/>
          </a:ln>
        </p:spPr>
        <p:txBody>
          <a:bodyPr/>
          <a:p>
            <a:endParaRPr lang="zh-CN" altLang="en-US"/>
          </a:p>
        </p:txBody>
      </p:sp>
      <p:sp>
        <p:nvSpPr>
          <p:cNvPr id="48334" name="Freeform 1311"/>
          <p:cNvSpPr/>
          <p:nvPr/>
        </p:nvSpPr>
        <p:spPr>
          <a:xfrm>
            <a:off x="5483225" y="3054350"/>
            <a:ext cx="66675" cy="85725"/>
          </a:xfrm>
          <a:custGeom>
            <a:avLst/>
            <a:gdLst>
              <a:gd name="txL" fmla="*/ 0 w 289"/>
              <a:gd name="txT" fmla="*/ 0 h 351"/>
              <a:gd name="txR" fmla="*/ 289 w 289"/>
              <a:gd name="txB" fmla="*/ 351 h 351"/>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rect l="txL" t="txT" r="txR" b="txB"/>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alpha val="100000"/>
            </a:srgbClr>
          </a:solidFill>
          <a:ln w="9525">
            <a:noFill/>
          </a:ln>
        </p:spPr>
        <p:txBody>
          <a:bodyPr/>
          <a:p>
            <a:endParaRPr lang="zh-CN" altLang="en-US"/>
          </a:p>
        </p:txBody>
      </p:sp>
      <p:sp>
        <p:nvSpPr>
          <p:cNvPr id="48335" name="Freeform 1312"/>
          <p:cNvSpPr/>
          <p:nvPr/>
        </p:nvSpPr>
        <p:spPr>
          <a:xfrm>
            <a:off x="5573713" y="3051175"/>
            <a:ext cx="57150" cy="57150"/>
          </a:xfrm>
          <a:custGeom>
            <a:avLst/>
            <a:gdLst>
              <a:gd name="txL" fmla="*/ 0 w 254"/>
              <a:gd name="txT" fmla="*/ 0 h 234"/>
              <a:gd name="txR" fmla="*/ 254 w 254"/>
              <a:gd name="txB" fmla="*/ 234 h 234"/>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alpha val="100000"/>
            </a:srgbClr>
          </a:solidFill>
          <a:ln w="9525">
            <a:noFill/>
          </a:ln>
        </p:spPr>
        <p:txBody>
          <a:bodyPr/>
          <a:p>
            <a:endParaRPr lang="zh-CN" altLang="en-US"/>
          </a:p>
        </p:txBody>
      </p:sp>
      <p:sp>
        <p:nvSpPr>
          <p:cNvPr id="48336" name="Freeform 1313"/>
          <p:cNvSpPr/>
          <p:nvPr/>
        </p:nvSpPr>
        <p:spPr>
          <a:xfrm>
            <a:off x="5461000" y="3078163"/>
            <a:ext cx="22225" cy="52387"/>
          </a:xfrm>
          <a:custGeom>
            <a:avLst/>
            <a:gdLst>
              <a:gd name="txL" fmla="*/ 0 w 103"/>
              <a:gd name="txT" fmla="*/ 0 h 221"/>
              <a:gd name="txR" fmla="*/ 103 w 103"/>
              <a:gd name="txB" fmla="*/ 221 h 221"/>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alpha val="100000"/>
            </a:srgbClr>
          </a:solidFill>
          <a:ln w="9525">
            <a:noFill/>
          </a:ln>
        </p:spPr>
        <p:txBody>
          <a:bodyPr/>
          <a:p>
            <a:endParaRPr lang="zh-CN" altLang="en-US"/>
          </a:p>
        </p:txBody>
      </p:sp>
      <p:sp>
        <p:nvSpPr>
          <p:cNvPr id="48337" name="Freeform 1314"/>
          <p:cNvSpPr/>
          <p:nvPr/>
        </p:nvSpPr>
        <p:spPr>
          <a:xfrm>
            <a:off x="5619750" y="3048000"/>
            <a:ext cx="49213" cy="69850"/>
          </a:xfrm>
          <a:custGeom>
            <a:avLst/>
            <a:gdLst>
              <a:gd name="txL" fmla="*/ 0 w 221"/>
              <a:gd name="txT" fmla="*/ 0 h 288"/>
              <a:gd name="txR" fmla="*/ 221 w 221"/>
              <a:gd name="txB" fmla="*/ 288 h 28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alpha val="100000"/>
            </a:srgbClr>
          </a:solidFill>
          <a:ln w="9525">
            <a:noFill/>
          </a:ln>
        </p:spPr>
        <p:txBody>
          <a:bodyPr/>
          <a:p>
            <a:endParaRPr lang="zh-CN" altLang="en-US"/>
          </a:p>
        </p:txBody>
      </p:sp>
      <p:sp>
        <p:nvSpPr>
          <p:cNvPr id="48338" name="Freeform 1315"/>
          <p:cNvSpPr/>
          <p:nvPr/>
        </p:nvSpPr>
        <p:spPr>
          <a:xfrm>
            <a:off x="5567363" y="3128963"/>
            <a:ext cx="15875" cy="42862"/>
          </a:xfrm>
          <a:custGeom>
            <a:avLst/>
            <a:gdLst>
              <a:gd name="txL" fmla="*/ 0 w 74"/>
              <a:gd name="txT" fmla="*/ 0 h 174"/>
              <a:gd name="txR" fmla="*/ 74 w 74"/>
              <a:gd name="txB" fmla="*/ 174 h 174"/>
            </a:gdLst>
            <a:ahLst/>
            <a:cxnLst>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alpha val="100000"/>
            </a:srgbClr>
          </a:solidFill>
          <a:ln w="9525">
            <a:noFill/>
          </a:ln>
        </p:spPr>
        <p:txBody>
          <a:bodyPr/>
          <a:p>
            <a:endParaRPr lang="zh-CN" altLang="en-US"/>
          </a:p>
        </p:txBody>
      </p:sp>
      <p:sp>
        <p:nvSpPr>
          <p:cNvPr id="48339" name="Freeform 1316"/>
          <p:cNvSpPr/>
          <p:nvPr/>
        </p:nvSpPr>
        <p:spPr>
          <a:xfrm>
            <a:off x="5559425" y="3106738"/>
            <a:ext cx="9525" cy="20637"/>
          </a:xfrm>
          <a:custGeom>
            <a:avLst/>
            <a:gdLst>
              <a:gd name="txL" fmla="*/ 0 w 39"/>
              <a:gd name="txT" fmla="*/ 0 h 87"/>
              <a:gd name="txR" fmla="*/ 39 w 39"/>
              <a:gd name="txB" fmla="*/ 87 h 87"/>
            </a:gdLst>
            <a:ahLst/>
            <a:cxnLst>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alpha val="100000"/>
            </a:srgbClr>
          </a:solidFill>
          <a:ln w="9525">
            <a:noFill/>
          </a:ln>
        </p:spPr>
        <p:txBody>
          <a:bodyPr/>
          <a:p>
            <a:endParaRPr lang="zh-CN" altLang="en-US"/>
          </a:p>
        </p:txBody>
      </p:sp>
      <p:sp>
        <p:nvSpPr>
          <p:cNvPr id="48340" name="Freeform 1317"/>
          <p:cNvSpPr/>
          <p:nvPr/>
        </p:nvSpPr>
        <p:spPr>
          <a:xfrm>
            <a:off x="5553075" y="3092450"/>
            <a:ext cx="6350" cy="11113"/>
          </a:xfrm>
          <a:custGeom>
            <a:avLst/>
            <a:gdLst>
              <a:gd name="txL" fmla="*/ 0 w 34"/>
              <a:gd name="txT" fmla="*/ 0 h 51"/>
              <a:gd name="txR" fmla="*/ 34 w 34"/>
              <a:gd name="txB" fmla="*/ 51 h 5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alpha val="100000"/>
            </a:srgbClr>
          </a:solidFill>
          <a:ln w="9525">
            <a:noFill/>
          </a:ln>
        </p:spPr>
        <p:txBody>
          <a:bodyPr/>
          <a:p>
            <a:endParaRPr lang="zh-CN" altLang="en-US"/>
          </a:p>
        </p:txBody>
      </p:sp>
      <p:sp>
        <p:nvSpPr>
          <p:cNvPr id="48341" name="Freeform 1318"/>
          <p:cNvSpPr/>
          <p:nvPr/>
        </p:nvSpPr>
        <p:spPr>
          <a:xfrm>
            <a:off x="5545138" y="3081338"/>
            <a:ext cx="11112" cy="7937"/>
          </a:xfrm>
          <a:custGeom>
            <a:avLst/>
            <a:gdLst>
              <a:gd name="txL" fmla="*/ 0 w 46"/>
              <a:gd name="txT" fmla="*/ 0 h 33"/>
              <a:gd name="txR" fmla="*/ 46 w 46"/>
              <a:gd name="txB" fmla="*/ 33 h 33"/>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alpha val="100000"/>
            </a:srgbClr>
          </a:solidFill>
          <a:ln w="9525">
            <a:noFill/>
          </a:ln>
        </p:spPr>
        <p:txBody>
          <a:bodyPr/>
          <a:p>
            <a:endParaRPr lang="zh-CN" altLang="en-US"/>
          </a:p>
        </p:txBody>
      </p:sp>
      <p:sp>
        <p:nvSpPr>
          <p:cNvPr id="48342" name="Freeform 1319"/>
          <p:cNvSpPr/>
          <p:nvPr/>
        </p:nvSpPr>
        <p:spPr>
          <a:xfrm>
            <a:off x="5497513" y="3068638"/>
            <a:ext cx="41275" cy="52387"/>
          </a:xfrm>
          <a:custGeom>
            <a:avLst/>
            <a:gdLst>
              <a:gd name="txL" fmla="*/ 0 w 177"/>
              <a:gd name="txT" fmla="*/ 0 h 219"/>
              <a:gd name="txR" fmla="*/ 177 w 177"/>
              <a:gd name="txB" fmla="*/ 219 h 219"/>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alpha val="100000"/>
            </a:srgbClr>
          </a:solidFill>
          <a:ln w="9525">
            <a:noFill/>
          </a:ln>
        </p:spPr>
        <p:txBody>
          <a:bodyPr/>
          <a:p>
            <a:endParaRPr lang="zh-CN" altLang="en-US"/>
          </a:p>
        </p:txBody>
      </p:sp>
      <p:sp>
        <p:nvSpPr>
          <p:cNvPr id="48343" name="Freeform 1320"/>
          <p:cNvSpPr/>
          <p:nvPr/>
        </p:nvSpPr>
        <p:spPr>
          <a:xfrm>
            <a:off x="5565775" y="3067050"/>
            <a:ext cx="25400" cy="41275"/>
          </a:xfrm>
          <a:custGeom>
            <a:avLst/>
            <a:gdLst>
              <a:gd name="txL" fmla="*/ 0 w 115"/>
              <a:gd name="txT" fmla="*/ 0 h 170"/>
              <a:gd name="txR" fmla="*/ 115 w 115"/>
              <a:gd name="txB" fmla="*/ 170 h 170"/>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44" name="Freeform 1321"/>
          <p:cNvSpPr/>
          <p:nvPr/>
        </p:nvSpPr>
        <p:spPr>
          <a:xfrm>
            <a:off x="5473700" y="3059113"/>
            <a:ext cx="63500" cy="84137"/>
          </a:xfrm>
          <a:custGeom>
            <a:avLst/>
            <a:gdLst>
              <a:gd name="txL" fmla="*/ 0 w 289"/>
              <a:gd name="txT" fmla="*/ 0 h 352"/>
              <a:gd name="txR" fmla="*/ 289 w 289"/>
              <a:gd name="txB" fmla="*/ 352 h 352"/>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rect l="txL" t="txT" r="txR" b="txB"/>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45" name="Freeform 1322"/>
          <p:cNvSpPr/>
          <p:nvPr/>
        </p:nvSpPr>
        <p:spPr>
          <a:xfrm>
            <a:off x="5562600" y="3054350"/>
            <a:ext cx="57150" cy="58738"/>
          </a:xfrm>
          <a:custGeom>
            <a:avLst/>
            <a:gdLst>
              <a:gd name="txL" fmla="*/ 0 w 252"/>
              <a:gd name="txT" fmla="*/ 0 h 235"/>
              <a:gd name="txR" fmla="*/ 252 w 252"/>
              <a:gd name="txB" fmla="*/ 235 h 23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46" name="Freeform 1323"/>
          <p:cNvSpPr/>
          <p:nvPr/>
        </p:nvSpPr>
        <p:spPr>
          <a:xfrm>
            <a:off x="5451475" y="3086100"/>
            <a:ext cx="23813" cy="53975"/>
          </a:xfrm>
          <a:custGeom>
            <a:avLst/>
            <a:gdLst>
              <a:gd name="txL" fmla="*/ 0 w 103"/>
              <a:gd name="txT" fmla="*/ 0 h 220"/>
              <a:gd name="txR" fmla="*/ 103 w 103"/>
              <a:gd name="txB" fmla="*/ 220 h 220"/>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47" name="Freeform 1324"/>
          <p:cNvSpPr/>
          <p:nvPr/>
        </p:nvSpPr>
        <p:spPr>
          <a:xfrm>
            <a:off x="5608638" y="3051175"/>
            <a:ext cx="50800" cy="69850"/>
          </a:xfrm>
          <a:custGeom>
            <a:avLst/>
            <a:gdLst>
              <a:gd name="txL" fmla="*/ 0 w 220"/>
              <a:gd name="txT" fmla="*/ 0 h 288"/>
              <a:gd name="txR" fmla="*/ 220 w 220"/>
              <a:gd name="txB" fmla="*/ 288 h 28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48" name="Freeform 1325"/>
          <p:cNvSpPr/>
          <p:nvPr/>
        </p:nvSpPr>
        <p:spPr>
          <a:xfrm>
            <a:off x="5561013" y="3157538"/>
            <a:ext cx="190500" cy="120650"/>
          </a:xfrm>
          <a:custGeom>
            <a:avLst/>
            <a:gdLst>
              <a:gd name="txL" fmla="*/ 0 w 1070"/>
              <a:gd name="txT" fmla="*/ 0 h 844"/>
              <a:gd name="txR" fmla="*/ 1070 w 1070"/>
              <a:gd name="txB" fmla="*/ 844 h 844"/>
            </a:gdLst>
            <a:ahLst/>
            <a:cxnLst>
              <a:cxn ang="0">
                <a:pos x="2147483646" y="0"/>
              </a:cxn>
              <a:cxn ang="0">
                <a:pos x="2147483646" y="2147483646"/>
              </a:cxn>
              <a:cxn ang="0">
                <a:pos x="2147483646" y="2147483646"/>
              </a:cxn>
              <a:cxn ang="0">
                <a:pos x="0" y="2147483646"/>
              </a:cxn>
              <a:cxn ang="0">
                <a:pos x="2147483646" y="0"/>
              </a:cxn>
            </a:cxnLst>
            <a:rect l="txL" t="txT" r="txR" b="txB"/>
            <a:pathLst>
              <a:path w="1070" h="844">
                <a:moveTo>
                  <a:pt x="141" y="0"/>
                </a:moveTo>
                <a:lnTo>
                  <a:pt x="1070" y="194"/>
                </a:lnTo>
                <a:lnTo>
                  <a:pt x="919" y="844"/>
                </a:lnTo>
                <a:lnTo>
                  <a:pt x="0" y="624"/>
                </a:lnTo>
                <a:lnTo>
                  <a:pt x="141" y="0"/>
                </a:lnTo>
                <a:close/>
              </a:path>
            </a:pathLst>
          </a:custGeom>
          <a:solidFill>
            <a:schemeClr val="folHlink">
              <a:alpha val="100000"/>
            </a:schemeClr>
          </a:solidFill>
          <a:ln w="9525">
            <a:noFill/>
          </a:ln>
        </p:spPr>
        <p:txBody>
          <a:bodyPr/>
          <a:p>
            <a:endParaRPr lang="zh-CN" altLang="en-US"/>
          </a:p>
        </p:txBody>
      </p:sp>
      <p:sp>
        <p:nvSpPr>
          <p:cNvPr id="48349" name="Freeform 1326"/>
          <p:cNvSpPr/>
          <p:nvPr/>
        </p:nvSpPr>
        <p:spPr>
          <a:xfrm>
            <a:off x="5576888" y="3160713"/>
            <a:ext cx="146050" cy="47625"/>
          </a:xfrm>
          <a:custGeom>
            <a:avLst/>
            <a:gdLst>
              <a:gd name="txL" fmla="*/ 0 w 819"/>
              <a:gd name="txT" fmla="*/ 0 h 333"/>
              <a:gd name="txR" fmla="*/ 819 w 819"/>
              <a:gd name="txB" fmla="*/ 333 h 333"/>
            </a:gdLst>
            <a:ahLst/>
            <a:cxnLst>
              <a:cxn ang="0">
                <a:pos x="2147483646" y="0"/>
              </a:cxn>
              <a:cxn ang="0">
                <a:pos x="2147483646" y="2147483646"/>
              </a:cxn>
              <a:cxn ang="0">
                <a:pos x="2147483646" y="2147483646"/>
              </a:cxn>
              <a:cxn ang="0">
                <a:pos x="0" y="2147483646"/>
              </a:cxn>
              <a:cxn ang="0">
                <a:pos x="2147483646" y="0"/>
              </a:cxn>
            </a:cxnLst>
            <a:rect l="txL" t="txT" r="txR" b="txB"/>
            <a:pathLst>
              <a:path w="819" h="333">
                <a:moveTo>
                  <a:pt x="97" y="0"/>
                </a:moveTo>
                <a:lnTo>
                  <a:pt x="819" y="139"/>
                </a:lnTo>
                <a:lnTo>
                  <a:pt x="172" y="98"/>
                </a:lnTo>
                <a:lnTo>
                  <a:pt x="0" y="333"/>
                </a:lnTo>
                <a:lnTo>
                  <a:pt x="97" y="0"/>
                </a:lnTo>
                <a:close/>
              </a:path>
            </a:pathLst>
          </a:custGeom>
          <a:solidFill>
            <a:srgbClr val="FFFFFF">
              <a:alpha val="100000"/>
            </a:srgbClr>
          </a:solidFill>
          <a:ln w="9525">
            <a:noFill/>
          </a:ln>
        </p:spPr>
        <p:txBody>
          <a:bodyPr/>
          <a:p>
            <a:endParaRPr lang="zh-CN" altLang="en-US"/>
          </a:p>
        </p:txBody>
      </p:sp>
      <p:sp>
        <p:nvSpPr>
          <p:cNvPr id="48350" name="Freeform 1327"/>
          <p:cNvSpPr/>
          <p:nvPr/>
        </p:nvSpPr>
        <p:spPr>
          <a:xfrm>
            <a:off x="5541963" y="3302000"/>
            <a:ext cx="192087" cy="44450"/>
          </a:xfrm>
          <a:custGeom>
            <a:avLst/>
            <a:gdLst>
              <a:gd name="txL" fmla="*/ 0 w 1083"/>
              <a:gd name="txT" fmla="*/ 0 h 306"/>
              <a:gd name="txR" fmla="*/ 1083 w 1083"/>
              <a:gd name="txB" fmla="*/ 306 h 306"/>
            </a:gdLst>
            <a:ahLst/>
            <a:cxnLst>
              <a:cxn ang="0">
                <a:pos x="2147483646" y="0"/>
              </a:cxn>
              <a:cxn ang="0">
                <a:pos x="2147483646" y="2147483646"/>
              </a:cxn>
              <a:cxn ang="0">
                <a:pos x="2147483646" y="2147483646"/>
              </a:cxn>
              <a:cxn ang="0">
                <a:pos x="0" y="2147483646"/>
              </a:cxn>
              <a:cxn ang="0">
                <a:pos x="2147483646" y="0"/>
              </a:cxn>
            </a:cxnLst>
            <a:rect l="txL" t="txT" r="txR" b="txB"/>
            <a:pathLst>
              <a:path w="1083" h="306">
                <a:moveTo>
                  <a:pt x="34" y="0"/>
                </a:moveTo>
                <a:lnTo>
                  <a:pt x="1083" y="261"/>
                </a:lnTo>
                <a:lnTo>
                  <a:pt x="1055" y="306"/>
                </a:lnTo>
                <a:lnTo>
                  <a:pt x="0" y="28"/>
                </a:lnTo>
                <a:lnTo>
                  <a:pt x="34" y="0"/>
                </a:lnTo>
                <a:close/>
              </a:path>
            </a:pathLst>
          </a:custGeom>
          <a:solidFill>
            <a:srgbClr val="7F7F7F">
              <a:alpha val="100000"/>
            </a:srgbClr>
          </a:solidFill>
          <a:ln w="9525">
            <a:noFill/>
          </a:ln>
        </p:spPr>
        <p:txBody>
          <a:bodyPr/>
          <a:p>
            <a:endParaRPr lang="zh-CN" altLang="en-US"/>
          </a:p>
        </p:txBody>
      </p:sp>
      <p:sp>
        <p:nvSpPr>
          <p:cNvPr id="48351" name="Freeform 1328"/>
          <p:cNvSpPr/>
          <p:nvPr/>
        </p:nvSpPr>
        <p:spPr>
          <a:xfrm>
            <a:off x="5524500" y="3314700"/>
            <a:ext cx="193675" cy="44450"/>
          </a:xfrm>
          <a:custGeom>
            <a:avLst/>
            <a:gdLst>
              <a:gd name="txL" fmla="*/ 0 w 1088"/>
              <a:gd name="txT" fmla="*/ 0 h 311"/>
              <a:gd name="txR" fmla="*/ 1088 w 1088"/>
              <a:gd name="txB" fmla="*/ 311 h 311"/>
            </a:gdLst>
            <a:ahLst/>
            <a:cxnLst>
              <a:cxn ang="0">
                <a:pos x="2147483646" y="0"/>
              </a:cxn>
              <a:cxn ang="0">
                <a:pos x="2147483646" y="2147483646"/>
              </a:cxn>
              <a:cxn ang="0">
                <a:pos x="2147483646" y="2147483646"/>
              </a:cxn>
              <a:cxn ang="0">
                <a:pos x="0" y="2147483646"/>
              </a:cxn>
              <a:cxn ang="0">
                <a:pos x="2147483646" y="0"/>
              </a:cxn>
            </a:cxnLst>
            <a:rect l="txL" t="txT" r="txR" b="txB"/>
            <a:pathLst>
              <a:path w="1088" h="311">
                <a:moveTo>
                  <a:pt x="39" y="0"/>
                </a:moveTo>
                <a:lnTo>
                  <a:pt x="1088" y="260"/>
                </a:lnTo>
                <a:lnTo>
                  <a:pt x="1055" y="311"/>
                </a:lnTo>
                <a:lnTo>
                  <a:pt x="0" y="34"/>
                </a:lnTo>
                <a:lnTo>
                  <a:pt x="39" y="0"/>
                </a:lnTo>
                <a:close/>
              </a:path>
            </a:pathLst>
          </a:custGeom>
          <a:solidFill>
            <a:srgbClr val="7F7F7F">
              <a:alpha val="100000"/>
            </a:srgbClr>
          </a:solidFill>
          <a:ln w="9525">
            <a:noFill/>
          </a:ln>
        </p:spPr>
        <p:txBody>
          <a:bodyPr/>
          <a:p>
            <a:endParaRPr lang="zh-CN" altLang="en-US"/>
          </a:p>
        </p:txBody>
      </p:sp>
      <p:sp>
        <p:nvSpPr>
          <p:cNvPr id="48352" name="Freeform 1329"/>
          <p:cNvSpPr/>
          <p:nvPr/>
        </p:nvSpPr>
        <p:spPr>
          <a:xfrm>
            <a:off x="5554663" y="3355975"/>
            <a:ext cx="28575" cy="9525"/>
          </a:xfrm>
          <a:custGeom>
            <a:avLst/>
            <a:gdLst>
              <a:gd name="txL" fmla="*/ 0 w 164"/>
              <a:gd name="txT" fmla="*/ 0 h 72"/>
              <a:gd name="txR" fmla="*/ 164 w 164"/>
              <a:gd name="txB" fmla="*/ 72 h 72"/>
            </a:gdLst>
            <a:ahLst/>
            <a:cxnLst>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Lst>
            <a:rect l="txL" t="txT" r="txR" b="txB"/>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alpha val="100000"/>
            </a:srgbClr>
          </a:solidFill>
          <a:ln w="9525">
            <a:noFill/>
          </a:ln>
        </p:spPr>
        <p:txBody>
          <a:bodyPr/>
          <a:p>
            <a:endParaRPr lang="zh-CN" altLang="en-US"/>
          </a:p>
        </p:txBody>
      </p:sp>
      <p:sp>
        <p:nvSpPr>
          <p:cNvPr id="48353" name="Freeform 1330"/>
          <p:cNvSpPr/>
          <p:nvPr/>
        </p:nvSpPr>
        <p:spPr>
          <a:xfrm>
            <a:off x="5559425" y="3282950"/>
            <a:ext cx="26988" cy="15875"/>
          </a:xfrm>
          <a:custGeom>
            <a:avLst/>
            <a:gdLst>
              <a:gd name="txL" fmla="*/ 0 w 146"/>
              <a:gd name="txT" fmla="*/ 0 h 109"/>
              <a:gd name="txR" fmla="*/ 146 w 146"/>
              <a:gd name="txB" fmla="*/ 109 h 109"/>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alpha val="100000"/>
            </a:srgbClr>
          </a:solidFill>
          <a:ln w="9525">
            <a:noFill/>
          </a:ln>
        </p:spPr>
        <p:txBody>
          <a:bodyPr/>
          <a:p>
            <a:endParaRPr lang="zh-CN" altLang="en-US"/>
          </a:p>
        </p:txBody>
      </p:sp>
      <p:sp>
        <p:nvSpPr>
          <p:cNvPr id="48354" name="Freeform 1331"/>
          <p:cNvSpPr/>
          <p:nvPr/>
        </p:nvSpPr>
        <p:spPr>
          <a:xfrm>
            <a:off x="5707063" y="3309938"/>
            <a:ext cx="26987" cy="15875"/>
          </a:xfrm>
          <a:custGeom>
            <a:avLst/>
            <a:gdLst>
              <a:gd name="txL" fmla="*/ 0 w 146"/>
              <a:gd name="txT" fmla="*/ 0 h 107"/>
              <a:gd name="txR" fmla="*/ 146 w 146"/>
              <a:gd name="txB" fmla="*/ 107 h 107"/>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alpha val="100000"/>
            </a:srgbClr>
          </a:solidFill>
          <a:ln w="9525">
            <a:noFill/>
          </a:ln>
        </p:spPr>
        <p:txBody>
          <a:bodyPr/>
          <a:p>
            <a:endParaRPr lang="zh-CN" altLang="en-US"/>
          </a:p>
        </p:txBody>
      </p:sp>
      <p:sp>
        <p:nvSpPr>
          <p:cNvPr id="48355" name="Freeform 1332"/>
          <p:cNvSpPr/>
          <p:nvPr/>
        </p:nvSpPr>
        <p:spPr>
          <a:xfrm>
            <a:off x="5588000" y="3286125"/>
            <a:ext cx="111125" cy="26988"/>
          </a:xfrm>
          <a:custGeom>
            <a:avLst/>
            <a:gdLst>
              <a:gd name="txL" fmla="*/ 0 w 629"/>
              <a:gd name="txT" fmla="*/ 0 h 182"/>
              <a:gd name="txR" fmla="*/ 629 w 629"/>
              <a:gd name="txB" fmla="*/ 182 h 182"/>
            </a:gdLst>
            <a:ahLst/>
            <a:cxnLst>
              <a:cxn ang="0">
                <a:pos x="0" y="2147483646"/>
              </a:cxn>
              <a:cxn ang="0">
                <a:pos x="2147483646" y="2147483646"/>
              </a:cxn>
              <a:cxn ang="0">
                <a:pos x="2147483646" y="2147483646"/>
              </a:cxn>
              <a:cxn ang="0">
                <a:pos x="2147483646" y="0"/>
              </a:cxn>
              <a:cxn ang="0">
                <a:pos x="0" y="2147483646"/>
              </a:cxn>
            </a:cxnLst>
            <a:rect l="txL" t="txT" r="txR" b="txB"/>
            <a:pathLst>
              <a:path w="629" h="182">
                <a:moveTo>
                  <a:pt x="0" y="40"/>
                </a:moveTo>
                <a:lnTo>
                  <a:pt x="601" y="182"/>
                </a:lnTo>
                <a:lnTo>
                  <a:pt x="629" y="142"/>
                </a:lnTo>
                <a:lnTo>
                  <a:pt x="29" y="0"/>
                </a:lnTo>
                <a:lnTo>
                  <a:pt x="0" y="40"/>
                </a:lnTo>
                <a:close/>
              </a:path>
            </a:pathLst>
          </a:custGeom>
          <a:solidFill>
            <a:schemeClr val="folHlink">
              <a:alpha val="100000"/>
            </a:schemeClr>
          </a:solidFill>
          <a:ln w="9525">
            <a:noFill/>
          </a:ln>
        </p:spPr>
        <p:txBody>
          <a:bodyPr/>
          <a:p>
            <a:endParaRPr lang="zh-CN" altLang="en-US"/>
          </a:p>
        </p:txBody>
      </p:sp>
      <p:sp>
        <p:nvSpPr>
          <p:cNvPr id="48356" name="Freeform 1333"/>
          <p:cNvSpPr/>
          <p:nvPr/>
        </p:nvSpPr>
        <p:spPr>
          <a:xfrm>
            <a:off x="5588000" y="3298825"/>
            <a:ext cx="106363" cy="23813"/>
          </a:xfrm>
          <a:custGeom>
            <a:avLst/>
            <a:gdLst>
              <a:gd name="txL" fmla="*/ 0 w 606"/>
              <a:gd name="txT" fmla="*/ 0 h 170"/>
              <a:gd name="txR" fmla="*/ 606 w 606"/>
              <a:gd name="txB" fmla="*/ 170 h 170"/>
            </a:gdLst>
            <a:ahLst/>
            <a:cxnLst>
              <a:cxn ang="0">
                <a:pos x="0" y="2147483646"/>
              </a:cxn>
              <a:cxn ang="0">
                <a:pos x="2147483646" y="2147483646"/>
              </a:cxn>
              <a:cxn ang="0">
                <a:pos x="2147483646" y="2147483646"/>
              </a:cxn>
              <a:cxn ang="0">
                <a:pos x="2147483646" y="0"/>
              </a:cxn>
              <a:cxn ang="0">
                <a:pos x="0" y="2147483646"/>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48357" name="Freeform 1334"/>
          <p:cNvSpPr/>
          <p:nvPr/>
        </p:nvSpPr>
        <p:spPr>
          <a:xfrm>
            <a:off x="5588000" y="3281363"/>
            <a:ext cx="106363" cy="23812"/>
          </a:xfrm>
          <a:custGeom>
            <a:avLst/>
            <a:gdLst>
              <a:gd name="txL" fmla="*/ 0 w 606"/>
              <a:gd name="txT" fmla="*/ 0 h 170"/>
              <a:gd name="txR" fmla="*/ 606 w 606"/>
              <a:gd name="txB" fmla="*/ 170 h 170"/>
            </a:gdLst>
            <a:ahLst/>
            <a:cxnLst>
              <a:cxn ang="0">
                <a:pos x="0" y="2147483646"/>
              </a:cxn>
              <a:cxn ang="0">
                <a:pos x="2147483646" y="2147483646"/>
              </a:cxn>
              <a:cxn ang="0">
                <a:pos x="2147483646" y="2147483646"/>
              </a:cxn>
              <a:cxn ang="0">
                <a:pos x="2147483646" y="0"/>
              </a:cxn>
              <a:cxn ang="0">
                <a:pos x="0" y="2147483646"/>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48358" name="AutoShape 1336"/>
          <p:cNvSpPr>
            <a:spLocks noChangeAspect="1" noTextEdit="1"/>
          </p:cNvSpPr>
          <p:nvPr/>
        </p:nvSpPr>
        <p:spPr>
          <a:xfrm>
            <a:off x="6194425" y="1831975"/>
            <a:ext cx="295275" cy="293688"/>
          </a:xfrm>
          <a:prstGeom prst="rect">
            <a:avLst/>
          </a:prstGeom>
          <a:noFill/>
          <a:ln w="9525">
            <a:noFill/>
          </a:ln>
        </p:spPr>
        <p:txBody>
          <a:bodyPr/>
          <a:p>
            <a:endParaRPr lang="zh-CN" altLang="en-US"/>
          </a:p>
        </p:txBody>
      </p:sp>
      <p:sp>
        <p:nvSpPr>
          <p:cNvPr id="48359" name="Freeform 1337"/>
          <p:cNvSpPr/>
          <p:nvPr/>
        </p:nvSpPr>
        <p:spPr>
          <a:xfrm>
            <a:off x="6196013" y="1831975"/>
            <a:ext cx="293687" cy="293688"/>
          </a:xfrm>
          <a:custGeom>
            <a:avLst/>
            <a:gdLst>
              <a:gd name="txL" fmla="*/ 0 w 1894"/>
              <a:gd name="txT" fmla="*/ 0 h 1904"/>
              <a:gd name="txR" fmla="*/ 1894 w 1894"/>
              <a:gd name="txB" fmla="*/ 1904 h 1904"/>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alpha val="100000"/>
            </a:scheme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48360" name="Freeform 1338"/>
          <p:cNvSpPr/>
          <p:nvPr/>
        </p:nvSpPr>
        <p:spPr>
          <a:xfrm>
            <a:off x="6232525" y="2019300"/>
            <a:ext cx="171450" cy="49213"/>
          </a:xfrm>
          <a:custGeom>
            <a:avLst/>
            <a:gdLst>
              <a:gd name="txL" fmla="*/ 0 w 1106"/>
              <a:gd name="txT" fmla="*/ 0 h 331"/>
              <a:gd name="txR" fmla="*/ 1106 w 1106"/>
              <a:gd name="txB" fmla="*/ 331 h 331"/>
            </a:gdLst>
            <a:ahLst/>
            <a:cxnLst>
              <a:cxn ang="0">
                <a:pos x="2147483646" y="0"/>
              </a:cxn>
              <a:cxn ang="0">
                <a:pos x="2147483646" y="2147483646"/>
              </a:cxn>
              <a:cxn ang="0">
                <a:pos x="2147483646" y="2147483646"/>
              </a:cxn>
              <a:cxn ang="0">
                <a:pos x="0" y="2147483646"/>
              </a:cxn>
              <a:cxn ang="0">
                <a:pos x="2147483646" y="0"/>
              </a:cxn>
            </a:cxnLst>
            <a:rect l="txL" t="txT" r="txR" b="txB"/>
            <a:pathLst>
              <a:path w="1106" h="331">
                <a:moveTo>
                  <a:pt x="40" y="0"/>
                </a:moveTo>
                <a:lnTo>
                  <a:pt x="1106" y="277"/>
                </a:lnTo>
                <a:lnTo>
                  <a:pt x="1071" y="331"/>
                </a:lnTo>
                <a:lnTo>
                  <a:pt x="0" y="36"/>
                </a:lnTo>
                <a:lnTo>
                  <a:pt x="40" y="0"/>
                </a:lnTo>
                <a:close/>
              </a:path>
            </a:pathLst>
          </a:custGeom>
          <a:solidFill>
            <a:srgbClr val="7F7F7F">
              <a:alpha val="100000"/>
            </a:srgbClr>
          </a:solidFill>
          <a:ln w="9525">
            <a:noFill/>
          </a:ln>
        </p:spPr>
        <p:txBody>
          <a:bodyPr/>
          <a:p>
            <a:endParaRPr lang="zh-CN" altLang="en-US"/>
          </a:p>
        </p:txBody>
      </p:sp>
      <p:sp>
        <p:nvSpPr>
          <p:cNvPr id="48361" name="Freeform 1339"/>
          <p:cNvSpPr/>
          <p:nvPr/>
        </p:nvSpPr>
        <p:spPr>
          <a:xfrm>
            <a:off x="6203950" y="2041525"/>
            <a:ext cx="200025" cy="76200"/>
          </a:xfrm>
          <a:custGeom>
            <a:avLst/>
            <a:gdLst>
              <a:gd name="txL" fmla="*/ 0 w 1285"/>
              <a:gd name="txT" fmla="*/ 0 h 505"/>
              <a:gd name="txR" fmla="*/ 1285 w 1285"/>
              <a:gd name="txB" fmla="*/ 505 h 50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alpha val="100000"/>
            </a:schemeClr>
          </a:solidFill>
          <a:ln w="9525">
            <a:noFill/>
          </a:ln>
        </p:spPr>
        <p:txBody>
          <a:bodyPr/>
          <a:p>
            <a:endParaRPr lang="zh-CN" altLang="en-US"/>
          </a:p>
        </p:txBody>
      </p:sp>
      <p:sp>
        <p:nvSpPr>
          <p:cNvPr id="48362" name="AutoShape 1340"/>
          <p:cNvSpPr>
            <a:spLocks noChangeAspect="1" noTextEdit="1"/>
          </p:cNvSpPr>
          <p:nvPr/>
        </p:nvSpPr>
        <p:spPr>
          <a:xfrm>
            <a:off x="6143625" y="1728788"/>
            <a:ext cx="322263" cy="349250"/>
          </a:xfrm>
          <a:prstGeom prst="rect">
            <a:avLst/>
          </a:prstGeom>
          <a:noFill/>
          <a:ln w="9525">
            <a:noFill/>
          </a:ln>
        </p:spPr>
        <p:txBody>
          <a:bodyPr/>
          <a:p>
            <a:endParaRPr lang="zh-CN" altLang="en-US"/>
          </a:p>
        </p:txBody>
      </p:sp>
      <p:sp>
        <p:nvSpPr>
          <p:cNvPr id="48363" name="Freeform 1341"/>
          <p:cNvSpPr/>
          <p:nvPr/>
        </p:nvSpPr>
        <p:spPr>
          <a:xfrm>
            <a:off x="6210300" y="1751013"/>
            <a:ext cx="46038" cy="57150"/>
          </a:xfrm>
          <a:custGeom>
            <a:avLst/>
            <a:gdLst>
              <a:gd name="txL" fmla="*/ 0 w 179"/>
              <a:gd name="txT" fmla="*/ 0 h 216"/>
              <a:gd name="txR" fmla="*/ 179 w 179"/>
              <a:gd name="txB" fmla="*/ 216 h 21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64" name="Freeform 1342"/>
          <p:cNvSpPr/>
          <p:nvPr/>
        </p:nvSpPr>
        <p:spPr>
          <a:xfrm>
            <a:off x="6288088" y="1749425"/>
            <a:ext cx="28575" cy="44450"/>
          </a:xfrm>
          <a:custGeom>
            <a:avLst/>
            <a:gdLst>
              <a:gd name="txL" fmla="*/ 0 w 114"/>
              <a:gd name="txT" fmla="*/ 0 h 168"/>
              <a:gd name="txR" fmla="*/ 114 w 114"/>
              <a:gd name="txB" fmla="*/ 168 h 16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alpha val="100000"/>
            </a:srgbClr>
          </a:solidFill>
          <a:ln w="9525">
            <a:noFill/>
          </a:ln>
        </p:spPr>
        <p:txBody>
          <a:bodyPr/>
          <a:p>
            <a:endParaRPr lang="zh-CN" altLang="en-US"/>
          </a:p>
        </p:txBody>
      </p:sp>
      <p:sp>
        <p:nvSpPr>
          <p:cNvPr id="48365" name="Freeform 1343"/>
          <p:cNvSpPr/>
          <p:nvPr/>
        </p:nvSpPr>
        <p:spPr>
          <a:xfrm>
            <a:off x="6181725" y="1739900"/>
            <a:ext cx="74613" cy="92075"/>
          </a:xfrm>
          <a:custGeom>
            <a:avLst/>
            <a:gdLst>
              <a:gd name="txL" fmla="*/ 0 w 289"/>
              <a:gd name="txT" fmla="*/ 0 h 351"/>
              <a:gd name="txR" fmla="*/ 289 w 289"/>
              <a:gd name="txB" fmla="*/ 351 h 351"/>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rect l="txL" t="txT" r="txR" b="txB"/>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alpha val="100000"/>
            </a:srgbClr>
          </a:solidFill>
          <a:ln w="9525">
            <a:noFill/>
          </a:ln>
        </p:spPr>
        <p:txBody>
          <a:bodyPr/>
          <a:p>
            <a:endParaRPr lang="zh-CN" altLang="en-US"/>
          </a:p>
        </p:txBody>
      </p:sp>
      <p:sp>
        <p:nvSpPr>
          <p:cNvPr id="48366" name="Freeform 1344"/>
          <p:cNvSpPr/>
          <p:nvPr/>
        </p:nvSpPr>
        <p:spPr>
          <a:xfrm>
            <a:off x="6284913" y="1736725"/>
            <a:ext cx="63500" cy="61913"/>
          </a:xfrm>
          <a:custGeom>
            <a:avLst/>
            <a:gdLst>
              <a:gd name="txL" fmla="*/ 0 w 254"/>
              <a:gd name="txT" fmla="*/ 0 h 234"/>
              <a:gd name="txR" fmla="*/ 254 w 254"/>
              <a:gd name="txB" fmla="*/ 234 h 234"/>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alpha val="100000"/>
            </a:srgbClr>
          </a:solidFill>
          <a:ln w="9525">
            <a:noFill/>
          </a:ln>
        </p:spPr>
        <p:txBody>
          <a:bodyPr/>
          <a:p>
            <a:endParaRPr lang="zh-CN" altLang="en-US"/>
          </a:p>
        </p:txBody>
      </p:sp>
      <p:sp>
        <p:nvSpPr>
          <p:cNvPr id="48367" name="Freeform 1345"/>
          <p:cNvSpPr/>
          <p:nvPr/>
        </p:nvSpPr>
        <p:spPr>
          <a:xfrm>
            <a:off x="6156325" y="1765300"/>
            <a:ext cx="25400" cy="57150"/>
          </a:xfrm>
          <a:custGeom>
            <a:avLst/>
            <a:gdLst>
              <a:gd name="txL" fmla="*/ 0 w 103"/>
              <a:gd name="txT" fmla="*/ 0 h 221"/>
              <a:gd name="txR" fmla="*/ 103 w 103"/>
              <a:gd name="txB" fmla="*/ 221 h 221"/>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alpha val="100000"/>
            </a:srgbClr>
          </a:solidFill>
          <a:ln w="9525">
            <a:noFill/>
          </a:ln>
        </p:spPr>
        <p:txBody>
          <a:bodyPr/>
          <a:p>
            <a:endParaRPr lang="zh-CN" altLang="en-US"/>
          </a:p>
        </p:txBody>
      </p:sp>
      <p:sp>
        <p:nvSpPr>
          <p:cNvPr id="48368" name="Freeform 1346"/>
          <p:cNvSpPr/>
          <p:nvPr/>
        </p:nvSpPr>
        <p:spPr>
          <a:xfrm>
            <a:off x="6337300" y="1731963"/>
            <a:ext cx="55563" cy="76200"/>
          </a:xfrm>
          <a:custGeom>
            <a:avLst/>
            <a:gdLst>
              <a:gd name="txL" fmla="*/ 0 w 221"/>
              <a:gd name="txT" fmla="*/ 0 h 288"/>
              <a:gd name="txR" fmla="*/ 221 w 221"/>
              <a:gd name="txB" fmla="*/ 288 h 28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alpha val="100000"/>
            </a:srgbClr>
          </a:solidFill>
          <a:ln w="9525">
            <a:noFill/>
          </a:ln>
        </p:spPr>
        <p:txBody>
          <a:bodyPr/>
          <a:p>
            <a:endParaRPr lang="zh-CN" altLang="en-US"/>
          </a:p>
        </p:txBody>
      </p:sp>
      <p:sp>
        <p:nvSpPr>
          <p:cNvPr id="48369" name="Freeform 1347"/>
          <p:cNvSpPr/>
          <p:nvPr/>
        </p:nvSpPr>
        <p:spPr>
          <a:xfrm>
            <a:off x="6276975" y="1820863"/>
            <a:ext cx="17463" cy="46037"/>
          </a:xfrm>
          <a:custGeom>
            <a:avLst/>
            <a:gdLst>
              <a:gd name="txL" fmla="*/ 0 w 74"/>
              <a:gd name="txT" fmla="*/ 0 h 174"/>
              <a:gd name="txR" fmla="*/ 74 w 74"/>
              <a:gd name="txB" fmla="*/ 174 h 174"/>
            </a:gdLst>
            <a:ahLst/>
            <a:cxnLst>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alpha val="100000"/>
            </a:srgbClr>
          </a:solidFill>
          <a:ln w="9525">
            <a:noFill/>
          </a:ln>
        </p:spPr>
        <p:txBody>
          <a:bodyPr/>
          <a:p>
            <a:endParaRPr lang="zh-CN" altLang="en-US"/>
          </a:p>
        </p:txBody>
      </p:sp>
      <p:sp>
        <p:nvSpPr>
          <p:cNvPr id="48370" name="Freeform 1348"/>
          <p:cNvSpPr/>
          <p:nvPr/>
        </p:nvSpPr>
        <p:spPr>
          <a:xfrm>
            <a:off x="6269038" y="1797050"/>
            <a:ext cx="9525" cy="22225"/>
          </a:xfrm>
          <a:custGeom>
            <a:avLst/>
            <a:gdLst>
              <a:gd name="txL" fmla="*/ 0 w 39"/>
              <a:gd name="txT" fmla="*/ 0 h 87"/>
              <a:gd name="txR" fmla="*/ 39 w 39"/>
              <a:gd name="txB" fmla="*/ 87 h 87"/>
            </a:gdLst>
            <a:ahLst/>
            <a:cxnLst>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alpha val="100000"/>
            </a:srgbClr>
          </a:solidFill>
          <a:ln w="9525">
            <a:noFill/>
          </a:ln>
        </p:spPr>
        <p:txBody>
          <a:bodyPr/>
          <a:p>
            <a:endParaRPr lang="zh-CN" altLang="en-US"/>
          </a:p>
        </p:txBody>
      </p:sp>
      <p:sp>
        <p:nvSpPr>
          <p:cNvPr id="48371" name="Freeform 1349"/>
          <p:cNvSpPr/>
          <p:nvPr/>
        </p:nvSpPr>
        <p:spPr>
          <a:xfrm>
            <a:off x="6261100" y="1781175"/>
            <a:ext cx="7938" cy="12700"/>
          </a:xfrm>
          <a:custGeom>
            <a:avLst/>
            <a:gdLst>
              <a:gd name="txL" fmla="*/ 0 w 34"/>
              <a:gd name="txT" fmla="*/ 0 h 51"/>
              <a:gd name="txR" fmla="*/ 34 w 34"/>
              <a:gd name="txB" fmla="*/ 51 h 5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alpha val="100000"/>
            </a:srgbClr>
          </a:solidFill>
          <a:ln w="9525">
            <a:noFill/>
          </a:ln>
        </p:spPr>
        <p:txBody>
          <a:bodyPr/>
          <a:p>
            <a:endParaRPr lang="zh-CN" altLang="en-US"/>
          </a:p>
        </p:txBody>
      </p:sp>
      <p:sp>
        <p:nvSpPr>
          <p:cNvPr id="48372" name="Freeform 1350"/>
          <p:cNvSpPr/>
          <p:nvPr/>
        </p:nvSpPr>
        <p:spPr>
          <a:xfrm>
            <a:off x="6251575" y="1770063"/>
            <a:ext cx="12700" cy="6350"/>
          </a:xfrm>
          <a:custGeom>
            <a:avLst/>
            <a:gdLst>
              <a:gd name="txL" fmla="*/ 0 w 46"/>
              <a:gd name="txT" fmla="*/ 0 h 33"/>
              <a:gd name="txR" fmla="*/ 46 w 46"/>
              <a:gd name="txB" fmla="*/ 33 h 33"/>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alpha val="100000"/>
            </a:srgbClr>
          </a:solidFill>
          <a:ln w="9525">
            <a:noFill/>
          </a:ln>
        </p:spPr>
        <p:txBody>
          <a:bodyPr/>
          <a:p>
            <a:endParaRPr lang="zh-CN" altLang="en-US"/>
          </a:p>
        </p:txBody>
      </p:sp>
      <p:sp>
        <p:nvSpPr>
          <p:cNvPr id="48373" name="Freeform 1351"/>
          <p:cNvSpPr/>
          <p:nvPr/>
        </p:nvSpPr>
        <p:spPr>
          <a:xfrm>
            <a:off x="6197600" y="1754188"/>
            <a:ext cx="46038" cy="57150"/>
          </a:xfrm>
          <a:custGeom>
            <a:avLst/>
            <a:gdLst>
              <a:gd name="txL" fmla="*/ 0 w 177"/>
              <a:gd name="txT" fmla="*/ 0 h 219"/>
              <a:gd name="txR" fmla="*/ 177 w 177"/>
              <a:gd name="txB" fmla="*/ 219 h 219"/>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alpha val="100000"/>
            </a:srgbClr>
          </a:solidFill>
          <a:ln w="9525">
            <a:noFill/>
          </a:ln>
        </p:spPr>
        <p:txBody>
          <a:bodyPr/>
          <a:p>
            <a:endParaRPr lang="zh-CN" altLang="en-US"/>
          </a:p>
        </p:txBody>
      </p:sp>
      <p:sp>
        <p:nvSpPr>
          <p:cNvPr id="48374" name="Freeform 1352"/>
          <p:cNvSpPr/>
          <p:nvPr/>
        </p:nvSpPr>
        <p:spPr>
          <a:xfrm>
            <a:off x="6273800" y="1752600"/>
            <a:ext cx="30163" cy="46038"/>
          </a:xfrm>
          <a:custGeom>
            <a:avLst/>
            <a:gdLst>
              <a:gd name="txL" fmla="*/ 0 w 115"/>
              <a:gd name="txT" fmla="*/ 0 h 170"/>
              <a:gd name="txR" fmla="*/ 115 w 115"/>
              <a:gd name="txB" fmla="*/ 170 h 170"/>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75" name="Freeform 1353"/>
          <p:cNvSpPr/>
          <p:nvPr/>
        </p:nvSpPr>
        <p:spPr>
          <a:xfrm>
            <a:off x="6169025" y="1743075"/>
            <a:ext cx="73025" cy="92075"/>
          </a:xfrm>
          <a:custGeom>
            <a:avLst/>
            <a:gdLst>
              <a:gd name="txL" fmla="*/ 0 w 289"/>
              <a:gd name="txT" fmla="*/ 0 h 352"/>
              <a:gd name="txR" fmla="*/ 289 w 289"/>
              <a:gd name="txB" fmla="*/ 352 h 352"/>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rect l="txL" t="txT" r="txR" b="txB"/>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76" name="Freeform 1354"/>
          <p:cNvSpPr/>
          <p:nvPr/>
        </p:nvSpPr>
        <p:spPr>
          <a:xfrm>
            <a:off x="6272213" y="1739900"/>
            <a:ext cx="65087" cy="63500"/>
          </a:xfrm>
          <a:custGeom>
            <a:avLst/>
            <a:gdLst>
              <a:gd name="txL" fmla="*/ 0 w 252"/>
              <a:gd name="txT" fmla="*/ 0 h 235"/>
              <a:gd name="txR" fmla="*/ 252 w 252"/>
              <a:gd name="txB" fmla="*/ 235 h 23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77" name="Freeform 1355"/>
          <p:cNvSpPr/>
          <p:nvPr/>
        </p:nvSpPr>
        <p:spPr>
          <a:xfrm>
            <a:off x="6145213" y="1773238"/>
            <a:ext cx="26987" cy="58737"/>
          </a:xfrm>
          <a:custGeom>
            <a:avLst/>
            <a:gdLst>
              <a:gd name="txL" fmla="*/ 0 w 103"/>
              <a:gd name="txT" fmla="*/ 0 h 220"/>
              <a:gd name="txR" fmla="*/ 103 w 103"/>
              <a:gd name="txB" fmla="*/ 220 h 220"/>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78" name="Freeform 1356"/>
          <p:cNvSpPr/>
          <p:nvPr/>
        </p:nvSpPr>
        <p:spPr>
          <a:xfrm>
            <a:off x="6324600" y="1736725"/>
            <a:ext cx="57150" cy="74613"/>
          </a:xfrm>
          <a:custGeom>
            <a:avLst/>
            <a:gdLst>
              <a:gd name="txL" fmla="*/ 0 w 220"/>
              <a:gd name="txT" fmla="*/ 0 h 288"/>
              <a:gd name="txR" fmla="*/ 220 w 220"/>
              <a:gd name="txB" fmla="*/ 288 h 28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79" name="Freeform 1357"/>
          <p:cNvSpPr/>
          <p:nvPr/>
        </p:nvSpPr>
        <p:spPr>
          <a:xfrm>
            <a:off x="6270625" y="1852613"/>
            <a:ext cx="214313" cy="130175"/>
          </a:xfrm>
          <a:custGeom>
            <a:avLst/>
            <a:gdLst>
              <a:gd name="txL" fmla="*/ 0 w 1070"/>
              <a:gd name="txT" fmla="*/ 0 h 844"/>
              <a:gd name="txR" fmla="*/ 1070 w 1070"/>
              <a:gd name="txB" fmla="*/ 844 h 844"/>
            </a:gdLst>
            <a:ahLst/>
            <a:cxnLst>
              <a:cxn ang="0">
                <a:pos x="2147483646" y="0"/>
              </a:cxn>
              <a:cxn ang="0">
                <a:pos x="2147483646" y="2147483646"/>
              </a:cxn>
              <a:cxn ang="0">
                <a:pos x="2147483646" y="2147483646"/>
              </a:cxn>
              <a:cxn ang="0">
                <a:pos x="0" y="2147483646"/>
              </a:cxn>
              <a:cxn ang="0">
                <a:pos x="2147483646" y="0"/>
              </a:cxn>
            </a:cxnLst>
            <a:rect l="txL" t="txT" r="txR" b="txB"/>
            <a:pathLst>
              <a:path w="1070" h="844">
                <a:moveTo>
                  <a:pt x="141" y="0"/>
                </a:moveTo>
                <a:lnTo>
                  <a:pt x="1070" y="194"/>
                </a:lnTo>
                <a:lnTo>
                  <a:pt x="919" y="844"/>
                </a:lnTo>
                <a:lnTo>
                  <a:pt x="0" y="624"/>
                </a:lnTo>
                <a:lnTo>
                  <a:pt x="141" y="0"/>
                </a:lnTo>
                <a:close/>
              </a:path>
            </a:pathLst>
          </a:custGeom>
          <a:solidFill>
            <a:schemeClr val="folHlink">
              <a:alpha val="100000"/>
            </a:schemeClr>
          </a:solidFill>
          <a:ln w="9525">
            <a:noFill/>
          </a:ln>
        </p:spPr>
        <p:txBody>
          <a:bodyPr/>
          <a:p>
            <a:endParaRPr lang="zh-CN" altLang="en-US"/>
          </a:p>
        </p:txBody>
      </p:sp>
      <p:sp>
        <p:nvSpPr>
          <p:cNvPr id="48380" name="Freeform 1358"/>
          <p:cNvSpPr/>
          <p:nvPr/>
        </p:nvSpPr>
        <p:spPr>
          <a:xfrm>
            <a:off x="6288088" y="1855788"/>
            <a:ext cx="165100" cy="52387"/>
          </a:xfrm>
          <a:custGeom>
            <a:avLst/>
            <a:gdLst>
              <a:gd name="txL" fmla="*/ 0 w 819"/>
              <a:gd name="txT" fmla="*/ 0 h 333"/>
              <a:gd name="txR" fmla="*/ 819 w 819"/>
              <a:gd name="txB" fmla="*/ 333 h 333"/>
            </a:gdLst>
            <a:ahLst/>
            <a:cxnLst>
              <a:cxn ang="0">
                <a:pos x="2147483646" y="0"/>
              </a:cxn>
              <a:cxn ang="0">
                <a:pos x="2147483646" y="2147483646"/>
              </a:cxn>
              <a:cxn ang="0">
                <a:pos x="2147483646" y="2147483646"/>
              </a:cxn>
              <a:cxn ang="0">
                <a:pos x="0" y="2147483646"/>
              </a:cxn>
              <a:cxn ang="0">
                <a:pos x="2147483646" y="0"/>
              </a:cxn>
            </a:cxnLst>
            <a:rect l="txL" t="txT" r="txR" b="txB"/>
            <a:pathLst>
              <a:path w="819" h="333">
                <a:moveTo>
                  <a:pt x="97" y="0"/>
                </a:moveTo>
                <a:lnTo>
                  <a:pt x="819" y="139"/>
                </a:lnTo>
                <a:lnTo>
                  <a:pt x="172" y="98"/>
                </a:lnTo>
                <a:lnTo>
                  <a:pt x="0" y="333"/>
                </a:lnTo>
                <a:lnTo>
                  <a:pt x="97" y="0"/>
                </a:lnTo>
                <a:close/>
              </a:path>
            </a:pathLst>
          </a:custGeom>
          <a:solidFill>
            <a:srgbClr val="FFFFFF">
              <a:alpha val="100000"/>
            </a:srgbClr>
          </a:solidFill>
          <a:ln w="9525">
            <a:noFill/>
          </a:ln>
        </p:spPr>
        <p:txBody>
          <a:bodyPr/>
          <a:p>
            <a:endParaRPr lang="zh-CN" altLang="en-US"/>
          </a:p>
        </p:txBody>
      </p:sp>
      <p:sp>
        <p:nvSpPr>
          <p:cNvPr id="48381" name="Freeform 1359"/>
          <p:cNvSpPr/>
          <p:nvPr/>
        </p:nvSpPr>
        <p:spPr>
          <a:xfrm>
            <a:off x="6248400" y="2009775"/>
            <a:ext cx="217488" cy="47625"/>
          </a:xfrm>
          <a:custGeom>
            <a:avLst/>
            <a:gdLst>
              <a:gd name="txL" fmla="*/ 0 w 1083"/>
              <a:gd name="txT" fmla="*/ 0 h 306"/>
              <a:gd name="txR" fmla="*/ 1083 w 1083"/>
              <a:gd name="txB" fmla="*/ 306 h 306"/>
            </a:gdLst>
            <a:ahLst/>
            <a:cxnLst>
              <a:cxn ang="0">
                <a:pos x="2147483646" y="0"/>
              </a:cxn>
              <a:cxn ang="0">
                <a:pos x="2147483646" y="2147483646"/>
              </a:cxn>
              <a:cxn ang="0">
                <a:pos x="2147483646" y="2147483646"/>
              </a:cxn>
              <a:cxn ang="0">
                <a:pos x="0" y="2147483646"/>
              </a:cxn>
              <a:cxn ang="0">
                <a:pos x="2147483646" y="0"/>
              </a:cxn>
            </a:cxnLst>
            <a:rect l="txL" t="txT" r="txR" b="txB"/>
            <a:pathLst>
              <a:path w="1083" h="306">
                <a:moveTo>
                  <a:pt x="34" y="0"/>
                </a:moveTo>
                <a:lnTo>
                  <a:pt x="1083" y="261"/>
                </a:lnTo>
                <a:lnTo>
                  <a:pt x="1055" y="306"/>
                </a:lnTo>
                <a:lnTo>
                  <a:pt x="0" y="28"/>
                </a:lnTo>
                <a:lnTo>
                  <a:pt x="34" y="0"/>
                </a:lnTo>
                <a:close/>
              </a:path>
            </a:pathLst>
          </a:custGeom>
          <a:solidFill>
            <a:srgbClr val="7F7F7F">
              <a:alpha val="100000"/>
            </a:srgbClr>
          </a:solidFill>
          <a:ln w="9525">
            <a:noFill/>
          </a:ln>
        </p:spPr>
        <p:txBody>
          <a:bodyPr/>
          <a:p>
            <a:endParaRPr lang="zh-CN" altLang="en-US"/>
          </a:p>
        </p:txBody>
      </p:sp>
      <p:sp>
        <p:nvSpPr>
          <p:cNvPr id="48382" name="Freeform 1360"/>
          <p:cNvSpPr/>
          <p:nvPr/>
        </p:nvSpPr>
        <p:spPr>
          <a:xfrm>
            <a:off x="6227763" y="2024063"/>
            <a:ext cx="219075" cy="47625"/>
          </a:xfrm>
          <a:custGeom>
            <a:avLst/>
            <a:gdLst>
              <a:gd name="txL" fmla="*/ 0 w 1088"/>
              <a:gd name="txT" fmla="*/ 0 h 311"/>
              <a:gd name="txR" fmla="*/ 1088 w 1088"/>
              <a:gd name="txB" fmla="*/ 311 h 311"/>
            </a:gdLst>
            <a:ahLst/>
            <a:cxnLst>
              <a:cxn ang="0">
                <a:pos x="2147483646" y="0"/>
              </a:cxn>
              <a:cxn ang="0">
                <a:pos x="2147483646" y="2147483646"/>
              </a:cxn>
              <a:cxn ang="0">
                <a:pos x="2147483646" y="2147483646"/>
              </a:cxn>
              <a:cxn ang="0">
                <a:pos x="0" y="2147483646"/>
              </a:cxn>
              <a:cxn ang="0">
                <a:pos x="2147483646" y="0"/>
              </a:cxn>
            </a:cxnLst>
            <a:rect l="txL" t="txT" r="txR" b="txB"/>
            <a:pathLst>
              <a:path w="1088" h="311">
                <a:moveTo>
                  <a:pt x="39" y="0"/>
                </a:moveTo>
                <a:lnTo>
                  <a:pt x="1088" y="260"/>
                </a:lnTo>
                <a:lnTo>
                  <a:pt x="1055" y="311"/>
                </a:lnTo>
                <a:lnTo>
                  <a:pt x="0" y="34"/>
                </a:lnTo>
                <a:lnTo>
                  <a:pt x="39" y="0"/>
                </a:lnTo>
                <a:close/>
              </a:path>
            </a:pathLst>
          </a:custGeom>
          <a:solidFill>
            <a:srgbClr val="7F7F7F">
              <a:alpha val="100000"/>
            </a:srgbClr>
          </a:solidFill>
          <a:ln w="9525">
            <a:noFill/>
          </a:ln>
        </p:spPr>
        <p:txBody>
          <a:bodyPr/>
          <a:p>
            <a:endParaRPr lang="zh-CN" altLang="en-US"/>
          </a:p>
        </p:txBody>
      </p:sp>
      <p:sp>
        <p:nvSpPr>
          <p:cNvPr id="48383" name="Freeform 1361"/>
          <p:cNvSpPr/>
          <p:nvPr/>
        </p:nvSpPr>
        <p:spPr>
          <a:xfrm>
            <a:off x="6262688" y="2068513"/>
            <a:ext cx="31750" cy="11112"/>
          </a:xfrm>
          <a:custGeom>
            <a:avLst/>
            <a:gdLst>
              <a:gd name="txL" fmla="*/ 0 w 164"/>
              <a:gd name="txT" fmla="*/ 0 h 72"/>
              <a:gd name="txR" fmla="*/ 164 w 164"/>
              <a:gd name="txB" fmla="*/ 72 h 72"/>
            </a:gdLst>
            <a:ahLst/>
            <a:cxnLst>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Lst>
            <a:rect l="txL" t="txT" r="txR" b="txB"/>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alpha val="100000"/>
            </a:srgbClr>
          </a:solidFill>
          <a:ln w="9525">
            <a:noFill/>
          </a:ln>
        </p:spPr>
        <p:txBody>
          <a:bodyPr/>
          <a:p>
            <a:endParaRPr lang="zh-CN" altLang="en-US"/>
          </a:p>
        </p:txBody>
      </p:sp>
      <p:sp>
        <p:nvSpPr>
          <p:cNvPr id="48384" name="Freeform 1362"/>
          <p:cNvSpPr/>
          <p:nvPr/>
        </p:nvSpPr>
        <p:spPr>
          <a:xfrm>
            <a:off x="6269038" y="1989138"/>
            <a:ext cx="30162" cy="15875"/>
          </a:xfrm>
          <a:custGeom>
            <a:avLst/>
            <a:gdLst>
              <a:gd name="txL" fmla="*/ 0 w 146"/>
              <a:gd name="txT" fmla="*/ 0 h 109"/>
              <a:gd name="txR" fmla="*/ 146 w 146"/>
              <a:gd name="txB" fmla="*/ 109 h 109"/>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alpha val="100000"/>
            </a:srgbClr>
          </a:solidFill>
          <a:ln w="9525">
            <a:noFill/>
          </a:ln>
        </p:spPr>
        <p:txBody>
          <a:bodyPr/>
          <a:p>
            <a:endParaRPr lang="zh-CN" altLang="en-US"/>
          </a:p>
        </p:txBody>
      </p:sp>
      <p:sp>
        <p:nvSpPr>
          <p:cNvPr id="48385" name="Freeform 1363"/>
          <p:cNvSpPr/>
          <p:nvPr/>
        </p:nvSpPr>
        <p:spPr>
          <a:xfrm>
            <a:off x="6435725" y="2019300"/>
            <a:ext cx="30163" cy="15875"/>
          </a:xfrm>
          <a:custGeom>
            <a:avLst/>
            <a:gdLst>
              <a:gd name="txL" fmla="*/ 0 w 146"/>
              <a:gd name="txT" fmla="*/ 0 h 107"/>
              <a:gd name="txR" fmla="*/ 146 w 146"/>
              <a:gd name="txB" fmla="*/ 107 h 107"/>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alpha val="100000"/>
            </a:srgbClr>
          </a:solidFill>
          <a:ln w="9525">
            <a:noFill/>
          </a:ln>
        </p:spPr>
        <p:txBody>
          <a:bodyPr/>
          <a:p>
            <a:endParaRPr lang="zh-CN" altLang="en-US"/>
          </a:p>
        </p:txBody>
      </p:sp>
      <p:sp>
        <p:nvSpPr>
          <p:cNvPr id="48386" name="Freeform 1364"/>
          <p:cNvSpPr/>
          <p:nvPr/>
        </p:nvSpPr>
        <p:spPr>
          <a:xfrm>
            <a:off x="6300788" y="1992313"/>
            <a:ext cx="127000" cy="30162"/>
          </a:xfrm>
          <a:custGeom>
            <a:avLst/>
            <a:gdLst>
              <a:gd name="txL" fmla="*/ 0 w 629"/>
              <a:gd name="txT" fmla="*/ 0 h 182"/>
              <a:gd name="txR" fmla="*/ 629 w 629"/>
              <a:gd name="txB" fmla="*/ 182 h 182"/>
            </a:gdLst>
            <a:ahLst/>
            <a:cxnLst>
              <a:cxn ang="0">
                <a:pos x="0" y="2147483646"/>
              </a:cxn>
              <a:cxn ang="0">
                <a:pos x="2147483646" y="2147483646"/>
              </a:cxn>
              <a:cxn ang="0">
                <a:pos x="2147483646" y="2147483646"/>
              </a:cxn>
              <a:cxn ang="0">
                <a:pos x="2147483646" y="0"/>
              </a:cxn>
              <a:cxn ang="0">
                <a:pos x="0" y="2147483646"/>
              </a:cxn>
            </a:cxnLst>
            <a:rect l="txL" t="txT" r="txR" b="txB"/>
            <a:pathLst>
              <a:path w="629" h="182">
                <a:moveTo>
                  <a:pt x="0" y="40"/>
                </a:moveTo>
                <a:lnTo>
                  <a:pt x="601" y="182"/>
                </a:lnTo>
                <a:lnTo>
                  <a:pt x="629" y="142"/>
                </a:lnTo>
                <a:lnTo>
                  <a:pt x="29" y="0"/>
                </a:lnTo>
                <a:lnTo>
                  <a:pt x="0" y="40"/>
                </a:lnTo>
                <a:close/>
              </a:path>
            </a:pathLst>
          </a:custGeom>
          <a:solidFill>
            <a:schemeClr val="folHlink">
              <a:alpha val="100000"/>
            </a:schemeClr>
          </a:solidFill>
          <a:ln w="9525">
            <a:noFill/>
          </a:ln>
        </p:spPr>
        <p:txBody>
          <a:bodyPr/>
          <a:p>
            <a:endParaRPr lang="zh-CN" altLang="en-US"/>
          </a:p>
        </p:txBody>
      </p:sp>
      <p:sp>
        <p:nvSpPr>
          <p:cNvPr id="48387" name="Freeform 1365"/>
          <p:cNvSpPr/>
          <p:nvPr/>
        </p:nvSpPr>
        <p:spPr>
          <a:xfrm>
            <a:off x="6300788" y="2005013"/>
            <a:ext cx="120650" cy="26987"/>
          </a:xfrm>
          <a:custGeom>
            <a:avLst/>
            <a:gdLst>
              <a:gd name="txL" fmla="*/ 0 w 606"/>
              <a:gd name="txT" fmla="*/ 0 h 170"/>
              <a:gd name="txR" fmla="*/ 606 w 606"/>
              <a:gd name="txB" fmla="*/ 170 h 170"/>
            </a:gdLst>
            <a:ahLst/>
            <a:cxnLst>
              <a:cxn ang="0">
                <a:pos x="0" y="2147483646"/>
              </a:cxn>
              <a:cxn ang="0">
                <a:pos x="2147483646" y="2147483646"/>
              </a:cxn>
              <a:cxn ang="0">
                <a:pos x="2147483646" y="2147483646"/>
              </a:cxn>
              <a:cxn ang="0">
                <a:pos x="2147483646" y="0"/>
              </a:cxn>
              <a:cxn ang="0">
                <a:pos x="0" y="2147483646"/>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48388" name="Freeform 1366"/>
          <p:cNvSpPr/>
          <p:nvPr/>
        </p:nvSpPr>
        <p:spPr>
          <a:xfrm>
            <a:off x="6300788" y="1987550"/>
            <a:ext cx="120650" cy="25400"/>
          </a:xfrm>
          <a:custGeom>
            <a:avLst/>
            <a:gdLst>
              <a:gd name="txL" fmla="*/ 0 w 606"/>
              <a:gd name="txT" fmla="*/ 0 h 170"/>
              <a:gd name="txR" fmla="*/ 606 w 606"/>
              <a:gd name="txB" fmla="*/ 170 h 170"/>
            </a:gdLst>
            <a:ahLst/>
            <a:cxnLst>
              <a:cxn ang="0">
                <a:pos x="0" y="2147483646"/>
              </a:cxn>
              <a:cxn ang="0">
                <a:pos x="2147483646" y="2147483646"/>
              </a:cxn>
              <a:cxn ang="0">
                <a:pos x="2147483646" y="2147483646"/>
              </a:cxn>
              <a:cxn ang="0">
                <a:pos x="2147483646" y="0"/>
              </a:cxn>
              <a:cxn ang="0">
                <a:pos x="0" y="2147483646"/>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48389" name="AutoShape 1367"/>
          <p:cNvSpPr>
            <a:spLocks noChangeAspect="1" noTextEdit="1"/>
          </p:cNvSpPr>
          <p:nvPr/>
        </p:nvSpPr>
        <p:spPr>
          <a:xfrm flipH="1">
            <a:off x="5227638" y="2174875"/>
            <a:ext cx="517525" cy="180975"/>
          </a:xfrm>
          <a:prstGeom prst="rect">
            <a:avLst/>
          </a:prstGeom>
          <a:noFill/>
          <a:ln w="9525">
            <a:noFill/>
          </a:ln>
        </p:spPr>
        <p:txBody>
          <a:bodyPr/>
          <a:p>
            <a:endParaRPr lang="zh-CN" altLang="en-US"/>
          </a:p>
        </p:txBody>
      </p:sp>
      <p:sp>
        <p:nvSpPr>
          <p:cNvPr id="48390" name="Freeform 1368"/>
          <p:cNvSpPr/>
          <p:nvPr/>
        </p:nvSpPr>
        <p:spPr>
          <a:xfrm>
            <a:off x="5637213" y="1844675"/>
            <a:ext cx="46037" cy="57150"/>
          </a:xfrm>
          <a:custGeom>
            <a:avLst/>
            <a:gdLst>
              <a:gd name="txL" fmla="*/ 0 w 177"/>
              <a:gd name="txT" fmla="*/ 0 h 219"/>
              <a:gd name="txR" fmla="*/ 177 w 177"/>
              <a:gd name="txB" fmla="*/ 219 h 219"/>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91" name="Freeform 1369"/>
          <p:cNvSpPr/>
          <p:nvPr/>
        </p:nvSpPr>
        <p:spPr>
          <a:xfrm>
            <a:off x="5713413" y="1843088"/>
            <a:ext cx="30162" cy="46037"/>
          </a:xfrm>
          <a:custGeom>
            <a:avLst/>
            <a:gdLst>
              <a:gd name="txL" fmla="*/ 0 w 115"/>
              <a:gd name="txT" fmla="*/ 0 h 170"/>
              <a:gd name="txR" fmla="*/ 115 w 115"/>
              <a:gd name="txB" fmla="*/ 170 h 170"/>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92" name="Freeform 1370"/>
          <p:cNvSpPr/>
          <p:nvPr/>
        </p:nvSpPr>
        <p:spPr>
          <a:xfrm>
            <a:off x="5608638" y="1833563"/>
            <a:ext cx="73025" cy="92075"/>
          </a:xfrm>
          <a:custGeom>
            <a:avLst/>
            <a:gdLst>
              <a:gd name="txL" fmla="*/ 0 w 289"/>
              <a:gd name="txT" fmla="*/ 0 h 352"/>
              <a:gd name="txR" fmla="*/ 289 w 289"/>
              <a:gd name="txB" fmla="*/ 352 h 352"/>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Lst>
            <a:rect l="txL" t="txT" r="txR" b="txB"/>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93" name="Freeform 1371"/>
          <p:cNvSpPr/>
          <p:nvPr/>
        </p:nvSpPr>
        <p:spPr>
          <a:xfrm>
            <a:off x="5711825" y="1830388"/>
            <a:ext cx="65088" cy="63500"/>
          </a:xfrm>
          <a:custGeom>
            <a:avLst/>
            <a:gdLst>
              <a:gd name="txL" fmla="*/ 0 w 252"/>
              <a:gd name="txT" fmla="*/ 0 h 235"/>
              <a:gd name="txR" fmla="*/ 252 w 252"/>
              <a:gd name="txB" fmla="*/ 235 h 23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94" name="Freeform 1372"/>
          <p:cNvSpPr/>
          <p:nvPr/>
        </p:nvSpPr>
        <p:spPr>
          <a:xfrm>
            <a:off x="5584825" y="1863725"/>
            <a:ext cx="26988" cy="58738"/>
          </a:xfrm>
          <a:custGeom>
            <a:avLst/>
            <a:gdLst>
              <a:gd name="txL" fmla="*/ 0 w 103"/>
              <a:gd name="txT" fmla="*/ 0 h 220"/>
              <a:gd name="txR" fmla="*/ 103 w 103"/>
              <a:gd name="txB" fmla="*/ 220 h 220"/>
            </a:gdLst>
            <a:ahLst/>
            <a:cxnLst>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395" name="Freeform 1373"/>
          <p:cNvSpPr/>
          <p:nvPr/>
        </p:nvSpPr>
        <p:spPr>
          <a:xfrm>
            <a:off x="5764213" y="1827213"/>
            <a:ext cx="57150" cy="74612"/>
          </a:xfrm>
          <a:custGeom>
            <a:avLst/>
            <a:gdLst>
              <a:gd name="txL" fmla="*/ 0 w 220"/>
              <a:gd name="txT" fmla="*/ 0 h 288"/>
              <a:gd name="txR" fmla="*/ 220 w 220"/>
              <a:gd name="txB" fmla="*/ 288 h 28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grpSp>
        <p:nvGrpSpPr>
          <p:cNvPr id="48396" name="Group 1381"/>
          <p:cNvGrpSpPr/>
          <p:nvPr/>
        </p:nvGrpSpPr>
        <p:grpSpPr>
          <a:xfrm>
            <a:off x="5367338" y="3430588"/>
            <a:ext cx="290512" cy="404812"/>
            <a:chOff x="3381" y="2161"/>
            <a:chExt cx="183" cy="255"/>
          </a:xfrm>
        </p:grpSpPr>
        <p:pic>
          <p:nvPicPr>
            <p:cNvPr id="48422" name="Picture 1001" descr="31u_bnrz[1]"/>
            <p:cNvPicPr>
              <a:picLocks noChangeAspect="1"/>
            </p:cNvPicPr>
            <p:nvPr/>
          </p:nvPicPr>
          <p:blipFill>
            <a:blip r:embed="rId2"/>
            <a:stretch>
              <a:fillRect/>
            </a:stretch>
          </p:blipFill>
          <p:spPr>
            <a:xfrm>
              <a:off x="3434" y="2242"/>
              <a:ext cx="121" cy="174"/>
            </a:xfrm>
            <a:prstGeom prst="rect">
              <a:avLst/>
            </a:prstGeom>
            <a:solidFill>
              <a:srgbClr val="DDDDDD"/>
            </a:solidFill>
            <a:ln w="9525">
              <a:noFill/>
            </a:ln>
          </p:spPr>
        </p:pic>
        <p:sp>
          <p:nvSpPr>
            <p:cNvPr id="48423" name="Freeform 1002"/>
            <p:cNvSpPr/>
            <p:nvPr/>
          </p:nvSpPr>
          <p:spPr>
            <a:xfrm>
              <a:off x="3430" y="2174"/>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48424" name="Freeform 1003"/>
            <p:cNvSpPr/>
            <p:nvPr/>
          </p:nvSpPr>
          <p:spPr>
            <a:xfrm>
              <a:off x="3486" y="2173"/>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48425" name="Freeform 1004"/>
            <p:cNvSpPr/>
            <p:nvPr/>
          </p:nvSpPr>
          <p:spPr>
            <a:xfrm>
              <a:off x="3409" y="2166"/>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48426" name="Freeform 1005"/>
            <p:cNvSpPr/>
            <p:nvPr/>
          </p:nvSpPr>
          <p:spPr>
            <a:xfrm>
              <a:off x="3485" y="2164"/>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48427" name="Freeform 1006"/>
            <p:cNvSpPr/>
            <p:nvPr/>
          </p:nvSpPr>
          <p:spPr>
            <a:xfrm>
              <a:off x="3389" y="2184"/>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48428" name="Freeform 1007"/>
            <p:cNvSpPr/>
            <p:nvPr/>
          </p:nvSpPr>
          <p:spPr>
            <a:xfrm>
              <a:off x="3523" y="2161"/>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48429" name="Freeform 1008"/>
            <p:cNvSpPr/>
            <p:nvPr/>
          </p:nvSpPr>
          <p:spPr>
            <a:xfrm>
              <a:off x="3478" y="2222"/>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48430" name="Freeform 1009"/>
            <p:cNvSpPr/>
            <p:nvPr/>
          </p:nvSpPr>
          <p:spPr>
            <a:xfrm>
              <a:off x="3472" y="2205"/>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48431" name="Freeform 1010"/>
            <p:cNvSpPr/>
            <p:nvPr/>
          </p:nvSpPr>
          <p:spPr>
            <a:xfrm>
              <a:off x="3466" y="2194"/>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48432" name="Freeform 1011"/>
            <p:cNvSpPr/>
            <p:nvPr/>
          </p:nvSpPr>
          <p:spPr>
            <a:xfrm>
              <a:off x="3461" y="2186"/>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48433" name="Freeform 1012"/>
            <p:cNvSpPr/>
            <p:nvPr/>
          </p:nvSpPr>
          <p:spPr>
            <a:xfrm>
              <a:off x="3421" y="2176"/>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434" name="Freeform 1013"/>
            <p:cNvSpPr/>
            <p:nvPr/>
          </p:nvSpPr>
          <p:spPr>
            <a:xfrm>
              <a:off x="3477" y="2176"/>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435" name="Freeform 1014"/>
            <p:cNvSpPr/>
            <p:nvPr/>
          </p:nvSpPr>
          <p:spPr>
            <a:xfrm>
              <a:off x="3400" y="2169"/>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436" name="Freeform 1015"/>
            <p:cNvSpPr/>
            <p:nvPr/>
          </p:nvSpPr>
          <p:spPr>
            <a:xfrm>
              <a:off x="3475" y="2167"/>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437" name="Freeform 1016"/>
            <p:cNvSpPr/>
            <p:nvPr/>
          </p:nvSpPr>
          <p:spPr>
            <a:xfrm>
              <a:off x="3381" y="2190"/>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438" name="Freeform 1017"/>
            <p:cNvSpPr/>
            <p:nvPr/>
          </p:nvSpPr>
          <p:spPr>
            <a:xfrm>
              <a:off x="3514" y="2164"/>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grpSp>
          <p:nvGrpSpPr>
            <p:cNvPr id="48439" name="Group 1374"/>
            <p:cNvGrpSpPr/>
            <p:nvPr/>
          </p:nvGrpSpPr>
          <p:grpSpPr>
            <a:xfrm>
              <a:off x="3429" y="2236"/>
              <a:ext cx="135" cy="180"/>
              <a:chOff x="3774" y="2423"/>
              <a:chExt cx="189" cy="286"/>
            </a:xfrm>
          </p:grpSpPr>
          <p:sp>
            <p:nvSpPr>
              <p:cNvPr id="48440" name="Rectangle 1375"/>
              <p:cNvSpPr/>
              <p:nvPr/>
            </p:nvSpPr>
            <p:spPr>
              <a:xfrm>
                <a:off x="3790" y="2610"/>
                <a:ext cx="153"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41" name="Rectangle 1376"/>
              <p:cNvSpPr/>
              <p:nvPr/>
            </p:nvSpPr>
            <p:spPr>
              <a:xfrm>
                <a:off x="3774" y="2653"/>
                <a:ext cx="189"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42" name="Rectangle 1377"/>
              <p:cNvSpPr/>
              <p:nvPr/>
            </p:nvSpPr>
            <p:spPr>
              <a:xfrm>
                <a:off x="3808" y="2564"/>
                <a:ext cx="119"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43" name="Rectangle 1378"/>
              <p:cNvSpPr/>
              <p:nvPr/>
            </p:nvSpPr>
            <p:spPr>
              <a:xfrm>
                <a:off x="3818" y="2518"/>
                <a:ext cx="97"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44" name="Rectangle 1379"/>
              <p:cNvSpPr/>
              <p:nvPr/>
            </p:nvSpPr>
            <p:spPr>
              <a:xfrm>
                <a:off x="3828" y="2472"/>
                <a:ext cx="74"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45" name="Rectangle 1380"/>
              <p:cNvSpPr/>
              <p:nvPr/>
            </p:nvSpPr>
            <p:spPr>
              <a:xfrm>
                <a:off x="3839" y="2423"/>
                <a:ext cx="51"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sp>
        <p:nvSpPr>
          <p:cNvPr id="48397" name="Line 948"/>
          <p:cNvSpPr/>
          <p:nvPr/>
        </p:nvSpPr>
        <p:spPr>
          <a:xfrm flipV="1">
            <a:off x="5597525" y="3663950"/>
            <a:ext cx="168275" cy="3175"/>
          </a:xfrm>
          <a:prstGeom prst="line">
            <a:avLst/>
          </a:prstGeom>
          <a:ln w="38100" cap="flat" cmpd="sng">
            <a:solidFill>
              <a:srgbClr val="FF3300"/>
            </a:solidFill>
            <a:prstDash val="solid"/>
            <a:headEnd type="none" w="med" len="med"/>
            <a:tailEnd type="none" w="med" len="med"/>
          </a:ln>
        </p:spPr>
      </p:sp>
      <p:grpSp>
        <p:nvGrpSpPr>
          <p:cNvPr id="48398" name="Group 1407"/>
          <p:cNvGrpSpPr/>
          <p:nvPr/>
        </p:nvGrpSpPr>
        <p:grpSpPr>
          <a:xfrm>
            <a:off x="6791325" y="4984750"/>
            <a:ext cx="290513" cy="404813"/>
            <a:chOff x="3901" y="2524"/>
            <a:chExt cx="183" cy="255"/>
          </a:xfrm>
        </p:grpSpPr>
        <p:sp>
          <p:nvSpPr>
            <p:cNvPr id="48399" name="Freeform 1384"/>
            <p:cNvSpPr/>
            <p:nvPr/>
          </p:nvSpPr>
          <p:spPr>
            <a:xfrm>
              <a:off x="3950" y="2537"/>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48400" name="Freeform 1385"/>
            <p:cNvSpPr/>
            <p:nvPr/>
          </p:nvSpPr>
          <p:spPr>
            <a:xfrm>
              <a:off x="4006" y="2536"/>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48401" name="Freeform 1386"/>
            <p:cNvSpPr/>
            <p:nvPr/>
          </p:nvSpPr>
          <p:spPr>
            <a:xfrm>
              <a:off x="3929" y="2529"/>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48402" name="Freeform 1387"/>
            <p:cNvSpPr/>
            <p:nvPr/>
          </p:nvSpPr>
          <p:spPr>
            <a:xfrm>
              <a:off x="4005" y="2527"/>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48403" name="Freeform 1388"/>
            <p:cNvSpPr/>
            <p:nvPr/>
          </p:nvSpPr>
          <p:spPr>
            <a:xfrm>
              <a:off x="3909" y="2547"/>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48404" name="Freeform 1389"/>
            <p:cNvSpPr/>
            <p:nvPr/>
          </p:nvSpPr>
          <p:spPr>
            <a:xfrm>
              <a:off x="4043" y="2524"/>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48405" name="Freeform 1390"/>
            <p:cNvSpPr/>
            <p:nvPr/>
          </p:nvSpPr>
          <p:spPr>
            <a:xfrm>
              <a:off x="3998" y="2585"/>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48406" name="Freeform 1391"/>
            <p:cNvSpPr/>
            <p:nvPr/>
          </p:nvSpPr>
          <p:spPr>
            <a:xfrm>
              <a:off x="3992" y="2568"/>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48407" name="Freeform 1392"/>
            <p:cNvSpPr/>
            <p:nvPr/>
          </p:nvSpPr>
          <p:spPr>
            <a:xfrm>
              <a:off x="3986" y="2557"/>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48408" name="Freeform 1393"/>
            <p:cNvSpPr/>
            <p:nvPr/>
          </p:nvSpPr>
          <p:spPr>
            <a:xfrm>
              <a:off x="3981" y="2549"/>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48409" name="Freeform 1394"/>
            <p:cNvSpPr/>
            <p:nvPr/>
          </p:nvSpPr>
          <p:spPr>
            <a:xfrm>
              <a:off x="3941" y="2539"/>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410" name="Freeform 1395"/>
            <p:cNvSpPr/>
            <p:nvPr/>
          </p:nvSpPr>
          <p:spPr>
            <a:xfrm>
              <a:off x="3997" y="2539"/>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411" name="Freeform 1396"/>
            <p:cNvSpPr/>
            <p:nvPr/>
          </p:nvSpPr>
          <p:spPr>
            <a:xfrm>
              <a:off x="3920" y="2532"/>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412" name="Freeform 1397"/>
            <p:cNvSpPr/>
            <p:nvPr/>
          </p:nvSpPr>
          <p:spPr>
            <a:xfrm>
              <a:off x="3995" y="2530"/>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413" name="Freeform 1398"/>
            <p:cNvSpPr/>
            <p:nvPr/>
          </p:nvSpPr>
          <p:spPr>
            <a:xfrm>
              <a:off x="3901" y="2553"/>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48414" name="Freeform 1399"/>
            <p:cNvSpPr/>
            <p:nvPr/>
          </p:nvSpPr>
          <p:spPr>
            <a:xfrm>
              <a:off x="4034" y="2527"/>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cap="flat" cmpd="sng">
              <a:solidFill>
                <a:srgbClr val="FF3300">
                  <a:alpha val="100000"/>
                </a:srgbClr>
              </a:solidFill>
              <a:prstDash val="solid"/>
              <a:round/>
              <a:headEnd type="none" w="med" len="med"/>
              <a:tailEnd type="none" w="med" len="med"/>
            </a:ln>
          </p:spPr>
          <p:txBody>
            <a:bodyPr/>
            <a:p>
              <a:endParaRPr lang="zh-CN" altLang="en-US"/>
            </a:p>
          </p:txBody>
        </p:sp>
        <p:grpSp>
          <p:nvGrpSpPr>
            <p:cNvPr id="48415" name="Group 1400"/>
            <p:cNvGrpSpPr/>
            <p:nvPr/>
          </p:nvGrpSpPr>
          <p:grpSpPr>
            <a:xfrm>
              <a:off x="3949" y="2599"/>
              <a:ext cx="135" cy="180"/>
              <a:chOff x="3774" y="2423"/>
              <a:chExt cx="189" cy="286"/>
            </a:xfrm>
          </p:grpSpPr>
          <p:sp>
            <p:nvSpPr>
              <p:cNvPr id="48416" name="Rectangle 1401"/>
              <p:cNvSpPr/>
              <p:nvPr/>
            </p:nvSpPr>
            <p:spPr>
              <a:xfrm>
                <a:off x="3790" y="2610"/>
                <a:ext cx="153"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17" name="Rectangle 1402"/>
              <p:cNvSpPr/>
              <p:nvPr/>
            </p:nvSpPr>
            <p:spPr>
              <a:xfrm>
                <a:off x="3774" y="2653"/>
                <a:ext cx="189"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18" name="Rectangle 1403"/>
              <p:cNvSpPr/>
              <p:nvPr/>
            </p:nvSpPr>
            <p:spPr>
              <a:xfrm>
                <a:off x="3808" y="2564"/>
                <a:ext cx="119"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19" name="Rectangle 1404"/>
              <p:cNvSpPr/>
              <p:nvPr/>
            </p:nvSpPr>
            <p:spPr>
              <a:xfrm>
                <a:off x="3818" y="2518"/>
                <a:ext cx="97"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20" name="Rectangle 1405"/>
              <p:cNvSpPr/>
              <p:nvPr/>
            </p:nvSpPr>
            <p:spPr>
              <a:xfrm>
                <a:off x="3828" y="2472"/>
                <a:ext cx="74"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421" name="Rectangle 1406"/>
              <p:cNvSpPr/>
              <p:nvPr/>
            </p:nvSpPr>
            <p:spPr>
              <a:xfrm>
                <a:off x="3839" y="2423"/>
                <a:ext cx="51" cy="56"/>
              </a:xfrm>
              <a:prstGeom prst="rec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0178" name="Group 42"/>
          <p:cNvGrpSpPr/>
          <p:nvPr/>
        </p:nvGrpSpPr>
        <p:grpSpPr>
          <a:xfrm>
            <a:off x="1169988" y="1319213"/>
            <a:ext cx="6375400" cy="2293937"/>
            <a:chOff x="1182688" y="1198563"/>
            <a:chExt cx="6375400" cy="2293937"/>
          </a:xfrm>
        </p:grpSpPr>
        <p:graphicFrame>
          <p:nvGraphicFramePr>
            <p:cNvPr id="50181" name="Object 2"/>
            <p:cNvGraphicFramePr>
              <a:graphicFrameLocks noChangeAspect="1"/>
            </p:cNvGraphicFramePr>
            <p:nvPr/>
          </p:nvGraphicFramePr>
          <p:xfrm>
            <a:off x="1349375" y="1966913"/>
            <a:ext cx="611188" cy="520700"/>
          </p:xfrm>
          <a:graphic>
            <a:graphicData uri="http://schemas.openxmlformats.org/presentationml/2006/ole">
              <mc:AlternateContent xmlns:mc="http://schemas.openxmlformats.org/markup-compatibility/2006">
                <mc:Choice xmlns:v="urn:schemas-microsoft-com:vml" Requires="v">
                  <p:oleObj spid="_x0000_s3116" name="" r:id="rId1" imgW="18192750" imgH="15087600" progId="MS_ClipArt_Gallery.2">
                    <p:embed/>
                  </p:oleObj>
                </mc:Choice>
                <mc:Fallback>
                  <p:oleObj name="" r:id="rId1" imgW="18192750" imgH="15087600" progId="MS_ClipArt_Gallery.2">
                    <p:embed/>
                    <p:pic>
                      <p:nvPicPr>
                        <p:cNvPr id="0" name="图片 3115"/>
                        <p:cNvPicPr/>
                        <p:nvPr/>
                      </p:nvPicPr>
                      <p:blipFill>
                        <a:blip r:embed="rId2"/>
                        <a:stretch>
                          <a:fillRect/>
                        </a:stretch>
                      </p:blipFill>
                      <p:spPr>
                        <a:xfrm>
                          <a:off x="1349375" y="1966913"/>
                          <a:ext cx="611188" cy="520700"/>
                        </a:xfrm>
                        <a:prstGeom prst="rect">
                          <a:avLst/>
                        </a:prstGeom>
                        <a:noFill/>
                        <a:ln w="38100">
                          <a:noFill/>
                          <a:miter/>
                        </a:ln>
                      </p:spPr>
                    </p:pic>
                  </p:oleObj>
                </mc:Fallback>
              </mc:AlternateContent>
            </a:graphicData>
          </a:graphic>
        </p:graphicFrame>
        <p:sp>
          <p:nvSpPr>
            <p:cNvPr id="50182" name="Rectangle 5"/>
            <p:cNvSpPr/>
            <p:nvPr/>
          </p:nvSpPr>
          <p:spPr>
            <a:xfrm>
              <a:off x="2105025" y="2009775"/>
              <a:ext cx="206375" cy="4143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0183" name="Line 7"/>
            <p:cNvSpPr/>
            <p:nvPr/>
          </p:nvSpPr>
          <p:spPr>
            <a:xfrm>
              <a:off x="1952625" y="2205038"/>
              <a:ext cx="139700" cy="1587"/>
            </a:xfrm>
            <a:prstGeom prst="line">
              <a:avLst/>
            </a:prstGeom>
            <a:ln w="9525" cap="flat" cmpd="sng">
              <a:solidFill>
                <a:schemeClr val="tx1"/>
              </a:solidFill>
              <a:prstDash val="solid"/>
              <a:headEnd type="none" w="med" len="med"/>
              <a:tailEnd type="none" w="med" len="med"/>
            </a:ln>
          </p:spPr>
        </p:sp>
        <p:sp>
          <p:nvSpPr>
            <p:cNvPr id="50184" name="Freeform 8"/>
            <p:cNvSpPr/>
            <p:nvPr/>
          </p:nvSpPr>
          <p:spPr>
            <a:xfrm>
              <a:off x="3043238" y="1387475"/>
              <a:ext cx="2046287" cy="2049463"/>
            </a:xfrm>
            <a:custGeom>
              <a:avLst/>
              <a:gdLst>
                <a:gd name="txL" fmla="*/ 0 w 1292"/>
                <a:gd name="txT" fmla="*/ 0 h 1255"/>
                <a:gd name="txR" fmla="*/ 1292 w 1292"/>
                <a:gd name="txB" fmla="*/ 1255 h 125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alpha val="100000"/>
              </a:srgbClr>
            </a:solidFill>
            <a:ln w="9525">
              <a:noFill/>
            </a:ln>
          </p:spPr>
          <p:txBody>
            <a:bodyPr/>
            <a:p>
              <a:endParaRPr lang="zh-CN" altLang="en-US"/>
            </a:p>
          </p:txBody>
        </p:sp>
        <p:sp>
          <p:nvSpPr>
            <p:cNvPr id="50185" name="Oval 9"/>
            <p:cNvSpPr/>
            <p:nvPr/>
          </p:nvSpPr>
          <p:spPr>
            <a:xfrm>
              <a:off x="3227388" y="1857375"/>
              <a:ext cx="193675" cy="193675"/>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0186" name="Oval 11"/>
            <p:cNvSpPr/>
            <p:nvPr/>
          </p:nvSpPr>
          <p:spPr>
            <a:xfrm>
              <a:off x="4543425" y="2163763"/>
              <a:ext cx="193675" cy="193675"/>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0187" name="Oval 12"/>
            <p:cNvSpPr/>
            <p:nvPr/>
          </p:nvSpPr>
          <p:spPr>
            <a:xfrm>
              <a:off x="4017963" y="2701925"/>
              <a:ext cx="193675" cy="193675"/>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0188" name="Line 14"/>
            <p:cNvSpPr/>
            <p:nvPr/>
          </p:nvSpPr>
          <p:spPr>
            <a:xfrm flipV="1">
              <a:off x="2312988" y="1981200"/>
              <a:ext cx="928687" cy="247650"/>
            </a:xfrm>
            <a:prstGeom prst="line">
              <a:avLst/>
            </a:prstGeom>
            <a:ln w="9525" cap="flat" cmpd="sng">
              <a:solidFill>
                <a:schemeClr val="tx1"/>
              </a:solidFill>
              <a:prstDash val="solid"/>
              <a:headEnd type="none" w="med" len="med"/>
              <a:tailEnd type="none" w="med" len="med"/>
            </a:ln>
          </p:spPr>
        </p:sp>
        <p:sp>
          <p:nvSpPr>
            <p:cNvPr id="50189" name="Line 15"/>
            <p:cNvSpPr/>
            <p:nvPr/>
          </p:nvSpPr>
          <p:spPr>
            <a:xfrm>
              <a:off x="3367088" y="2008188"/>
              <a:ext cx="720725" cy="720725"/>
            </a:xfrm>
            <a:prstGeom prst="line">
              <a:avLst/>
            </a:prstGeom>
            <a:ln w="9525" cap="flat" cmpd="sng">
              <a:solidFill>
                <a:schemeClr val="tx1"/>
              </a:solidFill>
              <a:prstDash val="solid"/>
              <a:headEnd type="none" w="med" len="med"/>
              <a:tailEnd type="none" w="med" len="med"/>
            </a:ln>
          </p:spPr>
        </p:sp>
        <p:sp>
          <p:nvSpPr>
            <p:cNvPr id="50190" name="Line 16"/>
            <p:cNvSpPr/>
            <p:nvPr/>
          </p:nvSpPr>
          <p:spPr>
            <a:xfrm flipV="1">
              <a:off x="4197350" y="2312988"/>
              <a:ext cx="388938" cy="403225"/>
            </a:xfrm>
            <a:prstGeom prst="line">
              <a:avLst/>
            </a:prstGeom>
            <a:ln w="9525" cap="flat" cmpd="sng">
              <a:solidFill>
                <a:schemeClr val="tx1"/>
              </a:solidFill>
              <a:prstDash val="solid"/>
              <a:headEnd type="none" w="med" len="med"/>
              <a:tailEnd type="none" w="med" len="med"/>
            </a:ln>
          </p:spPr>
        </p:sp>
        <p:sp>
          <p:nvSpPr>
            <p:cNvPr id="50191" name="Text Box 17"/>
            <p:cNvSpPr txBox="1"/>
            <p:nvPr/>
          </p:nvSpPr>
          <p:spPr>
            <a:xfrm>
              <a:off x="3816350" y="1517650"/>
              <a:ext cx="993775"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telephone</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network</a:t>
              </a:r>
              <a:endParaRPr lang="en-US" altLang="zh-CN" sz="1400" dirty="0">
                <a:latin typeface="Times New Roman" panose="02020603050405020304" pitchFamily="18" charset="0"/>
                <a:ea typeface="宋体" panose="02010600030101010101" pitchFamily="2" charset="-122"/>
              </a:endParaRPr>
            </a:p>
          </p:txBody>
        </p:sp>
        <p:sp>
          <p:nvSpPr>
            <p:cNvPr id="50192" name="Line 19"/>
            <p:cNvSpPr/>
            <p:nvPr/>
          </p:nvSpPr>
          <p:spPr>
            <a:xfrm flipV="1">
              <a:off x="4681538" y="2244725"/>
              <a:ext cx="485775" cy="14288"/>
            </a:xfrm>
            <a:prstGeom prst="line">
              <a:avLst/>
            </a:prstGeom>
            <a:ln w="9525" cap="flat" cmpd="sng">
              <a:solidFill>
                <a:schemeClr val="tx1"/>
              </a:solidFill>
              <a:prstDash val="solid"/>
              <a:headEnd type="none" w="med" len="med"/>
              <a:tailEnd type="none" w="med" len="med"/>
            </a:ln>
          </p:spPr>
        </p:sp>
        <p:sp>
          <p:nvSpPr>
            <p:cNvPr id="50193" name="Freeform 20"/>
            <p:cNvSpPr/>
            <p:nvPr/>
          </p:nvSpPr>
          <p:spPr>
            <a:xfrm>
              <a:off x="5511800" y="1443038"/>
              <a:ext cx="2046288" cy="2049462"/>
            </a:xfrm>
            <a:custGeom>
              <a:avLst/>
              <a:gdLst>
                <a:gd name="txL" fmla="*/ 0 w 1292"/>
                <a:gd name="txT" fmla="*/ 0 h 1255"/>
                <a:gd name="txR" fmla="*/ 1292 w 1292"/>
                <a:gd name="txB" fmla="*/ 1255 h 125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alpha val="100000"/>
              </a:srgbClr>
            </a:solidFill>
            <a:ln w="9525">
              <a:noFill/>
            </a:ln>
          </p:spPr>
          <p:txBody>
            <a:bodyPr/>
            <a:p>
              <a:endParaRPr lang="zh-CN" altLang="en-US"/>
            </a:p>
          </p:txBody>
        </p:sp>
        <p:grpSp>
          <p:nvGrpSpPr>
            <p:cNvPr id="50194" name="Group 21"/>
            <p:cNvGrpSpPr/>
            <p:nvPr/>
          </p:nvGrpSpPr>
          <p:grpSpPr>
            <a:xfrm>
              <a:off x="5665788" y="2116138"/>
              <a:ext cx="569912" cy="285750"/>
              <a:chOff x="533" y="321"/>
              <a:chExt cx="359" cy="180"/>
            </a:xfrm>
          </p:grpSpPr>
          <p:grpSp>
            <p:nvGrpSpPr>
              <p:cNvPr id="50203" name="Group 22"/>
              <p:cNvGrpSpPr/>
              <p:nvPr/>
            </p:nvGrpSpPr>
            <p:grpSpPr>
              <a:xfrm>
                <a:off x="533" y="321"/>
                <a:ext cx="359" cy="180"/>
                <a:chOff x="1009" y="655"/>
                <a:chExt cx="359" cy="180"/>
              </a:xfrm>
            </p:grpSpPr>
            <p:sp>
              <p:nvSpPr>
                <p:cNvPr id="50205" name="Oval 23"/>
                <p:cNvSpPr/>
                <p:nvPr/>
              </p:nvSpPr>
              <p:spPr>
                <a:xfrm>
                  <a:off x="1012" y="735"/>
                  <a:ext cx="356" cy="1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0206" name="Line 24"/>
                <p:cNvSpPr/>
                <p:nvPr/>
              </p:nvSpPr>
              <p:spPr>
                <a:xfrm>
                  <a:off x="1012" y="727"/>
                  <a:ext cx="0" cy="62"/>
                </a:xfrm>
                <a:prstGeom prst="line">
                  <a:avLst/>
                </a:prstGeom>
                <a:ln w="12700" cap="flat" cmpd="sng">
                  <a:solidFill>
                    <a:schemeClr val="tx1"/>
                  </a:solidFill>
                  <a:prstDash val="solid"/>
                  <a:headEnd type="none" w="med" len="med"/>
                  <a:tailEnd type="none" w="med" len="med"/>
                </a:ln>
              </p:spPr>
            </p:sp>
            <p:sp>
              <p:nvSpPr>
                <p:cNvPr id="50207" name="Line 25"/>
                <p:cNvSpPr/>
                <p:nvPr/>
              </p:nvSpPr>
              <p:spPr>
                <a:xfrm>
                  <a:off x="1368" y="727"/>
                  <a:ext cx="0" cy="62"/>
                </a:xfrm>
                <a:prstGeom prst="line">
                  <a:avLst/>
                </a:prstGeom>
                <a:ln w="12700" cap="flat" cmpd="sng">
                  <a:solidFill>
                    <a:schemeClr val="tx1"/>
                  </a:solidFill>
                  <a:prstDash val="solid"/>
                  <a:headEnd type="none" w="med" len="med"/>
                  <a:tailEnd type="none" w="med" len="med"/>
                </a:ln>
              </p:spPr>
            </p:sp>
            <p:sp>
              <p:nvSpPr>
                <p:cNvPr id="50208" name="Rectangle 26"/>
                <p:cNvSpPr/>
                <p:nvPr/>
              </p:nvSpPr>
              <p:spPr>
                <a:xfrm>
                  <a:off x="1012" y="727"/>
                  <a:ext cx="353" cy="61"/>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0209" name="Oval 27"/>
                <p:cNvSpPr/>
                <p:nvPr/>
              </p:nvSpPr>
              <p:spPr>
                <a:xfrm>
                  <a:off x="1009" y="655"/>
                  <a:ext cx="356"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50210" name="Group 28"/>
                <p:cNvGrpSpPr/>
                <p:nvPr/>
              </p:nvGrpSpPr>
              <p:grpSpPr>
                <a:xfrm>
                  <a:off x="1095" y="681"/>
                  <a:ext cx="176" cy="68"/>
                  <a:chOff x="2848" y="848"/>
                  <a:chExt cx="140" cy="98"/>
                </a:xfrm>
              </p:grpSpPr>
              <p:sp>
                <p:nvSpPr>
                  <p:cNvPr id="50215" name="Line 2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50216" name="Line 3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50217" name="Line 3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50211" name="Group 32"/>
                <p:cNvGrpSpPr/>
                <p:nvPr/>
              </p:nvGrpSpPr>
              <p:grpSpPr>
                <a:xfrm flipV="1">
                  <a:off x="1095" y="680"/>
                  <a:ext cx="176" cy="68"/>
                  <a:chOff x="2848" y="848"/>
                  <a:chExt cx="140" cy="98"/>
                </a:xfrm>
              </p:grpSpPr>
              <p:sp>
                <p:nvSpPr>
                  <p:cNvPr id="50212" name="Line 3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50213" name="Line 3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50214" name="Line 3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50204" name="Line 36"/>
              <p:cNvSpPr/>
              <p:nvPr/>
            </p:nvSpPr>
            <p:spPr>
              <a:xfrm>
                <a:off x="535" y="368"/>
                <a:ext cx="0" cy="62"/>
              </a:xfrm>
              <a:prstGeom prst="line">
                <a:avLst/>
              </a:prstGeom>
              <a:ln w="12700" cap="flat" cmpd="sng">
                <a:solidFill>
                  <a:schemeClr val="tx1"/>
                </a:solidFill>
                <a:prstDash val="solid"/>
                <a:headEnd type="none" w="med" len="med"/>
                <a:tailEnd type="none" w="med" len="med"/>
              </a:ln>
            </p:spPr>
          </p:sp>
        </p:grpSp>
        <p:sp>
          <p:nvSpPr>
            <p:cNvPr id="50195" name="Line 37"/>
            <p:cNvSpPr/>
            <p:nvPr/>
          </p:nvSpPr>
          <p:spPr>
            <a:xfrm flipH="1" flipV="1">
              <a:off x="5346700" y="2244725"/>
              <a:ext cx="319088" cy="14288"/>
            </a:xfrm>
            <a:prstGeom prst="line">
              <a:avLst/>
            </a:prstGeom>
            <a:ln w="9525" cap="flat" cmpd="sng">
              <a:solidFill>
                <a:schemeClr val="tx1"/>
              </a:solidFill>
              <a:prstDash val="solid"/>
              <a:headEnd type="none" w="med" len="med"/>
              <a:tailEnd type="none" w="med" len="med"/>
            </a:ln>
          </p:spPr>
        </p:sp>
        <p:sp>
          <p:nvSpPr>
            <p:cNvPr id="50196" name="Text Box 38"/>
            <p:cNvSpPr txBox="1"/>
            <p:nvPr/>
          </p:nvSpPr>
          <p:spPr>
            <a:xfrm>
              <a:off x="6045200" y="1727200"/>
              <a:ext cx="915988"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Internet</a:t>
              </a:r>
              <a:endParaRPr lang="en-US" altLang="zh-CN" sz="1400" dirty="0">
                <a:latin typeface="Times New Roman" panose="02020603050405020304" pitchFamily="18" charset="0"/>
                <a:ea typeface="宋体" panose="02010600030101010101" pitchFamily="2" charset="-122"/>
              </a:endParaRPr>
            </a:p>
          </p:txBody>
        </p:sp>
        <p:sp>
          <p:nvSpPr>
            <p:cNvPr id="50197" name="Text Box 39"/>
            <p:cNvSpPr txBox="1"/>
            <p:nvPr/>
          </p:nvSpPr>
          <p:spPr>
            <a:xfrm>
              <a:off x="2070100" y="2500313"/>
              <a:ext cx="755650" cy="730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home</a:t>
              </a:r>
              <a:br>
                <a:rPr lang="en-US" altLang="zh-CN" sz="1400" dirty="0">
                  <a:latin typeface="Times New Roman" panose="02020603050405020304" pitchFamily="18" charset="0"/>
                  <a:ea typeface="宋体" panose="02010600030101010101" pitchFamily="2" charset="-122"/>
                </a:rPr>
              </a:br>
              <a:r>
                <a:rPr lang="en-US" altLang="zh-CN" sz="1400" dirty="0">
                  <a:latin typeface="Times New Roman" panose="02020603050405020304" pitchFamily="18" charset="0"/>
                  <a:ea typeface="宋体" panose="02010600030101010101" pitchFamily="2" charset="-122"/>
                </a:rPr>
                <a:t>dial-up</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modem</a:t>
              </a:r>
              <a:endParaRPr lang="en-US" altLang="zh-CN" sz="1400" dirty="0">
                <a:latin typeface="Times New Roman" panose="02020603050405020304" pitchFamily="18" charset="0"/>
                <a:ea typeface="宋体" panose="02010600030101010101" pitchFamily="2" charset="-122"/>
              </a:endParaRPr>
            </a:p>
          </p:txBody>
        </p:sp>
        <p:sp>
          <p:nvSpPr>
            <p:cNvPr id="50198" name="Text Box 40"/>
            <p:cNvSpPr txBox="1"/>
            <p:nvPr/>
          </p:nvSpPr>
          <p:spPr>
            <a:xfrm>
              <a:off x="4992688" y="2584450"/>
              <a:ext cx="1065212" cy="730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ISP</a:t>
              </a:r>
              <a:br>
                <a:rPr lang="en-US" altLang="zh-CN" sz="1400" dirty="0">
                  <a:latin typeface="Times New Roman" panose="02020603050405020304" pitchFamily="18" charset="0"/>
                  <a:ea typeface="宋体" panose="02010600030101010101" pitchFamily="2" charset="-122"/>
                </a:rPr>
              </a:br>
              <a:r>
                <a:rPr lang="en-US" altLang="zh-CN" sz="1400" dirty="0">
                  <a:latin typeface="Times New Roman" panose="02020603050405020304" pitchFamily="18" charset="0"/>
                  <a:ea typeface="宋体" panose="02010600030101010101" pitchFamily="2" charset="-122"/>
                </a:rPr>
                <a:t>modem</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(e.g., AOL)</a:t>
              </a:r>
              <a:endParaRPr lang="en-US" altLang="zh-CN" sz="1400" dirty="0">
                <a:latin typeface="Times New Roman" panose="02020603050405020304" pitchFamily="18" charset="0"/>
                <a:ea typeface="宋体" panose="02010600030101010101" pitchFamily="2" charset="-122"/>
              </a:endParaRPr>
            </a:p>
          </p:txBody>
        </p:sp>
        <p:sp>
          <p:nvSpPr>
            <p:cNvPr id="50199" name="Text Box 41"/>
            <p:cNvSpPr txBox="1"/>
            <p:nvPr/>
          </p:nvSpPr>
          <p:spPr>
            <a:xfrm>
              <a:off x="1182688" y="2598738"/>
              <a:ext cx="615950"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home</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PC</a:t>
              </a:r>
              <a:endParaRPr lang="en-US" altLang="zh-CN" sz="1400" dirty="0">
                <a:latin typeface="Times New Roman" panose="02020603050405020304" pitchFamily="18" charset="0"/>
                <a:ea typeface="宋体" panose="02010600030101010101" pitchFamily="2" charset="-122"/>
              </a:endParaRPr>
            </a:p>
          </p:txBody>
        </p:sp>
        <p:sp>
          <p:nvSpPr>
            <p:cNvPr id="50200" name="Rectangle 44"/>
            <p:cNvSpPr/>
            <p:nvPr/>
          </p:nvSpPr>
          <p:spPr>
            <a:xfrm>
              <a:off x="3019425" y="1677988"/>
              <a:ext cx="623888" cy="541337"/>
            </a:xfrm>
            <a:prstGeom prst="rect">
              <a:avLst/>
            </a:prstGeom>
            <a:noFill/>
            <a:ln w="9525" cap="flat" cmpd="sng">
              <a:solidFill>
                <a:schemeClr val="tx1"/>
              </a:solidFill>
              <a:prstDash val="dashDot"/>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0201" name="Text Box 45"/>
            <p:cNvSpPr txBox="1"/>
            <p:nvPr/>
          </p:nvSpPr>
          <p:spPr>
            <a:xfrm>
              <a:off x="2554288" y="1198563"/>
              <a:ext cx="828675"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central </a:t>
              </a:r>
              <a:br>
                <a:rPr lang="en-US" altLang="zh-CN" sz="1400" dirty="0">
                  <a:latin typeface="Times New Roman" panose="02020603050405020304" pitchFamily="18" charset="0"/>
                  <a:ea typeface="宋体" panose="02010600030101010101" pitchFamily="2" charset="-122"/>
                </a:rPr>
              </a:br>
              <a:r>
                <a:rPr lang="en-US" altLang="zh-CN" sz="1400" dirty="0">
                  <a:latin typeface="Times New Roman" panose="02020603050405020304" pitchFamily="18" charset="0"/>
                  <a:ea typeface="宋体" panose="02010600030101010101" pitchFamily="2" charset="-122"/>
                </a:rPr>
                <a:t>office</a:t>
              </a:r>
              <a:endParaRPr lang="en-US" altLang="zh-CN" sz="1400" dirty="0">
                <a:latin typeface="Times New Roman" panose="02020603050405020304" pitchFamily="18" charset="0"/>
                <a:ea typeface="宋体" panose="02010600030101010101" pitchFamily="2" charset="-122"/>
              </a:endParaRPr>
            </a:p>
          </p:txBody>
        </p:sp>
        <p:sp>
          <p:nvSpPr>
            <p:cNvPr id="50202" name="Rectangle 46"/>
            <p:cNvSpPr/>
            <p:nvPr/>
          </p:nvSpPr>
          <p:spPr>
            <a:xfrm>
              <a:off x="5095386" y="2052417"/>
              <a:ext cx="206375" cy="4143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50179" name="Rectangle 3"/>
          <p:cNvSpPr txBox="1"/>
          <p:nvPr/>
        </p:nvSpPr>
        <p:spPr>
          <a:xfrm>
            <a:off x="717550" y="3867150"/>
            <a:ext cx="7920038" cy="258762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buFontTx/>
              <a:buNone/>
            </a:pPr>
            <a:endParaRPr lang="en-US" altLang="zh-CN" sz="2400" dirty="0">
              <a:ea typeface="宋体" panose="02010600030101010101" pitchFamily="2" charset="-122"/>
            </a:endParaRPr>
          </a:p>
          <a:p>
            <a:pPr marL="342900" lvl="0" indent="-342900">
              <a:buSzPct val="75000"/>
              <a:buFont typeface="Wingdings" panose="05000000000000000000" pitchFamily="2" charset="2"/>
              <a:buChar char="v"/>
            </a:pPr>
            <a:r>
              <a:rPr lang="en-US" altLang="zh-CN" sz="2400" dirty="0">
                <a:ea typeface="宋体" panose="02010600030101010101" pitchFamily="2" charset="-122"/>
              </a:rPr>
              <a:t>Uses existing telephony infrastructure</a:t>
            </a:r>
            <a:endParaRPr lang="en-US" altLang="zh-CN" sz="2400" dirty="0">
              <a:ea typeface="宋体" panose="02010600030101010101" pitchFamily="2" charset="-122"/>
            </a:endParaRPr>
          </a:p>
          <a:p>
            <a:pPr marL="742950" lvl="1" indent="-285750">
              <a:buFont typeface="Wingdings" panose="05000000000000000000" pitchFamily="2" charset="2"/>
              <a:buChar char="v"/>
            </a:pPr>
            <a:r>
              <a:rPr lang="en-US" altLang="zh-CN" dirty="0">
                <a:ea typeface="宋体" panose="02010600030101010101" pitchFamily="2" charset="-122"/>
              </a:rPr>
              <a:t>Home is connected to </a:t>
            </a:r>
            <a:r>
              <a:rPr lang="en-US" altLang="zh-CN" dirty="0">
                <a:solidFill>
                  <a:srgbClr val="FF0000"/>
                </a:solidFill>
                <a:ea typeface="宋体" panose="02010600030101010101" pitchFamily="2" charset="-122"/>
              </a:rPr>
              <a:t>central office</a:t>
            </a:r>
            <a:endParaRPr lang="en-US" altLang="zh-CN" dirty="0">
              <a:solidFill>
                <a:srgbClr val="FF0000"/>
              </a:solidFill>
              <a:ea typeface="宋体" panose="02010600030101010101" pitchFamily="2" charset="-122"/>
            </a:endParaRPr>
          </a:p>
          <a:p>
            <a:pPr marL="342900" lvl="0" indent="-342900">
              <a:buSzPct val="75000"/>
              <a:buFont typeface="Wingdings" panose="05000000000000000000" pitchFamily="2" charset="2"/>
              <a:buChar char="v"/>
            </a:pPr>
            <a:r>
              <a:rPr lang="en-US" altLang="zh-CN" sz="2400" dirty="0">
                <a:ea typeface="宋体" panose="02010600030101010101" pitchFamily="2" charset="-122"/>
              </a:rPr>
              <a:t>up to 56Kbps direct access to router (often less)</a:t>
            </a:r>
            <a:endParaRPr lang="en-US" altLang="zh-CN" sz="2400" dirty="0">
              <a:ea typeface="宋体" panose="02010600030101010101" pitchFamily="2" charset="-122"/>
            </a:endParaRPr>
          </a:p>
          <a:p>
            <a:pPr marL="342900" lvl="0" indent="-342900">
              <a:buSzPct val="75000"/>
              <a:buFont typeface="Wingdings" panose="05000000000000000000" pitchFamily="2" charset="2"/>
              <a:buChar char="v"/>
            </a:pPr>
            <a:r>
              <a:rPr lang="en-US" altLang="zh-CN" sz="2400" dirty="0">
                <a:ea typeface="宋体" panose="02010600030101010101" pitchFamily="2" charset="-122"/>
              </a:rPr>
              <a:t>Can’t surf and phone at same time: not </a:t>
            </a:r>
            <a:r>
              <a:rPr lang="en-US" altLang="zh-CN" sz="2400" dirty="0">
                <a:solidFill>
                  <a:srgbClr val="FF0000"/>
                </a:solidFill>
                <a:ea typeface="宋体" panose="02010600030101010101" pitchFamily="2" charset="-122"/>
              </a:rPr>
              <a:t>“always on”</a:t>
            </a:r>
            <a:endParaRPr lang="en-US" altLang="zh-CN" sz="2000" dirty="0">
              <a:solidFill>
                <a:schemeClr val="accent2"/>
              </a:solidFill>
              <a:ea typeface="宋体" panose="02010600030101010101" pitchFamily="2" charset="-122"/>
            </a:endParaRPr>
          </a:p>
        </p:txBody>
      </p:sp>
      <p:sp>
        <p:nvSpPr>
          <p:cNvPr id="50180" name="Title 41"/>
          <p:cNvSpPr>
            <a:spLocks noGrp="1"/>
          </p:cNvSpPr>
          <p:nvPr>
            <p:ph type="title"/>
          </p:nvPr>
        </p:nvSpPr>
        <p:spPr>
          <a:xfrm>
            <a:off x="392113" y="0"/>
            <a:ext cx="7772400" cy="1143000"/>
          </a:xfrm>
        </p:spPr>
        <p:txBody>
          <a:bodyPr vert="horz" wrap="square" lIns="91440" tIns="45720" rIns="91440" bIns="45720" anchor="ctr" anchorCtr="0"/>
          <a:p>
            <a:r>
              <a:rPr lang="en-US" altLang="zh-CN" dirty="0">
                <a:ea typeface="宋体" panose="02010600030101010101" pitchFamily="2" charset="-122"/>
              </a:rPr>
              <a:t>Dial-up Modem</a:t>
            </a:r>
            <a:endParaRPr lang="en-US" altLang="zh-CN" dirty="0">
              <a:ea typeface="宋体" panose="02010600030101010101" pitchFamily="2" charset="-122"/>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02" name="Group 51"/>
          <p:cNvGrpSpPr/>
          <p:nvPr/>
        </p:nvGrpSpPr>
        <p:grpSpPr>
          <a:xfrm>
            <a:off x="854075" y="1017588"/>
            <a:ext cx="5551488" cy="3759200"/>
            <a:chOff x="738188" y="979488"/>
            <a:chExt cx="5551487" cy="3759200"/>
          </a:xfrm>
        </p:grpSpPr>
        <p:graphicFrame>
          <p:nvGraphicFramePr>
            <p:cNvPr id="51205" name="Object 2"/>
            <p:cNvGraphicFramePr>
              <a:graphicFrameLocks noChangeAspect="1"/>
            </p:cNvGraphicFramePr>
            <p:nvPr/>
          </p:nvGraphicFramePr>
          <p:xfrm>
            <a:off x="768350" y="3381375"/>
            <a:ext cx="611188" cy="520700"/>
          </p:xfrm>
          <a:graphic>
            <a:graphicData uri="http://schemas.openxmlformats.org/presentationml/2006/ole">
              <mc:AlternateContent xmlns:mc="http://schemas.openxmlformats.org/markup-compatibility/2006">
                <mc:Choice xmlns:v="urn:schemas-microsoft-com:vml" Requires="v">
                  <p:oleObj spid="_x0000_s3117" name="" r:id="rId1" imgW="18192750" imgH="15087600" progId="MS_ClipArt_Gallery.2">
                    <p:embed/>
                  </p:oleObj>
                </mc:Choice>
                <mc:Fallback>
                  <p:oleObj name="" r:id="rId1" imgW="18192750" imgH="15087600" progId="MS_ClipArt_Gallery.2">
                    <p:embed/>
                    <p:pic>
                      <p:nvPicPr>
                        <p:cNvPr id="0" name="图片 3116"/>
                        <p:cNvPicPr/>
                        <p:nvPr/>
                      </p:nvPicPr>
                      <p:blipFill>
                        <a:blip r:embed="rId2"/>
                        <a:stretch>
                          <a:fillRect/>
                        </a:stretch>
                      </p:blipFill>
                      <p:spPr>
                        <a:xfrm>
                          <a:off x="768350" y="3381375"/>
                          <a:ext cx="611188" cy="520700"/>
                        </a:xfrm>
                        <a:prstGeom prst="rect">
                          <a:avLst/>
                        </a:prstGeom>
                        <a:noFill/>
                        <a:ln w="38100">
                          <a:noFill/>
                          <a:miter/>
                        </a:ln>
                      </p:spPr>
                    </p:pic>
                  </p:oleObj>
                </mc:Fallback>
              </mc:AlternateContent>
            </a:graphicData>
          </a:graphic>
        </p:graphicFrame>
        <p:sp>
          <p:nvSpPr>
            <p:cNvPr id="51206" name="Rectangle 3"/>
            <p:cNvSpPr/>
            <p:nvPr/>
          </p:nvSpPr>
          <p:spPr>
            <a:xfrm>
              <a:off x="1731963" y="2867025"/>
              <a:ext cx="288925" cy="6238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51207" name="Group 44"/>
            <p:cNvGrpSpPr/>
            <p:nvPr/>
          </p:nvGrpSpPr>
          <p:grpSpPr>
            <a:xfrm>
              <a:off x="4192588" y="2689225"/>
              <a:ext cx="2097087" cy="2049463"/>
              <a:chOff x="1769" y="1380"/>
              <a:chExt cx="1321" cy="1291"/>
            </a:xfrm>
          </p:grpSpPr>
          <p:sp>
            <p:nvSpPr>
              <p:cNvPr id="51244" name="Freeform 5"/>
              <p:cNvSpPr/>
              <p:nvPr/>
            </p:nvSpPr>
            <p:spPr>
              <a:xfrm>
                <a:off x="1769" y="1380"/>
                <a:ext cx="1289" cy="1291"/>
              </a:xfrm>
              <a:custGeom>
                <a:avLst/>
                <a:gdLst>
                  <a:gd name="txL" fmla="*/ 0 w 1292"/>
                  <a:gd name="txT" fmla="*/ 0 h 1255"/>
                  <a:gd name="txR" fmla="*/ 1292 w 1292"/>
                  <a:gd name="txB" fmla="*/ 1255 h 1255"/>
                </a:gdLst>
                <a:ahLst/>
                <a:cxnLst>
                  <a:cxn ang="0">
                    <a:pos x="234" y="7"/>
                  </a:cxn>
                  <a:cxn ang="0">
                    <a:pos x="35" y="182"/>
                  </a:cxn>
                  <a:cxn ang="0">
                    <a:pos x="29" y="602"/>
                  </a:cxn>
                  <a:cxn ang="0">
                    <a:pos x="53" y="955"/>
                  </a:cxn>
                  <a:cxn ang="0">
                    <a:pos x="240" y="1003"/>
                  </a:cxn>
                  <a:cxn ang="0">
                    <a:pos x="641" y="1299"/>
                  </a:cxn>
                  <a:cxn ang="0">
                    <a:pos x="985" y="1425"/>
                  </a:cxn>
                  <a:cxn ang="0">
                    <a:pos x="1184" y="1176"/>
                  </a:cxn>
                  <a:cxn ang="0">
                    <a:pos x="1256" y="513"/>
                  </a:cxn>
                  <a:cxn ang="0">
                    <a:pos x="1190" y="243"/>
                  </a:cxn>
                  <a:cxn ang="0">
                    <a:pos x="739" y="132"/>
                  </a:cxn>
                  <a:cxn ang="0">
                    <a:pos x="234" y="7"/>
                  </a:cxn>
                </a:cxnLst>
                <a:rect l="txL" t="txT" r="txR" b="tx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alpha val="100000"/>
                </a:srgbClr>
              </a:solidFill>
              <a:ln w="9525">
                <a:noFill/>
              </a:ln>
            </p:spPr>
            <p:txBody>
              <a:bodyPr/>
              <a:p>
                <a:endParaRPr lang="zh-CN" altLang="en-US"/>
              </a:p>
            </p:txBody>
          </p:sp>
          <p:sp>
            <p:nvSpPr>
              <p:cNvPr id="51245" name="Oval 6"/>
              <p:cNvSpPr/>
              <p:nvPr/>
            </p:nvSpPr>
            <p:spPr>
              <a:xfrm>
                <a:off x="1885" y="1676"/>
                <a:ext cx="122" cy="122"/>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1246" name="Oval 7"/>
              <p:cNvSpPr/>
              <p:nvPr/>
            </p:nvSpPr>
            <p:spPr>
              <a:xfrm>
                <a:off x="2714" y="1869"/>
                <a:ext cx="122" cy="122"/>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1247" name="Oval 8"/>
              <p:cNvSpPr/>
              <p:nvPr/>
            </p:nvSpPr>
            <p:spPr>
              <a:xfrm>
                <a:off x="2383" y="2208"/>
                <a:ext cx="122" cy="122"/>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1248" name="Line 10"/>
              <p:cNvSpPr/>
              <p:nvPr/>
            </p:nvSpPr>
            <p:spPr>
              <a:xfrm>
                <a:off x="1973" y="1771"/>
                <a:ext cx="454" cy="454"/>
              </a:xfrm>
              <a:prstGeom prst="line">
                <a:avLst/>
              </a:prstGeom>
              <a:ln w="9525" cap="flat" cmpd="sng">
                <a:solidFill>
                  <a:schemeClr val="tx1"/>
                </a:solidFill>
                <a:prstDash val="solid"/>
                <a:headEnd type="none" w="med" len="med"/>
                <a:tailEnd type="none" w="med" len="med"/>
              </a:ln>
            </p:spPr>
          </p:sp>
          <p:sp>
            <p:nvSpPr>
              <p:cNvPr id="51249" name="Line 11"/>
              <p:cNvSpPr/>
              <p:nvPr/>
            </p:nvSpPr>
            <p:spPr>
              <a:xfrm flipV="1">
                <a:off x="2496" y="1963"/>
                <a:ext cx="245" cy="254"/>
              </a:xfrm>
              <a:prstGeom prst="line">
                <a:avLst/>
              </a:prstGeom>
              <a:ln w="9525" cap="flat" cmpd="sng">
                <a:solidFill>
                  <a:schemeClr val="tx1"/>
                </a:solidFill>
                <a:prstDash val="solid"/>
                <a:headEnd type="none" w="med" len="med"/>
                <a:tailEnd type="none" w="med" len="med"/>
              </a:ln>
            </p:spPr>
          </p:sp>
          <p:sp>
            <p:nvSpPr>
              <p:cNvPr id="51250" name="Text Box 12"/>
              <p:cNvSpPr txBox="1"/>
              <p:nvPr/>
            </p:nvSpPr>
            <p:spPr>
              <a:xfrm>
                <a:off x="2063" y="1514"/>
                <a:ext cx="626" cy="32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telephone</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network</a:t>
                </a:r>
                <a:endParaRPr lang="en-US" altLang="zh-CN" sz="1400" dirty="0">
                  <a:latin typeface="Times New Roman" panose="02020603050405020304" pitchFamily="18" charset="0"/>
                  <a:ea typeface="宋体" panose="02010600030101010101" pitchFamily="2" charset="-122"/>
                </a:endParaRPr>
              </a:p>
            </p:txBody>
          </p:sp>
          <p:sp>
            <p:nvSpPr>
              <p:cNvPr id="51251" name="Line 14"/>
              <p:cNvSpPr/>
              <p:nvPr/>
            </p:nvSpPr>
            <p:spPr>
              <a:xfrm flipV="1">
                <a:off x="2784" y="1911"/>
                <a:ext cx="306" cy="9"/>
              </a:xfrm>
              <a:prstGeom prst="line">
                <a:avLst/>
              </a:prstGeom>
              <a:ln w="9525" cap="flat" cmpd="sng">
                <a:solidFill>
                  <a:schemeClr val="tx1"/>
                </a:solidFill>
                <a:prstDash val="solid"/>
                <a:headEnd type="none" w="med" len="med"/>
                <a:tailEnd type="none" w="med" len="med"/>
              </a:ln>
            </p:spPr>
          </p:sp>
        </p:grpSp>
        <p:sp>
          <p:nvSpPr>
            <p:cNvPr id="51208" name="Text Box 34"/>
            <p:cNvSpPr txBox="1"/>
            <p:nvPr/>
          </p:nvSpPr>
          <p:spPr>
            <a:xfrm>
              <a:off x="1585913" y="3511550"/>
              <a:ext cx="755650"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DSL</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modem</a:t>
              </a:r>
              <a:endParaRPr lang="en-US" altLang="zh-CN" sz="1400" dirty="0">
                <a:latin typeface="Times New Roman" panose="02020603050405020304" pitchFamily="18" charset="0"/>
                <a:ea typeface="宋体" panose="02010600030101010101" pitchFamily="2" charset="-122"/>
              </a:endParaRPr>
            </a:p>
          </p:txBody>
        </p:sp>
        <p:sp>
          <p:nvSpPr>
            <p:cNvPr id="51209" name="Text Box 36"/>
            <p:cNvSpPr txBox="1"/>
            <p:nvPr/>
          </p:nvSpPr>
          <p:spPr>
            <a:xfrm>
              <a:off x="738188" y="3983038"/>
              <a:ext cx="615950"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home</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PC</a:t>
              </a:r>
              <a:endParaRPr lang="en-US" altLang="zh-CN" sz="1400" dirty="0">
                <a:latin typeface="Times New Roman" panose="02020603050405020304" pitchFamily="18" charset="0"/>
                <a:ea typeface="宋体" panose="02010600030101010101" pitchFamily="2" charset="-122"/>
              </a:endParaRPr>
            </a:p>
          </p:txBody>
        </p:sp>
        <p:graphicFrame>
          <p:nvGraphicFramePr>
            <p:cNvPr id="51210" name="Object 3"/>
            <p:cNvGraphicFramePr>
              <a:graphicFrameLocks noChangeAspect="1"/>
            </p:cNvGraphicFramePr>
            <p:nvPr/>
          </p:nvGraphicFramePr>
          <p:xfrm>
            <a:off x="1179513" y="2239963"/>
            <a:ext cx="490537" cy="369887"/>
          </p:xfrm>
          <a:graphic>
            <a:graphicData uri="http://schemas.openxmlformats.org/presentationml/2006/ole">
              <mc:AlternateContent xmlns:mc="http://schemas.openxmlformats.org/markup-compatibility/2006">
                <mc:Choice xmlns:v="urn:schemas-microsoft-com:vml" Requires="v">
                  <p:oleObj spid="_x0000_s3118" name="" r:id="rId3" imgW="681990" imgH="480695" progId="MS_ClipArt_Gallery.2">
                    <p:embed/>
                  </p:oleObj>
                </mc:Choice>
                <mc:Fallback>
                  <p:oleObj name="" r:id="rId3" imgW="681990" imgH="480695" progId="MS_ClipArt_Gallery.2">
                    <p:embed/>
                    <p:pic>
                      <p:nvPicPr>
                        <p:cNvPr id="0" name="图片 3117"/>
                        <p:cNvPicPr/>
                        <p:nvPr/>
                      </p:nvPicPr>
                      <p:blipFill>
                        <a:blip r:embed="rId4"/>
                        <a:stretch>
                          <a:fillRect/>
                        </a:stretch>
                      </p:blipFill>
                      <p:spPr>
                        <a:xfrm>
                          <a:off x="1179513" y="2239963"/>
                          <a:ext cx="490537" cy="369887"/>
                        </a:xfrm>
                        <a:prstGeom prst="rect">
                          <a:avLst/>
                        </a:prstGeom>
                        <a:noFill/>
                        <a:ln w="38100">
                          <a:noFill/>
                          <a:miter/>
                        </a:ln>
                      </p:spPr>
                    </p:pic>
                  </p:oleObj>
                </mc:Fallback>
              </mc:AlternateContent>
            </a:graphicData>
          </a:graphic>
        </p:graphicFrame>
        <p:sp>
          <p:nvSpPr>
            <p:cNvPr id="51211" name="Text Box 40"/>
            <p:cNvSpPr txBox="1"/>
            <p:nvPr/>
          </p:nvSpPr>
          <p:spPr>
            <a:xfrm>
              <a:off x="1001713" y="1641475"/>
              <a:ext cx="666750"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home</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phone</a:t>
              </a:r>
              <a:endParaRPr lang="en-US" altLang="zh-CN" sz="1400" dirty="0">
                <a:latin typeface="Times New Roman" panose="02020603050405020304" pitchFamily="18" charset="0"/>
                <a:ea typeface="宋体" panose="02010600030101010101" pitchFamily="2" charset="-122"/>
              </a:endParaRPr>
            </a:p>
          </p:txBody>
        </p:sp>
        <p:sp>
          <p:nvSpPr>
            <p:cNvPr id="51212" name="Line 41"/>
            <p:cNvSpPr/>
            <p:nvPr/>
          </p:nvSpPr>
          <p:spPr>
            <a:xfrm>
              <a:off x="1568450" y="2479675"/>
              <a:ext cx="885825" cy="525463"/>
            </a:xfrm>
            <a:prstGeom prst="line">
              <a:avLst/>
            </a:prstGeom>
            <a:ln w="9525" cap="flat" cmpd="sng">
              <a:solidFill>
                <a:schemeClr val="tx1"/>
              </a:solidFill>
              <a:prstDash val="solid"/>
              <a:headEnd type="none" w="med" len="med"/>
              <a:tailEnd type="none" w="med" len="med"/>
            </a:ln>
          </p:spPr>
        </p:sp>
        <p:sp>
          <p:nvSpPr>
            <p:cNvPr id="51213" name="Line 42"/>
            <p:cNvSpPr/>
            <p:nvPr/>
          </p:nvSpPr>
          <p:spPr>
            <a:xfrm flipV="1">
              <a:off x="1233488" y="3227388"/>
              <a:ext cx="511175" cy="360362"/>
            </a:xfrm>
            <a:prstGeom prst="line">
              <a:avLst/>
            </a:prstGeom>
            <a:ln w="9525" cap="flat" cmpd="sng">
              <a:solidFill>
                <a:schemeClr val="tx1"/>
              </a:solidFill>
              <a:prstDash val="solid"/>
              <a:headEnd type="none" w="med" len="med"/>
              <a:tailEnd type="none" w="med" len="med"/>
            </a:ln>
          </p:spPr>
        </p:sp>
        <p:sp>
          <p:nvSpPr>
            <p:cNvPr id="51214" name="Rectangle 47"/>
            <p:cNvSpPr/>
            <p:nvPr/>
          </p:nvSpPr>
          <p:spPr>
            <a:xfrm>
              <a:off x="3700463" y="2728913"/>
              <a:ext cx="288925" cy="623887"/>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1215" name="Line 48"/>
            <p:cNvSpPr/>
            <p:nvPr/>
          </p:nvSpPr>
          <p:spPr>
            <a:xfrm>
              <a:off x="2438400" y="3089275"/>
              <a:ext cx="1247775" cy="0"/>
            </a:xfrm>
            <a:prstGeom prst="line">
              <a:avLst/>
            </a:prstGeom>
            <a:ln w="9525" cap="flat" cmpd="sng">
              <a:solidFill>
                <a:schemeClr val="tx1"/>
              </a:solidFill>
              <a:prstDash val="solid"/>
              <a:headEnd type="none" w="med" len="med"/>
              <a:tailEnd type="none" w="med" len="med"/>
            </a:ln>
          </p:spPr>
        </p:sp>
        <p:sp>
          <p:nvSpPr>
            <p:cNvPr id="51216" name="Freeform 52"/>
            <p:cNvSpPr/>
            <p:nvPr/>
          </p:nvSpPr>
          <p:spPr>
            <a:xfrm rot="4873784">
              <a:off x="4356100" y="1041400"/>
              <a:ext cx="1770062" cy="1646237"/>
            </a:xfrm>
            <a:custGeom>
              <a:avLst/>
              <a:gdLst>
                <a:gd name="txL" fmla="*/ 0 w 1292"/>
                <a:gd name="txT" fmla="*/ 0 h 1255"/>
                <a:gd name="txR" fmla="*/ 1292 w 1292"/>
                <a:gd name="txB" fmla="*/ 1255 h 125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alpha val="100000"/>
              </a:srgbClr>
            </a:solidFill>
            <a:ln w="9525">
              <a:noFill/>
            </a:ln>
          </p:spPr>
          <p:txBody>
            <a:bodyPr/>
            <a:p>
              <a:endParaRPr lang="zh-CN" altLang="en-US"/>
            </a:p>
          </p:txBody>
        </p:sp>
        <p:sp>
          <p:nvSpPr>
            <p:cNvPr id="51217" name="Text Box 53"/>
            <p:cNvSpPr txBox="1"/>
            <p:nvPr/>
          </p:nvSpPr>
          <p:spPr>
            <a:xfrm>
              <a:off x="5062538" y="1350963"/>
              <a:ext cx="915987"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Internet</a:t>
              </a:r>
              <a:endParaRPr lang="en-US" altLang="zh-CN" sz="1400" dirty="0">
                <a:latin typeface="Times New Roman" panose="02020603050405020304" pitchFamily="18" charset="0"/>
                <a:ea typeface="宋体" panose="02010600030101010101" pitchFamily="2" charset="-122"/>
              </a:endParaRPr>
            </a:p>
          </p:txBody>
        </p:sp>
        <p:grpSp>
          <p:nvGrpSpPr>
            <p:cNvPr id="51218" name="Group 54"/>
            <p:cNvGrpSpPr/>
            <p:nvPr/>
          </p:nvGrpSpPr>
          <p:grpSpPr>
            <a:xfrm>
              <a:off x="4144963" y="2365375"/>
              <a:ext cx="473075" cy="244475"/>
              <a:chOff x="533" y="321"/>
              <a:chExt cx="359" cy="180"/>
            </a:xfrm>
          </p:grpSpPr>
          <p:grpSp>
            <p:nvGrpSpPr>
              <p:cNvPr id="51229" name="Group 55"/>
              <p:cNvGrpSpPr/>
              <p:nvPr/>
            </p:nvGrpSpPr>
            <p:grpSpPr>
              <a:xfrm>
                <a:off x="533" y="321"/>
                <a:ext cx="359" cy="180"/>
                <a:chOff x="1009" y="655"/>
                <a:chExt cx="359" cy="180"/>
              </a:xfrm>
            </p:grpSpPr>
            <p:sp>
              <p:nvSpPr>
                <p:cNvPr id="51231" name="Oval 56"/>
                <p:cNvSpPr/>
                <p:nvPr/>
              </p:nvSpPr>
              <p:spPr>
                <a:xfrm>
                  <a:off x="1012" y="735"/>
                  <a:ext cx="356" cy="1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1232" name="Line 57"/>
                <p:cNvSpPr/>
                <p:nvPr/>
              </p:nvSpPr>
              <p:spPr>
                <a:xfrm>
                  <a:off x="1012" y="727"/>
                  <a:ext cx="0" cy="62"/>
                </a:xfrm>
                <a:prstGeom prst="line">
                  <a:avLst/>
                </a:prstGeom>
                <a:ln w="12700" cap="flat" cmpd="sng">
                  <a:solidFill>
                    <a:schemeClr val="tx1"/>
                  </a:solidFill>
                  <a:prstDash val="solid"/>
                  <a:headEnd type="none" w="med" len="med"/>
                  <a:tailEnd type="none" w="med" len="med"/>
                </a:ln>
              </p:spPr>
            </p:sp>
            <p:sp>
              <p:nvSpPr>
                <p:cNvPr id="51233" name="Line 58"/>
                <p:cNvSpPr/>
                <p:nvPr/>
              </p:nvSpPr>
              <p:spPr>
                <a:xfrm>
                  <a:off x="1368" y="727"/>
                  <a:ext cx="0" cy="62"/>
                </a:xfrm>
                <a:prstGeom prst="line">
                  <a:avLst/>
                </a:prstGeom>
                <a:ln w="12700" cap="flat" cmpd="sng">
                  <a:solidFill>
                    <a:schemeClr val="tx1"/>
                  </a:solidFill>
                  <a:prstDash val="solid"/>
                  <a:headEnd type="none" w="med" len="med"/>
                  <a:tailEnd type="none" w="med" len="med"/>
                </a:ln>
              </p:spPr>
            </p:sp>
            <p:sp>
              <p:nvSpPr>
                <p:cNvPr id="51234" name="Rectangle 59"/>
                <p:cNvSpPr/>
                <p:nvPr/>
              </p:nvSpPr>
              <p:spPr>
                <a:xfrm>
                  <a:off x="1012" y="727"/>
                  <a:ext cx="353" cy="61"/>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1235" name="Oval 60"/>
                <p:cNvSpPr/>
                <p:nvPr/>
              </p:nvSpPr>
              <p:spPr>
                <a:xfrm>
                  <a:off x="1009" y="655"/>
                  <a:ext cx="356"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51236" name="Group 61"/>
                <p:cNvGrpSpPr/>
                <p:nvPr/>
              </p:nvGrpSpPr>
              <p:grpSpPr>
                <a:xfrm>
                  <a:off x="1095" y="681"/>
                  <a:ext cx="176" cy="68"/>
                  <a:chOff x="2848" y="848"/>
                  <a:chExt cx="140" cy="98"/>
                </a:xfrm>
              </p:grpSpPr>
              <p:sp>
                <p:nvSpPr>
                  <p:cNvPr id="51241" name="Line 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51242" name="Line 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51243" name="Line 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51237" name="Group 65"/>
                <p:cNvGrpSpPr/>
                <p:nvPr/>
              </p:nvGrpSpPr>
              <p:grpSpPr>
                <a:xfrm flipV="1">
                  <a:off x="1095" y="680"/>
                  <a:ext cx="176" cy="68"/>
                  <a:chOff x="2848" y="848"/>
                  <a:chExt cx="140" cy="98"/>
                </a:xfrm>
              </p:grpSpPr>
              <p:sp>
                <p:nvSpPr>
                  <p:cNvPr id="51238" name="Line 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51239" name="Line 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51240" name="Line 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51230" name="Line 69"/>
              <p:cNvSpPr/>
              <p:nvPr/>
            </p:nvSpPr>
            <p:spPr>
              <a:xfrm>
                <a:off x="535" y="368"/>
                <a:ext cx="0" cy="62"/>
              </a:xfrm>
              <a:prstGeom prst="line">
                <a:avLst/>
              </a:prstGeom>
              <a:ln w="12700" cap="flat" cmpd="sng">
                <a:solidFill>
                  <a:schemeClr val="tx1"/>
                </a:solidFill>
                <a:prstDash val="solid"/>
                <a:headEnd type="none" w="med" len="med"/>
                <a:tailEnd type="none" w="med" len="med"/>
              </a:ln>
            </p:spPr>
          </p:sp>
        </p:grpSp>
        <p:sp>
          <p:nvSpPr>
            <p:cNvPr id="51219" name="Line 70"/>
            <p:cNvSpPr/>
            <p:nvPr/>
          </p:nvSpPr>
          <p:spPr>
            <a:xfrm flipV="1">
              <a:off x="3989388" y="2563813"/>
              <a:ext cx="392112" cy="442912"/>
            </a:xfrm>
            <a:prstGeom prst="line">
              <a:avLst/>
            </a:prstGeom>
            <a:ln w="9525" cap="flat" cmpd="sng">
              <a:solidFill>
                <a:schemeClr val="tx1"/>
              </a:solidFill>
              <a:prstDash val="solid"/>
              <a:headEnd type="none" w="med" len="med"/>
              <a:tailEnd type="none" w="med" len="med"/>
            </a:ln>
          </p:spPr>
        </p:sp>
        <p:sp>
          <p:nvSpPr>
            <p:cNvPr id="51220" name="Line 71"/>
            <p:cNvSpPr/>
            <p:nvPr/>
          </p:nvSpPr>
          <p:spPr>
            <a:xfrm>
              <a:off x="3976688" y="3200400"/>
              <a:ext cx="484187" cy="53975"/>
            </a:xfrm>
            <a:prstGeom prst="line">
              <a:avLst/>
            </a:prstGeom>
            <a:ln w="9525" cap="flat" cmpd="sng">
              <a:solidFill>
                <a:schemeClr val="tx1"/>
              </a:solidFill>
              <a:prstDash val="solid"/>
              <a:headEnd type="none" w="med" len="med"/>
              <a:tailEnd type="none" w="med" len="med"/>
            </a:ln>
          </p:spPr>
        </p:sp>
        <p:sp>
          <p:nvSpPr>
            <p:cNvPr id="51221" name="Text Box 72"/>
            <p:cNvSpPr txBox="1"/>
            <p:nvPr/>
          </p:nvSpPr>
          <p:spPr>
            <a:xfrm>
              <a:off x="3425825" y="2493963"/>
              <a:ext cx="730250" cy="274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200" dirty="0">
                  <a:latin typeface="Times New Roman" panose="02020603050405020304" pitchFamily="18" charset="0"/>
                  <a:ea typeface="宋体" panose="02010600030101010101" pitchFamily="2" charset="-122"/>
                </a:rPr>
                <a:t>DSLAM</a:t>
              </a:r>
              <a:endParaRPr lang="en-US" altLang="zh-CN" sz="1200" dirty="0">
                <a:latin typeface="Times New Roman" panose="02020603050405020304" pitchFamily="18" charset="0"/>
                <a:ea typeface="宋体" panose="02010600030101010101" pitchFamily="2" charset="-122"/>
              </a:endParaRPr>
            </a:p>
          </p:txBody>
        </p:sp>
        <p:sp>
          <p:nvSpPr>
            <p:cNvPr id="51222" name="AutoShape 73"/>
            <p:cNvSpPr/>
            <p:nvPr/>
          </p:nvSpPr>
          <p:spPr>
            <a:xfrm>
              <a:off x="2438400" y="1262063"/>
              <a:ext cx="2009775" cy="930275"/>
            </a:xfrm>
            <a:prstGeom prst="wedgeRoundRectCallout">
              <a:avLst>
                <a:gd name="adj1" fmla="val -27171"/>
                <a:gd name="adj2" fmla="val 136005"/>
                <a:gd name="adj3" fmla="val 16667"/>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1223" name="Text Box 74"/>
            <p:cNvSpPr txBox="1"/>
            <p:nvPr/>
          </p:nvSpPr>
          <p:spPr>
            <a:xfrm>
              <a:off x="2416175" y="1316038"/>
              <a:ext cx="20447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200" dirty="0">
                  <a:latin typeface="Times New Roman" panose="02020603050405020304" pitchFamily="18" charset="0"/>
                  <a:ea typeface="宋体" panose="02010600030101010101" pitchFamily="2" charset="-122"/>
                </a:rPr>
                <a:t>Existing phone line:</a:t>
              </a:r>
              <a:br>
                <a:rPr lang="en-US" altLang="zh-CN" sz="1200" dirty="0">
                  <a:latin typeface="Times New Roman" panose="02020603050405020304" pitchFamily="18" charset="0"/>
                  <a:ea typeface="宋体" panose="02010600030101010101" pitchFamily="2" charset="-122"/>
                </a:rPr>
              </a:br>
              <a:r>
                <a:rPr lang="en-US" altLang="zh-CN" sz="1200" dirty="0">
                  <a:latin typeface="Times New Roman" panose="02020603050405020304" pitchFamily="18" charset="0"/>
                  <a:ea typeface="宋体" panose="02010600030101010101" pitchFamily="2" charset="-122"/>
                </a:rPr>
                <a:t>0-4KHz phone; 4-50KHz upstream data; 50KHz-1MHz downstream data</a:t>
              </a:r>
              <a:endParaRPr lang="en-US" altLang="zh-CN" sz="1200" dirty="0">
                <a:latin typeface="Times New Roman" panose="02020603050405020304" pitchFamily="18" charset="0"/>
                <a:ea typeface="宋体" panose="02010600030101010101" pitchFamily="2" charset="-122"/>
              </a:endParaRPr>
            </a:p>
          </p:txBody>
        </p:sp>
        <p:sp>
          <p:nvSpPr>
            <p:cNvPr id="51224" name="Rectangle 76"/>
            <p:cNvSpPr/>
            <p:nvPr/>
          </p:nvSpPr>
          <p:spPr>
            <a:xfrm>
              <a:off x="2273300" y="2951163"/>
              <a:ext cx="207963" cy="23495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1225" name="Line 77"/>
            <p:cNvSpPr/>
            <p:nvPr/>
          </p:nvSpPr>
          <p:spPr>
            <a:xfrm>
              <a:off x="2008188" y="3089275"/>
              <a:ext cx="292100" cy="0"/>
            </a:xfrm>
            <a:prstGeom prst="line">
              <a:avLst/>
            </a:prstGeom>
            <a:ln w="9525" cap="flat" cmpd="sng">
              <a:solidFill>
                <a:schemeClr val="tx1"/>
              </a:solidFill>
              <a:prstDash val="solid"/>
              <a:headEnd type="none" w="med" len="med"/>
              <a:tailEnd type="none" w="med" len="med"/>
            </a:ln>
          </p:spPr>
        </p:sp>
        <p:sp>
          <p:nvSpPr>
            <p:cNvPr id="51226" name="Text Box 78"/>
            <p:cNvSpPr txBox="1"/>
            <p:nvPr/>
          </p:nvSpPr>
          <p:spPr>
            <a:xfrm>
              <a:off x="2000250" y="3157538"/>
              <a:ext cx="993775"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splitter</a:t>
              </a:r>
              <a:endParaRPr lang="en-US" altLang="zh-CN" sz="1400" dirty="0">
                <a:latin typeface="Times New Roman" panose="02020603050405020304" pitchFamily="18" charset="0"/>
                <a:ea typeface="宋体" panose="02010600030101010101" pitchFamily="2" charset="-122"/>
              </a:endParaRPr>
            </a:p>
          </p:txBody>
        </p:sp>
        <p:sp>
          <p:nvSpPr>
            <p:cNvPr id="51227" name="Rectangle 80"/>
            <p:cNvSpPr/>
            <p:nvPr/>
          </p:nvSpPr>
          <p:spPr>
            <a:xfrm>
              <a:off x="3406775" y="2287588"/>
              <a:ext cx="1233488" cy="1343025"/>
            </a:xfrm>
            <a:prstGeom prst="rect">
              <a:avLst/>
            </a:prstGeom>
            <a:noFill/>
            <a:ln w="9525" cap="flat" cmpd="sng">
              <a:solidFill>
                <a:schemeClr val="tx1"/>
              </a:solidFill>
              <a:prstDash val="lgDashDot"/>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1228" name="Text Box 81"/>
            <p:cNvSpPr txBox="1"/>
            <p:nvPr/>
          </p:nvSpPr>
          <p:spPr>
            <a:xfrm>
              <a:off x="3316288" y="3638550"/>
              <a:ext cx="776287"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central</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office</a:t>
              </a:r>
              <a:endParaRPr lang="en-US" altLang="zh-CN" sz="1400" dirty="0">
                <a:latin typeface="Times New Roman" panose="02020603050405020304" pitchFamily="18" charset="0"/>
                <a:ea typeface="宋体" panose="02010600030101010101" pitchFamily="2" charset="-122"/>
              </a:endParaRPr>
            </a:p>
          </p:txBody>
        </p:sp>
      </p:grpSp>
      <p:sp>
        <p:nvSpPr>
          <p:cNvPr id="51203" name="Title 50"/>
          <p:cNvSpPr>
            <a:spLocks noGrp="1"/>
          </p:cNvSpPr>
          <p:nvPr>
            <p:ph type="title"/>
          </p:nvPr>
        </p:nvSpPr>
        <p:spPr>
          <a:xfrm>
            <a:off x="520700" y="0"/>
            <a:ext cx="7772400" cy="1143000"/>
          </a:xfrm>
        </p:spPr>
        <p:txBody>
          <a:bodyPr vert="horz" wrap="square" lIns="91440" tIns="45720" rIns="91440" bIns="45720" anchor="ctr" anchorCtr="0"/>
          <a:p>
            <a:r>
              <a:rPr lang="en-US" altLang="zh-CN" dirty="0">
                <a:ea typeface="宋体" panose="02010600030101010101" pitchFamily="2" charset="-122"/>
              </a:rPr>
              <a:t>Digital Subscriber Line (DSL)</a:t>
            </a:r>
            <a:endParaRPr lang="en-US" altLang="zh-CN" dirty="0">
              <a:ea typeface="宋体" panose="02010600030101010101" pitchFamily="2" charset="-122"/>
            </a:endParaRPr>
          </a:p>
        </p:txBody>
      </p:sp>
      <p:sp>
        <p:nvSpPr>
          <p:cNvPr id="51204" name="Rectangle 52"/>
          <p:cNvSpPr/>
          <p:nvPr/>
        </p:nvSpPr>
        <p:spPr>
          <a:xfrm>
            <a:off x="180975" y="4262438"/>
            <a:ext cx="8693150" cy="2235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buFontTx/>
              <a:buNone/>
            </a:pPr>
            <a:endParaRPr lang="en-US" altLang="zh-CN" sz="2400" dirty="0">
              <a:solidFill>
                <a:srgbClr val="FF0000"/>
              </a:solidFill>
              <a:ea typeface="宋体" panose="02010600030101010101" pitchFamily="2" charset="-122"/>
            </a:endParaRPr>
          </a:p>
          <a:p>
            <a:pPr marL="742950" lvl="1" indent="-285750"/>
            <a:r>
              <a:rPr lang="en-US" altLang="zh-CN" dirty="0">
                <a:ea typeface="宋体" panose="02010600030101010101" pitchFamily="2" charset="-122"/>
              </a:rPr>
              <a:t>Also uses existing telephone infrastruture</a:t>
            </a:r>
            <a:endParaRPr lang="en-US" altLang="zh-CN" dirty="0">
              <a:ea typeface="宋体" panose="02010600030101010101" pitchFamily="2" charset="-122"/>
            </a:endParaRPr>
          </a:p>
          <a:p>
            <a:pPr marL="742950" lvl="1" indent="-285750"/>
            <a:r>
              <a:rPr lang="en-US" altLang="zh-CN" dirty="0">
                <a:ea typeface="宋体" panose="02010600030101010101" pitchFamily="2" charset="-122"/>
              </a:rPr>
              <a:t>up to 1 Mbps upstream (typically &lt; 256 kbps)</a:t>
            </a:r>
            <a:endParaRPr lang="en-US" altLang="zh-CN" dirty="0">
              <a:ea typeface="宋体" panose="02010600030101010101" pitchFamily="2" charset="-122"/>
            </a:endParaRPr>
          </a:p>
          <a:p>
            <a:pPr marL="742950" lvl="1" indent="-285750"/>
            <a:r>
              <a:rPr lang="en-US" altLang="zh-CN" dirty="0">
                <a:ea typeface="宋体" panose="02010600030101010101" pitchFamily="2" charset="-122"/>
              </a:rPr>
              <a:t>up to 8 Mbps downstream (typically &lt; 1 Mbps)</a:t>
            </a:r>
            <a:endParaRPr lang="en-US" altLang="zh-CN" dirty="0">
              <a:ea typeface="宋体" panose="02010600030101010101" pitchFamily="2" charset="-122"/>
            </a:endParaRPr>
          </a:p>
          <a:p>
            <a:pPr marL="742950" lvl="1" indent="-285750"/>
            <a:r>
              <a:rPr lang="en-US" altLang="zh-CN" dirty="0">
                <a:ea typeface="宋体" panose="02010600030101010101" pitchFamily="2" charset="-122"/>
              </a:rPr>
              <a:t>dedicated physical line to telephone central office</a:t>
            </a:r>
            <a:endParaRPr lang="en-US" altLang="zh-CN" sz="2000" dirty="0">
              <a:solidFill>
                <a:schemeClr val="accent2"/>
              </a:solidFill>
              <a:ea typeface="宋体" panose="02010600030101010101" pitchFamily="2" charset="-122"/>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52227"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52228" name="Rectangle 2"/>
          <p:cNvSpPr>
            <a:spLocks noGrp="1"/>
          </p:cNvSpPr>
          <p:nvPr>
            <p:ph type="title"/>
          </p:nvPr>
        </p:nvSpPr>
        <p:spPr>
          <a:xfrm>
            <a:off x="304800" y="228600"/>
            <a:ext cx="8382000" cy="1143000"/>
          </a:xfrm>
        </p:spPr>
        <p:txBody>
          <a:bodyPr vert="horz" wrap="square" lIns="91440" tIns="45720" rIns="91440" bIns="45720" anchor="ctr" anchorCtr="0"/>
          <a:p>
            <a:r>
              <a:rPr lang="en-US" altLang="zh-CN" sz="3200" dirty="0">
                <a:ea typeface="宋体" panose="02010600030101010101" pitchFamily="2" charset="-122"/>
              </a:rPr>
              <a:t>Residential access: cable modems</a:t>
            </a:r>
            <a:endParaRPr lang="en-US" altLang="zh-CN" dirty="0">
              <a:ea typeface="宋体" panose="02010600030101010101" pitchFamily="2" charset="-122"/>
            </a:endParaRPr>
          </a:p>
        </p:txBody>
      </p:sp>
      <p:sp>
        <p:nvSpPr>
          <p:cNvPr id="52229" name="Rectangle 3"/>
          <p:cNvSpPr>
            <a:spLocks noGrp="1"/>
          </p:cNvSpPr>
          <p:nvPr>
            <p:ph sz="half" idx="1"/>
          </p:nvPr>
        </p:nvSpPr>
        <p:spPr>
          <a:xfrm>
            <a:off x="533400" y="1697038"/>
            <a:ext cx="7337425" cy="3976687"/>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Does not use telephone infrastructure</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Instead uses cable TV infrastructure</a:t>
            </a:r>
            <a:endParaRPr lang="en-US" altLang="zh-CN" sz="2000" dirty="0">
              <a:latin typeface="+mn-lt"/>
              <a:ea typeface="宋体" panose="02010600030101010101" pitchFamily="2" charset="-122"/>
            </a:endParaRPr>
          </a:p>
          <a:p>
            <a:pPr>
              <a:buSzPct val="85000"/>
            </a:pPr>
            <a:r>
              <a:rPr lang="en-US" altLang="zh-CN" sz="2400" dirty="0">
                <a:solidFill>
                  <a:srgbClr val="FF0000"/>
                </a:solidFill>
                <a:latin typeface="+mn-lt"/>
                <a:ea typeface="宋体" panose="02010600030101010101" pitchFamily="2" charset="-122"/>
                <a:cs typeface="+mn-cs"/>
              </a:rPr>
              <a:t>HFC: hybrid fiber coax(</a:t>
            </a:r>
            <a:r>
              <a:rPr lang="zh-CN" altLang="en-US" sz="2400" dirty="0">
                <a:solidFill>
                  <a:srgbClr val="FF0000"/>
                </a:solidFill>
                <a:latin typeface="+mn-lt"/>
                <a:ea typeface="宋体" panose="02010600030101010101" pitchFamily="2" charset="-122"/>
                <a:cs typeface="+mn-cs"/>
              </a:rPr>
              <a:t>混合光纤同轴</a:t>
            </a:r>
            <a:r>
              <a:rPr lang="en-US" altLang="zh-CN" sz="2400" dirty="0">
                <a:solidFill>
                  <a:srgbClr val="FF0000"/>
                </a:solidFill>
                <a:latin typeface="+mn-lt"/>
                <a:ea typeface="宋体" panose="02010600030101010101" pitchFamily="2" charset="-122"/>
                <a:cs typeface="+mn-cs"/>
              </a:rPr>
              <a:t>)</a:t>
            </a:r>
            <a:endParaRPr lang="en-US" altLang="zh-CN" sz="2400" dirty="0">
              <a:latin typeface="+mn-lt"/>
              <a:ea typeface="宋体" panose="02010600030101010101" pitchFamily="2" charset="-122"/>
              <a:cs typeface="+mn-cs"/>
            </a:endParaRPr>
          </a:p>
          <a:p>
            <a:pPr lvl="1">
              <a:buSzPct val="75000"/>
            </a:pPr>
            <a:r>
              <a:rPr lang="en-US" altLang="zh-CN" dirty="0">
                <a:latin typeface="+mn-lt"/>
                <a:ea typeface="宋体" panose="02010600030101010101" pitchFamily="2" charset="-122"/>
              </a:rPr>
              <a:t>asymmetric: up to 30Mbps downstream, 2 Mbps upstream</a:t>
            </a:r>
            <a:endParaRPr lang="en-US" altLang="zh-CN" dirty="0">
              <a:latin typeface="+mn-lt"/>
              <a:ea typeface="宋体" panose="02010600030101010101" pitchFamily="2" charset="-122"/>
            </a:endParaRPr>
          </a:p>
          <a:p>
            <a:pPr>
              <a:buSzPct val="85000"/>
            </a:pPr>
            <a:r>
              <a:rPr lang="en-US" altLang="zh-CN" sz="2400" dirty="0">
                <a:solidFill>
                  <a:srgbClr val="FF0000"/>
                </a:solidFill>
                <a:latin typeface="+mn-lt"/>
                <a:ea typeface="宋体" panose="02010600030101010101" pitchFamily="2" charset="-122"/>
                <a:cs typeface="+mn-cs"/>
              </a:rPr>
              <a:t>network</a:t>
            </a:r>
            <a:r>
              <a:rPr lang="en-US" altLang="zh-CN" sz="2400" dirty="0">
                <a:latin typeface="+mn-lt"/>
                <a:ea typeface="宋体" panose="02010600030101010101" pitchFamily="2" charset="-122"/>
                <a:cs typeface="+mn-cs"/>
              </a:rPr>
              <a:t> of cable and fiber attaches homes to ISP router</a:t>
            </a:r>
            <a:endParaRPr lang="en-US" altLang="zh-CN" sz="2400" dirty="0">
              <a:latin typeface="+mn-lt"/>
              <a:ea typeface="宋体" panose="02010600030101010101" pitchFamily="2" charset="-122"/>
              <a:cs typeface="+mn-cs"/>
            </a:endParaRPr>
          </a:p>
          <a:p>
            <a:pPr lvl="1">
              <a:buSzPct val="75000"/>
            </a:pPr>
            <a:r>
              <a:rPr lang="en-US" altLang="zh-CN" dirty="0">
                <a:latin typeface="+mn-lt"/>
                <a:ea typeface="宋体" panose="02010600030101010101" pitchFamily="2" charset="-122"/>
              </a:rPr>
              <a:t>homes </a:t>
            </a:r>
            <a:r>
              <a:rPr lang="en-US" altLang="zh-CN" dirty="0">
                <a:solidFill>
                  <a:srgbClr val="FF0000"/>
                </a:solidFill>
                <a:latin typeface="+mn-lt"/>
                <a:ea typeface="宋体" panose="02010600030101010101" pitchFamily="2" charset="-122"/>
              </a:rPr>
              <a:t>share access </a:t>
            </a:r>
            <a:r>
              <a:rPr lang="en-US" altLang="zh-CN" dirty="0">
                <a:latin typeface="+mn-lt"/>
                <a:ea typeface="宋体" panose="02010600030101010101" pitchFamily="2" charset="-122"/>
              </a:rPr>
              <a:t>to router </a:t>
            </a:r>
            <a:endParaRPr lang="en-US" altLang="zh-CN" dirty="0">
              <a:latin typeface="+mn-lt"/>
              <a:ea typeface="宋体" panose="02010600030101010101" pitchFamily="2" charset="-122"/>
            </a:endParaRPr>
          </a:p>
          <a:p>
            <a:pPr lvl="1">
              <a:buSzPct val="75000"/>
            </a:pPr>
            <a:r>
              <a:rPr lang="en-US" altLang="zh-CN" dirty="0">
                <a:latin typeface="+mn-lt"/>
                <a:ea typeface="宋体" panose="02010600030101010101" pitchFamily="2" charset="-122"/>
              </a:rPr>
              <a:t>unlike DSL, which has </a:t>
            </a:r>
            <a:r>
              <a:rPr lang="en-US" altLang="zh-CN" dirty="0">
                <a:solidFill>
                  <a:srgbClr val="FF0000"/>
                </a:solidFill>
                <a:latin typeface="+mn-lt"/>
                <a:ea typeface="宋体" panose="02010600030101010101" pitchFamily="2" charset="-122"/>
              </a:rPr>
              <a:t>dedicated access</a:t>
            </a:r>
            <a:endParaRPr lang="en-US" altLang="zh-CN" dirty="0">
              <a:latin typeface="+mn-lt"/>
              <a:ea typeface="宋体" panose="02010600030101010101" pitchFamily="2" charset="-122"/>
            </a:endParaRPr>
          </a:p>
          <a:p>
            <a:pPr lvl="1">
              <a:buSzPct val="75000"/>
              <a:buFont typeface="Wingdings" panose="05000000000000000000" pitchFamily="2" charset="2"/>
              <a:buNone/>
            </a:pPr>
            <a:endParaRPr lang="en-US" altLang="zh-CN" sz="2000" dirty="0">
              <a:latin typeface="+mn-lt"/>
              <a:ea typeface="宋体" panose="02010600030101010101" pitchFamily="2" charset="-122"/>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54274"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54275"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54276" name="Rectangle 2"/>
          <p:cNvSpPr>
            <a:spLocks noGrp="1"/>
          </p:cNvSpPr>
          <p:nvPr>
            <p:ph type="title"/>
          </p:nvPr>
        </p:nvSpPr>
        <p:spPr>
          <a:xfrm>
            <a:off x="304800" y="228600"/>
            <a:ext cx="8382000" cy="1143000"/>
          </a:xfrm>
        </p:spPr>
        <p:txBody>
          <a:bodyPr vert="horz" wrap="square" lIns="91440" tIns="45720" rIns="91440" bIns="45720" anchor="ctr" anchorCtr="0"/>
          <a:p>
            <a:r>
              <a:rPr lang="en-US" altLang="zh-CN" sz="3200" dirty="0">
                <a:ea typeface="宋体" panose="02010600030101010101" pitchFamily="2" charset="-122"/>
              </a:rPr>
              <a:t>Residential access: cable modems</a:t>
            </a:r>
            <a:endParaRPr lang="en-US" altLang="zh-CN" dirty="0">
              <a:ea typeface="宋体" panose="02010600030101010101" pitchFamily="2" charset="-122"/>
            </a:endParaRPr>
          </a:p>
        </p:txBody>
      </p:sp>
      <p:pic>
        <p:nvPicPr>
          <p:cNvPr id="54277" name="Picture 3" descr="transport"/>
          <p:cNvPicPr>
            <a:picLocks noChangeAspect="1"/>
          </p:cNvPicPr>
          <p:nvPr/>
        </p:nvPicPr>
        <p:blipFill>
          <a:blip r:embed="rId1"/>
          <a:stretch>
            <a:fillRect/>
          </a:stretch>
        </p:blipFill>
        <p:spPr>
          <a:xfrm>
            <a:off x="1189038" y="1246188"/>
            <a:ext cx="6465887" cy="4745037"/>
          </a:xfrm>
          <a:prstGeom prst="rect">
            <a:avLst/>
          </a:prstGeom>
          <a:noFill/>
          <a:ln w="9525">
            <a:noFill/>
          </a:ln>
        </p:spPr>
      </p:pic>
      <p:sp>
        <p:nvSpPr>
          <p:cNvPr id="54278" name="Text Box 4"/>
          <p:cNvSpPr txBox="1"/>
          <p:nvPr/>
        </p:nvSpPr>
        <p:spPr>
          <a:xfrm>
            <a:off x="622300" y="6392863"/>
            <a:ext cx="4502150" cy="274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Diagram: http://www.cabledatacomnews.com/cmic/diagram.html</a:t>
            </a:r>
            <a:endParaRPr lang="en-US" altLang="zh-CN" sz="1200" dirty="0">
              <a:latin typeface="Arial" panose="020B0604020202020204" pitchFamily="34" charset="0"/>
              <a:ea typeface="宋体" panose="02010600030101010101" pitchFamily="2" charset="-122"/>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Footer Placeholder 3"/>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56323" name="Slide Number Placeholder 4"/>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56324" name="Rectangle 2"/>
          <p:cNvSpPr>
            <a:spLocks noGrp="1"/>
          </p:cNvSpPr>
          <p:nvPr>
            <p:ph type="title"/>
          </p:nvPr>
        </p:nvSpPr>
        <p:spPr>
          <a:xfrm>
            <a:off x="419100" y="211138"/>
            <a:ext cx="8229600" cy="1143000"/>
          </a:xfrm>
        </p:spPr>
        <p:txBody>
          <a:bodyPr vert="horz" wrap="square" lIns="91440" tIns="45720" rIns="91440" bIns="45720" anchor="ctr" anchorCtr="0"/>
          <a:p>
            <a:r>
              <a:rPr lang="en-US" altLang="zh-CN" sz="2800" dirty="0">
                <a:ea typeface="宋体" panose="02010600030101010101" pitchFamily="2" charset="-122"/>
              </a:rPr>
              <a:t>Cable Network Architecture: Overview</a:t>
            </a:r>
            <a:endParaRPr lang="en-US" altLang="zh-CN" sz="2800" dirty="0">
              <a:ea typeface="宋体" panose="02010600030101010101" pitchFamily="2" charset="-122"/>
            </a:endParaRPr>
          </a:p>
        </p:txBody>
      </p:sp>
      <p:pic>
        <p:nvPicPr>
          <p:cNvPr id="56325" name="Picture 3" descr="house_small"/>
          <p:cNvPicPr>
            <a:picLocks noChangeAspect="1"/>
          </p:cNvPicPr>
          <p:nvPr/>
        </p:nvPicPr>
        <p:blipFill>
          <a:blip r:embed="rId1"/>
          <a:stretch>
            <a:fillRect/>
          </a:stretch>
        </p:blipFill>
        <p:spPr>
          <a:xfrm>
            <a:off x="5416550" y="3873500"/>
            <a:ext cx="1019175" cy="279400"/>
          </a:xfrm>
          <a:prstGeom prst="rect">
            <a:avLst/>
          </a:prstGeom>
          <a:noFill/>
          <a:ln w="9525">
            <a:noFill/>
          </a:ln>
        </p:spPr>
      </p:pic>
      <p:pic>
        <p:nvPicPr>
          <p:cNvPr id="56326" name="Picture 4" descr="house_small"/>
          <p:cNvPicPr>
            <a:picLocks noChangeAspect="1"/>
          </p:cNvPicPr>
          <p:nvPr/>
        </p:nvPicPr>
        <p:blipFill>
          <a:blip r:embed="rId1"/>
          <a:stretch>
            <a:fillRect/>
          </a:stretch>
        </p:blipFill>
        <p:spPr>
          <a:xfrm>
            <a:off x="5916613" y="4308475"/>
            <a:ext cx="1019175" cy="279400"/>
          </a:xfrm>
          <a:prstGeom prst="rect">
            <a:avLst/>
          </a:prstGeom>
          <a:noFill/>
          <a:ln w="9525">
            <a:noFill/>
          </a:ln>
        </p:spPr>
      </p:pic>
      <p:pic>
        <p:nvPicPr>
          <p:cNvPr id="56327" name="Picture 5" descr="house_small"/>
          <p:cNvPicPr>
            <a:picLocks noChangeAspect="1"/>
          </p:cNvPicPr>
          <p:nvPr/>
        </p:nvPicPr>
        <p:blipFill>
          <a:blip r:embed="rId2"/>
          <a:stretch>
            <a:fillRect/>
          </a:stretch>
        </p:blipFill>
        <p:spPr>
          <a:xfrm>
            <a:off x="4097338" y="4064000"/>
            <a:ext cx="1000125" cy="274638"/>
          </a:xfrm>
          <a:prstGeom prst="rect">
            <a:avLst/>
          </a:prstGeom>
          <a:noFill/>
          <a:ln w="9525">
            <a:noFill/>
          </a:ln>
        </p:spPr>
      </p:pic>
      <p:grpSp>
        <p:nvGrpSpPr>
          <p:cNvPr id="56328" name="Group 6"/>
          <p:cNvGrpSpPr/>
          <p:nvPr/>
        </p:nvGrpSpPr>
        <p:grpSpPr>
          <a:xfrm>
            <a:off x="3916363" y="4227513"/>
            <a:ext cx="255587" cy="633412"/>
            <a:chOff x="2055" y="2297"/>
            <a:chExt cx="161" cy="399"/>
          </a:xfrm>
        </p:grpSpPr>
        <p:sp>
          <p:nvSpPr>
            <p:cNvPr id="229383" name="Rectangle 7"/>
            <p:cNvSpPr>
              <a:spLocks noChangeArrowheads="1"/>
            </p:cNvSpPr>
            <p:nvPr/>
          </p:nvSpPr>
          <p:spPr bwMode="auto">
            <a:xfrm rot="-5400000">
              <a:off x="1865" y="2487"/>
              <a:ext cx="39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9384" name="Rectangle 8"/>
            <p:cNvSpPr>
              <a:spLocks noChangeArrowheads="1"/>
            </p:cNvSpPr>
            <p:nvPr/>
          </p:nvSpPr>
          <p:spPr bwMode="auto">
            <a:xfrm>
              <a:off x="2056" y="2297"/>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pic>
        <p:nvPicPr>
          <p:cNvPr id="56329" name="Picture 9" descr="house_small"/>
          <p:cNvPicPr>
            <a:picLocks noChangeAspect="1"/>
          </p:cNvPicPr>
          <p:nvPr/>
        </p:nvPicPr>
        <p:blipFill>
          <a:blip r:embed="rId2"/>
          <a:stretch>
            <a:fillRect/>
          </a:stretch>
        </p:blipFill>
        <p:spPr>
          <a:xfrm>
            <a:off x="7323138" y="4076700"/>
            <a:ext cx="1000125" cy="274638"/>
          </a:xfrm>
          <a:prstGeom prst="rect">
            <a:avLst/>
          </a:prstGeom>
          <a:noFill/>
          <a:ln w="9525">
            <a:noFill/>
          </a:ln>
        </p:spPr>
      </p:pic>
      <p:pic>
        <p:nvPicPr>
          <p:cNvPr id="56330" name="Picture 10" descr="house_small"/>
          <p:cNvPicPr>
            <a:picLocks noChangeAspect="1"/>
          </p:cNvPicPr>
          <p:nvPr/>
        </p:nvPicPr>
        <p:blipFill>
          <a:blip r:embed="rId2"/>
          <a:stretch>
            <a:fillRect/>
          </a:stretch>
        </p:blipFill>
        <p:spPr>
          <a:xfrm>
            <a:off x="4262438" y="5334000"/>
            <a:ext cx="1000125" cy="274638"/>
          </a:xfrm>
          <a:prstGeom prst="rect">
            <a:avLst/>
          </a:prstGeom>
          <a:noFill/>
          <a:ln w="9525">
            <a:noFill/>
          </a:ln>
        </p:spPr>
      </p:pic>
      <p:pic>
        <p:nvPicPr>
          <p:cNvPr id="56331" name="Picture 11" descr="house_small"/>
          <p:cNvPicPr>
            <a:picLocks noChangeAspect="1"/>
          </p:cNvPicPr>
          <p:nvPr/>
        </p:nvPicPr>
        <p:blipFill>
          <a:blip r:embed="rId1"/>
          <a:stretch>
            <a:fillRect/>
          </a:stretch>
        </p:blipFill>
        <p:spPr>
          <a:xfrm>
            <a:off x="5738813" y="5070475"/>
            <a:ext cx="1019175" cy="279400"/>
          </a:xfrm>
          <a:prstGeom prst="rect">
            <a:avLst/>
          </a:prstGeom>
          <a:noFill/>
          <a:ln w="9525">
            <a:noFill/>
          </a:ln>
        </p:spPr>
      </p:pic>
      <p:pic>
        <p:nvPicPr>
          <p:cNvPr id="56332" name="Picture 12" descr="house_small"/>
          <p:cNvPicPr>
            <a:picLocks noChangeAspect="1"/>
          </p:cNvPicPr>
          <p:nvPr/>
        </p:nvPicPr>
        <p:blipFill>
          <a:blip r:embed="rId2"/>
          <a:stretch>
            <a:fillRect/>
          </a:stretch>
        </p:blipFill>
        <p:spPr>
          <a:xfrm>
            <a:off x="6954838" y="5524500"/>
            <a:ext cx="1000125" cy="274638"/>
          </a:xfrm>
          <a:prstGeom prst="rect">
            <a:avLst/>
          </a:prstGeom>
          <a:noFill/>
          <a:ln w="9525">
            <a:noFill/>
          </a:ln>
        </p:spPr>
      </p:pic>
      <p:grpSp>
        <p:nvGrpSpPr>
          <p:cNvPr id="56333" name="Group 13"/>
          <p:cNvGrpSpPr/>
          <p:nvPr/>
        </p:nvGrpSpPr>
        <p:grpSpPr>
          <a:xfrm flipV="1">
            <a:off x="6770688" y="4906963"/>
            <a:ext cx="255587" cy="820737"/>
            <a:chOff x="2459" y="2251"/>
            <a:chExt cx="161" cy="517"/>
          </a:xfrm>
        </p:grpSpPr>
        <p:sp>
          <p:nvSpPr>
            <p:cNvPr id="229390" name="Rectangle 14"/>
            <p:cNvSpPr>
              <a:spLocks noChangeArrowheads="1"/>
            </p:cNvSpPr>
            <p:nvPr/>
          </p:nvSpPr>
          <p:spPr bwMode="auto">
            <a:xfrm rot="-5400000">
              <a:off x="2214" y="2497"/>
              <a:ext cx="51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9391" name="Rectangle 15"/>
            <p:cNvSpPr>
              <a:spLocks noChangeArrowheads="1"/>
            </p:cNvSpPr>
            <p:nvPr/>
          </p:nvSpPr>
          <p:spPr bwMode="auto">
            <a:xfrm>
              <a:off x="2460" y="2251"/>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6334" name="Group 16"/>
          <p:cNvGrpSpPr/>
          <p:nvPr/>
        </p:nvGrpSpPr>
        <p:grpSpPr>
          <a:xfrm flipV="1">
            <a:off x="5529263" y="4887913"/>
            <a:ext cx="255587" cy="379412"/>
            <a:chOff x="2315" y="2599"/>
            <a:chExt cx="161" cy="239"/>
          </a:xfrm>
        </p:grpSpPr>
        <p:sp>
          <p:nvSpPr>
            <p:cNvPr id="229393" name="Rectangle 17"/>
            <p:cNvSpPr>
              <a:spLocks noChangeArrowheads="1"/>
            </p:cNvSpPr>
            <p:nvPr/>
          </p:nvSpPr>
          <p:spPr bwMode="auto">
            <a:xfrm rot="-5400000">
              <a:off x="2205" y="2706"/>
              <a:ext cx="23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9394" name="Rectangle 18"/>
            <p:cNvSpPr>
              <a:spLocks noChangeArrowheads="1"/>
            </p:cNvSpPr>
            <p:nvPr/>
          </p:nvSpPr>
          <p:spPr bwMode="auto">
            <a:xfrm>
              <a:off x="2316" y="2599"/>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6335" name="Group 19"/>
          <p:cNvGrpSpPr/>
          <p:nvPr/>
        </p:nvGrpSpPr>
        <p:grpSpPr>
          <a:xfrm flipV="1">
            <a:off x="4094163" y="4900613"/>
            <a:ext cx="255587" cy="633412"/>
            <a:chOff x="2055" y="2297"/>
            <a:chExt cx="161" cy="399"/>
          </a:xfrm>
        </p:grpSpPr>
        <p:sp>
          <p:nvSpPr>
            <p:cNvPr id="229396" name="Rectangle 20"/>
            <p:cNvSpPr>
              <a:spLocks noChangeArrowheads="1"/>
            </p:cNvSpPr>
            <p:nvPr/>
          </p:nvSpPr>
          <p:spPr bwMode="auto">
            <a:xfrm rot="-5400000">
              <a:off x="1865" y="2484"/>
              <a:ext cx="39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9397" name="Rectangle 21"/>
            <p:cNvSpPr>
              <a:spLocks noChangeArrowheads="1"/>
            </p:cNvSpPr>
            <p:nvPr/>
          </p:nvSpPr>
          <p:spPr bwMode="auto">
            <a:xfrm>
              <a:off x="2056" y="2297"/>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6336" name="Group 22"/>
          <p:cNvGrpSpPr/>
          <p:nvPr/>
        </p:nvGrpSpPr>
        <p:grpSpPr>
          <a:xfrm>
            <a:off x="7126288" y="4246563"/>
            <a:ext cx="255587" cy="630237"/>
            <a:chOff x="3561" y="2643"/>
            <a:chExt cx="161" cy="397"/>
          </a:xfrm>
        </p:grpSpPr>
        <p:sp>
          <p:nvSpPr>
            <p:cNvPr id="229399" name="Rectangle 23"/>
            <p:cNvSpPr>
              <a:spLocks noChangeArrowheads="1"/>
            </p:cNvSpPr>
            <p:nvPr/>
          </p:nvSpPr>
          <p:spPr bwMode="auto">
            <a:xfrm rot="-5400000">
              <a:off x="3376" y="2829"/>
              <a:ext cx="39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9400" name="Rectangle 24"/>
            <p:cNvSpPr>
              <a:spLocks noChangeArrowheads="1"/>
            </p:cNvSpPr>
            <p:nvPr/>
          </p:nvSpPr>
          <p:spPr bwMode="auto">
            <a:xfrm>
              <a:off x="3562" y="2643"/>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6337" name="Group 25"/>
          <p:cNvGrpSpPr/>
          <p:nvPr/>
        </p:nvGrpSpPr>
        <p:grpSpPr>
          <a:xfrm>
            <a:off x="5757863" y="4468813"/>
            <a:ext cx="255587" cy="379412"/>
            <a:chOff x="2315" y="2599"/>
            <a:chExt cx="161" cy="239"/>
          </a:xfrm>
        </p:grpSpPr>
        <p:sp>
          <p:nvSpPr>
            <p:cNvPr id="229402" name="Rectangle 26"/>
            <p:cNvSpPr>
              <a:spLocks noChangeArrowheads="1"/>
            </p:cNvSpPr>
            <p:nvPr/>
          </p:nvSpPr>
          <p:spPr bwMode="auto">
            <a:xfrm rot="-5400000">
              <a:off x="2205" y="2709"/>
              <a:ext cx="23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9403" name="Rectangle 27"/>
            <p:cNvSpPr>
              <a:spLocks noChangeArrowheads="1"/>
            </p:cNvSpPr>
            <p:nvPr/>
          </p:nvSpPr>
          <p:spPr bwMode="auto">
            <a:xfrm>
              <a:off x="2316" y="2599"/>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6338" name="Group 28"/>
          <p:cNvGrpSpPr/>
          <p:nvPr/>
        </p:nvGrpSpPr>
        <p:grpSpPr>
          <a:xfrm>
            <a:off x="5221288" y="4030663"/>
            <a:ext cx="255587" cy="820737"/>
            <a:chOff x="2459" y="2251"/>
            <a:chExt cx="161" cy="517"/>
          </a:xfrm>
        </p:grpSpPr>
        <p:sp>
          <p:nvSpPr>
            <p:cNvPr id="229405" name="Rectangle 29"/>
            <p:cNvSpPr>
              <a:spLocks noChangeArrowheads="1"/>
            </p:cNvSpPr>
            <p:nvPr/>
          </p:nvSpPr>
          <p:spPr bwMode="auto">
            <a:xfrm rot="-5400000">
              <a:off x="2214" y="2497"/>
              <a:ext cx="51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9406" name="Rectangle 30"/>
            <p:cNvSpPr>
              <a:spLocks noChangeArrowheads="1"/>
            </p:cNvSpPr>
            <p:nvPr/>
          </p:nvSpPr>
          <p:spPr bwMode="auto">
            <a:xfrm>
              <a:off x="2460" y="2251"/>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29407" name="Rectangle 31"/>
          <p:cNvSpPr>
            <a:spLocks noChangeArrowheads="1"/>
          </p:cNvSpPr>
          <p:nvPr/>
        </p:nvSpPr>
        <p:spPr bwMode="auto">
          <a:xfrm flipV="1">
            <a:off x="2613025" y="4846638"/>
            <a:ext cx="5092700" cy="42863"/>
          </a:xfrm>
          <a:prstGeom prst="rect">
            <a:avLst/>
          </a:prstGeom>
          <a:gradFill rotWithShape="1">
            <a:gsLst>
              <a:gs pos="0">
                <a:schemeClr val="tx1"/>
              </a:gs>
              <a:gs pos="50000">
                <a:schemeClr val="bg1"/>
              </a:gs>
              <a:gs pos="100000">
                <a:schemeClr val="tx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340" name="Text Box 32"/>
          <p:cNvSpPr txBox="1"/>
          <p:nvPr/>
        </p:nvSpPr>
        <p:spPr>
          <a:xfrm>
            <a:off x="4416425" y="5584825"/>
            <a:ext cx="69215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home</a:t>
            </a:r>
            <a:endParaRPr lang="en-US" altLang="zh-CN" sz="1600" dirty="0">
              <a:latin typeface="Arial" panose="020B0604020202020204" pitchFamily="34" charset="0"/>
              <a:ea typeface="宋体" panose="02010600030101010101" pitchFamily="2" charset="-122"/>
            </a:endParaRPr>
          </a:p>
        </p:txBody>
      </p:sp>
      <p:pic>
        <p:nvPicPr>
          <p:cNvPr id="56341" name="Picture 33" descr="building2"/>
          <p:cNvPicPr>
            <a:picLocks noChangeAspect="1"/>
          </p:cNvPicPr>
          <p:nvPr/>
        </p:nvPicPr>
        <p:blipFill>
          <a:blip r:embed="rId3"/>
          <a:stretch>
            <a:fillRect/>
          </a:stretch>
        </p:blipFill>
        <p:spPr>
          <a:xfrm>
            <a:off x="1127125" y="4356100"/>
            <a:ext cx="1504950" cy="782638"/>
          </a:xfrm>
          <a:prstGeom prst="rect">
            <a:avLst/>
          </a:prstGeom>
          <a:noFill/>
          <a:ln w="9525">
            <a:noFill/>
          </a:ln>
        </p:spPr>
      </p:pic>
      <p:sp>
        <p:nvSpPr>
          <p:cNvPr id="56342" name="Text Box 34"/>
          <p:cNvSpPr txBox="1"/>
          <p:nvPr/>
        </p:nvSpPr>
        <p:spPr>
          <a:xfrm>
            <a:off x="1127125" y="5140325"/>
            <a:ext cx="15144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cable headend</a:t>
            </a:r>
            <a:endParaRPr lang="en-US" altLang="zh-CN" sz="1600" dirty="0">
              <a:latin typeface="Arial" panose="020B0604020202020204" pitchFamily="34" charset="0"/>
              <a:ea typeface="宋体" panose="02010600030101010101" pitchFamily="2" charset="-122"/>
            </a:endParaRPr>
          </a:p>
        </p:txBody>
      </p:sp>
      <p:sp>
        <p:nvSpPr>
          <p:cNvPr id="56343" name="Text Box 35"/>
          <p:cNvSpPr txBox="1"/>
          <p:nvPr/>
        </p:nvSpPr>
        <p:spPr>
          <a:xfrm>
            <a:off x="2146300" y="5711825"/>
            <a:ext cx="1933575" cy="581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cable distribution</a:t>
            </a:r>
            <a:endParaRPr lang="en-US" altLang="zh-CN" sz="16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network (simplified)</a:t>
            </a:r>
            <a:endParaRPr lang="en-US" altLang="zh-CN" sz="1600" dirty="0">
              <a:latin typeface="Arial" panose="020B0604020202020204" pitchFamily="34" charset="0"/>
              <a:ea typeface="宋体" panose="02010600030101010101" pitchFamily="2" charset="-122"/>
            </a:endParaRPr>
          </a:p>
        </p:txBody>
      </p:sp>
      <p:sp>
        <p:nvSpPr>
          <p:cNvPr id="56344" name="Line 36"/>
          <p:cNvSpPr/>
          <p:nvPr/>
        </p:nvSpPr>
        <p:spPr>
          <a:xfrm flipV="1">
            <a:off x="3124200" y="4940300"/>
            <a:ext cx="406400" cy="762000"/>
          </a:xfrm>
          <a:prstGeom prst="line">
            <a:avLst/>
          </a:prstGeom>
          <a:ln w="9525" cap="flat" cmpd="sng">
            <a:solidFill>
              <a:schemeClr val="tx1"/>
            </a:solidFill>
            <a:prstDash val="solid"/>
            <a:headEnd type="none" w="med" len="med"/>
            <a:tailEnd type="triangle" w="med" len="med"/>
          </a:ln>
        </p:spPr>
      </p:sp>
      <p:sp>
        <p:nvSpPr>
          <p:cNvPr id="56345" name="Text Box 37"/>
          <p:cNvSpPr txBox="1"/>
          <p:nvPr/>
        </p:nvSpPr>
        <p:spPr>
          <a:xfrm>
            <a:off x="4133850" y="3057525"/>
            <a:ext cx="43767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ea typeface="宋体" panose="02010600030101010101" pitchFamily="2" charset="-122"/>
              </a:rPr>
              <a:t>Typically 500 to 5,000 homes</a:t>
            </a:r>
            <a:endParaRPr lang="en-US" altLang="zh-CN" sz="24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Footer Placeholder 3"/>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58371" name="Slide Number Placeholder 4"/>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58372" name="Rectangle 2"/>
          <p:cNvSpPr>
            <a:spLocks noGrp="1"/>
          </p:cNvSpPr>
          <p:nvPr>
            <p:ph type="title"/>
          </p:nvPr>
        </p:nvSpPr>
        <p:spPr>
          <a:xfrm>
            <a:off x="419100" y="211138"/>
            <a:ext cx="8229600" cy="1143000"/>
          </a:xfrm>
        </p:spPr>
        <p:txBody>
          <a:bodyPr vert="horz" wrap="square" lIns="91440" tIns="45720" rIns="91440" bIns="45720" anchor="ctr" anchorCtr="0"/>
          <a:p>
            <a:r>
              <a:rPr lang="en-US" altLang="zh-CN" sz="2800" dirty="0">
                <a:ea typeface="宋体" panose="02010600030101010101" pitchFamily="2" charset="-122"/>
              </a:rPr>
              <a:t>Cable Network Architecture: Overview</a:t>
            </a:r>
            <a:endParaRPr lang="en-US" altLang="zh-CN" sz="2800" dirty="0">
              <a:ea typeface="宋体" panose="02010600030101010101" pitchFamily="2" charset="-122"/>
            </a:endParaRPr>
          </a:p>
        </p:txBody>
      </p:sp>
      <p:pic>
        <p:nvPicPr>
          <p:cNvPr id="58373" name="Picture 3" descr="house_small"/>
          <p:cNvPicPr>
            <a:picLocks noChangeAspect="1"/>
          </p:cNvPicPr>
          <p:nvPr/>
        </p:nvPicPr>
        <p:blipFill>
          <a:blip r:embed="rId1"/>
          <a:stretch>
            <a:fillRect/>
          </a:stretch>
        </p:blipFill>
        <p:spPr>
          <a:xfrm>
            <a:off x="5416550" y="3873500"/>
            <a:ext cx="1019175" cy="279400"/>
          </a:xfrm>
          <a:prstGeom prst="rect">
            <a:avLst/>
          </a:prstGeom>
          <a:noFill/>
          <a:ln w="9525">
            <a:noFill/>
          </a:ln>
        </p:spPr>
      </p:pic>
      <p:pic>
        <p:nvPicPr>
          <p:cNvPr id="58374" name="Picture 4" descr="house_small"/>
          <p:cNvPicPr>
            <a:picLocks noChangeAspect="1"/>
          </p:cNvPicPr>
          <p:nvPr/>
        </p:nvPicPr>
        <p:blipFill>
          <a:blip r:embed="rId1"/>
          <a:stretch>
            <a:fillRect/>
          </a:stretch>
        </p:blipFill>
        <p:spPr>
          <a:xfrm>
            <a:off x="5916613" y="4308475"/>
            <a:ext cx="1019175" cy="279400"/>
          </a:xfrm>
          <a:prstGeom prst="rect">
            <a:avLst/>
          </a:prstGeom>
          <a:noFill/>
          <a:ln w="9525">
            <a:noFill/>
          </a:ln>
        </p:spPr>
      </p:pic>
      <p:pic>
        <p:nvPicPr>
          <p:cNvPr id="58375" name="Picture 5" descr="house_small"/>
          <p:cNvPicPr>
            <a:picLocks noChangeAspect="1"/>
          </p:cNvPicPr>
          <p:nvPr/>
        </p:nvPicPr>
        <p:blipFill>
          <a:blip r:embed="rId2"/>
          <a:stretch>
            <a:fillRect/>
          </a:stretch>
        </p:blipFill>
        <p:spPr>
          <a:xfrm>
            <a:off x="4097338" y="4064000"/>
            <a:ext cx="1000125" cy="274638"/>
          </a:xfrm>
          <a:prstGeom prst="rect">
            <a:avLst/>
          </a:prstGeom>
          <a:noFill/>
          <a:ln w="9525">
            <a:noFill/>
          </a:ln>
        </p:spPr>
      </p:pic>
      <p:grpSp>
        <p:nvGrpSpPr>
          <p:cNvPr id="58376" name="Group 6"/>
          <p:cNvGrpSpPr/>
          <p:nvPr/>
        </p:nvGrpSpPr>
        <p:grpSpPr>
          <a:xfrm>
            <a:off x="3916363" y="4227513"/>
            <a:ext cx="255587" cy="633412"/>
            <a:chOff x="2055" y="2297"/>
            <a:chExt cx="161" cy="399"/>
          </a:xfrm>
        </p:grpSpPr>
        <p:sp>
          <p:nvSpPr>
            <p:cNvPr id="231431" name="Rectangle 7"/>
            <p:cNvSpPr>
              <a:spLocks noChangeArrowheads="1"/>
            </p:cNvSpPr>
            <p:nvPr/>
          </p:nvSpPr>
          <p:spPr bwMode="auto">
            <a:xfrm rot="-5400000">
              <a:off x="1865" y="2487"/>
              <a:ext cx="39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1432" name="Rectangle 8"/>
            <p:cNvSpPr>
              <a:spLocks noChangeArrowheads="1"/>
            </p:cNvSpPr>
            <p:nvPr/>
          </p:nvSpPr>
          <p:spPr bwMode="auto">
            <a:xfrm>
              <a:off x="2056" y="2297"/>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pic>
        <p:nvPicPr>
          <p:cNvPr id="58377" name="Picture 9" descr="house_small"/>
          <p:cNvPicPr>
            <a:picLocks noChangeAspect="1"/>
          </p:cNvPicPr>
          <p:nvPr/>
        </p:nvPicPr>
        <p:blipFill>
          <a:blip r:embed="rId2"/>
          <a:stretch>
            <a:fillRect/>
          </a:stretch>
        </p:blipFill>
        <p:spPr>
          <a:xfrm>
            <a:off x="7323138" y="4076700"/>
            <a:ext cx="1000125" cy="274638"/>
          </a:xfrm>
          <a:prstGeom prst="rect">
            <a:avLst/>
          </a:prstGeom>
          <a:noFill/>
          <a:ln w="9525">
            <a:noFill/>
          </a:ln>
        </p:spPr>
      </p:pic>
      <p:pic>
        <p:nvPicPr>
          <p:cNvPr id="58378" name="Picture 10" descr="house_small"/>
          <p:cNvPicPr>
            <a:picLocks noChangeAspect="1"/>
          </p:cNvPicPr>
          <p:nvPr/>
        </p:nvPicPr>
        <p:blipFill>
          <a:blip r:embed="rId2"/>
          <a:stretch>
            <a:fillRect/>
          </a:stretch>
        </p:blipFill>
        <p:spPr>
          <a:xfrm>
            <a:off x="4262438" y="5334000"/>
            <a:ext cx="1000125" cy="274638"/>
          </a:xfrm>
          <a:prstGeom prst="rect">
            <a:avLst/>
          </a:prstGeom>
          <a:noFill/>
          <a:ln w="9525">
            <a:noFill/>
          </a:ln>
        </p:spPr>
      </p:pic>
      <p:pic>
        <p:nvPicPr>
          <p:cNvPr id="58379" name="Picture 11" descr="house_small"/>
          <p:cNvPicPr>
            <a:picLocks noChangeAspect="1"/>
          </p:cNvPicPr>
          <p:nvPr/>
        </p:nvPicPr>
        <p:blipFill>
          <a:blip r:embed="rId1"/>
          <a:stretch>
            <a:fillRect/>
          </a:stretch>
        </p:blipFill>
        <p:spPr>
          <a:xfrm>
            <a:off x="5738813" y="5070475"/>
            <a:ext cx="1019175" cy="279400"/>
          </a:xfrm>
          <a:prstGeom prst="rect">
            <a:avLst/>
          </a:prstGeom>
          <a:noFill/>
          <a:ln w="9525">
            <a:noFill/>
          </a:ln>
        </p:spPr>
      </p:pic>
      <p:pic>
        <p:nvPicPr>
          <p:cNvPr id="58380" name="Picture 12" descr="house_small"/>
          <p:cNvPicPr>
            <a:picLocks noChangeAspect="1"/>
          </p:cNvPicPr>
          <p:nvPr/>
        </p:nvPicPr>
        <p:blipFill>
          <a:blip r:embed="rId2"/>
          <a:stretch>
            <a:fillRect/>
          </a:stretch>
        </p:blipFill>
        <p:spPr>
          <a:xfrm>
            <a:off x="6954838" y="5524500"/>
            <a:ext cx="1000125" cy="274638"/>
          </a:xfrm>
          <a:prstGeom prst="rect">
            <a:avLst/>
          </a:prstGeom>
          <a:noFill/>
          <a:ln w="9525">
            <a:noFill/>
          </a:ln>
        </p:spPr>
      </p:pic>
      <p:grpSp>
        <p:nvGrpSpPr>
          <p:cNvPr id="58381" name="Group 13"/>
          <p:cNvGrpSpPr/>
          <p:nvPr/>
        </p:nvGrpSpPr>
        <p:grpSpPr>
          <a:xfrm flipV="1">
            <a:off x="6770688" y="4906963"/>
            <a:ext cx="255587" cy="820737"/>
            <a:chOff x="2459" y="2251"/>
            <a:chExt cx="161" cy="517"/>
          </a:xfrm>
        </p:grpSpPr>
        <p:sp>
          <p:nvSpPr>
            <p:cNvPr id="231438" name="Rectangle 14"/>
            <p:cNvSpPr>
              <a:spLocks noChangeArrowheads="1"/>
            </p:cNvSpPr>
            <p:nvPr/>
          </p:nvSpPr>
          <p:spPr bwMode="auto">
            <a:xfrm rot="-5400000">
              <a:off x="2214" y="2497"/>
              <a:ext cx="51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1439" name="Rectangle 15"/>
            <p:cNvSpPr>
              <a:spLocks noChangeArrowheads="1"/>
            </p:cNvSpPr>
            <p:nvPr/>
          </p:nvSpPr>
          <p:spPr bwMode="auto">
            <a:xfrm>
              <a:off x="2460" y="2251"/>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8382" name="Group 16"/>
          <p:cNvGrpSpPr/>
          <p:nvPr/>
        </p:nvGrpSpPr>
        <p:grpSpPr>
          <a:xfrm flipV="1">
            <a:off x="5529263" y="4887913"/>
            <a:ext cx="255587" cy="379412"/>
            <a:chOff x="2315" y="2599"/>
            <a:chExt cx="161" cy="239"/>
          </a:xfrm>
        </p:grpSpPr>
        <p:sp>
          <p:nvSpPr>
            <p:cNvPr id="231441" name="Rectangle 17"/>
            <p:cNvSpPr>
              <a:spLocks noChangeArrowheads="1"/>
            </p:cNvSpPr>
            <p:nvPr/>
          </p:nvSpPr>
          <p:spPr bwMode="auto">
            <a:xfrm rot="-5400000">
              <a:off x="2205" y="2706"/>
              <a:ext cx="23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1442" name="Rectangle 18"/>
            <p:cNvSpPr>
              <a:spLocks noChangeArrowheads="1"/>
            </p:cNvSpPr>
            <p:nvPr/>
          </p:nvSpPr>
          <p:spPr bwMode="auto">
            <a:xfrm>
              <a:off x="2316" y="2599"/>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8383" name="Group 19"/>
          <p:cNvGrpSpPr/>
          <p:nvPr/>
        </p:nvGrpSpPr>
        <p:grpSpPr>
          <a:xfrm flipV="1">
            <a:off x="4094163" y="4900613"/>
            <a:ext cx="255587" cy="633412"/>
            <a:chOff x="2055" y="2297"/>
            <a:chExt cx="161" cy="399"/>
          </a:xfrm>
        </p:grpSpPr>
        <p:sp>
          <p:nvSpPr>
            <p:cNvPr id="231444" name="Rectangle 20"/>
            <p:cNvSpPr>
              <a:spLocks noChangeArrowheads="1"/>
            </p:cNvSpPr>
            <p:nvPr/>
          </p:nvSpPr>
          <p:spPr bwMode="auto">
            <a:xfrm rot="-5400000">
              <a:off x="1865" y="2484"/>
              <a:ext cx="39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1445" name="Rectangle 21"/>
            <p:cNvSpPr>
              <a:spLocks noChangeArrowheads="1"/>
            </p:cNvSpPr>
            <p:nvPr/>
          </p:nvSpPr>
          <p:spPr bwMode="auto">
            <a:xfrm>
              <a:off x="2056" y="2297"/>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8384" name="Group 22"/>
          <p:cNvGrpSpPr/>
          <p:nvPr/>
        </p:nvGrpSpPr>
        <p:grpSpPr>
          <a:xfrm>
            <a:off x="7126288" y="4246563"/>
            <a:ext cx="255587" cy="630237"/>
            <a:chOff x="3561" y="2643"/>
            <a:chExt cx="161" cy="397"/>
          </a:xfrm>
        </p:grpSpPr>
        <p:sp>
          <p:nvSpPr>
            <p:cNvPr id="231447" name="Rectangle 23"/>
            <p:cNvSpPr>
              <a:spLocks noChangeArrowheads="1"/>
            </p:cNvSpPr>
            <p:nvPr/>
          </p:nvSpPr>
          <p:spPr bwMode="auto">
            <a:xfrm rot="-5400000">
              <a:off x="3376" y="2829"/>
              <a:ext cx="39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1448" name="Rectangle 24"/>
            <p:cNvSpPr>
              <a:spLocks noChangeArrowheads="1"/>
            </p:cNvSpPr>
            <p:nvPr/>
          </p:nvSpPr>
          <p:spPr bwMode="auto">
            <a:xfrm>
              <a:off x="3562" y="2643"/>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8385" name="Group 25"/>
          <p:cNvGrpSpPr/>
          <p:nvPr/>
        </p:nvGrpSpPr>
        <p:grpSpPr>
          <a:xfrm>
            <a:off x="5757863" y="4468813"/>
            <a:ext cx="255587" cy="379412"/>
            <a:chOff x="2315" y="2599"/>
            <a:chExt cx="161" cy="239"/>
          </a:xfrm>
        </p:grpSpPr>
        <p:sp>
          <p:nvSpPr>
            <p:cNvPr id="231450" name="Rectangle 26"/>
            <p:cNvSpPr>
              <a:spLocks noChangeArrowheads="1"/>
            </p:cNvSpPr>
            <p:nvPr/>
          </p:nvSpPr>
          <p:spPr bwMode="auto">
            <a:xfrm rot="-5400000">
              <a:off x="2205" y="2709"/>
              <a:ext cx="23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1451" name="Rectangle 27"/>
            <p:cNvSpPr>
              <a:spLocks noChangeArrowheads="1"/>
            </p:cNvSpPr>
            <p:nvPr/>
          </p:nvSpPr>
          <p:spPr bwMode="auto">
            <a:xfrm>
              <a:off x="2316" y="2599"/>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8386" name="Group 28"/>
          <p:cNvGrpSpPr/>
          <p:nvPr/>
        </p:nvGrpSpPr>
        <p:grpSpPr>
          <a:xfrm>
            <a:off x="5221288" y="4030663"/>
            <a:ext cx="255587" cy="820737"/>
            <a:chOff x="2459" y="2251"/>
            <a:chExt cx="161" cy="517"/>
          </a:xfrm>
        </p:grpSpPr>
        <p:sp>
          <p:nvSpPr>
            <p:cNvPr id="231453" name="Rectangle 29"/>
            <p:cNvSpPr>
              <a:spLocks noChangeArrowheads="1"/>
            </p:cNvSpPr>
            <p:nvPr/>
          </p:nvSpPr>
          <p:spPr bwMode="auto">
            <a:xfrm rot="-5400000">
              <a:off x="2214" y="2497"/>
              <a:ext cx="51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1454" name="Rectangle 30"/>
            <p:cNvSpPr>
              <a:spLocks noChangeArrowheads="1"/>
            </p:cNvSpPr>
            <p:nvPr/>
          </p:nvSpPr>
          <p:spPr bwMode="auto">
            <a:xfrm>
              <a:off x="2460" y="2251"/>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31455" name="Rectangle 31"/>
          <p:cNvSpPr>
            <a:spLocks noChangeArrowheads="1"/>
          </p:cNvSpPr>
          <p:nvPr/>
        </p:nvSpPr>
        <p:spPr bwMode="auto">
          <a:xfrm flipV="1">
            <a:off x="2613025" y="4846638"/>
            <a:ext cx="5092700" cy="42863"/>
          </a:xfrm>
          <a:prstGeom prst="rect">
            <a:avLst/>
          </a:prstGeom>
          <a:gradFill rotWithShape="1">
            <a:gsLst>
              <a:gs pos="0">
                <a:schemeClr val="tx1"/>
              </a:gs>
              <a:gs pos="50000">
                <a:schemeClr val="bg1"/>
              </a:gs>
              <a:gs pos="100000">
                <a:schemeClr val="tx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388" name="Text Box 32"/>
          <p:cNvSpPr txBox="1"/>
          <p:nvPr/>
        </p:nvSpPr>
        <p:spPr>
          <a:xfrm>
            <a:off x="4416425" y="5584825"/>
            <a:ext cx="69215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home</a:t>
            </a:r>
            <a:endParaRPr lang="en-US" altLang="zh-CN" sz="1600" dirty="0">
              <a:latin typeface="Arial" panose="020B0604020202020204" pitchFamily="34" charset="0"/>
              <a:ea typeface="宋体" panose="02010600030101010101" pitchFamily="2" charset="-122"/>
            </a:endParaRPr>
          </a:p>
        </p:txBody>
      </p:sp>
      <p:pic>
        <p:nvPicPr>
          <p:cNvPr id="58389" name="Picture 33" descr="building2"/>
          <p:cNvPicPr>
            <a:picLocks noChangeAspect="1"/>
          </p:cNvPicPr>
          <p:nvPr/>
        </p:nvPicPr>
        <p:blipFill>
          <a:blip r:embed="rId3"/>
          <a:stretch>
            <a:fillRect/>
          </a:stretch>
        </p:blipFill>
        <p:spPr>
          <a:xfrm>
            <a:off x="1127125" y="4356100"/>
            <a:ext cx="1504950" cy="782638"/>
          </a:xfrm>
          <a:prstGeom prst="rect">
            <a:avLst/>
          </a:prstGeom>
          <a:noFill/>
          <a:ln w="9525">
            <a:noFill/>
          </a:ln>
        </p:spPr>
      </p:pic>
      <p:sp>
        <p:nvSpPr>
          <p:cNvPr id="58390" name="Text Box 34"/>
          <p:cNvSpPr txBox="1"/>
          <p:nvPr/>
        </p:nvSpPr>
        <p:spPr>
          <a:xfrm>
            <a:off x="1127125" y="5140325"/>
            <a:ext cx="15144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cable headend</a:t>
            </a:r>
            <a:endParaRPr lang="en-US" altLang="zh-CN" sz="1600" dirty="0">
              <a:latin typeface="Arial" panose="020B0604020202020204" pitchFamily="34" charset="0"/>
              <a:ea typeface="宋体" panose="02010600030101010101" pitchFamily="2" charset="-122"/>
            </a:endParaRPr>
          </a:p>
        </p:txBody>
      </p:sp>
      <p:sp>
        <p:nvSpPr>
          <p:cNvPr id="58391" name="Text Box 35"/>
          <p:cNvSpPr txBox="1"/>
          <p:nvPr/>
        </p:nvSpPr>
        <p:spPr>
          <a:xfrm>
            <a:off x="2257425" y="5711825"/>
            <a:ext cx="1706563" cy="581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cable distribution</a:t>
            </a:r>
            <a:endParaRPr lang="en-US" altLang="zh-CN" sz="16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network</a:t>
            </a:r>
            <a:endParaRPr lang="en-US" altLang="zh-CN" sz="1600" dirty="0">
              <a:latin typeface="Arial" panose="020B0604020202020204" pitchFamily="34" charset="0"/>
              <a:ea typeface="宋体" panose="02010600030101010101" pitchFamily="2" charset="-122"/>
            </a:endParaRPr>
          </a:p>
        </p:txBody>
      </p:sp>
      <p:sp>
        <p:nvSpPr>
          <p:cNvPr id="58392" name="Line 36"/>
          <p:cNvSpPr/>
          <p:nvPr/>
        </p:nvSpPr>
        <p:spPr>
          <a:xfrm flipV="1">
            <a:off x="3124200" y="4940300"/>
            <a:ext cx="406400" cy="762000"/>
          </a:xfrm>
          <a:prstGeom prst="line">
            <a:avLst/>
          </a:prstGeom>
          <a:ln w="9525" cap="flat" cmpd="sng">
            <a:solidFill>
              <a:schemeClr val="tx1"/>
            </a:solidFill>
            <a:prstDash val="solid"/>
            <a:headEnd type="none" w="med" len="med"/>
            <a:tailEnd type="triangle" w="med" len="med"/>
          </a:ln>
        </p:spPr>
      </p:sp>
      <p:grpSp>
        <p:nvGrpSpPr>
          <p:cNvPr id="9" name="Group 37"/>
          <p:cNvGrpSpPr/>
          <p:nvPr/>
        </p:nvGrpSpPr>
        <p:grpSpPr>
          <a:xfrm>
            <a:off x="304800" y="1520825"/>
            <a:ext cx="2552700" cy="2873375"/>
            <a:chOff x="192" y="958"/>
            <a:chExt cx="1608" cy="1810"/>
          </a:xfrm>
        </p:grpSpPr>
        <p:sp>
          <p:nvSpPr>
            <p:cNvPr id="58394" name="Freeform 38"/>
            <p:cNvSpPr/>
            <p:nvPr/>
          </p:nvSpPr>
          <p:spPr>
            <a:xfrm>
              <a:off x="336" y="1856"/>
              <a:ext cx="1432" cy="912"/>
            </a:xfrm>
            <a:custGeom>
              <a:avLst/>
              <a:gdLst>
                <a:gd name="txL" fmla="*/ 0 w 1432"/>
                <a:gd name="txT" fmla="*/ 0 h 912"/>
                <a:gd name="txR" fmla="*/ 1432 w 1432"/>
                <a:gd name="txB" fmla="*/ 912 h 912"/>
              </a:gdLst>
              <a:ahLst/>
              <a:cxnLst>
                <a:cxn ang="0">
                  <a:pos x="544" y="912"/>
                </a:cxn>
                <a:cxn ang="0">
                  <a:pos x="0" y="224"/>
                </a:cxn>
                <a:cxn ang="0">
                  <a:pos x="288" y="400"/>
                </a:cxn>
                <a:cxn ang="0">
                  <a:pos x="672" y="512"/>
                </a:cxn>
                <a:cxn ang="0">
                  <a:pos x="960" y="464"/>
                </a:cxn>
                <a:cxn ang="0">
                  <a:pos x="1176" y="336"/>
                </a:cxn>
                <a:cxn ang="0">
                  <a:pos x="1432" y="0"/>
                </a:cxn>
                <a:cxn ang="0">
                  <a:pos x="1016" y="896"/>
                </a:cxn>
                <a:cxn ang="0">
                  <a:pos x="544" y="912"/>
                </a:cxn>
              </a:cxnLst>
              <a:rect l="txL" t="txT" r="txR" b="txB"/>
              <a:pathLst>
                <a:path w="1432" h="912">
                  <a:moveTo>
                    <a:pt x="544" y="912"/>
                  </a:moveTo>
                  <a:lnTo>
                    <a:pt x="0" y="224"/>
                  </a:lnTo>
                  <a:lnTo>
                    <a:pt x="288" y="400"/>
                  </a:lnTo>
                  <a:lnTo>
                    <a:pt x="672" y="512"/>
                  </a:lnTo>
                  <a:lnTo>
                    <a:pt x="960" y="464"/>
                  </a:lnTo>
                  <a:lnTo>
                    <a:pt x="1176" y="336"/>
                  </a:lnTo>
                  <a:lnTo>
                    <a:pt x="1432" y="0"/>
                  </a:lnTo>
                  <a:lnTo>
                    <a:pt x="1016" y="896"/>
                  </a:lnTo>
                  <a:lnTo>
                    <a:pt x="544" y="912"/>
                  </a:lnTo>
                  <a:close/>
                </a:path>
              </a:pathLst>
            </a:custGeom>
            <a:gradFill rotWithShape="1">
              <a:gsLst>
                <a:gs pos="0">
                  <a:schemeClr val="tx1">
                    <a:alpha val="100000"/>
                  </a:schemeClr>
                </a:gs>
                <a:gs pos="100000">
                  <a:schemeClr val="bg1">
                    <a:alpha val="100000"/>
                  </a:schemeClr>
                </a:gs>
              </a:gsLst>
              <a:lin ang="5400000" scaled="1"/>
              <a:tileRect/>
            </a:gradFill>
            <a:ln w="3175">
              <a:noFill/>
            </a:ln>
          </p:spPr>
          <p:txBody>
            <a:bodyPr/>
            <a:p>
              <a:endParaRPr lang="zh-CN" altLang="en-US"/>
            </a:p>
          </p:txBody>
        </p:sp>
        <p:sp>
          <p:nvSpPr>
            <p:cNvPr id="58395" name="Oval 39"/>
            <p:cNvSpPr/>
            <p:nvPr/>
          </p:nvSpPr>
          <p:spPr>
            <a:xfrm>
              <a:off x="192" y="968"/>
              <a:ext cx="1608" cy="13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58396" name="Group 40"/>
            <p:cNvGrpSpPr/>
            <p:nvPr/>
          </p:nvGrpSpPr>
          <p:grpSpPr>
            <a:xfrm>
              <a:off x="399" y="958"/>
              <a:ext cx="1215" cy="1341"/>
              <a:chOff x="351" y="918"/>
              <a:chExt cx="1215" cy="1341"/>
            </a:xfrm>
          </p:grpSpPr>
          <p:sp>
            <p:nvSpPr>
              <p:cNvPr id="231465" name="Rectangle 41"/>
              <p:cNvSpPr>
                <a:spLocks noChangeArrowheads="1"/>
              </p:cNvSpPr>
              <p:nvPr/>
            </p:nvSpPr>
            <p:spPr bwMode="auto">
              <a:xfrm rot="5400000" flipH="1">
                <a:off x="710" y="1848"/>
                <a:ext cx="31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1466" name="Rectangle 42"/>
              <p:cNvSpPr>
                <a:spLocks noChangeArrowheads="1"/>
              </p:cNvSpPr>
              <p:nvPr/>
            </p:nvSpPr>
            <p:spPr bwMode="auto">
              <a:xfrm rot="5400000" flipH="1">
                <a:off x="534" y="1546"/>
                <a:ext cx="31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1467" name="Rectangle 43"/>
              <p:cNvSpPr>
                <a:spLocks noChangeArrowheads="1"/>
              </p:cNvSpPr>
              <p:nvPr/>
            </p:nvSpPr>
            <p:spPr bwMode="auto">
              <a:xfrm rot="5400000" flipH="1">
                <a:off x="1070" y="1538"/>
                <a:ext cx="31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58400" name="Picture 44" descr="pedge_6600"/>
              <p:cNvPicPr>
                <a:picLocks noChangeAspect="1"/>
              </p:cNvPicPr>
              <p:nvPr/>
            </p:nvPicPr>
            <p:blipFill>
              <a:blip r:embed="rId4"/>
              <a:stretch>
                <a:fillRect/>
              </a:stretch>
            </p:blipFill>
            <p:spPr>
              <a:xfrm>
                <a:off x="351" y="1126"/>
                <a:ext cx="461" cy="437"/>
              </a:xfrm>
              <a:prstGeom prst="rect">
                <a:avLst/>
              </a:prstGeom>
              <a:noFill/>
              <a:ln w="9525">
                <a:noFill/>
              </a:ln>
            </p:spPr>
          </p:pic>
          <p:pic>
            <p:nvPicPr>
              <p:cNvPr id="58401" name="Picture 45" descr="pedge_6600"/>
              <p:cNvPicPr>
                <a:picLocks noChangeAspect="1"/>
              </p:cNvPicPr>
              <p:nvPr/>
            </p:nvPicPr>
            <p:blipFill>
              <a:blip r:embed="rId4"/>
              <a:stretch>
                <a:fillRect/>
              </a:stretch>
            </p:blipFill>
            <p:spPr>
              <a:xfrm>
                <a:off x="1055" y="1150"/>
                <a:ext cx="461" cy="437"/>
              </a:xfrm>
              <a:prstGeom prst="rect">
                <a:avLst/>
              </a:prstGeom>
              <a:noFill/>
              <a:ln w="9525">
                <a:noFill/>
              </a:ln>
            </p:spPr>
          </p:pic>
          <p:pic>
            <p:nvPicPr>
              <p:cNvPr id="58402" name="Picture 46" descr="pedge_6600"/>
              <p:cNvPicPr>
                <a:picLocks noChangeAspect="1"/>
              </p:cNvPicPr>
              <p:nvPr/>
            </p:nvPicPr>
            <p:blipFill>
              <a:blip r:embed="rId4"/>
              <a:stretch>
                <a:fillRect/>
              </a:stretch>
            </p:blipFill>
            <p:spPr>
              <a:xfrm>
                <a:off x="591" y="1822"/>
                <a:ext cx="461" cy="437"/>
              </a:xfrm>
              <a:prstGeom prst="rect">
                <a:avLst/>
              </a:prstGeom>
              <a:noFill/>
              <a:ln w="9525">
                <a:noFill/>
              </a:ln>
            </p:spPr>
          </p:pic>
          <p:sp>
            <p:nvSpPr>
              <p:cNvPr id="231471" name="Rectangle 47"/>
              <p:cNvSpPr>
                <a:spLocks noChangeArrowheads="1"/>
              </p:cNvSpPr>
              <p:nvPr/>
            </p:nvSpPr>
            <p:spPr bwMode="auto">
              <a:xfrm flipV="1">
                <a:off x="454" y="1685"/>
                <a:ext cx="1112" cy="27"/>
              </a:xfrm>
              <a:prstGeom prst="rect">
                <a:avLst/>
              </a:prstGeom>
              <a:gradFill rotWithShape="1">
                <a:gsLst>
                  <a:gs pos="0">
                    <a:schemeClr val="tx1"/>
                  </a:gs>
                  <a:gs pos="50000">
                    <a:schemeClr val="bg1"/>
                  </a:gs>
                  <a:gs pos="100000">
                    <a:schemeClr val="tx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404" name="Text Box 48"/>
              <p:cNvSpPr txBox="1"/>
              <p:nvPr/>
            </p:nvSpPr>
            <p:spPr>
              <a:xfrm>
                <a:off x="710" y="918"/>
                <a:ext cx="622"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server(s)</a:t>
                </a:r>
                <a:endParaRPr lang="en-US" altLang="zh-CN" sz="1600" dirty="0">
                  <a:latin typeface="Arial" panose="020B0604020202020204" pitchFamily="34" charset="0"/>
                  <a:ea typeface="宋体" panose="02010600030101010101" pitchFamily="2"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Footer Placeholder 3"/>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60419" name="Slide Number Placeholder 4"/>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60420" name="Rectangle 2"/>
          <p:cNvSpPr>
            <a:spLocks noGrp="1"/>
          </p:cNvSpPr>
          <p:nvPr>
            <p:ph type="title"/>
          </p:nvPr>
        </p:nvSpPr>
        <p:spPr>
          <a:xfrm>
            <a:off x="419100" y="211138"/>
            <a:ext cx="8229600" cy="1143000"/>
          </a:xfrm>
        </p:spPr>
        <p:txBody>
          <a:bodyPr vert="horz" wrap="square" lIns="91440" tIns="45720" rIns="91440" bIns="45720" anchor="ctr" anchorCtr="0"/>
          <a:p>
            <a:r>
              <a:rPr lang="en-US" altLang="zh-CN" sz="2800" dirty="0">
                <a:ea typeface="宋体" panose="02010600030101010101" pitchFamily="2" charset="-122"/>
              </a:rPr>
              <a:t>Cable Network Architecture: Overview</a:t>
            </a:r>
            <a:endParaRPr lang="en-US" altLang="zh-CN" sz="2800" dirty="0">
              <a:ea typeface="宋体" panose="02010600030101010101" pitchFamily="2" charset="-122"/>
            </a:endParaRPr>
          </a:p>
        </p:txBody>
      </p:sp>
      <p:pic>
        <p:nvPicPr>
          <p:cNvPr id="60421" name="Picture 3" descr="house_small"/>
          <p:cNvPicPr>
            <a:picLocks noChangeAspect="1"/>
          </p:cNvPicPr>
          <p:nvPr/>
        </p:nvPicPr>
        <p:blipFill>
          <a:blip r:embed="rId1"/>
          <a:stretch>
            <a:fillRect/>
          </a:stretch>
        </p:blipFill>
        <p:spPr>
          <a:xfrm>
            <a:off x="5416550" y="3873500"/>
            <a:ext cx="1019175" cy="279400"/>
          </a:xfrm>
          <a:prstGeom prst="rect">
            <a:avLst/>
          </a:prstGeom>
          <a:noFill/>
          <a:ln w="9525">
            <a:noFill/>
          </a:ln>
        </p:spPr>
      </p:pic>
      <p:pic>
        <p:nvPicPr>
          <p:cNvPr id="60422" name="Picture 4" descr="house_small"/>
          <p:cNvPicPr>
            <a:picLocks noChangeAspect="1"/>
          </p:cNvPicPr>
          <p:nvPr/>
        </p:nvPicPr>
        <p:blipFill>
          <a:blip r:embed="rId1"/>
          <a:stretch>
            <a:fillRect/>
          </a:stretch>
        </p:blipFill>
        <p:spPr>
          <a:xfrm>
            <a:off x="5916613" y="4308475"/>
            <a:ext cx="1019175" cy="279400"/>
          </a:xfrm>
          <a:prstGeom prst="rect">
            <a:avLst/>
          </a:prstGeom>
          <a:noFill/>
          <a:ln w="9525">
            <a:noFill/>
          </a:ln>
        </p:spPr>
      </p:pic>
      <p:pic>
        <p:nvPicPr>
          <p:cNvPr id="60423" name="Picture 5" descr="house_small"/>
          <p:cNvPicPr>
            <a:picLocks noChangeAspect="1"/>
          </p:cNvPicPr>
          <p:nvPr/>
        </p:nvPicPr>
        <p:blipFill>
          <a:blip r:embed="rId2"/>
          <a:stretch>
            <a:fillRect/>
          </a:stretch>
        </p:blipFill>
        <p:spPr>
          <a:xfrm>
            <a:off x="4097338" y="4064000"/>
            <a:ext cx="1000125" cy="274638"/>
          </a:xfrm>
          <a:prstGeom prst="rect">
            <a:avLst/>
          </a:prstGeom>
          <a:noFill/>
          <a:ln w="9525">
            <a:noFill/>
          </a:ln>
        </p:spPr>
      </p:pic>
      <p:grpSp>
        <p:nvGrpSpPr>
          <p:cNvPr id="60424" name="Group 6"/>
          <p:cNvGrpSpPr/>
          <p:nvPr/>
        </p:nvGrpSpPr>
        <p:grpSpPr>
          <a:xfrm>
            <a:off x="3916363" y="4227513"/>
            <a:ext cx="255587" cy="633412"/>
            <a:chOff x="2055" y="2297"/>
            <a:chExt cx="161" cy="399"/>
          </a:xfrm>
        </p:grpSpPr>
        <p:sp>
          <p:nvSpPr>
            <p:cNvPr id="233479" name="Rectangle 7"/>
            <p:cNvSpPr>
              <a:spLocks noChangeArrowheads="1"/>
            </p:cNvSpPr>
            <p:nvPr/>
          </p:nvSpPr>
          <p:spPr bwMode="auto">
            <a:xfrm rot="-5400000">
              <a:off x="1865" y="2487"/>
              <a:ext cx="39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3480" name="Rectangle 8"/>
            <p:cNvSpPr>
              <a:spLocks noChangeArrowheads="1"/>
            </p:cNvSpPr>
            <p:nvPr/>
          </p:nvSpPr>
          <p:spPr bwMode="auto">
            <a:xfrm>
              <a:off x="2056" y="2297"/>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pic>
        <p:nvPicPr>
          <p:cNvPr id="60425" name="Picture 9" descr="house_small"/>
          <p:cNvPicPr>
            <a:picLocks noChangeAspect="1"/>
          </p:cNvPicPr>
          <p:nvPr/>
        </p:nvPicPr>
        <p:blipFill>
          <a:blip r:embed="rId2"/>
          <a:stretch>
            <a:fillRect/>
          </a:stretch>
        </p:blipFill>
        <p:spPr>
          <a:xfrm>
            <a:off x="7323138" y="4076700"/>
            <a:ext cx="1000125" cy="274638"/>
          </a:xfrm>
          <a:prstGeom prst="rect">
            <a:avLst/>
          </a:prstGeom>
          <a:noFill/>
          <a:ln w="9525">
            <a:noFill/>
          </a:ln>
        </p:spPr>
      </p:pic>
      <p:pic>
        <p:nvPicPr>
          <p:cNvPr id="60426" name="Picture 10" descr="house_small"/>
          <p:cNvPicPr>
            <a:picLocks noChangeAspect="1"/>
          </p:cNvPicPr>
          <p:nvPr/>
        </p:nvPicPr>
        <p:blipFill>
          <a:blip r:embed="rId2"/>
          <a:stretch>
            <a:fillRect/>
          </a:stretch>
        </p:blipFill>
        <p:spPr>
          <a:xfrm>
            <a:off x="4262438" y="5334000"/>
            <a:ext cx="1000125" cy="274638"/>
          </a:xfrm>
          <a:prstGeom prst="rect">
            <a:avLst/>
          </a:prstGeom>
          <a:noFill/>
          <a:ln w="9525">
            <a:noFill/>
          </a:ln>
        </p:spPr>
      </p:pic>
      <p:pic>
        <p:nvPicPr>
          <p:cNvPr id="60427" name="Picture 11" descr="house_small"/>
          <p:cNvPicPr>
            <a:picLocks noChangeAspect="1"/>
          </p:cNvPicPr>
          <p:nvPr/>
        </p:nvPicPr>
        <p:blipFill>
          <a:blip r:embed="rId1"/>
          <a:stretch>
            <a:fillRect/>
          </a:stretch>
        </p:blipFill>
        <p:spPr>
          <a:xfrm>
            <a:off x="5738813" y="5070475"/>
            <a:ext cx="1019175" cy="279400"/>
          </a:xfrm>
          <a:prstGeom prst="rect">
            <a:avLst/>
          </a:prstGeom>
          <a:noFill/>
          <a:ln w="9525">
            <a:noFill/>
          </a:ln>
        </p:spPr>
      </p:pic>
      <p:pic>
        <p:nvPicPr>
          <p:cNvPr id="60428" name="Picture 12" descr="house_small"/>
          <p:cNvPicPr>
            <a:picLocks noChangeAspect="1"/>
          </p:cNvPicPr>
          <p:nvPr/>
        </p:nvPicPr>
        <p:blipFill>
          <a:blip r:embed="rId2"/>
          <a:stretch>
            <a:fillRect/>
          </a:stretch>
        </p:blipFill>
        <p:spPr>
          <a:xfrm>
            <a:off x="6954838" y="5524500"/>
            <a:ext cx="1000125" cy="274638"/>
          </a:xfrm>
          <a:prstGeom prst="rect">
            <a:avLst/>
          </a:prstGeom>
          <a:noFill/>
          <a:ln w="9525">
            <a:noFill/>
          </a:ln>
        </p:spPr>
      </p:pic>
      <p:grpSp>
        <p:nvGrpSpPr>
          <p:cNvPr id="60429" name="Group 13"/>
          <p:cNvGrpSpPr/>
          <p:nvPr/>
        </p:nvGrpSpPr>
        <p:grpSpPr>
          <a:xfrm flipV="1">
            <a:off x="6770688" y="4906963"/>
            <a:ext cx="255587" cy="820737"/>
            <a:chOff x="2459" y="2251"/>
            <a:chExt cx="161" cy="517"/>
          </a:xfrm>
        </p:grpSpPr>
        <p:sp>
          <p:nvSpPr>
            <p:cNvPr id="233486" name="Rectangle 14"/>
            <p:cNvSpPr>
              <a:spLocks noChangeArrowheads="1"/>
            </p:cNvSpPr>
            <p:nvPr/>
          </p:nvSpPr>
          <p:spPr bwMode="auto">
            <a:xfrm rot="-5400000">
              <a:off x="2214" y="2497"/>
              <a:ext cx="51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3487" name="Rectangle 15"/>
            <p:cNvSpPr>
              <a:spLocks noChangeArrowheads="1"/>
            </p:cNvSpPr>
            <p:nvPr/>
          </p:nvSpPr>
          <p:spPr bwMode="auto">
            <a:xfrm>
              <a:off x="2460" y="2251"/>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0430" name="Group 16"/>
          <p:cNvGrpSpPr/>
          <p:nvPr/>
        </p:nvGrpSpPr>
        <p:grpSpPr>
          <a:xfrm flipV="1">
            <a:off x="5529263" y="4887913"/>
            <a:ext cx="255587" cy="379412"/>
            <a:chOff x="2315" y="2599"/>
            <a:chExt cx="161" cy="239"/>
          </a:xfrm>
        </p:grpSpPr>
        <p:sp>
          <p:nvSpPr>
            <p:cNvPr id="233489" name="Rectangle 17"/>
            <p:cNvSpPr>
              <a:spLocks noChangeArrowheads="1"/>
            </p:cNvSpPr>
            <p:nvPr/>
          </p:nvSpPr>
          <p:spPr bwMode="auto">
            <a:xfrm rot="-5400000">
              <a:off x="2205" y="2706"/>
              <a:ext cx="23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3490" name="Rectangle 18"/>
            <p:cNvSpPr>
              <a:spLocks noChangeArrowheads="1"/>
            </p:cNvSpPr>
            <p:nvPr/>
          </p:nvSpPr>
          <p:spPr bwMode="auto">
            <a:xfrm>
              <a:off x="2316" y="2599"/>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0431" name="Group 19"/>
          <p:cNvGrpSpPr/>
          <p:nvPr/>
        </p:nvGrpSpPr>
        <p:grpSpPr>
          <a:xfrm flipV="1">
            <a:off x="4094163" y="4900613"/>
            <a:ext cx="255587" cy="633412"/>
            <a:chOff x="2055" y="2297"/>
            <a:chExt cx="161" cy="399"/>
          </a:xfrm>
        </p:grpSpPr>
        <p:sp>
          <p:nvSpPr>
            <p:cNvPr id="233492" name="Rectangle 20"/>
            <p:cNvSpPr>
              <a:spLocks noChangeArrowheads="1"/>
            </p:cNvSpPr>
            <p:nvPr/>
          </p:nvSpPr>
          <p:spPr bwMode="auto">
            <a:xfrm rot="-5400000">
              <a:off x="1865" y="2484"/>
              <a:ext cx="39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3493" name="Rectangle 21"/>
            <p:cNvSpPr>
              <a:spLocks noChangeArrowheads="1"/>
            </p:cNvSpPr>
            <p:nvPr/>
          </p:nvSpPr>
          <p:spPr bwMode="auto">
            <a:xfrm>
              <a:off x="2056" y="2297"/>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0432" name="Group 22"/>
          <p:cNvGrpSpPr/>
          <p:nvPr/>
        </p:nvGrpSpPr>
        <p:grpSpPr>
          <a:xfrm>
            <a:off x="7126288" y="4246563"/>
            <a:ext cx="255587" cy="630237"/>
            <a:chOff x="3561" y="2643"/>
            <a:chExt cx="161" cy="397"/>
          </a:xfrm>
        </p:grpSpPr>
        <p:sp>
          <p:nvSpPr>
            <p:cNvPr id="233495" name="Rectangle 23"/>
            <p:cNvSpPr>
              <a:spLocks noChangeArrowheads="1"/>
            </p:cNvSpPr>
            <p:nvPr/>
          </p:nvSpPr>
          <p:spPr bwMode="auto">
            <a:xfrm rot="-5400000">
              <a:off x="3376" y="2829"/>
              <a:ext cx="39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3496" name="Rectangle 24"/>
            <p:cNvSpPr>
              <a:spLocks noChangeArrowheads="1"/>
            </p:cNvSpPr>
            <p:nvPr/>
          </p:nvSpPr>
          <p:spPr bwMode="auto">
            <a:xfrm>
              <a:off x="3562" y="2643"/>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0433" name="Group 25"/>
          <p:cNvGrpSpPr/>
          <p:nvPr/>
        </p:nvGrpSpPr>
        <p:grpSpPr>
          <a:xfrm>
            <a:off x="5757863" y="4468813"/>
            <a:ext cx="255587" cy="379412"/>
            <a:chOff x="2315" y="2599"/>
            <a:chExt cx="161" cy="239"/>
          </a:xfrm>
        </p:grpSpPr>
        <p:sp>
          <p:nvSpPr>
            <p:cNvPr id="233498" name="Rectangle 26"/>
            <p:cNvSpPr>
              <a:spLocks noChangeArrowheads="1"/>
            </p:cNvSpPr>
            <p:nvPr/>
          </p:nvSpPr>
          <p:spPr bwMode="auto">
            <a:xfrm rot="-5400000">
              <a:off x="2205" y="2709"/>
              <a:ext cx="23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3499" name="Rectangle 27"/>
            <p:cNvSpPr>
              <a:spLocks noChangeArrowheads="1"/>
            </p:cNvSpPr>
            <p:nvPr/>
          </p:nvSpPr>
          <p:spPr bwMode="auto">
            <a:xfrm>
              <a:off x="2316" y="2599"/>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0434" name="Group 28"/>
          <p:cNvGrpSpPr/>
          <p:nvPr/>
        </p:nvGrpSpPr>
        <p:grpSpPr>
          <a:xfrm>
            <a:off x="5221288" y="4030663"/>
            <a:ext cx="255587" cy="820737"/>
            <a:chOff x="2459" y="2251"/>
            <a:chExt cx="161" cy="517"/>
          </a:xfrm>
        </p:grpSpPr>
        <p:sp>
          <p:nvSpPr>
            <p:cNvPr id="233501" name="Rectangle 29"/>
            <p:cNvSpPr>
              <a:spLocks noChangeArrowheads="1"/>
            </p:cNvSpPr>
            <p:nvPr/>
          </p:nvSpPr>
          <p:spPr bwMode="auto">
            <a:xfrm rot="-5400000">
              <a:off x="2214" y="2497"/>
              <a:ext cx="51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3502" name="Rectangle 30"/>
            <p:cNvSpPr>
              <a:spLocks noChangeArrowheads="1"/>
            </p:cNvSpPr>
            <p:nvPr/>
          </p:nvSpPr>
          <p:spPr bwMode="auto">
            <a:xfrm>
              <a:off x="2460" y="2251"/>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33503" name="Rectangle 31"/>
          <p:cNvSpPr>
            <a:spLocks noChangeArrowheads="1"/>
          </p:cNvSpPr>
          <p:nvPr/>
        </p:nvSpPr>
        <p:spPr bwMode="auto">
          <a:xfrm flipV="1">
            <a:off x="2613025" y="4846638"/>
            <a:ext cx="5092700" cy="42863"/>
          </a:xfrm>
          <a:prstGeom prst="rect">
            <a:avLst/>
          </a:prstGeom>
          <a:gradFill rotWithShape="1">
            <a:gsLst>
              <a:gs pos="0">
                <a:schemeClr val="tx1"/>
              </a:gs>
              <a:gs pos="50000">
                <a:schemeClr val="bg1"/>
              </a:gs>
              <a:gs pos="100000">
                <a:schemeClr val="tx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436" name="Text Box 32"/>
          <p:cNvSpPr txBox="1"/>
          <p:nvPr/>
        </p:nvSpPr>
        <p:spPr>
          <a:xfrm>
            <a:off x="4416425" y="5584825"/>
            <a:ext cx="69215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home</a:t>
            </a:r>
            <a:endParaRPr lang="en-US" altLang="zh-CN" sz="1600" dirty="0">
              <a:latin typeface="Arial" panose="020B0604020202020204" pitchFamily="34" charset="0"/>
              <a:ea typeface="宋体" panose="02010600030101010101" pitchFamily="2" charset="-122"/>
            </a:endParaRPr>
          </a:p>
        </p:txBody>
      </p:sp>
      <p:pic>
        <p:nvPicPr>
          <p:cNvPr id="60437" name="Picture 33" descr="building2"/>
          <p:cNvPicPr>
            <a:picLocks noChangeAspect="1"/>
          </p:cNvPicPr>
          <p:nvPr/>
        </p:nvPicPr>
        <p:blipFill>
          <a:blip r:embed="rId3"/>
          <a:stretch>
            <a:fillRect/>
          </a:stretch>
        </p:blipFill>
        <p:spPr>
          <a:xfrm>
            <a:off x="1127125" y="4356100"/>
            <a:ext cx="1504950" cy="782638"/>
          </a:xfrm>
          <a:prstGeom prst="rect">
            <a:avLst/>
          </a:prstGeom>
          <a:noFill/>
          <a:ln w="9525">
            <a:noFill/>
          </a:ln>
        </p:spPr>
      </p:pic>
      <p:sp>
        <p:nvSpPr>
          <p:cNvPr id="60438" name="Text Box 34"/>
          <p:cNvSpPr txBox="1"/>
          <p:nvPr/>
        </p:nvSpPr>
        <p:spPr>
          <a:xfrm>
            <a:off x="1127125" y="5140325"/>
            <a:ext cx="15144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cable headend</a:t>
            </a:r>
            <a:endParaRPr lang="en-US" altLang="zh-CN" sz="1600" dirty="0">
              <a:latin typeface="Arial" panose="020B0604020202020204" pitchFamily="34" charset="0"/>
              <a:ea typeface="宋体" panose="02010600030101010101" pitchFamily="2" charset="-122"/>
            </a:endParaRPr>
          </a:p>
        </p:txBody>
      </p:sp>
      <p:sp>
        <p:nvSpPr>
          <p:cNvPr id="60439" name="Text Box 35"/>
          <p:cNvSpPr txBox="1"/>
          <p:nvPr/>
        </p:nvSpPr>
        <p:spPr>
          <a:xfrm>
            <a:off x="2146300" y="5711825"/>
            <a:ext cx="1933575" cy="581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cable distribution</a:t>
            </a:r>
            <a:endParaRPr lang="en-US" altLang="zh-CN" sz="16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network (simplified)</a:t>
            </a:r>
            <a:endParaRPr lang="en-US" altLang="zh-CN" sz="1600" dirty="0">
              <a:latin typeface="Arial" panose="020B0604020202020204" pitchFamily="34" charset="0"/>
              <a:ea typeface="宋体" panose="02010600030101010101" pitchFamily="2" charset="-122"/>
            </a:endParaRPr>
          </a:p>
        </p:txBody>
      </p:sp>
      <p:sp>
        <p:nvSpPr>
          <p:cNvPr id="60440" name="Line 36"/>
          <p:cNvSpPr/>
          <p:nvPr/>
        </p:nvSpPr>
        <p:spPr>
          <a:xfrm flipV="1">
            <a:off x="3124200" y="4940300"/>
            <a:ext cx="406400" cy="762000"/>
          </a:xfrm>
          <a:prstGeom prst="line">
            <a:avLst/>
          </a:prstGeom>
          <a:ln w="9525" cap="flat" cmpd="sng">
            <a:solidFill>
              <a:schemeClr val="tx1"/>
            </a:solidFill>
            <a:prstDash val="solid"/>
            <a:headEnd type="none" w="med" len="med"/>
            <a:tailEnd type="triangle" w="med" len="med"/>
          </a:ln>
        </p:spPr>
      </p:sp>
      <p:grpSp>
        <p:nvGrpSpPr>
          <p:cNvPr id="9" name="Group 37"/>
          <p:cNvGrpSpPr/>
          <p:nvPr/>
        </p:nvGrpSpPr>
        <p:grpSpPr>
          <a:xfrm>
            <a:off x="3429000" y="1181100"/>
            <a:ext cx="5232400" cy="2806700"/>
            <a:chOff x="2160" y="744"/>
            <a:chExt cx="3296" cy="1768"/>
          </a:xfrm>
        </p:grpSpPr>
        <p:sp>
          <p:nvSpPr>
            <p:cNvPr id="60442" name="Freeform 38"/>
            <p:cNvSpPr/>
            <p:nvPr/>
          </p:nvSpPr>
          <p:spPr>
            <a:xfrm>
              <a:off x="2544" y="2048"/>
              <a:ext cx="2432" cy="464"/>
            </a:xfrm>
            <a:custGeom>
              <a:avLst/>
              <a:gdLst>
                <a:gd name="txL" fmla="*/ 0 w 2432"/>
                <a:gd name="txT" fmla="*/ 0 h 464"/>
                <a:gd name="txR" fmla="*/ 2432 w 2432"/>
                <a:gd name="txB" fmla="*/ 464 h 464"/>
              </a:gdLst>
              <a:ahLst/>
              <a:cxnLst>
                <a:cxn ang="0">
                  <a:pos x="912" y="448"/>
                </a:cxn>
                <a:cxn ang="0">
                  <a:pos x="1496" y="464"/>
                </a:cxn>
                <a:cxn ang="0">
                  <a:pos x="2432" y="48"/>
                </a:cxn>
                <a:cxn ang="0">
                  <a:pos x="1784" y="176"/>
                </a:cxn>
                <a:cxn ang="0">
                  <a:pos x="864" y="208"/>
                </a:cxn>
                <a:cxn ang="0">
                  <a:pos x="0" y="0"/>
                </a:cxn>
              </a:cxnLst>
              <a:rect l="txL" t="txT" r="txR" b="txB"/>
              <a:pathLst>
                <a:path w="2432" h="464">
                  <a:moveTo>
                    <a:pt x="912" y="448"/>
                  </a:moveTo>
                  <a:lnTo>
                    <a:pt x="1496" y="464"/>
                  </a:lnTo>
                  <a:lnTo>
                    <a:pt x="2432" y="48"/>
                  </a:lnTo>
                  <a:lnTo>
                    <a:pt x="1784" y="176"/>
                  </a:lnTo>
                  <a:lnTo>
                    <a:pt x="864" y="208"/>
                  </a:lnTo>
                  <a:lnTo>
                    <a:pt x="0" y="0"/>
                  </a:lnTo>
                </a:path>
              </a:pathLst>
            </a:custGeom>
            <a:gradFill rotWithShape="1">
              <a:gsLst>
                <a:gs pos="0">
                  <a:schemeClr val="tx2">
                    <a:alpha val="100000"/>
                  </a:schemeClr>
                </a:gs>
                <a:gs pos="100000">
                  <a:schemeClr val="bg1">
                    <a:alpha val="100000"/>
                  </a:schemeClr>
                </a:gs>
              </a:gsLst>
              <a:lin ang="5400000" scaled="1"/>
              <a:tileRect/>
            </a:gra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43" name="Oval 39"/>
            <p:cNvSpPr/>
            <p:nvPr/>
          </p:nvSpPr>
          <p:spPr>
            <a:xfrm>
              <a:off x="2160" y="744"/>
              <a:ext cx="3296" cy="156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pic>
          <p:nvPicPr>
            <p:cNvPr id="60444" name="Picture 40" descr="house_2"/>
            <p:cNvPicPr>
              <a:picLocks noChangeAspect="1"/>
            </p:cNvPicPr>
            <p:nvPr/>
          </p:nvPicPr>
          <p:blipFill>
            <a:blip r:embed="rId4"/>
            <a:stretch>
              <a:fillRect/>
            </a:stretch>
          </p:blipFill>
          <p:spPr>
            <a:xfrm>
              <a:off x="2322" y="1044"/>
              <a:ext cx="2955" cy="1027"/>
            </a:xfrm>
            <a:prstGeom prst="rect">
              <a:avLst/>
            </a:prstGeom>
            <a:noFill/>
            <a:ln w="9525">
              <a:noFill/>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Footer Placeholder 3"/>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62467" name="Slide Number Placeholder 4"/>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62468" name="Rectangle 2"/>
          <p:cNvSpPr>
            <a:spLocks noGrp="1"/>
          </p:cNvSpPr>
          <p:nvPr>
            <p:ph type="title"/>
          </p:nvPr>
        </p:nvSpPr>
        <p:spPr>
          <a:xfrm>
            <a:off x="419100" y="211138"/>
            <a:ext cx="8229600" cy="1143000"/>
          </a:xfrm>
        </p:spPr>
        <p:txBody>
          <a:bodyPr vert="horz" wrap="square" lIns="91440" tIns="45720" rIns="91440" bIns="45720" anchor="ctr" anchorCtr="0"/>
          <a:p>
            <a:r>
              <a:rPr lang="en-US" altLang="zh-CN" sz="2800" dirty="0">
                <a:ea typeface="宋体" panose="02010600030101010101" pitchFamily="2" charset="-122"/>
              </a:rPr>
              <a:t>Cable Network Architecture: Overview</a:t>
            </a:r>
            <a:endParaRPr lang="en-US" altLang="zh-CN" sz="2800" dirty="0">
              <a:ea typeface="宋体" panose="02010600030101010101" pitchFamily="2" charset="-122"/>
            </a:endParaRPr>
          </a:p>
        </p:txBody>
      </p:sp>
      <p:pic>
        <p:nvPicPr>
          <p:cNvPr id="62469" name="Picture 3" descr="house_small"/>
          <p:cNvPicPr>
            <a:picLocks noChangeAspect="1"/>
          </p:cNvPicPr>
          <p:nvPr/>
        </p:nvPicPr>
        <p:blipFill>
          <a:blip r:embed="rId1"/>
          <a:stretch>
            <a:fillRect/>
          </a:stretch>
        </p:blipFill>
        <p:spPr>
          <a:xfrm>
            <a:off x="5416550" y="3873500"/>
            <a:ext cx="1019175" cy="279400"/>
          </a:xfrm>
          <a:prstGeom prst="rect">
            <a:avLst/>
          </a:prstGeom>
          <a:noFill/>
          <a:ln w="9525">
            <a:noFill/>
          </a:ln>
        </p:spPr>
      </p:pic>
      <p:pic>
        <p:nvPicPr>
          <p:cNvPr id="62470" name="Picture 4" descr="house_small"/>
          <p:cNvPicPr>
            <a:picLocks noChangeAspect="1"/>
          </p:cNvPicPr>
          <p:nvPr/>
        </p:nvPicPr>
        <p:blipFill>
          <a:blip r:embed="rId1"/>
          <a:stretch>
            <a:fillRect/>
          </a:stretch>
        </p:blipFill>
        <p:spPr>
          <a:xfrm>
            <a:off x="5916613" y="4308475"/>
            <a:ext cx="1019175" cy="279400"/>
          </a:xfrm>
          <a:prstGeom prst="rect">
            <a:avLst/>
          </a:prstGeom>
          <a:noFill/>
          <a:ln w="9525">
            <a:noFill/>
          </a:ln>
        </p:spPr>
      </p:pic>
      <p:pic>
        <p:nvPicPr>
          <p:cNvPr id="62471" name="Picture 5" descr="house_small"/>
          <p:cNvPicPr>
            <a:picLocks noChangeAspect="1"/>
          </p:cNvPicPr>
          <p:nvPr/>
        </p:nvPicPr>
        <p:blipFill>
          <a:blip r:embed="rId2"/>
          <a:stretch>
            <a:fillRect/>
          </a:stretch>
        </p:blipFill>
        <p:spPr>
          <a:xfrm>
            <a:off x="4097338" y="4064000"/>
            <a:ext cx="1000125" cy="274638"/>
          </a:xfrm>
          <a:prstGeom prst="rect">
            <a:avLst/>
          </a:prstGeom>
          <a:noFill/>
          <a:ln w="9525">
            <a:noFill/>
          </a:ln>
        </p:spPr>
      </p:pic>
      <p:grpSp>
        <p:nvGrpSpPr>
          <p:cNvPr id="62472" name="Group 6"/>
          <p:cNvGrpSpPr/>
          <p:nvPr/>
        </p:nvGrpSpPr>
        <p:grpSpPr>
          <a:xfrm>
            <a:off x="3916363" y="4227513"/>
            <a:ext cx="255587" cy="633412"/>
            <a:chOff x="2055" y="2297"/>
            <a:chExt cx="161" cy="399"/>
          </a:xfrm>
        </p:grpSpPr>
        <p:sp>
          <p:nvSpPr>
            <p:cNvPr id="235527" name="Rectangle 7"/>
            <p:cNvSpPr>
              <a:spLocks noChangeArrowheads="1"/>
            </p:cNvSpPr>
            <p:nvPr/>
          </p:nvSpPr>
          <p:spPr bwMode="auto">
            <a:xfrm rot="-5400000">
              <a:off x="1865" y="2487"/>
              <a:ext cx="39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28" name="Rectangle 8"/>
            <p:cNvSpPr>
              <a:spLocks noChangeArrowheads="1"/>
            </p:cNvSpPr>
            <p:nvPr/>
          </p:nvSpPr>
          <p:spPr bwMode="auto">
            <a:xfrm>
              <a:off x="2056" y="2297"/>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pic>
        <p:nvPicPr>
          <p:cNvPr id="62473" name="Picture 9" descr="house_small"/>
          <p:cNvPicPr>
            <a:picLocks noChangeAspect="1"/>
          </p:cNvPicPr>
          <p:nvPr/>
        </p:nvPicPr>
        <p:blipFill>
          <a:blip r:embed="rId2"/>
          <a:stretch>
            <a:fillRect/>
          </a:stretch>
        </p:blipFill>
        <p:spPr>
          <a:xfrm>
            <a:off x="7323138" y="4076700"/>
            <a:ext cx="1000125" cy="274638"/>
          </a:xfrm>
          <a:prstGeom prst="rect">
            <a:avLst/>
          </a:prstGeom>
          <a:noFill/>
          <a:ln w="9525">
            <a:noFill/>
          </a:ln>
        </p:spPr>
      </p:pic>
      <p:pic>
        <p:nvPicPr>
          <p:cNvPr id="62474" name="Picture 10" descr="house_small"/>
          <p:cNvPicPr>
            <a:picLocks noChangeAspect="1"/>
          </p:cNvPicPr>
          <p:nvPr/>
        </p:nvPicPr>
        <p:blipFill>
          <a:blip r:embed="rId2"/>
          <a:stretch>
            <a:fillRect/>
          </a:stretch>
        </p:blipFill>
        <p:spPr>
          <a:xfrm>
            <a:off x="4262438" y="5334000"/>
            <a:ext cx="1000125" cy="274638"/>
          </a:xfrm>
          <a:prstGeom prst="rect">
            <a:avLst/>
          </a:prstGeom>
          <a:noFill/>
          <a:ln w="9525">
            <a:noFill/>
          </a:ln>
        </p:spPr>
      </p:pic>
      <p:pic>
        <p:nvPicPr>
          <p:cNvPr id="62475" name="Picture 11" descr="house_small"/>
          <p:cNvPicPr>
            <a:picLocks noChangeAspect="1"/>
          </p:cNvPicPr>
          <p:nvPr/>
        </p:nvPicPr>
        <p:blipFill>
          <a:blip r:embed="rId1"/>
          <a:stretch>
            <a:fillRect/>
          </a:stretch>
        </p:blipFill>
        <p:spPr>
          <a:xfrm>
            <a:off x="5738813" y="5070475"/>
            <a:ext cx="1019175" cy="279400"/>
          </a:xfrm>
          <a:prstGeom prst="rect">
            <a:avLst/>
          </a:prstGeom>
          <a:noFill/>
          <a:ln w="9525">
            <a:noFill/>
          </a:ln>
        </p:spPr>
      </p:pic>
      <p:pic>
        <p:nvPicPr>
          <p:cNvPr id="62476" name="Picture 12" descr="house_small"/>
          <p:cNvPicPr>
            <a:picLocks noChangeAspect="1"/>
          </p:cNvPicPr>
          <p:nvPr/>
        </p:nvPicPr>
        <p:blipFill>
          <a:blip r:embed="rId2"/>
          <a:stretch>
            <a:fillRect/>
          </a:stretch>
        </p:blipFill>
        <p:spPr>
          <a:xfrm>
            <a:off x="6954838" y="5524500"/>
            <a:ext cx="1000125" cy="274638"/>
          </a:xfrm>
          <a:prstGeom prst="rect">
            <a:avLst/>
          </a:prstGeom>
          <a:noFill/>
          <a:ln w="9525">
            <a:noFill/>
          </a:ln>
        </p:spPr>
      </p:pic>
      <p:grpSp>
        <p:nvGrpSpPr>
          <p:cNvPr id="62477" name="Group 13"/>
          <p:cNvGrpSpPr/>
          <p:nvPr/>
        </p:nvGrpSpPr>
        <p:grpSpPr>
          <a:xfrm flipV="1">
            <a:off x="6770688" y="4906963"/>
            <a:ext cx="255587" cy="820737"/>
            <a:chOff x="2459" y="2251"/>
            <a:chExt cx="161" cy="517"/>
          </a:xfrm>
        </p:grpSpPr>
        <p:sp>
          <p:nvSpPr>
            <p:cNvPr id="235534" name="Rectangle 14"/>
            <p:cNvSpPr>
              <a:spLocks noChangeArrowheads="1"/>
            </p:cNvSpPr>
            <p:nvPr/>
          </p:nvSpPr>
          <p:spPr bwMode="auto">
            <a:xfrm rot="-5400000">
              <a:off x="2214" y="2497"/>
              <a:ext cx="51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35" name="Rectangle 15"/>
            <p:cNvSpPr>
              <a:spLocks noChangeArrowheads="1"/>
            </p:cNvSpPr>
            <p:nvPr/>
          </p:nvSpPr>
          <p:spPr bwMode="auto">
            <a:xfrm>
              <a:off x="2460" y="2251"/>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2478" name="Group 16"/>
          <p:cNvGrpSpPr/>
          <p:nvPr/>
        </p:nvGrpSpPr>
        <p:grpSpPr>
          <a:xfrm flipV="1">
            <a:off x="5529263" y="4887913"/>
            <a:ext cx="255587" cy="379412"/>
            <a:chOff x="2315" y="2599"/>
            <a:chExt cx="161" cy="239"/>
          </a:xfrm>
        </p:grpSpPr>
        <p:sp>
          <p:nvSpPr>
            <p:cNvPr id="235537" name="Rectangle 17"/>
            <p:cNvSpPr>
              <a:spLocks noChangeArrowheads="1"/>
            </p:cNvSpPr>
            <p:nvPr/>
          </p:nvSpPr>
          <p:spPr bwMode="auto">
            <a:xfrm rot="-5400000">
              <a:off x="2205" y="2706"/>
              <a:ext cx="23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38" name="Rectangle 18"/>
            <p:cNvSpPr>
              <a:spLocks noChangeArrowheads="1"/>
            </p:cNvSpPr>
            <p:nvPr/>
          </p:nvSpPr>
          <p:spPr bwMode="auto">
            <a:xfrm>
              <a:off x="2316" y="2599"/>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2479" name="Group 19"/>
          <p:cNvGrpSpPr/>
          <p:nvPr/>
        </p:nvGrpSpPr>
        <p:grpSpPr>
          <a:xfrm flipV="1">
            <a:off x="4094163" y="4900613"/>
            <a:ext cx="255587" cy="633412"/>
            <a:chOff x="2055" y="2297"/>
            <a:chExt cx="161" cy="399"/>
          </a:xfrm>
        </p:grpSpPr>
        <p:sp>
          <p:nvSpPr>
            <p:cNvPr id="235540" name="Rectangle 20"/>
            <p:cNvSpPr>
              <a:spLocks noChangeArrowheads="1"/>
            </p:cNvSpPr>
            <p:nvPr/>
          </p:nvSpPr>
          <p:spPr bwMode="auto">
            <a:xfrm rot="-5400000">
              <a:off x="1865" y="2484"/>
              <a:ext cx="39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41" name="Rectangle 21"/>
            <p:cNvSpPr>
              <a:spLocks noChangeArrowheads="1"/>
            </p:cNvSpPr>
            <p:nvPr/>
          </p:nvSpPr>
          <p:spPr bwMode="auto">
            <a:xfrm>
              <a:off x="2056" y="2297"/>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2480" name="Group 22"/>
          <p:cNvGrpSpPr/>
          <p:nvPr/>
        </p:nvGrpSpPr>
        <p:grpSpPr>
          <a:xfrm>
            <a:off x="7126288" y="4246563"/>
            <a:ext cx="255587" cy="630237"/>
            <a:chOff x="3561" y="2643"/>
            <a:chExt cx="161" cy="397"/>
          </a:xfrm>
        </p:grpSpPr>
        <p:sp>
          <p:nvSpPr>
            <p:cNvPr id="235543" name="Rectangle 23"/>
            <p:cNvSpPr>
              <a:spLocks noChangeArrowheads="1"/>
            </p:cNvSpPr>
            <p:nvPr/>
          </p:nvSpPr>
          <p:spPr bwMode="auto">
            <a:xfrm rot="-5400000">
              <a:off x="3376" y="2829"/>
              <a:ext cx="39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44" name="Rectangle 24"/>
            <p:cNvSpPr>
              <a:spLocks noChangeArrowheads="1"/>
            </p:cNvSpPr>
            <p:nvPr/>
          </p:nvSpPr>
          <p:spPr bwMode="auto">
            <a:xfrm>
              <a:off x="3562" y="2643"/>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2481" name="Group 25"/>
          <p:cNvGrpSpPr/>
          <p:nvPr/>
        </p:nvGrpSpPr>
        <p:grpSpPr>
          <a:xfrm>
            <a:off x="5757863" y="4468813"/>
            <a:ext cx="255587" cy="379412"/>
            <a:chOff x="2315" y="2599"/>
            <a:chExt cx="161" cy="239"/>
          </a:xfrm>
        </p:grpSpPr>
        <p:sp>
          <p:nvSpPr>
            <p:cNvPr id="235546" name="Rectangle 26"/>
            <p:cNvSpPr>
              <a:spLocks noChangeArrowheads="1"/>
            </p:cNvSpPr>
            <p:nvPr/>
          </p:nvSpPr>
          <p:spPr bwMode="auto">
            <a:xfrm rot="-5400000">
              <a:off x="2205" y="2709"/>
              <a:ext cx="238"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47" name="Rectangle 27"/>
            <p:cNvSpPr>
              <a:spLocks noChangeArrowheads="1"/>
            </p:cNvSpPr>
            <p:nvPr/>
          </p:nvSpPr>
          <p:spPr bwMode="auto">
            <a:xfrm>
              <a:off x="2316" y="2599"/>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2482" name="Group 28"/>
          <p:cNvGrpSpPr/>
          <p:nvPr/>
        </p:nvGrpSpPr>
        <p:grpSpPr>
          <a:xfrm>
            <a:off x="5221288" y="4030663"/>
            <a:ext cx="255587" cy="820737"/>
            <a:chOff x="2459" y="2251"/>
            <a:chExt cx="161" cy="517"/>
          </a:xfrm>
        </p:grpSpPr>
        <p:sp>
          <p:nvSpPr>
            <p:cNvPr id="235549" name="Rectangle 29"/>
            <p:cNvSpPr>
              <a:spLocks noChangeArrowheads="1"/>
            </p:cNvSpPr>
            <p:nvPr/>
          </p:nvSpPr>
          <p:spPr bwMode="auto">
            <a:xfrm rot="-5400000">
              <a:off x="2214" y="2497"/>
              <a:ext cx="516"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50" name="Rectangle 30"/>
            <p:cNvSpPr>
              <a:spLocks noChangeArrowheads="1"/>
            </p:cNvSpPr>
            <p:nvPr/>
          </p:nvSpPr>
          <p:spPr bwMode="auto">
            <a:xfrm>
              <a:off x="2460" y="2251"/>
              <a:ext cx="160" cy="27"/>
            </a:xfrm>
            <a:prstGeom prst="rect">
              <a:avLst/>
            </a:prstGeom>
            <a:gradFill rotWithShape="1">
              <a:gsLst>
                <a:gs pos="0">
                  <a:schemeClr val="tx1"/>
                </a:gs>
                <a:gs pos="50000">
                  <a:schemeClr val="bg1"/>
                </a:gs>
                <a:gs pos="100000">
                  <a:schemeClr val="tx1"/>
                </a:gs>
              </a:gsLst>
              <a:lin ang="5400000" scaled="1"/>
            </a:gradFill>
            <a:ln w="6350">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35551" name="Rectangle 31"/>
          <p:cNvSpPr>
            <a:spLocks noChangeArrowheads="1"/>
          </p:cNvSpPr>
          <p:nvPr/>
        </p:nvSpPr>
        <p:spPr bwMode="auto">
          <a:xfrm flipV="1">
            <a:off x="2613025" y="4846638"/>
            <a:ext cx="5092700" cy="42863"/>
          </a:xfrm>
          <a:prstGeom prst="rect">
            <a:avLst/>
          </a:prstGeom>
          <a:gradFill rotWithShape="1">
            <a:gsLst>
              <a:gs pos="0">
                <a:schemeClr val="tx1"/>
              </a:gs>
              <a:gs pos="50000">
                <a:schemeClr val="bg1"/>
              </a:gs>
              <a:gs pos="100000">
                <a:schemeClr val="tx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484" name="Text Box 32"/>
          <p:cNvSpPr txBox="1"/>
          <p:nvPr/>
        </p:nvSpPr>
        <p:spPr>
          <a:xfrm>
            <a:off x="4416425" y="5584825"/>
            <a:ext cx="69215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home</a:t>
            </a:r>
            <a:endParaRPr lang="en-US" altLang="zh-CN" sz="1600" dirty="0">
              <a:latin typeface="Arial" panose="020B0604020202020204" pitchFamily="34" charset="0"/>
              <a:ea typeface="宋体" panose="02010600030101010101" pitchFamily="2" charset="-122"/>
            </a:endParaRPr>
          </a:p>
        </p:txBody>
      </p:sp>
      <p:pic>
        <p:nvPicPr>
          <p:cNvPr id="62485" name="Picture 33" descr="building2"/>
          <p:cNvPicPr>
            <a:picLocks noChangeAspect="1"/>
          </p:cNvPicPr>
          <p:nvPr/>
        </p:nvPicPr>
        <p:blipFill>
          <a:blip r:embed="rId3"/>
          <a:stretch>
            <a:fillRect/>
          </a:stretch>
        </p:blipFill>
        <p:spPr>
          <a:xfrm>
            <a:off x="1127125" y="4356100"/>
            <a:ext cx="1504950" cy="782638"/>
          </a:xfrm>
          <a:prstGeom prst="rect">
            <a:avLst/>
          </a:prstGeom>
          <a:noFill/>
          <a:ln w="9525">
            <a:noFill/>
          </a:ln>
        </p:spPr>
      </p:pic>
      <p:sp>
        <p:nvSpPr>
          <p:cNvPr id="62486" name="Text Box 34"/>
          <p:cNvSpPr txBox="1"/>
          <p:nvPr/>
        </p:nvSpPr>
        <p:spPr>
          <a:xfrm>
            <a:off x="1127125" y="5140325"/>
            <a:ext cx="15144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cable headend</a:t>
            </a:r>
            <a:endParaRPr lang="en-US" altLang="zh-CN" sz="1600" dirty="0">
              <a:latin typeface="Arial" panose="020B0604020202020204" pitchFamily="34" charset="0"/>
              <a:ea typeface="宋体" panose="02010600030101010101" pitchFamily="2" charset="-122"/>
            </a:endParaRPr>
          </a:p>
        </p:txBody>
      </p:sp>
      <p:sp>
        <p:nvSpPr>
          <p:cNvPr id="62487" name="Text Box 35"/>
          <p:cNvSpPr txBox="1"/>
          <p:nvPr/>
        </p:nvSpPr>
        <p:spPr>
          <a:xfrm>
            <a:off x="2257425" y="5711825"/>
            <a:ext cx="1706563" cy="581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cable distribution</a:t>
            </a:r>
            <a:endParaRPr lang="en-US" altLang="zh-CN" sz="16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network</a:t>
            </a:r>
            <a:endParaRPr lang="en-US" altLang="zh-CN" sz="1600" dirty="0">
              <a:latin typeface="Arial" panose="020B0604020202020204" pitchFamily="34" charset="0"/>
              <a:ea typeface="宋体" panose="02010600030101010101" pitchFamily="2" charset="-122"/>
            </a:endParaRPr>
          </a:p>
        </p:txBody>
      </p:sp>
      <p:sp>
        <p:nvSpPr>
          <p:cNvPr id="62488" name="Line 36"/>
          <p:cNvSpPr/>
          <p:nvPr/>
        </p:nvSpPr>
        <p:spPr>
          <a:xfrm flipV="1">
            <a:off x="3124200" y="4940300"/>
            <a:ext cx="406400" cy="762000"/>
          </a:xfrm>
          <a:prstGeom prst="line">
            <a:avLst/>
          </a:prstGeom>
          <a:ln w="9525" cap="flat" cmpd="sng">
            <a:solidFill>
              <a:schemeClr val="tx1"/>
            </a:solidFill>
            <a:prstDash val="solid"/>
            <a:headEnd type="none" w="med" len="med"/>
            <a:tailEnd type="triangle" w="med" len="med"/>
          </a:ln>
        </p:spPr>
      </p:sp>
      <p:grpSp>
        <p:nvGrpSpPr>
          <p:cNvPr id="9" name="Group 37"/>
          <p:cNvGrpSpPr/>
          <p:nvPr/>
        </p:nvGrpSpPr>
        <p:grpSpPr>
          <a:xfrm>
            <a:off x="4846638" y="1352550"/>
            <a:ext cx="2043112" cy="958850"/>
            <a:chOff x="2505" y="826"/>
            <a:chExt cx="1287" cy="604"/>
          </a:xfrm>
        </p:grpSpPr>
        <p:sp>
          <p:nvSpPr>
            <p:cNvPr id="62529" name="Line 38"/>
            <p:cNvSpPr/>
            <p:nvPr/>
          </p:nvSpPr>
          <p:spPr>
            <a:xfrm flipH="1">
              <a:off x="2505" y="1115"/>
              <a:ext cx="128" cy="293"/>
            </a:xfrm>
            <a:prstGeom prst="line">
              <a:avLst/>
            </a:prstGeom>
            <a:ln w="9525" cap="flat" cmpd="sng">
              <a:solidFill>
                <a:schemeClr val="tx1"/>
              </a:solidFill>
              <a:prstDash val="solid"/>
              <a:headEnd type="none" w="med" len="med"/>
              <a:tailEnd type="triangle" w="med" len="med"/>
            </a:ln>
          </p:spPr>
        </p:sp>
        <p:sp>
          <p:nvSpPr>
            <p:cNvPr id="62530" name="Freeform 39"/>
            <p:cNvSpPr/>
            <p:nvPr/>
          </p:nvSpPr>
          <p:spPr>
            <a:xfrm>
              <a:off x="2548" y="826"/>
              <a:ext cx="562" cy="266"/>
            </a:xfrm>
            <a:custGeom>
              <a:avLst/>
              <a:gdLst>
                <a:gd name="txL" fmla="*/ 0 w 562"/>
                <a:gd name="txT" fmla="*/ 0 h 266"/>
                <a:gd name="txR" fmla="*/ 562 w 562"/>
                <a:gd name="txB" fmla="*/ 266 h 266"/>
              </a:gdLst>
              <a:ahLst/>
              <a:cxnLst>
                <a:cxn ang="0">
                  <a:pos x="4" y="264"/>
                </a:cxn>
                <a:cxn ang="0">
                  <a:pos x="52" y="6"/>
                </a:cxn>
                <a:cxn ang="0">
                  <a:pos x="108" y="266"/>
                </a:cxn>
                <a:cxn ang="0">
                  <a:pos x="174" y="0"/>
                </a:cxn>
                <a:cxn ang="0">
                  <a:pos x="228" y="264"/>
                </a:cxn>
                <a:cxn ang="0">
                  <a:pos x="288" y="8"/>
                </a:cxn>
                <a:cxn ang="0">
                  <a:pos x="354" y="266"/>
                </a:cxn>
                <a:cxn ang="0">
                  <a:pos x="402" y="8"/>
                </a:cxn>
                <a:cxn ang="0">
                  <a:pos x="464" y="264"/>
                </a:cxn>
                <a:cxn ang="0">
                  <a:pos x="506" y="6"/>
                </a:cxn>
                <a:cxn ang="0">
                  <a:pos x="556" y="266"/>
                </a:cxn>
              </a:cxnLst>
              <a:rect l="txL" t="txT" r="txR" b="txB"/>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531" name="Freeform 40"/>
            <p:cNvSpPr/>
            <p:nvPr/>
          </p:nvSpPr>
          <p:spPr>
            <a:xfrm>
              <a:off x="3523" y="830"/>
              <a:ext cx="269" cy="266"/>
            </a:xfrm>
            <a:custGeom>
              <a:avLst/>
              <a:gdLst>
                <a:gd name="txL" fmla="*/ 0 w 562"/>
                <a:gd name="txT" fmla="*/ 0 h 266"/>
                <a:gd name="txR" fmla="*/ 562 w 562"/>
                <a:gd name="txB" fmla="*/ 266 h 266"/>
              </a:gdLst>
              <a:ahLst/>
              <a:cxnLst>
                <a:cxn ang="0">
                  <a:pos x="0" y="264"/>
                </a:cxn>
                <a:cxn ang="0">
                  <a:pos x="1" y="6"/>
                </a:cxn>
                <a:cxn ang="0">
                  <a:pos x="3" y="266"/>
                </a:cxn>
                <a:cxn ang="0">
                  <a:pos x="4" y="0"/>
                </a:cxn>
                <a:cxn ang="0">
                  <a:pos x="6" y="264"/>
                </a:cxn>
                <a:cxn ang="0">
                  <a:pos x="7" y="8"/>
                </a:cxn>
                <a:cxn ang="0">
                  <a:pos x="9" y="266"/>
                </a:cxn>
                <a:cxn ang="0">
                  <a:pos x="10" y="8"/>
                </a:cxn>
                <a:cxn ang="0">
                  <a:pos x="11" y="264"/>
                </a:cxn>
                <a:cxn ang="0">
                  <a:pos x="13" y="6"/>
                </a:cxn>
                <a:cxn ang="0">
                  <a:pos x="14" y="266"/>
                </a:cxn>
              </a:cxnLst>
              <a:rect l="txL" t="txT" r="txR" b="txB"/>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532" name="Line 41"/>
            <p:cNvSpPr/>
            <p:nvPr/>
          </p:nvSpPr>
          <p:spPr>
            <a:xfrm flipH="1">
              <a:off x="3433" y="1137"/>
              <a:ext cx="128" cy="293"/>
            </a:xfrm>
            <a:prstGeom prst="line">
              <a:avLst/>
            </a:prstGeom>
            <a:ln w="9525" cap="flat" cmpd="sng">
              <a:solidFill>
                <a:schemeClr val="tx1"/>
              </a:solidFill>
              <a:prstDash val="solid"/>
              <a:headEnd type="none" w="med" len="med"/>
              <a:tailEnd type="triangle" w="med" len="med"/>
            </a:ln>
          </p:spPr>
        </p:sp>
      </p:grpSp>
      <p:grpSp>
        <p:nvGrpSpPr>
          <p:cNvPr id="10" name="Group 42"/>
          <p:cNvGrpSpPr/>
          <p:nvPr/>
        </p:nvGrpSpPr>
        <p:grpSpPr>
          <a:xfrm>
            <a:off x="4137025" y="1509713"/>
            <a:ext cx="3021013" cy="2114550"/>
            <a:chOff x="2606" y="951"/>
            <a:chExt cx="1903" cy="1332"/>
          </a:xfrm>
        </p:grpSpPr>
        <p:sp>
          <p:nvSpPr>
            <p:cNvPr id="62499" name="Text Box 43"/>
            <p:cNvSpPr txBox="1"/>
            <p:nvPr/>
          </p:nvSpPr>
          <p:spPr>
            <a:xfrm>
              <a:off x="3378" y="2071"/>
              <a:ext cx="655"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Channels</a:t>
              </a:r>
              <a:endParaRPr lang="en-US" altLang="zh-CN" sz="1600" dirty="0">
                <a:latin typeface="Arial" panose="020B0604020202020204" pitchFamily="34" charset="0"/>
                <a:ea typeface="宋体" panose="02010600030101010101" pitchFamily="2" charset="-122"/>
              </a:endParaRPr>
            </a:p>
          </p:txBody>
        </p:sp>
        <p:sp>
          <p:nvSpPr>
            <p:cNvPr id="62500" name="Line 44"/>
            <p:cNvSpPr/>
            <p:nvPr/>
          </p:nvSpPr>
          <p:spPr>
            <a:xfrm>
              <a:off x="2994" y="951"/>
              <a:ext cx="0" cy="978"/>
            </a:xfrm>
            <a:prstGeom prst="line">
              <a:avLst/>
            </a:prstGeom>
            <a:ln w="9525" cap="flat" cmpd="sng">
              <a:solidFill>
                <a:schemeClr val="tx1"/>
              </a:solidFill>
              <a:prstDash val="solid"/>
              <a:headEnd type="none" w="med" len="med"/>
              <a:tailEnd type="none" w="med" len="med"/>
            </a:ln>
          </p:spPr>
        </p:sp>
        <p:sp>
          <p:nvSpPr>
            <p:cNvPr id="62501" name="Line 45"/>
            <p:cNvSpPr/>
            <p:nvPr/>
          </p:nvSpPr>
          <p:spPr>
            <a:xfrm flipV="1">
              <a:off x="2988" y="1935"/>
              <a:ext cx="1464" cy="0"/>
            </a:xfrm>
            <a:prstGeom prst="line">
              <a:avLst/>
            </a:prstGeom>
            <a:ln w="9525" cap="flat" cmpd="sng">
              <a:solidFill>
                <a:schemeClr val="tx1"/>
              </a:solidFill>
              <a:prstDash val="solid"/>
              <a:headEnd type="none" w="med" len="med"/>
              <a:tailEnd type="none" w="med" len="med"/>
            </a:ln>
          </p:spPr>
        </p:sp>
        <p:sp>
          <p:nvSpPr>
            <p:cNvPr id="62502" name="Text Box 46"/>
            <p:cNvSpPr txBox="1"/>
            <p:nvPr/>
          </p:nvSpPr>
          <p:spPr>
            <a:xfrm>
              <a:off x="2978" y="1408"/>
              <a:ext cx="178" cy="5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V</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I</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D</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E</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O</a:t>
              </a:r>
              <a:endParaRPr lang="en-US" altLang="zh-CN" sz="1000" dirty="0">
                <a:latin typeface="Arial" panose="020B0604020202020204" pitchFamily="34" charset="0"/>
                <a:ea typeface="宋体" panose="02010600030101010101" pitchFamily="2" charset="-122"/>
              </a:endParaRPr>
            </a:p>
          </p:txBody>
        </p:sp>
        <p:sp>
          <p:nvSpPr>
            <p:cNvPr id="62503" name="Line 47"/>
            <p:cNvSpPr/>
            <p:nvPr/>
          </p:nvSpPr>
          <p:spPr>
            <a:xfrm>
              <a:off x="3150" y="1863"/>
              <a:ext cx="0" cy="144"/>
            </a:xfrm>
            <a:prstGeom prst="line">
              <a:avLst/>
            </a:prstGeom>
            <a:ln w="9525" cap="flat" cmpd="sng">
              <a:solidFill>
                <a:schemeClr val="tx1"/>
              </a:solidFill>
              <a:prstDash val="solid"/>
              <a:headEnd type="none" w="med" len="med"/>
              <a:tailEnd type="none" w="med" len="med"/>
            </a:ln>
          </p:spPr>
        </p:sp>
        <p:sp>
          <p:nvSpPr>
            <p:cNvPr id="62504" name="Text Box 48"/>
            <p:cNvSpPr txBox="1"/>
            <p:nvPr/>
          </p:nvSpPr>
          <p:spPr>
            <a:xfrm>
              <a:off x="3152" y="1408"/>
              <a:ext cx="178" cy="5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V</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I</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D</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E</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O</a:t>
              </a:r>
              <a:endParaRPr lang="en-US" altLang="zh-CN" sz="1000" dirty="0">
                <a:latin typeface="Arial" panose="020B0604020202020204" pitchFamily="34" charset="0"/>
                <a:ea typeface="宋体" panose="02010600030101010101" pitchFamily="2" charset="-122"/>
              </a:endParaRPr>
            </a:p>
          </p:txBody>
        </p:sp>
        <p:sp>
          <p:nvSpPr>
            <p:cNvPr id="62505" name="Text Box 49"/>
            <p:cNvSpPr txBox="1"/>
            <p:nvPr/>
          </p:nvSpPr>
          <p:spPr>
            <a:xfrm>
              <a:off x="3338" y="1408"/>
              <a:ext cx="178" cy="5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V</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I</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D</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E</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O</a:t>
              </a:r>
              <a:endParaRPr lang="en-US" altLang="zh-CN" sz="1000" dirty="0">
                <a:latin typeface="Arial" panose="020B0604020202020204" pitchFamily="34" charset="0"/>
                <a:ea typeface="宋体" panose="02010600030101010101" pitchFamily="2" charset="-122"/>
              </a:endParaRPr>
            </a:p>
          </p:txBody>
        </p:sp>
        <p:sp>
          <p:nvSpPr>
            <p:cNvPr id="62506" name="Text Box 50"/>
            <p:cNvSpPr txBox="1"/>
            <p:nvPr/>
          </p:nvSpPr>
          <p:spPr>
            <a:xfrm>
              <a:off x="3524" y="1408"/>
              <a:ext cx="178" cy="5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V</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I</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D</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E</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O</a:t>
              </a:r>
              <a:endParaRPr lang="en-US" altLang="zh-CN" sz="1000" dirty="0">
                <a:latin typeface="Arial" panose="020B0604020202020204" pitchFamily="34" charset="0"/>
                <a:ea typeface="宋体" panose="02010600030101010101" pitchFamily="2" charset="-122"/>
              </a:endParaRPr>
            </a:p>
          </p:txBody>
        </p:sp>
        <p:sp>
          <p:nvSpPr>
            <p:cNvPr id="62507" name="Text Box 51"/>
            <p:cNvSpPr txBox="1"/>
            <p:nvPr/>
          </p:nvSpPr>
          <p:spPr>
            <a:xfrm>
              <a:off x="3710" y="1408"/>
              <a:ext cx="178" cy="5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V</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I</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D</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E</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O</a:t>
              </a:r>
              <a:endParaRPr lang="en-US" altLang="zh-CN" sz="1000" dirty="0">
                <a:latin typeface="Arial" panose="020B0604020202020204" pitchFamily="34" charset="0"/>
                <a:ea typeface="宋体" panose="02010600030101010101" pitchFamily="2" charset="-122"/>
              </a:endParaRPr>
            </a:p>
          </p:txBody>
        </p:sp>
        <p:sp>
          <p:nvSpPr>
            <p:cNvPr id="62508" name="Text Box 52"/>
            <p:cNvSpPr txBox="1"/>
            <p:nvPr/>
          </p:nvSpPr>
          <p:spPr>
            <a:xfrm>
              <a:off x="3896" y="1408"/>
              <a:ext cx="178" cy="5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V</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I</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D</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E</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O</a:t>
              </a:r>
              <a:endParaRPr lang="en-US" altLang="zh-CN" sz="1000" dirty="0">
                <a:latin typeface="Arial" panose="020B0604020202020204" pitchFamily="34" charset="0"/>
                <a:ea typeface="宋体" panose="02010600030101010101" pitchFamily="2" charset="-122"/>
              </a:endParaRPr>
            </a:p>
          </p:txBody>
        </p:sp>
        <p:sp>
          <p:nvSpPr>
            <p:cNvPr id="62509" name="Text Box 53"/>
            <p:cNvSpPr txBox="1"/>
            <p:nvPr/>
          </p:nvSpPr>
          <p:spPr>
            <a:xfrm>
              <a:off x="4058" y="1402"/>
              <a:ext cx="174" cy="5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D</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A</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T</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A</a:t>
              </a:r>
              <a:endParaRPr lang="en-US" altLang="zh-CN" sz="1000" dirty="0">
                <a:latin typeface="Arial" panose="020B0604020202020204" pitchFamily="34" charset="0"/>
                <a:ea typeface="宋体" panose="02010600030101010101" pitchFamily="2" charset="-122"/>
              </a:endParaRPr>
            </a:p>
          </p:txBody>
        </p:sp>
        <p:sp>
          <p:nvSpPr>
            <p:cNvPr id="62510" name="Text Box 54"/>
            <p:cNvSpPr txBox="1"/>
            <p:nvPr/>
          </p:nvSpPr>
          <p:spPr>
            <a:xfrm>
              <a:off x="4202" y="1402"/>
              <a:ext cx="174" cy="5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D</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A</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T</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A</a:t>
              </a:r>
              <a:endParaRPr lang="en-US" altLang="zh-CN" sz="1000" dirty="0">
                <a:latin typeface="Arial" panose="020B0604020202020204" pitchFamily="34" charset="0"/>
                <a:ea typeface="宋体" panose="02010600030101010101" pitchFamily="2" charset="-122"/>
              </a:endParaRPr>
            </a:p>
          </p:txBody>
        </p:sp>
        <p:sp>
          <p:nvSpPr>
            <p:cNvPr id="62511" name="Text Box 55"/>
            <p:cNvSpPr txBox="1"/>
            <p:nvPr/>
          </p:nvSpPr>
          <p:spPr>
            <a:xfrm>
              <a:off x="4330" y="1114"/>
              <a:ext cx="178" cy="82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C</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O</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N</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T</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R</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O</a:t>
              </a:r>
              <a:endParaRPr lang="en-US" altLang="zh-CN" sz="10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L</a:t>
              </a:r>
              <a:endParaRPr lang="en-US" altLang="zh-CN" sz="1000" dirty="0">
                <a:latin typeface="Arial" panose="020B0604020202020204" pitchFamily="34" charset="0"/>
                <a:ea typeface="宋体" panose="02010600030101010101" pitchFamily="2" charset="-122"/>
              </a:endParaRPr>
            </a:p>
          </p:txBody>
        </p:sp>
        <p:sp>
          <p:nvSpPr>
            <p:cNvPr id="62512" name="Line 56"/>
            <p:cNvSpPr/>
            <p:nvPr/>
          </p:nvSpPr>
          <p:spPr>
            <a:xfrm>
              <a:off x="3334" y="1863"/>
              <a:ext cx="0" cy="144"/>
            </a:xfrm>
            <a:prstGeom prst="line">
              <a:avLst/>
            </a:prstGeom>
            <a:ln w="9525" cap="flat" cmpd="sng">
              <a:solidFill>
                <a:schemeClr val="tx1"/>
              </a:solidFill>
              <a:prstDash val="solid"/>
              <a:headEnd type="none" w="med" len="med"/>
              <a:tailEnd type="none" w="med" len="med"/>
            </a:ln>
          </p:spPr>
        </p:sp>
        <p:sp>
          <p:nvSpPr>
            <p:cNvPr id="62513" name="Line 57"/>
            <p:cNvSpPr/>
            <p:nvPr/>
          </p:nvSpPr>
          <p:spPr>
            <a:xfrm>
              <a:off x="3514" y="1863"/>
              <a:ext cx="0" cy="144"/>
            </a:xfrm>
            <a:prstGeom prst="line">
              <a:avLst/>
            </a:prstGeom>
            <a:ln w="9525" cap="flat" cmpd="sng">
              <a:solidFill>
                <a:schemeClr val="tx1"/>
              </a:solidFill>
              <a:prstDash val="solid"/>
              <a:headEnd type="none" w="med" len="med"/>
              <a:tailEnd type="none" w="med" len="med"/>
            </a:ln>
          </p:spPr>
        </p:sp>
        <p:sp>
          <p:nvSpPr>
            <p:cNvPr id="62514" name="Line 58"/>
            <p:cNvSpPr/>
            <p:nvPr/>
          </p:nvSpPr>
          <p:spPr>
            <a:xfrm>
              <a:off x="3698" y="1863"/>
              <a:ext cx="0" cy="144"/>
            </a:xfrm>
            <a:prstGeom prst="line">
              <a:avLst/>
            </a:prstGeom>
            <a:ln w="9525" cap="flat" cmpd="sng">
              <a:solidFill>
                <a:schemeClr val="tx1"/>
              </a:solidFill>
              <a:prstDash val="solid"/>
              <a:headEnd type="none" w="med" len="med"/>
              <a:tailEnd type="none" w="med" len="med"/>
            </a:ln>
          </p:spPr>
        </p:sp>
        <p:sp>
          <p:nvSpPr>
            <p:cNvPr id="62515" name="Line 59"/>
            <p:cNvSpPr/>
            <p:nvPr/>
          </p:nvSpPr>
          <p:spPr>
            <a:xfrm>
              <a:off x="3886" y="1863"/>
              <a:ext cx="0" cy="144"/>
            </a:xfrm>
            <a:prstGeom prst="line">
              <a:avLst/>
            </a:prstGeom>
            <a:ln w="9525" cap="flat" cmpd="sng">
              <a:solidFill>
                <a:schemeClr val="tx1"/>
              </a:solidFill>
              <a:prstDash val="solid"/>
              <a:headEnd type="none" w="med" len="med"/>
              <a:tailEnd type="none" w="med" len="med"/>
            </a:ln>
          </p:spPr>
        </p:sp>
        <p:sp>
          <p:nvSpPr>
            <p:cNvPr id="62516" name="Line 60"/>
            <p:cNvSpPr/>
            <p:nvPr/>
          </p:nvSpPr>
          <p:spPr>
            <a:xfrm>
              <a:off x="4062" y="1871"/>
              <a:ext cx="0" cy="144"/>
            </a:xfrm>
            <a:prstGeom prst="line">
              <a:avLst/>
            </a:prstGeom>
            <a:ln w="9525" cap="flat" cmpd="sng">
              <a:solidFill>
                <a:schemeClr val="tx1"/>
              </a:solidFill>
              <a:prstDash val="solid"/>
              <a:headEnd type="none" w="med" len="med"/>
              <a:tailEnd type="none" w="med" len="med"/>
            </a:ln>
          </p:spPr>
        </p:sp>
        <p:sp>
          <p:nvSpPr>
            <p:cNvPr id="62517" name="Line 61"/>
            <p:cNvSpPr/>
            <p:nvPr/>
          </p:nvSpPr>
          <p:spPr>
            <a:xfrm>
              <a:off x="4218" y="1867"/>
              <a:ext cx="0" cy="144"/>
            </a:xfrm>
            <a:prstGeom prst="line">
              <a:avLst/>
            </a:prstGeom>
            <a:ln w="9525" cap="flat" cmpd="sng">
              <a:solidFill>
                <a:schemeClr val="tx1"/>
              </a:solidFill>
              <a:prstDash val="solid"/>
              <a:headEnd type="none" w="med" len="med"/>
              <a:tailEnd type="none" w="med" len="med"/>
            </a:ln>
          </p:spPr>
        </p:sp>
        <p:sp>
          <p:nvSpPr>
            <p:cNvPr id="62518" name="Line 62"/>
            <p:cNvSpPr/>
            <p:nvPr/>
          </p:nvSpPr>
          <p:spPr>
            <a:xfrm>
              <a:off x="4362" y="1859"/>
              <a:ext cx="0" cy="144"/>
            </a:xfrm>
            <a:prstGeom prst="line">
              <a:avLst/>
            </a:prstGeom>
            <a:ln w="9525" cap="flat" cmpd="sng">
              <a:solidFill>
                <a:schemeClr val="tx1"/>
              </a:solidFill>
              <a:prstDash val="solid"/>
              <a:headEnd type="none" w="med" len="med"/>
              <a:tailEnd type="none" w="med" len="med"/>
            </a:ln>
          </p:spPr>
        </p:sp>
        <p:sp>
          <p:nvSpPr>
            <p:cNvPr id="62519" name="Text Box 63"/>
            <p:cNvSpPr txBox="1"/>
            <p:nvPr/>
          </p:nvSpPr>
          <p:spPr>
            <a:xfrm>
              <a:off x="2985" y="1960"/>
              <a:ext cx="160"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62520" name="Text Box 64"/>
            <p:cNvSpPr txBox="1"/>
            <p:nvPr/>
          </p:nvSpPr>
          <p:spPr>
            <a:xfrm>
              <a:off x="3153" y="1960"/>
              <a:ext cx="160"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2</a:t>
              </a:r>
              <a:endParaRPr lang="en-US" altLang="zh-CN" sz="1000" dirty="0">
                <a:latin typeface="Arial" panose="020B0604020202020204" pitchFamily="34" charset="0"/>
                <a:ea typeface="宋体" panose="02010600030101010101" pitchFamily="2" charset="-122"/>
              </a:endParaRPr>
            </a:p>
          </p:txBody>
        </p:sp>
        <p:sp>
          <p:nvSpPr>
            <p:cNvPr id="62521" name="Text Box 65"/>
            <p:cNvSpPr txBox="1"/>
            <p:nvPr/>
          </p:nvSpPr>
          <p:spPr>
            <a:xfrm>
              <a:off x="3345" y="1960"/>
              <a:ext cx="160"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3</a:t>
              </a:r>
              <a:endParaRPr lang="en-US" altLang="zh-CN" sz="1000" dirty="0">
                <a:latin typeface="Arial" panose="020B0604020202020204" pitchFamily="34" charset="0"/>
                <a:ea typeface="宋体" panose="02010600030101010101" pitchFamily="2" charset="-122"/>
              </a:endParaRPr>
            </a:p>
          </p:txBody>
        </p:sp>
        <p:sp>
          <p:nvSpPr>
            <p:cNvPr id="62522" name="Text Box 66"/>
            <p:cNvSpPr txBox="1"/>
            <p:nvPr/>
          </p:nvSpPr>
          <p:spPr>
            <a:xfrm>
              <a:off x="3517" y="1960"/>
              <a:ext cx="160"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4</a:t>
              </a:r>
              <a:endParaRPr lang="en-US" altLang="zh-CN" sz="1000" dirty="0">
                <a:latin typeface="Arial" panose="020B0604020202020204" pitchFamily="34" charset="0"/>
                <a:ea typeface="宋体" panose="02010600030101010101" pitchFamily="2" charset="-122"/>
              </a:endParaRPr>
            </a:p>
          </p:txBody>
        </p:sp>
        <p:sp>
          <p:nvSpPr>
            <p:cNvPr id="62523" name="Text Box 67"/>
            <p:cNvSpPr txBox="1"/>
            <p:nvPr/>
          </p:nvSpPr>
          <p:spPr>
            <a:xfrm>
              <a:off x="3705" y="1956"/>
              <a:ext cx="160"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5</a:t>
              </a:r>
              <a:endParaRPr lang="en-US" altLang="zh-CN" sz="1000" dirty="0">
                <a:latin typeface="Arial" panose="020B0604020202020204" pitchFamily="34" charset="0"/>
                <a:ea typeface="宋体" panose="02010600030101010101" pitchFamily="2" charset="-122"/>
              </a:endParaRPr>
            </a:p>
          </p:txBody>
        </p:sp>
        <p:sp>
          <p:nvSpPr>
            <p:cNvPr id="62524" name="Text Box 68"/>
            <p:cNvSpPr txBox="1"/>
            <p:nvPr/>
          </p:nvSpPr>
          <p:spPr>
            <a:xfrm>
              <a:off x="3893" y="1956"/>
              <a:ext cx="160"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6</a:t>
              </a:r>
              <a:endParaRPr lang="en-US" altLang="zh-CN" sz="1000" dirty="0">
                <a:latin typeface="Arial" panose="020B0604020202020204" pitchFamily="34" charset="0"/>
                <a:ea typeface="宋体" panose="02010600030101010101" pitchFamily="2" charset="-122"/>
              </a:endParaRPr>
            </a:p>
          </p:txBody>
        </p:sp>
        <p:sp>
          <p:nvSpPr>
            <p:cNvPr id="62525" name="Text Box 69"/>
            <p:cNvSpPr txBox="1"/>
            <p:nvPr/>
          </p:nvSpPr>
          <p:spPr>
            <a:xfrm>
              <a:off x="4057" y="1956"/>
              <a:ext cx="160"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7</a:t>
              </a:r>
              <a:endParaRPr lang="en-US" altLang="zh-CN" sz="1000" dirty="0">
                <a:latin typeface="Arial" panose="020B0604020202020204" pitchFamily="34" charset="0"/>
                <a:ea typeface="宋体" panose="02010600030101010101" pitchFamily="2" charset="-122"/>
              </a:endParaRPr>
            </a:p>
          </p:txBody>
        </p:sp>
        <p:sp>
          <p:nvSpPr>
            <p:cNvPr id="62526" name="Text Box 70"/>
            <p:cNvSpPr txBox="1"/>
            <p:nvPr/>
          </p:nvSpPr>
          <p:spPr>
            <a:xfrm>
              <a:off x="4205" y="1956"/>
              <a:ext cx="160"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8</a:t>
              </a:r>
              <a:endParaRPr lang="en-US" altLang="zh-CN" sz="1000" dirty="0">
                <a:latin typeface="Arial" panose="020B0604020202020204" pitchFamily="34" charset="0"/>
                <a:ea typeface="宋体" panose="02010600030101010101" pitchFamily="2" charset="-122"/>
              </a:endParaRPr>
            </a:p>
          </p:txBody>
        </p:sp>
        <p:sp>
          <p:nvSpPr>
            <p:cNvPr id="62527" name="Text Box 71"/>
            <p:cNvSpPr txBox="1"/>
            <p:nvPr/>
          </p:nvSpPr>
          <p:spPr>
            <a:xfrm>
              <a:off x="4349" y="1956"/>
              <a:ext cx="160"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000" dirty="0">
                  <a:latin typeface="Arial" panose="020B0604020202020204" pitchFamily="34" charset="0"/>
                  <a:ea typeface="宋体" panose="02010600030101010101" pitchFamily="2" charset="-122"/>
                </a:rPr>
                <a:t>9</a:t>
              </a:r>
              <a:endParaRPr lang="en-US" altLang="zh-CN" sz="1000" dirty="0">
                <a:latin typeface="Arial" panose="020B0604020202020204" pitchFamily="34" charset="0"/>
                <a:ea typeface="宋体" panose="02010600030101010101" pitchFamily="2" charset="-122"/>
              </a:endParaRPr>
            </a:p>
          </p:txBody>
        </p:sp>
        <p:sp>
          <p:nvSpPr>
            <p:cNvPr id="62528" name="Freeform 72"/>
            <p:cNvSpPr/>
            <p:nvPr/>
          </p:nvSpPr>
          <p:spPr>
            <a:xfrm>
              <a:off x="2606" y="969"/>
              <a:ext cx="375" cy="969"/>
            </a:xfrm>
            <a:custGeom>
              <a:avLst/>
              <a:gdLst>
                <a:gd name="txL" fmla="*/ 0 w 375"/>
                <a:gd name="txT" fmla="*/ 0 h 969"/>
                <a:gd name="txR" fmla="*/ 375 w 375"/>
                <a:gd name="txB" fmla="*/ 969 h 969"/>
              </a:gdLst>
              <a:ahLst/>
              <a:cxnLst>
                <a:cxn ang="0">
                  <a:pos x="375" y="0"/>
                </a:cxn>
                <a:cxn ang="0">
                  <a:pos x="0" y="485"/>
                </a:cxn>
                <a:cxn ang="0">
                  <a:pos x="375" y="969"/>
                </a:cxn>
                <a:cxn ang="0">
                  <a:pos x="375" y="0"/>
                </a:cxn>
              </a:cxnLst>
              <a:rect l="txL" t="txT" r="txR" b="txB"/>
              <a:pathLst>
                <a:path w="375" h="969">
                  <a:moveTo>
                    <a:pt x="375" y="0"/>
                  </a:moveTo>
                  <a:lnTo>
                    <a:pt x="0" y="485"/>
                  </a:lnTo>
                  <a:lnTo>
                    <a:pt x="375" y="969"/>
                  </a:lnTo>
                  <a:lnTo>
                    <a:pt x="375" y="0"/>
                  </a:lnTo>
                  <a:close/>
                </a:path>
              </a:pathLst>
            </a:custGeom>
            <a:gradFill rotWithShape="1">
              <a:gsLst>
                <a:gs pos="0">
                  <a:schemeClr val="tx1">
                    <a:alpha val="100000"/>
                  </a:schemeClr>
                </a:gs>
                <a:gs pos="100000">
                  <a:schemeClr val="bg1">
                    <a:alpha val="100000"/>
                  </a:schemeClr>
                </a:gs>
              </a:gsLst>
              <a:lin ang="0" scaled="1"/>
              <a:tileRect/>
            </a:gradFill>
            <a:ln w="3175">
              <a:noFill/>
            </a:ln>
          </p:spPr>
          <p:txBody>
            <a:bodyPr/>
            <a:p>
              <a:endParaRPr lang="zh-CN" altLang="en-US"/>
            </a:p>
          </p:txBody>
        </p:sp>
      </p:grpSp>
      <p:grpSp>
        <p:nvGrpSpPr>
          <p:cNvPr id="11" name="Group 73"/>
          <p:cNvGrpSpPr/>
          <p:nvPr/>
        </p:nvGrpSpPr>
        <p:grpSpPr>
          <a:xfrm>
            <a:off x="2398713" y="2176463"/>
            <a:ext cx="1666875" cy="2062162"/>
            <a:chOff x="1511" y="1371"/>
            <a:chExt cx="1050" cy="1299"/>
          </a:xfrm>
        </p:grpSpPr>
        <p:grpSp>
          <p:nvGrpSpPr>
            <p:cNvPr id="62493" name="Group 74"/>
            <p:cNvGrpSpPr/>
            <p:nvPr/>
          </p:nvGrpSpPr>
          <p:grpSpPr>
            <a:xfrm>
              <a:off x="1511" y="1371"/>
              <a:ext cx="1050" cy="198"/>
              <a:chOff x="1614" y="1494"/>
              <a:chExt cx="1050" cy="198"/>
            </a:xfrm>
          </p:grpSpPr>
          <p:sp>
            <p:nvSpPr>
              <p:cNvPr id="62495" name="Rectangle 75"/>
              <p:cNvSpPr/>
              <p:nvPr/>
            </p:nvSpPr>
            <p:spPr>
              <a:xfrm>
                <a:off x="2358" y="1500"/>
                <a:ext cx="168" cy="1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35596" name="Freeform 76"/>
              <p:cNvSpPr/>
              <p:nvPr/>
            </p:nvSpPr>
            <p:spPr bwMode="auto">
              <a:xfrm>
                <a:off x="1614" y="1494"/>
                <a:ext cx="896" cy="198"/>
              </a:xfrm>
              <a:custGeom>
                <a:avLst/>
                <a:gdLst/>
                <a:ahLst/>
                <a:cxnLst>
                  <a:cxn ang="0">
                    <a:pos x="18" y="0"/>
                  </a:cxn>
                  <a:cxn ang="0">
                    <a:pos x="0" y="96"/>
                  </a:cxn>
                  <a:cxn ang="0">
                    <a:pos x="18" y="198"/>
                  </a:cxn>
                  <a:cxn ang="0">
                    <a:pos x="774" y="198"/>
                  </a:cxn>
                  <a:cxn ang="0">
                    <a:pos x="750" y="90"/>
                  </a:cxn>
                  <a:cxn ang="0">
                    <a:pos x="774" y="0"/>
                  </a:cxn>
                  <a:cxn ang="0">
                    <a:pos x="18" y="0"/>
                  </a:cxn>
                </a:cxnLst>
                <a:rect l="0" t="0" r="r" b="b"/>
                <a:pathLst>
                  <a:path w="896" h="198">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rotWithShape="1">
                <a:gsLst>
                  <a:gs pos="0">
                    <a:schemeClr val="tx1"/>
                  </a:gs>
                  <a:gs pos="50000">
                    <a:schemeClr val="bg1"/>
                  </a:gs>
                  <a:gs pos="100000">
                    <a:schemeClr val="tx1"/>
                  </a:gs>
                </a:gsLst>
                <a:lin ang="5400000" scaled="1"/>
              </a:gradFill>
              <a:ln w="9525">
                <a:solidFill>
                  <a:schemeClr val="tx1"/>
                </a:solid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2497" name="Oval 77"/>
              <p:cNvSpPr/>
              <p:nvPr/>
            </p:nvSpPr>
            <p:spPr>
              <a:xfrm>
                <a:off x="2502" y="1506"/>
                <a:ext cx="62" cy="16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2498" name="Line 78"/>
              <p:cNvSpPr/>
              <p:nvPr/>
            </p:nvSpPr>
            <p:spPr>
              <a:xfrm>
                <a:off x="2526" y="1584"/>
                <a:ext cx="138" cy="0"/>
              </a:xfrm>
              <a:prstGeom prst="line">
                <a:avLst/>
              </a:prstGeom>
              <a:ln w="28575" cap="flat" cmpd="sng">
                <a:solidFill>
                  <a:schemeClr val="tx1"/>
                </a:solidFill>
                <a:prstDash val="solid"/>
                <a:headEnd type="none" w="med" len="med"/>
                <a:tailEnd type="none" w="med" len="med"/>
              </a:ln>
            </p:spPr>
          </p:sp>
        </p:grpSp>
        <p:sp>
          <p:nvSpPr>
            <p:cNvPr id="62494" name="Freeform 79"/>
            <p:cNvSpPr/>
            <p:nvPr/>
          </p:nvSpPr>
          <p:spPr>
            <a:xfrm>
              <a:off x="1536" y="1563"/>
              <a:ext cx="1015" cy="1107"/>
            </a:xfrm>
            <a:custGeom>
              <a:avLst/>
              <a:gdLst>
                <a:gd name="txL" fmla="*/ 0 w 1015"/>
                <a:gd name="txT" fmla="*/ 0 h 1107"/>
                <a:gd name="txR" fmla="*/ 1015 w 1015"/>
                <a:gd name="txB" fmla="*/ 1107 h 1107"/>
              </a:gdLst>
              <a:ahLst/>
              <a:cxnLst>
                <a:cxn ang="0">
                  <a:pos x="1015" y="1107"/>
                </a:cxn>
                <a:cxn ang="0">
                  <a:pos x="0" y="0"/>
                </a:cxn>
                <a:cxn ang="0">
                  <a:pos x="905" y="0"/>
                </a:cxn>
                <a:cxn ang="0">
                  <a:pos x="1015" y="1107"/>
                </a:cxn>
              </a:cxnLst>
              <a:rect l="txL" t="txT" r="txR" b="txB"/>
              <a:pathLst>
                <a:path w="1015" h="1107">
                  <a:moveTo>
                    <a:pt x="1015" y="1107"/>
                  </a:moveTo>
                  <a:lnTo>
                    <a:pt x="0" y="0"/>
                  </a:lnTo>
                  <a:lnTo>
                    <a:pt x="905" y="0"/>
                  </a:lnTo>
                  <a:lnTo>
                    <a:pt x="1015" y="1107"/>
                  </a:lnTo>
                  <a:close/>
                </a:path>
              </a:pathLst>
            </a:custGeom>
            <a:gradFill rotWithShape="1">
              <a:gsLst>
                <a:gs pos="0">
                  <a:schemeClr val="bg1">
                    <a:alpha val="100000"/>
                  </a:schemeClr>
                </a:gs>
                <a:gs pos="100000">
                  <a:schemeClr val="tx1">
                    <a:alpha val="100000"/>
                  </a:schemeClr>
                </a:gs>
              </a:gsLst>
              <a:lin ang="5400000" scaled="1"/>
              <a:tileRect/>
            </a:gradFill>
            <a:ln w="9525">
              <a:noFill/>
            </a:ln>
          </p:spPr>
          <p:txBody>
            <a:bodyPr/>
            <a:p>
              <a:endParaRPr lang="zh-CN" altLang="en-US"/>
            </a:p>
          </p:txBody>
        </p:sp>
      </p:grpSp>
      <p:sp>
        <p:nvSpPr>
          <p:cNvPr id="62492" name="Text Box 80"/>
          <p:cNvSpPr txBox="1"/>
          <p:nvPr/>
        </p:nvSpPr>
        <p:spPr>
          <a:xfrm>
            <a:off x="1311275" y="1347788"/>
            <a:ext cx="3079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ea typeface="宋体" panose="02010600030101010101" pitchFamily="2" charset="-122"/>
              </a:rPr>
              <a:t>FDM (more shortly):</a:t>
            </a:r>
            <a:endParaRPr lang="en-US" altLang="zh-CN" sz="24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4514" name="Group 44"/>
          <p:cNvGrpSpPr/>
          <p:nvPr/>
        </p:nvGrpSpPr>
        <p:grpSpPr>
          <a:xfrm>
            <a:off x="482600" y="987425"/>
            <a:ext cx="7443788" cy="3281363"/>
            <a:chOff x="482600" y="846138"/>
            <a:chExt cx="7443788" cy="3281362"/>
          </a:xfrm>
        </p:grpSpPr>
        <p:grpSp>
          <p:nvGrpSpPr>
            <p:cNvPr id="64517" name="Group 42"/>
            <p:cNvGrpSpPr/>
            <p:nvPr/>
          </p:nvGrpSpPr>
          <p:grpSpPr>
            <a:xfrm>
              <a:off x="7246938" y="846138"/>
              <a:ext cx="609600" cy="747712"/>
              <a:chOff x="4565" y="533"/>
              <a:chExt cx="384" cy="471"/>
            </a:xfrm>
          </p:grpSpPr>
          <p:sp>
            <p:nvSpPr>
              <p:cNvPr id="64555" name="Rectangle 5"/>
              <p:cNvSpPr/>
              <p:nvPr/>
            </p:nvSpPr>
            <p:spPr>
              <a:xfrm>
                <a:off x="4565" y="533"/>
                <a:ext cx="384" cy="47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4556" name="Rectangle 6"/>
              <p:cNvSpPr/>
              <p:nvPr/>
            </p:nvSpPr>
            <p:spPr>
              <a:xfrm>
                <a:off x="4573" y="707"/>
                <a:ext cx="235" cy="14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latin typeface="Times New Roman" panose="02020603050405020304" pitchFamily="18" charset="0"/>
                    <a:ea typeface="宋体" panose="02010600030101010101" pitchFamily="2" charset="-122"/>
                  </a:rPr>
                  <a:t>ONT</a:t>
                </a:r>
                <a:endParaRPr lang="en-US" altLang="zh-CN" sz="1400" dirty="0">
                  <a:latin typeface="Times New Roman" panose="02020603050405020304" pitchFamily="18" charset="0"/>
                  <a:ea typeface="宋体" panose="02010600030101010101" pitchFamily="2" charset="-122"/>
                </a:endParaRPr>
              </a:p>
            </p:txBody>
          </p:sp>
        </p:grpSp>
        <p:sp>
          <p:nvSpPr>
            <p:cNvPr id="64518" name="Rectangle 17"/>
            <p:cNvSpPr/>
            <p:nvPr/>
          </p:nvSpPr>
          <p:spPr>
            <a:xfrm>
              <a:off x="5127625" y="2246313"/>
              <a:ext cx="207963" cy="692150"/>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4519" name="Line 18"/>
            <p:cNvSpPr/>
            <p:nvPr/>
          </p:nvSpPr>
          <p:spPr>
            <a:xfrm flipV="1">
              <a:off x="5181600" y="1204913"/>
              <a:ext cx="2078038" cy="1427162"/>
            </a:xfrm>
            <a:prstGeom prst="line">
              <a:avLst/>
            </a:prstGeom>
            <a:ln w="9525" cap="flat" cmpd="sng">
              <a:solidFill>
                <a:schemeClr val="tx1"/>
              </a:solidFill>
              <a:prstDash val="solid"/>
              <a:headEnd type="none" w="med" len="med"/>
              <a:tailEnd type="none" w="med" len="med"/>
            </a:ln>
          </p:spPr>
        </p:sp>
        <p:sp>
          <p:nvSpPr>
            <p:cNvPr id="64520" name="Line 26"/>
            <p:cNvSpPr/>
            <p:nvPr/>
          </p:nvSpPr>
          <p:spPr>
            <a:xfrm>
              <a:off x="3271838" y="2632075"/>
              <a:ext cx="1909762" cy="0"/>
            </a:xfrm>
            <a:prstGeom prst="line">
              <a:avLst/>
            </a:prstGeom>
            <a:ln w="9525" cap="flat" cmpd="sng">
              <a:solidFill>
                <a:schemeClr val="tx1"/>
              </a:solidFill>
              <a:prstDash val="solid"/>
              <a:headEnd type="none" w="med" len="med"/>
              <a:tailEnd type="none" w="med" len="med"/>
            </a:ln>
          </p:spPr>
        </p:sp>
        <p:sp>
          <p:nvSpPr>
            <p:cNvPr id="64521" name="Line 27"/>
            <p:cNvSpPr/>
            <p:nvPr/>
          </p:nvSpPr>
          <p:spPr>
            <a:xfrm flipV="1">
              <a:off x="5181600" y="2230438"/>
              <a:ext cx="2092325" cy="401637"/>
            </a:xfrm>
            <a:prstGeom prst="line">
              <a:avLst/>
            </a:prstGeom>
            <a:ln w="9525" cap="flat" cmpd="sng">
              <a:solidFill>
                <a:schemeClr val="tx1"/>
              </a:solidFill>
              <a:prstDash val="solid"/>
              <a:headEnd type="none" w="med" len="med"/>
              <a:tailEnd type="none" w="med" len="med"/>
            </a:ln>
          </p:spPr>
        </p:sp>
        <p:sp>
          <p:nvSpPr>
            <p:cNvPr id="64522" name="Line 28"/>
            <p:cNvSpPr/>
            <p:nvPr/>
          </p:nvSpPr>
          <p:spPr>
            <a:xfrm>
              <a:off x="5195888" y="2617788"/>
              <a:ext cx="2119312" cy="1165225"/>
            </a:xfrm>
            <a:prstGeom prst="line">
              <a:avLst/>
            </a:prstGeom>
            <a:ln w="9525" cap="flat" cmpd="sng">
              <a:solidFill>
                <a:schemeClr val="tx1"/>
              </a:solidFill>
              <a:prstDash val="solid"/>
              <a:headEnd type="none" w="med" len="med"/>
              <a:tailEnd type="none" w="med" len="med"/>
            </a:ln>
          </p:spPr>
        </p:sp>
        <p:sp>
          <p:nvSpPr>
            <p:cNvPr id="64523" name="Rectangle 29"/>
            <p:cNvSpPr/>
            <p:nvPr/>
          </p:nvSpPr>
          <p:spPr>
            <a:xfrm>
              <a:off x="2092325" y="2035175"/>
              <a:ext cx="1287463" cy="1219200"/>
            </a:xfrm>
            <a:prstGeom prst="rect">
              <a:avLst/>
            </a:prstGeom>
            <a:noFill/>
            <a:ln w="9525" cap="flat" cmpd="sng">
              <a:solidFill>
                <a:schemeClr val="tx1"/>
              </a:solidFill>
              <a:prstDash val="lgDashDot"/>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4524" name="Rectangle 30"/>
            <p:cNvSpPr/>
            <p:nvPr/>
          </p:nvSpPr>
          <p:spPr>
            <a:xfrm>
              <a:off x="2716213" y="2452688"/>
              <a:ext cx="539750" cy="33178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latin typeface="Times New Roman" panose="02020603050405020304" pitchFamily="18" charset="0"/>
                  <a:ea typeface="宋体" panose="02010600030101010101" pitchFamily="2" charset="-122"/>
                </a:rPr>
                <a:t>OLT</a:t>
              </a:r>
              <a:endParaRPr lang="en-US" altLang="zh-CN" sz="2400" dirty="0">
                <a:latin typeface="Times New Roman" panose="02020603050405020304" pitchFamily="18" charset="0"/>
                <a:ea typeface="宋体" panose="02010600030101010101" pitchFamily="2" charset="-122"/>
              </a:endParaRPr>
            </a:p>
          </p:txBody>
        </p:sp>
        <p:sp>
          <p:nvSpPr>
            <p:cNvPr id="64525" name="Text Box 32"/>
            <p:cNvSpPr txBox="1"/>
            <p:nvPr/>
          </p:nvSpPr>
          <p:spPr>
            <a:xfrm>
              <a:off x="2082800" y="3251200"/>
              <a:ext cx="1341438"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central office</a:t>
              </a:r>
              <a:endParaRPr lang="en-US" altLang="zh-CN" sz="1400" dirty="0">
                <a:latin typeface="Times New Roman" panose="02020603050405020304" pitchFamily="18" charset="0"/>
                <a:ea typeface="宋体" panose="02010600030101010101" pitchFamily="2" charset="-122"/>
              </a:endParaRPr>
            </a:p>
          </p:txBody>
        </p:sp>
        <p:sp>
          <p:nvSpPr>
            <p:cNvPr id="64526" name="Text Box 33"/>
            <p:cNvSpPr txBox="1"/>
            <p:nvPr/>
          </p:nvSpPr>
          <p:spPr>
            <a:xfrm>
              <a:off x="4813300" y="2986088"/>
              <a:ext cx="815975"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optical</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splitter</a:t>
              </a:r>
              <a:endParaRPr lang="en-US" altLang="zh-CN" sz="1400" dirty="0">
                <a:latin typeface="Times New Roman" panose="02020603050405020304" pitchFamily="18" charset="0"/>
                <a:ea typeface="宋体" panose="02010600030101010101" pitchFamily="2" charset="-122"/>
              </a:endParaRPr>
            </a:p>
          </p:txBody>
        </p:sp>
        <p:grpSp>
          <p:nvGrpSpPr>
            <p:cNvPr id="64527" name="Group 43"/>
            <p:cNvGrpSpPr/>
            <p:nvPr/>
          </p:nvGrpSpPr>
          <p:grpSpPr>
            <a:xfrm>
              <a:off x="7261225" y="1801813"/>
              <a:ext cx="609600" cy="747712"/>
              <a:chOff x="4565" y="533"/>
              <a:chExt cx="384" cy="471"/>
            </a:xfrm>
          </p:grpSpPr>
          <p:sp>
            <p:nvSpPr>
              <p:cNvPr id="64553" name="Rectangle 44"/>
              <p:cNvSpPr/>
              <p:nvPr/>
            </p:nvSpPr>
            <p:spPr>
              <a:xfrm>
                <a:off x="4565" y="533"/>
                <a:ext cx="384" cy="47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4554" name="Rectangle 45"/>
              <p:cNvSpPr/>
              <p:nvPr/>
            </p:nvSpPr>
            <p:spPr>
              <a:xfrm>
                <a:off x="4573" y="707"/>
                <a:ext cx="235" cy="14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latin typeface="Times New Roman" panose="02020603050405020304" pitchFamily="18" charset="0"/>
                    <a:ea typeface="宋体" panose="02010600030101010101" pitchFamily="2" charset="-122"/>
                  </a:rPr>
                  <a:t>ONT</a:t>
                </a:r>
                <a:endParaRPr lang="en-US" altLang="zh-CN" sz="1400" dirty="0">
                  <a:latin typeface="Times New Roman" panose="02020603050405020304" pitchFamily="18" charset="0"/>
                  <a:ea typeface="宋体" panose="02010600030101010101" pitchFamily="2" charset="-122"/>
                </a:endParaRPr>
              </a:p>
            </p:txBody>
          </p:sp>
        </p:grpSp>
        <p:grpSp>
          <p:nvGrpSpPr>
            <p:cNvPr id="64528" name="Group 46"/>
            <p:cNvGrpSpPr/>
            <p:nvPr/>
          </p:nvGrpSpPr>
          <p:grpSpPr>
            <a:xfrm>
              <a:off x="7316788" y="3379788"/>
              <a:ext cx="609600" cy="747712"/>
              <a:chOff x="4565" y="533"/>
              <a:chExt cx="384" cy="471"/>
            </a:xfrm>
          </p:grpSpPr>
          <p:sp>
            <p:nvSpPr>
              <p:cNvPr id="64551" name="Rectangle 47"/>
              <p:cNvSpPr/>
              <p:nvPr/>
            </p:nvSpPr>
            <p:spPr>
              <a:xfrm>
                <a:off x="4565" y="533"/>
                <a:ext cx="384" cy="47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4552" name="Rectangle 48"/>
              <p:cNvSpPr/>
              <p:nvPr/>
            </p:nvSpPr>
            <p:spPr>
              <a:xfrm>
                <a:off x="4573" y="707"/>
                <a:ext cx="235" cy="14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latin typeface="Times New Roman" panose="02020603050405020304" pitchFamily="18" charset="0"/>
                    <a:ea typeface="宋体" panose="02010600030101010101" pitchFamily="2" charset="-122"/>
                  </a:rPr>
                  <a:t>ONT</a:t>
                </a:r>
                <a:endParaRPr lang="en-US" altLang="zh-CN" sz="1400" dirty="0">
                  <a:latin typeface="Times New Roman" panose="02020603050405020304" pitchFamily="18" charset="0"/>
                  <a:ea typeface="宋体" panose="02010600030101010101" pitchFamily="2" charset="-122"/>
                </a:endParaRPr>
              </a:p>
            </p:txBody>
          </p:sp>
        </p:grpSp>
        <p:sp>
          <p:nvSpPr>
            <p:cNvPr id="64529" name="Text Box 50"/>
            <p:cNvSpPr txBox="1"/>
            <p:nvPr/>
          </p:nvSpPr>
          <p:spPr>
            <a:xfrm>
              <a:off x="3800475" y="2127250"/>
              <a:ext cx="738188"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optical</a:t>
              </a:r>
              <a:br>
                <a:rPr lang="en-US" altLang="zh-CN" sz="1400" dirty="0">
                  <a:latin typeface="Times New Roman" panose="02020603050405020304" pitchFamily="18" charset="0"/>
                  <a:ea typeface="宋体" panose="02010600030101010101" pitchFamily="2" charset="-122"/>
                </a:rPr>
              </a:br>
              <a:r>
                <a:rPr lang="en-US" altLang="zh-CN" sz="1400" dirty="0">
                  <a:latin typeface="Times New Roman" panose="02020603050405020304" pitchFamily="18" charset="0"/>
                  <a:ea typeface="宋体" panose="02010600030101010101" pitchFamily="2" charset="-122"/>
                </a:rPr>
                <a:t>fiber</a:t>
              </a:r>
              <a:endParaRPr lang="en-US" altLang="zh-CN" sz="1400" dirty="0">
                <a:latin typeface="Times New Roman" panose="02020603050405020304" pitchFamily="18" charset="0"/>
                <a:ea typeface="宋体" panose="02010600030101010101" pitchFamily="2" charset="-122"/>
              </a:endParaRPr>
            </a:p>
          </p:txBody>
        </p:sp>
        <p:sp>
          <p:nvSpPr>
            <p:cNvPr id="64530" name="Text Box 51"/>
            <p:cNvSpPr txBox="1"/>
            <p:nvPr/>
          </p:nvSpPr>
          <p:spPr>
            <a:xfrm>
              <a:off x="5518150" y="1462088"/>
              <a:ext cx="738188"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optical</a:t>
              </a:r>
              <a:br>
                <a:rPr lang="en-US" altLang="zh-CN" sz="1400" dirty="0">
                  <a:latin typeface="Times New Roman" panose="02020603050405020304" pitchFamily="18" charset="0"/>
                  <a:ea typeface="宋体" panose="02010600030101010101" pitchFamily="2" charset="-122"/>
                </a:rPr>
              </a:br>
              <a:r>
                <a:rPr lang="en-US" altLang="zh-CN" sz="1400" dirty="0">
                  <a:latin typeface="Times New Roman" panose="02020603050405020304" pitchFamily="18" charset="0"/>
                  <a:ea typeface="宋体" panose="02010600030101010101" pitchFamily="2" charset="-122"/>
                </a:rPr>
                <a:t>fibers</a:t>
              </a:r>
              <a:endParaRPr lang="en-US" altLang="zh-CN" sz="1400" dirty="0">
                <a:latin typeface="Times New Roman" panose="02020603050405020304" pitchFamily="18" charset="0"/>
                <a:ea typeface="宋体" panose="02010600030101010101" pitchFamily="2" charset="-122"/>
              </a:endParaRPr>
            </a:p>
          </p:txBody>
        </p:sp>
        <p:grpSp>
          <p:nvGrpSpPr>
            <p:cNvPr id="64531" name="Group 52"/>
            <p:cNvGrpSpPr/>
            <p:nvPr/>
          </p:nvGrpSpPr>
          <p:grpSpPr>
            <a:xfrm>
              <a:off x="2163763" y="2266950"/>
              <a:ext cx="376237" cy="217488"/>
              <a:chOff x="533" y="321"/>
              <a:chExt cx="359" cy="180"/>
            </a:xfrm>
          </p:grpSpPr>
          <p:grpSp>
            <p:nvGrpSpPr>
              <p:cNvPr id="64536" name="Group 53"/>
              <p:cNvGrpSpPr/>
              <p:nvPr/>
            </p:nvGrpSpPr>
            <p:grpSpPr>
              <a:xfrm>
                <a:off x="533" y="321"/>
                <a:ext cx="359" cy="180"/>
                <a:chOff x="1009" y="655"/>
                <a:chExt cx="359" cy="180"/>
              </a:xfrm>
            </p:grpSpPr>
            <p:sp>
              <p:nvSpPr>
                <p:cNvPr id="64538" name="Oval 54"/>
                <p:cNvSpPr/>
                <p:nvPr/>
              </p:nvSpPr>
              <p:spPr>
                <a:xfrm>
                  <a:off x="1012" y="735"/>
                  <a:ext cx="356" cy="1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4539" name="Line 55"/>
                <p:cNvSpPr/>
                <p:nvPr/>
              </p:nvSpPr>
              <p:spPr>
                <a:xfrm>
                  <a:off x="1012" y="727"/>
                  <a:ext cx="0" cy="62"/>
                </a:xfrm>
                <a:prstGeom prst="line">
                  <a:avLst/>
                </a:prstGeom>
                <a:ln w="12700" cap="flat" cmpd="sng">
                  <a:solidFill>
                    <a:schemeClr val="tx1"/>
                  </a:solidFill>
                  <a:prstDash val="solid"/>
                  <a:headEnd type="none" w="med" len="med"/>
                  <a:tailEnd type="none" w="med" len="med"/>
                </a:ln>
              </p:spPr>
            </p:sp>
            <p:sp>
              <p:nvSpPr>
                <p:cNvPr id="64540" name="Line 56"/>
                <p:cNvSpPr/>
                <p:nvPr/>
              </p:nvSpPr>
              <p:spPr>
                <a:xfrm>
                  <a:off x="1368" y="727"/>
                  <a:ext cx="0" cy="62"/>
                </a:xfrm>
                <a:prstGeom prst="line">
                  <a:avLst/>
                </a:prstGeom>
                <a:ln w="12700" cap="flat" cmpd="sng">
                  <a:solidFill>
                    <a:schemeClr val="tx1"/>
                  </a:solidFill>
                  <a:prstDash val="solid"/>
                  <a:headEnd type="none" w="med" len="med"/>
                  <a:tailEnd type="none" w="med" len="med"/>
                </a:ln>
              </p:spPr>
            </p:sp>
            <p:sp>
              <p:nvSpPr>
                <p:cNvPr id="64541" name="Rectangle 57"/>
                <p:cNvSpPr/>
                <p:nvPr/>
              </p:nvSpPr>
              <p:spPr>
                <a:xfrm>
                  <a:off x="1012" y="727"/>
                  <a:ext cx="353" cy="61"/>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4542" name="Oval 58"/>
                <p:cNvSpPr/>
                <p:nvPr/>
              </p:nvSpPr>
              <p:spPr>
                <a:xfrm>
                  <a:off x="1009" y="655"/>
                  <a:ext cx="356"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64543" name="Group 59"/>
                <p:cNvGrpSpPr/>
                <p:nvPr/>
              </p:nvGrpSpPr>
              <p:grpSpPr>
                <a:xfrm>
                  <a:off x="1095" y="681"/>
                  <a:ext cx="176" cy="68"/>
                  <a:chOff x="2848" y="848"/>
                  <a:chExt cx="140" cy="98"/>
                </a:xfrm>
              </p:grpSpPr>
              <p:sp>
                <p:nvSpPr>
                  <p:cNvPr id="64548" name="Line 6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4549" name="Line 6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4550" name="Line 6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64544" name="Group 63"/>
                <p:cNvGrpSpPr/>
                <p:nvPr/>
              </p:nvGrpSpPr>
              <p:grpSpPr>
                <a:xfrm flipV="1">
                  <a:off x="1095" y="680"/>
                  <a:ext cx="176" cy="68"/>
                  <a:chOff x="2848" y="848"/>
                  <a:chExt cx="140" cy="98"/>
                </a:xfrm>
              </p:grpSpPr>
              <p:sp>
                <p:nvSpPr>
                  <p:cNvPr id="64545" name="Line 6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4546" name="Line 6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4547" name="Line 6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64537" name="Line 67"/>
              <p:cNvSpPr/>
              <p:nvPr/>
            </p:nvSpPr>
            <p:spPr>
              <a:xfrm>
                <a:off x="535" y="368"/>
                <a:ext cx="0" cy="62"/>
              </a:xfrm>
              <a:prstGeom prst="line">
                <a:avLst/>
              </a:prstGeom>
              <a:ln w="12700" cap="flat" cmpd="sng">
                <a:solidFill>
                  <a:schemeClr val="tx1"/>
                </a:solidFill>
                <a:prstDash val="solid"/>
                <a:headEnd type="none" w="med" len="med"/>
                <a:tailEnd type="none" w="med" len="med"/>
              </a:ln>
            </p:spPr>
          </p:sp>
        </p:grpSp>
        <p:sp>
          <p:nvSpPr>
            <p:cNvPr id="64532" name="Line 68"/>
            <p:cNvSpPr/>
            <p:nvPr/>
          </p:nvSpPr>
          <p:spPr>
            <a:xfrm>
              <a:off x="2508250" y="2424113"/>
              <a:ext cx="234950" cy="152400"/>
            </a:xfrm>
            <a:prstGeom prst="line">
              <a:avLst/>
            </a:prstGeom>
            <a:ln w="9525" cap="flat" cmpd="sng">
              <a:solidFill>
                <a:schemeClr val="tx1"/>
              </a:solidFill>
              <a:prstDash val="solid"/>
              <a:headEnd type="none" w="med" len="med"/>
              <a:tailEnd type="none" w="med" len="med"/>
            </a:ln>
          </p:spPr>
        </p:sp>
        <p:sp>
          <p:nvSpPr>
            <p:cNvPr id="64533" name="Freeform 69"/>
            <p:cNvSpPr/>
            <p:nvPr/>
          </p:nvSpPr>
          <p:spPr>
            <a:xfrm rot="4873784">
              <a:off x="431006" y="923131"/>
              <a:ext cx="1428750" cy="1325563"/>
            </a:xfrm>
            <a:custGeom>
              <a:avLst/>
              <a:gdLst>
                <a:gd name="txL" fmla="*/ 0 w 1292"/>
                <a:gd name="txT" fmla="*/ 0 h 1255"/>
                <a:gd name="txR" fmla="*/ 1292 w 1292"/>
                <a:gd name="txB" fmla="*/ 1255 h 125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alpha val="100000"/>
              </a:srgbClr>
            </a:solidFill>
            <a:ln w="9525">
              <a:noFill/>
            </a:ln>
          </p:spPr>
          <p:txBody>
            <a:bodyPr/>
            <a:p>
              <a:endParaRPr lang="zh-CN" altLang="en-US"/>
            </a:p>
          </p:txBody>
        </p:sp>
        <p:sp>
          <p:nvSpPr>
            <p:cNvPr id="64534" name="Line 70"/>
            <p:cNvSpPr/>
            <p:nvPr/>
          </p:nvSpPr>
          <p:spPr>
            <a:xfrm>
              <a:off x="1676400" y="2051050"/>
              <a:ext cx="498475" cy="261938"/>
            </a:xfrm>
            <a:prstGeom prst="line">
              <a:avLst/>
            </a:prstGeom>
            <a:ln w="9525" cap="flat" cmpd="sng">
              <a:solidFill>
                <a:schemeClr val="tx1"/>
              </a:solidFill>
              <a:prstDash val="solid"/>
              <a:headEnd type="none" w="med" len="med"/>
              <a:tailEnd type="none" w="med" len="med"/>
            </a:ln>
          </p:spPr>
        </p:sp>
        <p:sp>
          <p:nvSpPr>
            <p:cNvPr id="64535" name="Text Box 71"/>
            <p:cNvSpPr txBox="1"/>
            <p:nvPr/>
          </p:nvSpPr>
          <p:spPr>
            <a:xfrm>
              <a:off x="711200" y="1531938"/>
              <a:ext cx="915988"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Internet</a:t>
              </a:r>
              <a:endParaRPr lang="en-US" altLang="zh-CN" sz="1400" dirty="0">
                <a:latin typeface="Times New Roman" panose="02020603050405020304" pitchFamily="18" charset="0"/>
                <a:ea typeface="宋体" panose="02010600030101010101" pitchFamily="2" charset="-122"/>
              </a:endParaRPr>
            </a:p>
          </p:txBody>
        </p:sp>
      </p:grpSp>
      <p:sp>
        <p:nvSpPr>
          <p:cNvPr id="64515" name="Title 43"/>
          <p:cNvSpPr>
            <a:spLocks noGrp="1"/>
          </p:cNvSpPr>
          <p:nvPr>
            <p:ph type="title"/>
          </p:nvPr>
        </p:nvSpPr>
        <p:spPr>
          <a:xfrm>
            <a:off x="546100" y="0"/>
            <a:ext cx="7772400" cy="1143000"/>
          </a:xfrm>
        </p:spPr>
        <p:txBody>
          <a:bodyPr vert="horz" wrap="square" lIns="91440" tIns="45720" rIns="91440" bIns="45720" anchor="ctr" anchorCtr="0"/>
          <a:p>
            <a:r>
              <a:rPr lang="en-US" altLang="zh-CN" dirty="0">
                <a:ea typeface="宋体" panose="02010600030101010101" pitchFamily="2" charset="-122"/>
              </a:rPr>
              <a:t>Fiber to the Home</a:t>
            </a:r>
            <a:endParaRPr lang="en-US" altLang="zh-CN" dirty="0">
              <a:ea typeface="宋体" panose="02010600030101010101" pitchFamily="2" charset="-122"/>
            </a:endParaRPr>
          </a:p>
        </p:txBody>
      </p:sp>
      <p:sp>
        <p:nvSpPr>
          <p:cNvPr id="64516" name="Content Placeholder 45"/>
          <p:cNvSpPr>
            <a:spLocks noGrp="1"/>
          </p:cNvSpPr>
          <p:nvPr>
            <p:ph idx="1"/>
          </p:nvPr>
        </p:nvSpPr>
        <p:spPr>
          <a:xfrm>
            <a:off x="417513" y="4211638"/>
            <a:ext cx="7772400" cy="2085975"/>
          </a:xfrm>
        </p:spPr>
        <p:txBody>
          <a:bodyPr vert="horz" wrap="square" lIns="91440" tIns="45720" rIns="91440" bIns="45720" anchor="t" anchorCtr="0"/>
          <a:p>
            <a:r>
              <a:rPr lang="en-US" altLang="zh-CN" sz="2400" dirty="0">
                <a:ea typeface="宋体" panose="02010600030101010101" pitchFamily="2" charset="-122"/>
              </a:rPr>
              <a:t>Optical links from central office to the home</a:t>
            </a:r>
            <a:endParaRPr lang="en-US" altLang="zh-CN" sz="2400" dirty="0">
              <a:ea typeface="宋体" panose="02010600030101010101" pitchFamily="2" charset="-122"/>
            </a:endParaRPr>
          </a:p>
          <a:p>
            <a:r>
              <a:rPr lang="en-US" altLang="zh-CN" sz="2400" dirty="0">
                <a:ea typeface="宋体" panose="02010600030101010101" pitchFamily="2" charset="-122"/>
              </a:rPr>
              <a:t>Two competing optical technologies: </a:t>
            </a:r>
            <a:endParaRPr lang="en-US" altLang="zh-CN" sz="2400" dirty="0">
              <a:ea typeface="宋体" panose="02010600030101010101" pitchFamily="2" charset="-122"/>
            </a:endParaRPr>
          </a:p>
          <a:p>
            <a:pPr lvl="1"/>
            <a:r>
              <a:rPr lang="en-US" altLang="zh-CN" sz="2000" dirty="0">
                <a:ea typeface="宋体" panose="02010600030101010101" pitchFamily="2" charset="-122"/>
              </a:rPr>
              <a:t>Passive Optical network (PON) </a:t>
            </a:r>
            <a:endParaRPr lang="en-US" altLang="zh-CN" sz="2000" dirty="0">
              <a:ea typeface="宋体" panose="02010600030101010101" pitchFamily="2" charset="-122"/>
            </a:endParaRPr>
          </a:p>
          <a:p>
            <a:pPr lvl="1"/>
            <a:r>
              <a:rPr lang="en-US" altLang="zh-CN" sz="2000" dirty="0">
                <a:ea typeface="宋体" panose="02010600030101010101" pitchFamily="2" charset="-122"/>
              </a:rPr>
              <a:t>Active Optical Network (PAN)</a:t>
            </a:r>
            <a:endParaRPr lang="en-US" altLang="zh-CN" sz="2000" dirty="0">
              <a:ea typeface="宋体" panose="02010600030101010101" pitchFamily="2" charset="-122"/>
            </a:endParaRPr>
          </a:p>
          <a:p>
            <a:r>
              <a:rPr lang="en-US" altLang="zh-CN" sz="2400" dirty="0">
                <a:ea typeface="宋体" panose="02010600030101010101" pitchFamily="2" charset="-122"/>
              </a:rPr>
              <a:t>Much higher Internet rates; fiber also carries television and phone services</a:t>
            </a:r>
            <a:endParaRPr lang="en-US" altLang="zh-CN" sz="2400" dirty="0">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5538" name="Group 51"/>
          <p:cNvGrpSpPr/>
          <p:nvPr/>
        </p:nvGrpSpPr>
        <p:grpSpPr>
          <a:xfrm>
            <a:off x="1368425" y="1255713"/>
            <a:ext cx="6089650" cy="3444875"/>
            <a:chOff x="1433513" y="1757363"/>
            <a:chExt cx="6089650" cy="3444875"/>
          </a:xfrm>
        </p:grpSpPr>
        <p:graphicFrame>
          <p:nvGraphicFramePr>
            <p:cNvPr id="65541" name="Object 2"/>
            <p:cNvGraphicFramePr>
              <a:graphicFrameLocks noChangeAspect="1"/>
            </p:cNvGraphicFramePr>
            <p:nvPr/>
          </p:nvGraphicFramePr>
          <p:xfrm>
            <a:off x="1433513" y="1757363"/>
            <a:ext cx="611187" cy="520700"/>
          </p:xfrm>
          <a:graphic>
            <a:graphicData uri="http://schemas.openxmlformats.org/presentationml/2006/ole">
              <mc:AlternateContent xmlns:mc="http://schemas.openxmlformats.org/markup-compatibility/2006">
                <mc:Choice xmlns:v="urn:schemas-microsoft-com:vml" Requires="v">
                  <p:oleObj spid="_x0000_s3119" name="" r:id="rId1" imgW="18192750" imgH="15087600" progId="MS_ClipArt_Gallery.2">
                    <p:embed/>
                  </p:oleObj>
                </mc:Choice>
                <mc:Fallback>
                  <p:oleObj name="" r:id="rId1" imgW="18192750" imgH="15087600" progId="MS_ClipArt_Gallery.2">
                    <p:embed/>
                    <p:pic>
                      <p:nvPicPr>
                        <p:cNvPr id="0" name="图片 3118"/>
                        <p:cNvPicPr/>
                        <p:nvPr/>
                      </p:nvPicPr>
                      <p:blipFill>
                        <a:blip r:embed="rId2"/>
                        <a:stretch>
                          <a:fillRect/>
                        </a:stretch>
                      </p:blipFill>
                      <p:spPr>
                        <a:xfrm>
                          <a:off x="1433513" y="1757363"/>
                          <a:ext cx="611187" cy="520700"/>
                        </a:xfrm>
                        <a:prstGeom prst="rect">
                          <a:avLst/>
                        </a:prstGeom>
                        <a:noFill/>
                        <a:ln w="38100">
                          <a:noFill/>
                          <a:miter/>
                        </a:ln>
                      </p:spPr>
                    </p:pic>
                  </p:oleObj>
                </mc:Fallback>
              </mc:AlternateContent>
            </a:graphicData>
          </a:graphic>
        </p:graphicFrame>
        <p:graphicFrame>
          <p:nvGraphicFramePr>
            <p:cNvPr id="65542" name="Object 3"/>
            <p:cNvGraphicFramePr>
              <a:graphicFrameLocks noChangeAspect="1"/>
            </p:cNvGraphicFramePr>
            <p:nvPr/>
          </p:nvGraphicFramePr>
          <p:xfrm>
            <a:off x="1433513" y="2892425"/>
            <a:ext cx="611187" cy="520700"/>
          </p:xfrm>
          <a:graphic>
            <a:graphicData uri="http://schemas.openxmlformats.org/presentationml/2006/ole">
              <mc:AlternateContent xmlns:mc="http://schemas.openxmlformats.org/markup-compatibility/2006">
                <mc:Choice xmlns:v="urn:schemas-microsoft-com:vml" Requires="v">
                  <p:oleObj spid="_x0000_s3120" name="" r:id="rId3" imgW="18192750" imgH="15087600" progId="MS_ClipArt_Gallery.2">
                    <p:embed/>
                  </p:oleObj>
                </mc:Choice>
                <mc:Fallback>
                  <p:oleObj name="" r:id="rId3" imgW="18192750" imgH="15087600" progId="MS_ClipArt_Gallery.2">
                    <p:embed/>
                    <p:pic>
                      <p:nvPicPr>
                        <p:cNvPr id="0" name="图片 3119"/>
                        <p:cNvPicPr/>
                        <p:nvPr/>
                      </p:nvPicPr>
                      <p:blipFill>
                        <a:blip r:embed="rId2"/>
                        <a:stretch>
                          <a:fillRect/>
                        </a:stretch>
                      </p:blipFill>
                      <p:spPr>
                        <a:xfrm>
                          <a:off x="1433513" y="2892425"/>
                          <a:ext cx="611187" cy="520700"/>
                        </a:xfrm>
                        <a:prstGeom prst="rect">
                          <a:avLst/>
                        </a:prstGeom>
                        <a:noFill/>
                        <a:ln w="38100">
                          <a:noFill/>
                          <a:miter/>
                        </a:ln>
                      </p:spPr>
                    </p:pic>
                  </p:oleObj>
                </mc:Fallback>
              </mc:AlternateContent>
            </a:graphicData>
          </a:graphic>
        </p:graphicFrame>
        <p:graphicFrame>
          <p:nvGraphicFramePr>
            <p:cNvPr id="65543" name="Object 4"/>
            <p:cNvGraphicFramePr>
              <a:graphicFrameLocks noChangeAspect="1"/>
            </p:cNvGraphicFramePr>
            <p:nvPr/>
          </p:nvGraphicFramePr>
          <p:xfrm>
            <a:off x="1489075" y="4125913"/>
            <a:ext cx="611188" cy="520700"/>
          </p:xfrm>
          <a:graphic>
            <a:graphicData uri="http://schemas.openxmlformats.org/presentationml/2006/ole">
              <mc:AlternateContent xmlns:mc="http://schemas.openxmlformats.org/markup-compatibility/2006">
                <mc:Choice xmlns:v="urn:schemas-microsoft-com:vml" Requires="v">
                  <p:oleObj spid="_x0000_s3121" name="" r:id="rId4" imgW="18192750" imgH="15087600" progId="MS_ClipArt_Gallery.2">
                    <p:embed/>
                  </p:oleObj>
                </mc:Choice>
                <mc:Fallback>
                  <p:oleObj name="" r:id="rId4" imgW="18192750" imgH="15087600" progId="MS_ClipArt_Gallery.2">
                    <p:embed/>
                    <p:pic>
                      <p:nvPicPr>
                        <p:cNvPr id="0" name="图片 3120"/>
                        <p:cNvPicPr/>
                        <p:nvPr/>
                      </p:nvPicPr>
                      <p:blipFill>
                        <a:blip r:embed="rId2"/>
                        <a:stretch>
                          <a:fillRect/>
                        </a:stretch>
                      </p:blipFill>
                      <p:spPr>
                        <a:xfrm>
                          <a:off x="1489075" y="4125913"/>
                          <a:ext cx="611188" cy="520700"/>
                        </a:xfrm>
                        <a:prstGeom prst="rect">
                          <a:avLst/>
                        </a:prstGeom>
                        <a:noFill/>
                        <a:ln w="38100">
                          <a:noFill/>
                          <a:miter/>
                        </a:ln>
                      </p:spPr>
                    </p:pic>
                  </p:oleObj>
                </mc:Fallback>
              </mc:AlternateContent>
            </a:graphicData>
          </a:graphic>
        </p:graphicFrame>
        <p:sp>
          <p:nvSpPr>
            <p:cNvPr id="65544" name="Line 9"/>
            <p:cNvSpPr/>
            <p:nvPr/>
          </p:nvSpPr>
          <p:spPr>
            <a:xfrm>
              <a:off x="3922713" y="3033713"/>
              <a:ext cx="0" cy="0"/>
            </a:xfrm>
            <a:prstGeom prst="line">
              <a:avLst/>
            </a:prstGeom>
            <a:ln w="9525" cap="flat" cmpd="sng">
              <a:solidFill>
                <a:schemeClr val="tx1"/>
              </a:solidFill>
              <a:prstDash val="solid"/>
              <a:headEnd type="none" w="med" len="med"/>
              <a:tailEnd type="none" w="med" len="med"/>
            </a:ln>
          </p:spPr>
        </p:sp>
        <p:sp>
          <p:nvSpPr>
            <p:cNvPr id="65545" name="Rectangle 10"/>
            <p:cNvSpPr/>
            <p:nvPr/>
          </p:nvSpPr>
          <p:spPr>
            <a:xfrm>
              <a:off x="3500438" y="3262313"/>
              <a:ext cx="388937" cy="103187"/>
            </a:xfrm>
            <a:prstGeom prst="rect">
              <a:avLst/>
            </a:prstGeom>
            <a:solidFill>
              <a:schemeClr val="hlink"/>
            </a:solidFill>
            <a:ln w="9525" cap="flat" cmpd="sng">
              <a:prstDash val="solid"/>
              <a:miter/>
              <a:headEnd type="none" w="med" len="med"/>
              <a:tailEnd type="none" w="med" len="med"/>
            </a:ln>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65546" name="Group 11"/>
            <p:cNvGrpSpPr/>
            <p:nvPr/>
          </p:nvGrpSpPr>
          <p:grpSpPr>
            <a:xfrm>
              <a:off x="3708400" y="3109913"/>
              <a:ext cx="158750" cy="144462"/>
              <a:chOff x="576" y="3456"/>
              <a:chExt cx="288" cy="240"/>
            </a:xfrm>
          </p:grpSpPr>
          <p:sp>
            <p:nvSpPr>
              <p:cNvPr id="65586" name="Line 12"/>
              <p:cNvSpPr/>
              <p:nvPr/>
            </p:nvSpPr>
            <p:spPr>
              <a:xfrm>
                <a:off x="624" y="3456"/>
                <a:ext cx="192" cy="240"/>
              </a:xfrm>
              <a:prstGeom prst="line">
                <a:avLst/>
              </a:prstGeom>
              <a:ln w="25400" cap="flat" cmpd="sng">
                <a:solidFill>
                  <a:schemeClr val="tx1"/>
                </a:solidFill>
                <a:prstDash val="solid"/>
                <a:headEnd type="none" w="med" len="med"/>
                <a:tailEnd type="none" w="med" len="med"/>
              </a:ln>
            </p:spPr>
          </p:sp>
          <p:sp>
            <p:nvSpPr>
              <p:cNvPr id="65587" name="Line 13"/>
              <p:cNvSpPr/>
              <p:nvPr/>
            </p:nvSpPr>
            <p:spPr>
              <a:xfrm flipH="1">
                <a:off x="576" y="3456"/>
                <a:ext cx="288" cy="240"/>
              </a:xfrm>
              <a:prstGeom prst="line">
                <a:avLst/>
              </a:prstGeom>
              <a:ln w="25400" cap="flat" cmpd="sng">
                <a:solidFill>
                  <a:schemeClr val="tx1"/>
                </a:solidFill>
                <a:prstDash val="solid"/>
                <a:headEnd type="none" w="med" len="med"/>
                <a:tailEnd type="none" w="med" len="med"/>
              </a:ln>
            </p:spPr>
          </p:sp>
        </p:grpSp>
        <p:grpSp>
          <p:nvGrpSpPr>
            <p:cNvPr id="65547" name="Group 14"/>
            <p:cNvGrpSpPr/>
            <p:nvPr/>
          </p:nvGrpSpPr>
          <p:grpSpPr>
            <a:xfrm>
              <a:off x="4778375" y="2655888"/>
              <a:ext cx="569913" cy="285750"/>
              <a:chOff x="533" y="321"/>
              <a:chExt cx="359" cy="180"/>
            </a:xfrm>
          </p:grpSpPr>
          <p:grpSp>
            <p:nvGrpSpPr>
              <p:cNvPr id="65571" name="Group 15"/>
              <p:cNvGrpSpPr/>
              <p:nvPr/>
            </p:nvGrpSpPr>
            <p:grpSpPr>
              <a:xfrm>
                <a:off x="533" y="321"/>
                <a:ext cx="359" cy="180"/>
                <a:chOff x="1009" y="655"/>
                <a:chExt cx="359" cy="180"/>
              </a:xfrm>
            </p:grpSpPr>
            <p:sp>
              <p:nvSpPr>
                <p:cNvPr id="65573" name="Oval 16"/>
                <p:cNvSpPr/>
                <p:nvPr/>
              </p:nvSpPr>
              <p:spPr>
                <a:xfrm>
                  <a:off x="1012" y="735"/>
                  <a:ext cx="356" cy="1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5574" name="Line 17"/>
                <p:cNvSpPr/>
                <p:nvPr/>
              </p:nvSpPr>
              <p:spPr>
                <a:xfrm>
                  <a:off x="1012" y="727"/>
                  <a:ext cx="0" cy="62"/>
                </a:xfrm>
                <a:prstGeom prst="line">
                  <a:avLst/>
                </a:prstGeom>
                <a:ln w="12700" cap="flat" cmpd="sng">
                  <a:solidFill>
                    <a:schemeClr val="tx1"/>
                  </a:solidFill>
                  <a:prstDash val="solid"/>
                  <a:headEnd type="none" w="med" len="med"/>
                  <a:tailEnd type="none" w="med" len="med"/>
                </a:ln>
              </p:spPr>
            </p:sp>
            <p:sp>
              <p:nvSpPr>
                <p:cNvPr id="65575" name="Line 18"/>
                <p:cNvSpPr/>
                <p:nvPr/>
              </p:nvSpPr>
              <p:spPr>
                <a:xfrm>
                  <a:off x="1368" y="727"/>
                  <a:ext cx="0" cy="62"/>
                </a:xfrm>
                <a:prstGeom prst="line">
                  <a:avLst/>
                </a:prstGeom>
                <a:ln w="12700" cap="flat" cmpd="sng">
                  <a:solidFill>
                    <a:schemeClr val="tx1"/>
                  </a:solidFill>
                  <a:prstDash val="solid"/>
                  <a:headEnd type="none" w="med" len="med"/>
                  <a:tailEnd type="none" w="med" len="med"/>
                </a:ln>
              </p:spPr>
            </p:sp>
            <p:sp>
              <p:nvSpPr>
                <p:cNvPr id="65576" name="Rectangle 19"/>
                <p:cNvSpPr/>
                <p:nvPr/>
              </p:nvSpPr>
              <p:spPr>
                <a:xfrm>
                  <a:off x="1012" y="727"/>
                  <a:ext cx="353" cy="61"/>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5577" name="Oval 20"/>
                <p:cNvSpPr/>
                <p:nvPr/>
              </p:nvSpPr>
              <p:spPr>
                <a:xfrm>
                  <a:off x="1009" y="655"/>
                  <a:ext cx="356"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65578" name="Group 21"/>
                <p:cNvGrpSpPr/>
                <p:nvPr/>
              </p:nvGrpSpPr>
              <p:grpSpPr>
                <a:xfrm>
                  <a:off x="1095" y="681"/>
                  <a:ext cx="176" cy="68"/>
                  <a:chOff x="2848" y="848"/>
                  <a:chExt cx="140" cy="98"/>
                </a:xfrm>
              </p:grpSpPr>
              <p:sp>
                <p:nvSpPr>
                  <p:cNvPr id="65583" name="Line 2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5584" name="Line 2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5585" name="Line 2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65579" name="Group 25"/>
                <p:cNvGrpSpPr/>
                <p:nvPr/>
              </p:nvGrpSpPr>
              <p:grpSpPr>
                <a:xfrm flipV="1">
                  <a:off x="1095" y="680"/>
                  <a:ext cx="176" cy="68"/>
                  <a:chOff x="2848" y="848"/>
                  <a:chExt cx="140" cy="98"/>
                </a:xfrm>
              </p:grpSpPr>
              <p:sp>
                <p:nvSpPr>
                  <p:cNvPr id="65580" name="Line 2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5581" name="Line 2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5582" name="Line 2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65572" name="Line 29"/>
              <p:cNvSpPr/>
              <p:nvPr/>
            </p:nvSpPr>
            <p:spPr>
              <a:xfrm>
                <a:off x="535" y="368"/>
                <a:ext cx="0" cy="62"/>
              </a:xfrm>
              <a:prstGeom prst="line">
                <a:avLst/>
              </a:prstGeom>
              <a:ln w="12700" cap="flat" cmpd="sng">
                <a:solidFill>
                  <a:schemeClr val="tx1"/>
                </a:solidFill>
                <a:prstDash val="solid"/>
                <a:headEnd type="none" w="med" len="med"/>
                <a:tailEnd type="none" w="med" len="med"/>
              </a:ln>
            </p:spPr>
          </p:sp>
        </p:grpSp>
        <p:grpSp>
          <p:nvGrpSpPr>
            <p:cNvPr id="65548" name="Group 30"/>
            <p:cNvGrpSpPr/>
            <p:nvPr/>
          </p:nvGrpSpPr>
          <p:grpSpPr>
            <a:xfrm>
              <a:off x="3705225" y="4356100"/>
              <a:ext cx="238125" cy="484188"/>
              <a:chOff x="4180" y="783"/>
              <a:chExt cx="150" cy="307"/>
            </a:xfrm>
          </p:grpSpPr>
          <p:sp>
            <p:nvSpPr>
              <p:cNvPr id="65563" name="AutoShape 31"/>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5564" name="Rectangle 32"/>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5565" name="Rectangle 33"/>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5566" name="AutoShape 34"/>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5567" name="Line 35"/>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65568" name="Line 36"/>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65569" name="Rectangle 37"/>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5570" name="Rectangle 38"/>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65549" name="Line 39"/>
            <p:cNvSpPr/>
            <p:nvPr/>
          </p:nvSpPr>
          <p:spPr>
            <a:xfrm>
              <a:off x="1911350" y="2092325"/>
              <a:ext cx="1704975" cy="1081088"/>
            </a:xfrm>
            <a:prstGeom prst="line">
              <a:avLst/>
            </a:prstGeom>
            <a:ln w="9525" cap="flat" cmpd="sng">
              <a:solidFill>
                <a:schemeClr val="tx1"/>
              </a:solidFill>
              <a:prstDash val="solid"/>
              <a:headEnd type="none" w="med" len="med"/>
              <a:tailEnd type="none" w="med" len="med"/>
            </a:ln>
          </p:spPr>
        </p:sp>
        <p:sp>
          <p:nvSpPr>
            <p:cNvPr id="65550" name="Line 40"/>
            <p:cNvSpPr/>
            <p:nvPr/>
          </p:nvSpPr>
          <p:spPr>
            <a:xfrm>
              <a:off x="1966913" y="3062288"/>
              <a:ext cx="1565275" cy="207962"/>
            </a:xfrm>
            <a:prstGeom prst="line">
              <a:avLst/>
            </a:prstGeom>
            <a:ln w="9525" cap="flat" cmpd="sng">
              <a:solidFill>
                <a:schemeClr val="tx1"/>
              </a:solidFill>
              <a:prstDash val="solid"/>
              <a:headEnd type="none" w="med" len="med"/>
              <a:tailEnd type="none" w="med" len="med"/>
            </a:ln>
          </p:spPr>
        </p:sp>
        <p:sp>
          <p:nvSpPr>
            <p:cNvPr id="65551" name="Line 41"/>
            <p:cNvSpPr/>
            <p:nvPr/>
          </p:nvSpPr>
          <p:spPr>
            <a:xfrm flipV="1">
              <a:off x="2051050" y="3352800"/>
              <a:ext cx="1565275" cy="955675"/>
            </a:xfrm>
            <a:prstGeom prst="line">
              <a:avLst/>
            </a:prstGeom>
            <a:ln w="9525" cap="flat" cmpd="sng">
              <a:solidFill>
                <a:schemeClr val="tx1"/>
              </a:solidFill>
              <a:prstDash val="solid"/>
              <a:headEnd type="none" w="med" len="med"/>
              <a:tailEnd type="none" w="med" len="med"/>
            </a:ln>
          </p:spPr>
        </p:sp>
        <p:sp>
          <p:nvSpPr>
            <p:cNvPr id="65552" name="Line 42"/>
            <p:cNvSpPr/>
            <p:nvPr/>
          </p:nvSpPr>
          <p:spPr>
            <a:xfrm flipH="1" flipV="1">
              <a:off x="3795713" y="3379788"/>
              <a:ext cx="41275" cy="1025525"/>
            </a:xfrm>
            <a:prstGeom prst="line">
              <a:avLst/>
            </a:prstGeom>
            <a:ln w="9525" cap="flat" cmpd="sng">
              <a:solidFill>
                <a:schemeClr val="tx1"/>
              </a:solidFill>
              <a:prstDash val="solid"/>
              <a:headEnd type="none" w="med" len="med"/>
              <a:tailEnd type="none" w="med" len="med"/>
            </a:ln>
          </p:spPr>
        </p:sp>
        <p:sp>
          <p:nvSpPr>
            <p:cNvPr id="65553" name="Line 43"/>
            <p:cNvSpPr/>
            <p:nvPr/>
          </p:nvSpPr>
          <p:spPr>
            <a:xfrm flipV="1">
              <a:off x="3962400" y="2895600"/>
              <a:ext cx="831850" cy="277813"/>
            </a:xfrm>
            <a:prstGeom prst="line">
              <a:avLst/>
            </a:prstGeom>
            <a:ln w="9525" cap="flat" cmpd="sng">
              <a:solidFill>
                <a:schemeClr val="tx1"/>
              </a:solidFill>
              <a:prstDash val="solid"/>
              <a:headEnd type="none" w="med" len="med"/>
              <a:tailEnd type="none" w="med" len="med"/>
            </a:ln>
          </p:spPr>
        </p:sp>
        <p:sp>
          <p:nvSpPr>
            <p:cNvPr id="65554" name="Text Box 44"/>
            <p:cNvSpPr txBox="1"/>
            <p:nvPr/>
          </p:nvSpPr>
          <p:spPr>
            <a:xfrm>
              <a:off x="2414588" y="2182813"/>
              <a:ext cx="976312"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100 Mbps</a:t>
              </a:r>
              <a:endParaRPr lang="en-US" altLang="zh-CN" sz="1400" dirty="0">
                <a:latin typeface="Times New Roman" panose="02020603050405020304" pitchFamily="18" charset="0"/>
                <a:ea typeface="宋体" panose="02010600030101010101" pitchFamily="2" charset="-122"/>
              </a:endParaRPr>
            </a:p>
          </p:txBody>
        </p:sp>
        <p:sp>
          <p:nvSpPr>
            <p:cNvPr id="65555" name="Text Box 45"/>
            <p:cNvSpPr txBox="1"/>
            <p:nvPr/>
          </p:nvSpPr>
          <p:spPr>
            <a:xfrm>
              <a:off x="2038350" y="3154363"/>
              <a:ext cx="976313"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100 Mbps</a:t>
              </a:r>
              <a:endParaRPr lang="en-US" altLang="zh-CN" sz="1400" dirty="0">
                <a:latin typeface="Times New Roman" panose="02020603050405020304" pitchFamily="18" charset="0"/>
                <a:ea typeface="宋体" panose="02010600030101010101" pitchFamily="2" charset="-122"/>
              </a:endParaRPr>
            </a:p>
          </p:txBody>
        </p:sp>
        <p:sp>
          <p:nvSpPr>
            <p:cNvPr id="65556" name="Text Box 46"/>
            <p:cNvSpPr txBox="1"/>
            <p:nvPr/>
          </p:nvSpPr>
          <p:spPr>
            <a:xfrm>
              <a:off x="2122488" y="4164013"/>
              <a:ext cx="976312"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100 Mbps</a:t>
              </a:r>
              <a:endParaRPr lang="en-US" altLang="zh-CN" sz="1400" dirty="0">
                <a:latin typeface="Times New Roman" panose="02020603050405020304" pitchFamily="18" charset="0"/>
                <a:ea typeface="宋体" panose="02010600030101010101" pitchFamily="2" charset="-122"/>
              </a:endParaRPr>
            </a:p>
          </p:txBody>
        </p:sp>
        <p:sp>
          <p:nvSpPr>
            <p:cNvPr id="65557" name="Text Box 47"/>
            <p:cNvSpPr txBox="1"/>
            <p:nvPr/>
          </p:nvSpPr>
          <p:spPr>
            <a:xfrm>
              <a:off x="3841750" y="3927475"/>
              <a:ext cx="7239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1 Gbps</a:t>
              </a:r>
              <a:endParaRPr lang="en-US" altLang="zh-CN" sz="1400" dirty="0">
                <a:latin typeface="Times New Roman" panose="02020603050405020304" pitchFamily="18" charset="0"/>
                <a:ea typeface="宋体" panose="02010600030101010101" pitchFamily="2" charset="-122"/>
              </a:endParaRPr>
            </a:p>
          </p:txBody>
        </p:sp>
        <p:sp>
          <p:nvSpPr>
            <p:cNvPr id="65558" name="Text Box 48"/>
            <p:cNvSpPr txBox="1"/>
            <p:nvPr/>
          </p:nvSpPr>
          <p:spPr>
            <a:xfrm>
              <a:off x="3468688" y="4897438"/>
              <a:ext cx="722312"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server</a:t>
              </a:r>
              <a:endParaRPr lang="en-US" altLang="zh-CN" sz="1400" dirty="0">
                <a:latin typeface="Times New Roman" panose="02020603050405020304" pitchFamily="18" charset="0"/>
                <a:ea typeface="宋体" panose="02010600030101010101" pitchFamily="2" charset="-122"/>
              </a:endParaRPr>
            </a:p>
          </p:txBody>
        </p:sp>
        <p:sp>
          <p:nvSpPr>
            <p:cNvPr id="65559" name="Text Box 49"/>
            <p:cNvSpPr txBox="1"/>
            <p:nvPr/>
          </p:nvSpPr>
          <p:spPr>
            <a:xfrm>
              <a:off x="3398838" y="2611438"/>
              <a:ext cx="939800"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Ethernet</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switch</a:t>
              </a:r>
              <a:endParaRPr lang="en-US" altLang="zh-CN" sz="1400" dirty="0">
                <a:latin typeface="Times New Roman" panose="02020603050405020304" pitchFamily="18" charset="0"/>
                <a:ea typeface="宋体" panose="02010600030101010101" pitchFamily="2" charset="-122"/>
              </a:endParaRPr>
            </a:p>
          </p:txBody>
        </p:sp>
        <p:sp>
          <p:nvSpPr>
            <p:cNvPr id="65560" name="Text Box 50"/>
            <p:cNvSpPr txBox="1"/>
            <p:nvPr/>
          </p:nvSpPr>
          <p:spPr>
            <a:xfrm>
              <a:off x="4286250" y="2195513"/>
              <a:ext cx="1231900"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Institutional</a:t>
              </a:r>
              <a:endParaRPr lang="en-US" altLang="zh-CN" sz="14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router</a:t>
              </a:r>
              <a:endParaRPr lang="en-US" altLang="zh-CN" sz="1400" dirty="0">
                <a:latin typeface="Times New Roman" panose="02020603050405020304" pitchFamily="18" charset="0"/>
                <a:ea typeface="宋体" panose="02010600030101010101" pitchFamily="2" charset="-122"/>
              </a:endParaRPr>
            </a:p>
          </p:txBody>
        </p:sp>
        <p:sp>
          <p:nvSpPr>
            <p:cNvPr id="65561" name="Line 51"/>
            <p:cNvSpPr/>
            <p:nvPr/>
          </p:nvSpPr>
          <p:spPr>
            <a:xfrm>
              <a:off x="5319713" y="2825750"/>
              <a:ext cx="679450" cy="0"/>
            </a:xfrm>
            <a:prstGeom prst="line">
              <a:avLst/>
            </a:prstGeom>
            <a:ln w="9525" cap="flat" cmpd="sng">
              <a:solidFill>
                <a:schemeClr val="tx1"/>
              </a:solidFill>
              <a:prstDash val="solid"/>
              <a:headEnd type="none" w="med" len="med"/>
              <a:tailEnd type="triangle" w="med" len="med"/>
            </a:ln>
          </p:spPr>
        </p:sp>
        <p:sp>
          <p:nvSpPr>
            <p:cNvPr id="65562" name="Text Box 52"/>
            <p:cNvSpPr txBox="1"/>
            <p:nvPr/>
          </p:nvSpPr>
          <p:spPr>
            <a:xfrm>
              <a:off x="6045200" y="2528888"/>
              <a:ext cx="1477963"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dirty="0">
                  <a:latin typeface="Times New Roman" panose="02020603050405020304" pitchFamily="18" charset="0"/>
                  <a:ea typeface="宋体" panose="02010600030101010101" pitchFamily="2" charset="-122"/>
                </a:rPr>
                <a:t>To Institution’s</a:t>
              </a:r>
              <a:br>
                <a:rPr lang="en-US" altLang="zh-CN" sz="1400" dirty="0">
                  <a:latin typeface="Times New Roman" panose="02020603050405020304" pitchFamily="18" charset="0"/>
                  <a:ea typeface="宋体" panose="02010600030101010101" pitchFamily="2" charset="-122"/>
                </a:rPr>
              </a:br>
              <a:r>
                <a:rPr lang="en-US" altLang="zh-CN" sz="1400" dirty="0">
                  <a:latin typeface="Times New Roman" panose="02020603050405020304" pitchFamily="18" charset="0"/>
                  <a:ea typeface="宋体" panose="02010600030101010101" pitchFamily="2" charset="-122"/>
                </a:rPr>
                <a:t>ISP</a:t>
              </a:r>
              <a:endParaRPr lang="en-US" altLang="zh-CN" sz="1400" dirty="0">
                <a:latin typeface="Times New Roman" panose="02020603050405020304" pitchFamily="18" charset="0"/>
                <a:ea typeface="宋体" panose="02010600030101010101" pitchFamily="2" charset="-122"/>
              </a:endParaRPr>
            </a:p>
          </p:txBody>
        </p:sp>
      </p:grpSp>
      <p:sp>
        <p:nvSpPr>
          <p:cNvPr id="65539" name="Title 50"/>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Ethernet Internet access</a:t>
            </a:r>
            <a:endParaRPr lang="en-US" altLang="zh-CN" dirty="0">
              <a:ea typeface="宋体" panose="02010600030101010101" pitchFamily="2" charset="-122"/>
            </a:endParaRPr>
          </a:p>
        </p:txBody>
      </p:sp>
      <p:sp>
        <p:nvSpPr>
          <p:cNvPr id="65540" name="Content Placeholder 52"/>
          <p:cNvSpPr>
            <a:spLocks noGrp="1"/>
          </p:cNvSpPr>
          <p:nvPr>
            <p:ph idx="1"/>
          </p:nvPr>
        </p:nvSpPr>
        <p:spPr>
          <a:xfrm>
            <a:off x="455613" y="4649788"/>
            <a:ext cx="8043862" cy="1905000"/>
          </a:xfrm>
        </p:spPr>
        <p:txBody>
          <a:bodyPr vert="horz" wrap="square" lIns="91440" tIns="45720" rIns="91440" bIns="45720" anchor="t" anchorCtr="0"/>
          <a:p>
            <a:r>
              <a:rPr lang="en-US" altLang="zh-CN" sz="2400" dirty="0">
                <a:ea typeface="宋体" panose="02010600030101010101" pitchFamily="2" charset="-122"/>
              </a:rPr>
              <a:t>Typically used in companies, universities, etc</a:t>
            </a:r>
            <a:endParaRPr lang="en-US" altLang="zh-CN" sz="2400" dirty="0">
              <a:ea typeface="宋体" panose="02010600030101010101" pitchFamily="2" charset="-122"/>
            </a:endParaRPr>
          </a:p>
          <a:p>
            <a:pPr marL="342900" lvl="1" indent="-342900">
              <a:buSzPct val="85000"/>
              <a:buFont typeface="Wingdings" panose="05000000000000000000" pitchFamily="2" charset="2"/>
              <a:buChar char="q"/>
            </a:pPr>
            <a:r>
              <a:rPr lang="en-US" altLang="zh-CN" dirty="0">
                <a:ea typeface="宋体" panose="02010600030101010101" pitchFamily="2" charset="-122"/>
              </a:rPr>
              <a:t>10 Mbs, 100Mbps, 1Gbps, 10Gbps Ethernet</a:t>
            </a:r>
            <a:endParaRPr lang="en-US" altLang="zh-CN" dirty="0">
              <a:ea typeface="宋体" panose="02010600030101010101" pitchFamily="2" charset="-122"/>
            </a:endParaRPr>
          </a:p>
          <a:p>
            <a:pPr marL="342900" lvl="1" indent="-342900">
              <a:buSzPct val="85000"/>
              <a:buFont typeface="Wingdings" panose="05000000000000000000" pitchFamily="2" charset="2"/>
              <a:buChar char="q"/>
            </a:pPr>
            <a:r>
              <a:rPr lang="en-US" altLang="zh-CN" dirty="0">
                <a:ea typeface="宋体" panose="02010600030101010101" pitchFamily="2" charset="-122"/>
              </a:rPr>
              <a:t>Today, end systems typically connect into Ethernet switch</a:t>
            </a:r>
            <a:endParaRPr lang="en-US" altLang="zh-CN" dirty="0">
              <a:ea typeface="宋体" panose="02010600030101010101" pitchFamily="2" charset="-122"/>
            </a:endParaRPr>
          </a:p>
          <a:p>
            <a:endParaRPr lang="en-US" altLang="zh-CN" sz="2400" dirty="0">
              <a:ea typeface="宋体" panose="02010600030101010101" pitchFamily="2" charset="-12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66563"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66564" name="Rectangle 2"/>
          <p:cNvSpPr>
            <a:spLocks noGrp="1"/>
          </p:cNvSpPr>
          <p:nvPr>
            <p:ph type="title"/>
          </p:nvPr>
        </p:nvSpPr>
        <p:spPr>
          <a:xfrm>
            <a:off x="304800" y="228600"/>
            <a:ext cx="8382000" cy="1143000"/>
          </a:xfrm>
        </p:spPr>
        <p:txBody>
          <a:bodyPr vert="horz" wrap="square" lIns="91440" tIns="45720" rIns="91440" bIns="45720" anchor="ctr" anchorCtr="0"/>
          <a:p>
            <a:r>
              <a:rPr lang="en-US" altLang="zh-CN" sz="3200" dirty="0">
                <a:ea typeface="宋体" panose="02010600030101010101" pitchFamily="2" charset="-122"/>
              </a:rPr>
              <a:t>Wireless access networks</a:t>
            </a:r>
            <a:endParaRPr lang="en-US" altLang="zh-CN" dirty="0">
              <a:ea typeface="宋体" panose="02010600030101010101" pitchFamily="2" charset="-122"/>
            </a:endParaRPr>
          </a:p>
        </p:txBody>
      </p:sp>
      <p:sp>
        <p:nvSpPr>
          <p:cNvPr id="66565" name="Rectangle 3"/>
          <p:cNvSpPr>
            <a:spLocks noGrp="1" noChangeArrowheads="1"/>
          </p:cNvSpPr>
          <p:nvPr>
            <p:ph sz="half" idx="1"/>
          </p:nvPr>
        </p:nvSpPr>
        <p:spPr>
          <a:xfrm>
            <a:off x="423863" y="1322388"/>
            <a:ext cx="4927600" cy="4876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Char char="q"/>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shared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wireless</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access network connects end system to router</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Pct val="75000"/>
              <a:buFont typeface="Wingdings" panose="05000000000000000000" pitchFamily="2" charset="2"/>
              <a:buChar char="v"/>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rPr>
              <a:t>via base station aka “access point”</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Char char="q"/>
              <a:defRPr/>
            </a:pPr>
            <a:r>
              <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wireless LANs: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Pct val="75000"/>
              <a:buFont typeface="Wingdings" panose="05000000000000000000" pitchFamily="2" charset="2"/>
              <a:buChar char="v"/>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rPr>
              <a:t>802.11b/g (</a:t>
            </a:r>
            <a:r>
              <a:rPr kumimoji="0" lang="en-US"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rPr>
              <a:t>WiFi</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rPr>
              <a:t>): 11 or 54  Mbps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Char char="q"/>
              <a:defRPr/>
            </a:pPr>
            <a:r>
              <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wider-area wireless access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Pct val="75000"/>
              <a:buFont typeface="Wingdings" panose="05000000000000000000" pitchFamily="2" charset="2"/>
              <a:buChar char="v"/>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rPr>
              <a:t>provided by telco operator</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2"/>
              </a:buClr>
              <a:buSzPct val="75000"/>
              <a:buFont typeface="Wingdings" panose="05000000000000000000" pitchFamily="2" charset="2"/>
              <a:buChar char="v"/>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rPr>
              <a:t>~100Mbps over cellular system (4G/5G)</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chemeClr val="accent2"/>
              </a:buClr>
              <a:buSzPct val="75000"/>
              <a:buFont typeface="Wingdings" panose="05000000000000000000" pitchFamily="2" charset="2"/>
              <a:buNone/>
              <a:defRPr/>
            </a:pP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grpSp>
        <p:nvGrpSpPr>
          <p:cNvPr id="66566" name="Group 5"/>
          <p:cNvGrpSpPr/>
          <p:nvPr/>
        </p:nvGrpSpPr>
        <p:grpSpPr>
          <a:xfrm>
            <a:off x="6221413" y="4048125"/>
            <a:ext cx="622300" cy="793750"/>
            <a:chOff x="3908" y="2375"/>
            <a:chExt cx="392" cy="500"/>
          </a:xfrm>
        </p:grpSpPr>
        <p:graphicFrame>
          <p:nvGraphicFramePr>
            <p:cNvPr id="66632" name="Object 6"/>
            <p:cNvGraphicFramePr>
              <a:graphicFrameLocks noChangeAspect="1"/>
            </p:cNvGraphicFramePr>
            <p:nvPr/>
          </p:nvGraphicFramePr>
          <p:xfrm>
            <a:off x="3908" y="2375"/>
            <a:ext cx="366" cy="441"/>
          </p:xfrm>
          <a:graphic>
            <a:graphicData uri="http://schemas.openxmlformats.org/presentationml/2006/ole">
              <mc:AlternateContent xmlns:mc="http://schemas.openxmlformats.org/markup-compatibility/2006">
                <mc:Choice xmlns:v="urn:schemas-microsoft-com:vml" Requires="v">
                  <p:oleObj spid="_x0000_s3125" name="" r:id="rId1" imgW="11601450" imgH="11791950" progId="MS_ClipArt_Gallery.2">
                    <p:embed/>
                  </p:oleObj>
                </mc:Choice>
                <mc:Fallback>
                  <p:oleObj name="" r:id="rId1" imgW="11601450" imgH="11791950" progId="MS_ClipArt_Gallery.2">
                    <p:embed/>
                    <p:pic>
                      <p:nvPicPr>
                        <p:cNvPr id="0" name="图片 3124"/>
                        <p:cNvPicPr/>
                        <p:nvPr/>
                      </p:nvPicPr>
                      <p:blipFill>
                        <a:blip r:embed="rId2"/>
                        <a:stretch>
                          <a:fillRect/>
                        </a:stretch>
                      </p:blipFill>
                      <p:spPr>
                        <a:xfrm>
                          <a:off x="3908" y="2375"/>
                          <a:ext cx="366" cy="441"/>
                        </a:xfrm>
                        <a:prstGeom prst="rect">
                          <a:avLst/>
                        </a:prstGeom>
                        <a:noFill/>
                        <a:ln w="38100">
                          <a:noFill/>
                          <a:miter/>
                        </a:ln>
                      </p:spPr>
                    </p:pic>
                  </p:oleObj>
                </mc:Fallback>
              </mc:AlternateContent>
            </a:graphicData>
          </a:graphic>
        </p:graphicFrame>
        <p:graphicFrame>
          <p:nvGraphicFramePr>
            <p:cNvPr id="66633" name="Object 7"/>
            <p:cNvGraphicFramePr>
              <a:graphicFrameLocks noChangeAspect="1"/>
            </p:cNvGraphicFramePr>
            <p:nvPr/>
          </p:nvGraphicFramePr>
          <p:xfrm>
            <a:off x="3966" y="2506"/>
            <a:ext cx="334" cy="369"/>
          </p:xfrm>
          <a:graphic>
            <a:graphicData uri="http://schemas.openxmlformats.org/presentationml/2006/ole">
              <mc:AlternateContent xmlns:mc="http://schemas.openxmlformats.org/markup-compatibility/2006">
                <mc:Choice xmlns:v="urn:schemas-microsoft-com:vml" Requires="v">
                  <p:oleObj spid="_x0000_s3128" name="" r:id="rId3" imgW="1268095" imgH="1199515" progId="MS_ClipArt_Gallery.2">
                    <p:embed/>
                  </p:oleObj>
                </mc:Choice>
                <mc:Fallback>
                  <p:oleObj name="" r:id="rId3" imgW="1268095" imgH="1199515" progId="MS_ClipArt_Gallery.2">
                    <p:embed/>
                    <p:pic>
                      <p:nvPicPr>
                        <p:cNvPr id="0" name="图片 3127"/>
                        <p:cNvPicPr/>
                        <p:nvPr/>
                      </p:nvPicPr>
                      <p:blipFill>
                        <a:blip r:embed="rId4"/>
                        <a:stretch>
                          <a:fillRect/>
                        </a:stretch>
                      </p:blipFill>
                      <p:spPr>
                        <a:xfrm>
                          <a:off x="3966" y="2506"/>
                          <a:ext cx="334" cy="369"/>
                        </a:xfrm>
                        <a:prstGeom prst="rect">
                          <a:avLst/>
                        </a:prstGeom>
                        <a:noFill/>
                        <a:ln w="38100">
                          <a:noFill/>
                          <a:miter/>
                        </a:ln>
                      </p:spPr>
                    </p:pic>
                  </p:oleObj>
                </mc:Fallback>
              </mc:AlternateContent>
            </a:graphicData>
          </a:graphic>
        </p:graphicFrame>
      </p:grpSp>
      <p:grpSp>
        <p:nvGrpSpPr>
          <p:cNvPr id="66567" name="Group 8"/>
          <p:cNvGrpSpPr/>
          <p:nvPr/>
        </p:nvGrpSpPr>
        <p:grpSpPr>
          <a:xfrm>
            <a:off x="7377113" y="3962400"/>
            <a:ext cx="622300" cy="793750"/>
            <a:chOff x="2870" y="1518"/>
            <a:chExt cx="292" cy="320"/>
          </a:xfrm>
        </p:grpSpPr>
        <p:graphicFrame>
          <p:nvGraphicFramePr>
            <p:cNvPr id="66630" name="Object 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6" name="" r:id="rId5" imgW="11601450" imgH="11791950" progId="MS_ClipArt_Gallery.2">
                    <p:embed/>
                  </p:oleObj>
                </mc:Choice>
                <mc:Fallback>
                  <p:oleObj name="" r:id="rId5" imgW="11601450" imgH="11791950" progId="MS_ClipArt_Gallery.2">
                    <p:embed/>
                    <p:pic>
                      <p:nvPicPr>
                        <p:cNvPr id="0" name="图片 3125"/>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66631" name="Object 1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9" name="" r:id="rId6" imgW="1268095" imgH="1199515" progId="MS_ClipArt_Gallery.2">
                    <p:embed/>
                  </p:oleObj>
                </mc:Choice>
                <mc:Fallback>
                  <p:oleObj name="" r:id="rId6" imgW="1268095" imgH="1199515" progId="MS_ClipArt_Gallery.2">
                    <p:embed/>
                    <p:pic>
                      <p:nvPicPr>
                        <p:cNvPr id="0" name="图片 3128"/>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66568" name="Oval 15"/>
          <p:cNvSpPr/>
          <p:nvPr/>
        </p:nvSpPr>
        <p:spPr>
          <a:xfrm>
            <a:off x="6496050" y="2387600"/>
            <a:ext cx="760413" cy="2397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569" name="Line 16"/>
          <p:cNvSpPr/>
          <p:nvPr/>
        </p:nvSpPr>
        <p:spPr>
          <a:xfrm>
            <a:off x="6496050" y="2366963"/>
            <a:ext cx="0" cy="149225"/>
          </a:xfrm>
          <a:prstGeom prst="line">
            <a:avLst/>
          </a:prstGeom>
          <a:ln w="12700" cap="flat" cmpd="sng">
            <a:solidFill>
              <a:schemeClr val="tx1"/>
            </a:solidFill>
            <a:prstDash val="solid"/>
            <a:headEnd type="none" w="med" len="med"/>
            <a:tailEnd type="none" w="med" len="med"/>
          </a:ln>
        </p:spPr>
      </p:sp>
      <p:sp>
        <p:nvSpPr>
          <p:cNvPr id="66570" name="Line 17"/>
          <p:cNvSpPr/>
          <p:nvPr/>
        </p:nvSpPr>
        <p:spPr>
          <a:xfrm>
            <a:off x="7256463" y="2366963"/>
            <a:ext cx="0" cy="149225"/>
          </a:xfrm>
          <a:prstGeom prst="line">
            <a:avLst/>
          </a:prstGeom>
          <a:ln w="12700" cap="flat" cmpd="sng">
            <a:solidFill>
              <a:schemeClr val="tx1"/>
            </a:solidFill>
            <a:prstDash val="solid"/>
            <a:headEnd type="none" w="med" len="med"/>
            <a:tailEnd type="none" w="med" len="med"/>
          </a:ln>
        </p:spPr>
      </p:sp>
      <p:sp>
        <p:nvSpPr>
          <p:cNvPr id="66571" name="Rectangle 18"/>
          <p:cNvSpPr/>
          <p:nvPr/>
        </p:nvSpPr>
        <p:spPr>
          <a:xfrm>
            <a:off x="6496050" y="2366963"/>
            <a:ext cx="754063" cy="146050"/>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572" name="Oval 19"/>
          <p:cNvSpPr/>
          <p:nvPr/>
        </p:nvSpPr>
        <p:spPr>
          <a:xfrm>
            <a:off x="6489700" y="2193925"/>
            <a:ext cx="760413" cy="2794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66573" name="Group 20"/>
          <p:cNvGrpSpPr/>
          <p:nvPr/>
        </p:nvGrpSpPr>
        <p:grpSpPr>
          <a:xfrm>
            <a:off x="6672263" y="2255838"/>
            <a:ext cx="377825" cy="163512"/>
            <a:chOff x="2848" y="848"/>
            <a:chExt cx="140" cy="98"/>
          </a:xfrm>
        </p:grpSpPr>
        <p:sp>
          <p:nvSpPr>
            <p:cNvPr id="66627" name="Line 2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6628" name="Line 2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6629" name="Line 2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66574" name="Group 24"/>
          <p:cNvGrpSpPr/>
          <p:nvPr/>
        </p:nvGrpSpPr>
        <p:grpSpPr>
          <a:xfrm flipV="1">
            <a:off x="6672263" y="2252663"/>
            <a:ext cx="377825" cy="163512"/>
            <a:chOff x="2848" y="848"/>
            <a:chExt cx="140" cy="98"/>
          </a:xfrm>
        </p:grpSpPr>
        <p:sp>
          <p:nvSpPr>
            <p:cNvPr id="66624" name="Line 2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6625" name="Line 2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6626" name="Line 27"/>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66575" name="Line 28"/>
          <p:cNvSpPr/>
          <p:nvPr/>
        </p:nvSpPr>
        <p:spPr>
          <a:xfrm flipV="1">
            <a:off x="6886575" y="2619375"/>
            <a:ext cx="0" cy="428625"/>
          </a:xfrm>
          <a:prstGeom prst="line">
            <a:avLst/>
          </a:prstGeom>
          <a:ln w="9525" cap="flat" cmpd="sng">
            <a:solidFill>
              <a:schemeClr val="tx1"/>
            </a:solidFill>
            <a:prstDash val="solid"/>
            <a:headEnd type="none" w="med" len="med"/>
            <a:tailEnd type="none" w="med" len="med"/>
          </a:ln>
        </p:spPr>
      </p:sp>
      <p:grpSp>
        <p:nvGrpSpPr>
          <p:cNvPr id="66576" name="Group 29"/>
          <p:cNvGrpSpPr/>
          <p:nvPr/>
        </p:nvGrpSpPr>
        <p:grpSpPr>
          <a:xfrm>
            <a:off x="7621588" y="2359025"/>
            <a:ext cx="622300" cy="793750"/>
            <a:chOff x="2870" y="1518"/>
            <a:chExt cx="292" cy="320"/>
          </a:xfrm>
        </p:grpSpPr>
        <p:graphicFrame>
          <p:nvGraphicFramePr>
            <p:cNvPr id="66622" name="Object 3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2" name="" r:id="rId7" imgW="11601450" imgH="11791950" progId="MS_ClipArt_Gallery.2">
                    <p:embed/>
                  </p:oleObj>
                </mc:Choice>
                <mc:Fallback>
                  <p:oleObj name="" r:id="rId7" imgW="11601450" imgH="11791950" progId="MS_ClipArt_Gallery.2">
                    <p:embed/>
                    <p:pic>
                      <p:nvPicPr>
                        <p:cNvPr id="0" name="图片 3121"/>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66623" name="Object 3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7" name="" r:id="rId8" imgW="1268095" imgH="1199515" progId="MS_ClipArt_Gallery.2">
                    <p:embed/>
                  </p:oleObj>
                </mc:Choice>
                <mc:Fallback>
                  <p:oleObj name="" r:id="rId8" imgW="1268095" imgH="1199515" progId="MS_ClipArt_Gallery.2">
                    <p:embed/>
                    <p:pic>
                      <p:nvPicPr>
                        <p:cNvPr id="0" name="图片 3126"/>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66577" name="Group 32"/>
          <p:cNvGrpSpPr/>
          <p:nvPr/>
        </p:nvGrpSpPr>
        <p:grpSpPr>
          <a:xfrm>
            <a:off x="8070850" y="3421063"/>
            <a:ext cx="622300" cy="793750"/>
            <a:chOff x="2870" y="1518"/>
            <a:chExt cx="292" cy="320"/>
          </a:xfrm>
        </p:grpSpPr>
        <p:graphicFrame>
          <p:nvGraphicFramePr>
            <p:cNvPr id="66620" name="Object 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3" name="" r:id="rId9" imgW="11601450" imgH="11791950" progId="MS_ClipArt_Gallery.2">
                    <p:embed/>
                  </p:oleObj>
                </mc:Choice>
                <mc:Fallback>
                  <p:oleObj name="" r:id="rId9" imgW="11601450" imgH="11791950" progId="MS_ClipArt_Gallery.2">
                    <p:embed/>
                    <p:pic>
                      <p:nvPicPr>
                        <p:cNvPr id="0" name="图片 3122"/>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66621" name="Object 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4" name="" r:id="rId10" imgW="1268095" imgH="1199515" progId="MS_ClipArt_Gallery.2">
                    <p:embed/>
                  </p:oleObj>
                </mc:Choice>
                <mc:Fallback>
                  <p:oleObj name="" r:id="rId10" imgW="1268095" imgH="1199515" progId="MS_ClipArt_Gallery.2">
                    <p:embed/>
                    <p:pic>
                      <p:nvPicPr>
                        <p:cNvPr id="0" name="图片 3123"/>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66578" name="Text Box 35"/>
          <p:cNvSpPr txBox="1"/>
          <p:nvPr/>
        </p:nvSpPr>
        <p:spPr>
          <a:xfrm>
            <a:off x="5081588" y="2874963"/>
            <a:ext cx="1179512"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r">
              <a:spcBef>
                <a:spcPct val="0"/>
              </a:spcBef>
              <a:buClrTx/>
              <a:buSzTx/>
              <a:buFontTx/>
              <a:buNone/>
            </a:pPr>
            <a:r>
              <a:rPr lang="en-US" altLang="zh-CN" sz="2400" dirty="0">
                <a:ea typeface="宋体" panose="02010600030101010101" pitchFamily="2" charset="-122"/>
              </a:rPr>
              <a:t>base</a:t>
            </a:r>
            <a:endParaRPr lang="en-US" altLang="zh-CN" sz="2400" dirty="0">
              <a:ea typeface="宋体" panose="02010600030101010101" pitchFamily="2" charset="-122"/>
            </a:endParaRPr>
          </a:p>
          <a:p>
            <a:pPr marL="0" lvl="0" indent="0" algn="r">
              <a:spcBef>
                <a:spcPct val="0"/>
              </a:spcBef>
              <a:buClrTx/>
              <a:buSzTx/>
              <a:buFontTx/>
              <a:buNone/>
            </a:pPr>
            <a:r>
              <a:rPr lang="en-US" altLang="zh-CN" sz="2400" dirty="0">
                <a:ea typeface="宋体" panose="02010600030101010101" pitchFamily="2" charset="-122"/>
              </a:rPr>
              <a:t>station</a:t>
            </a:r>
            <a:endParaRPr lang="en-US" altLang="zh-CN" sz="2400" dirty="0">
              <a:latin typeface="Times New Roman" panose="02020603050405020304" pitchFamily="18" charset="0"/>
              <a:ea typeface="宋体" panose="02010600030101010101" pitchFamily="2" charset="-122"/>
            </a:endParaRPr>
          </a:p>
        </p:txBody>
      </p:sp>
      <p:sp>
        <p:nvSpPr>
          <p:cNvPr id="66579" name="Text Box 36"/>
          <p:cNvSpPr txBox="1"/>
          <p:nvPr/>
        </p:nvSpPr>
        <p:spPr>
          <a:xfrm>
            <a:off x="7435850" y="4867275"/>
            <a:ext cx="1098550"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r">
              <a:spcBef>
                <a:spcPct val="0"/>
              </a:spcBef>
              <a:buClrTx/>
              <a:buSzTx/>
              <a:buFontTx/>
              <a:buNone/>
            </a:pPr>
            <a:r>
              <a:rPr lang="en-US" altLang="zh-CN" sz="2400" dirty="0">
                <a:ea typeface="宋体" panose="02010600030101010101" pitchFamily="2" charset="-122"/>
              </a:rPr>
              <a:t>mobile</a:t>
            </a:r>
            <a:endParaRPr lang="en-US" altLang="zh-CN" sz="2400" dirty="0">
              <a:ea typeface="宋体" panose="02010600030101010101" pitchFamily="2" charset="-122"/>
            </a:endParaRPr>
          </a:p>
          <a:p>
            <a:pPr marL="0" lvl="0" indent="0" algn="r">
              <a:spcBef>
                <a:spcPct val="0"/>
              </a:spcBef>
              <a:buClrTx/>
              <a:buSzTx/>
              <a:buFontTx/>
              <a:buNone/>
            </a:pPr>
            <a:r>
              <a:rPr lang="en-US" altLang="zh-CN" sz="2400" dirty="0">
                <a:ea typeface="宋体" panose="02010600030101010101" pitchFamily="2" charset="-122"/>
              </a:rPr>
              <a:t>hosts</a:t>
            </a:r>
            <a:endParaRPr lang="en-US" altLang="zh-CN" sz="2400" dirty="0">
              <a:latin typeface="Times New Roman" panose="02020603050405020304" pitchFamily="18" charset="0"/>
              <a:ea typeface="宋体" panose="02010600030101010101" pitchFamily="2" charset="-122"/>
            </a:endParaRPr>
          </a:p>
        </p:txBody>
      </p:sp>
      <p:sp>
        <p:nvSpPr>
          <p:cNvPr id="66580" name="Line 37"/>
          <p:cNvSpPr/>
          <p:nvPr/>
        </p:nvSpPr>
        <p:spPr>
          <a:xfrm flipV="1">
            <a:off x="6829425" y="1743075"/>
            <a:ext cx="0" cy="428625"/>
          </a:xfrm>
          <a:prstGeom prst="line">
            <a:avLst/>
          </a:prstGeom>
          <a:ln w="9525" cap="flat" cmpd="sng">
            <a:solidFill>
              <a:schemeClr val="tx1"/>
            </a:solidFill>
            <a:prstDash val="solid"/>
            <a:headEnd type="none" w="med" len="med"/>
            <a:tailEnd type="none" w="med" len="med"/>
          </a:ln>
        </p:spPr>
      </p:sp>
      <p:sp>
        <p:nvSpPr>
          <p:cNvPr id="66581" name="Text Box 38"/>
          <p:cNvSpPr txBox="1"/>
          <p:nvPr/>
        </p:nvSpPr>
        <p:spPr>
          <a:xfrm>
            <a:off x="5410200" y="2162175"/>
            <a:ext cx="11049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r">
              <a:spcBef>
                <a:spcPct val="0"/>
              </a:spcBef>
              <a:buClrTx/>
              <a:buSzTx/>
              <a:buFontTx/>
              <a:buNone/>
            </a:pPr>
            <a:r>
              <a:rPr lang="en-US" altLang="zh-CN" sz="2400" dirty="0">
                <a:ea typeface="宋体" panose="02010600030101010101" pitchFamily="2" charset="-122"/>
              </a:rPr>
              <a:t>router</a:t>
            </a:r>
            <a:endParaRPr lang="en-US" altLang="zh-CN" sz="2400" dirty="0">
              <a:latin typeface="Times New Roman" panose="02020603050405020304" pitchFamily="18" charset="0"/>
              <a:ea typeface="宋体" panose="02010600030101010101" pitchFamily="2" charset="-122"/>
            </a:endParaRPr>
          </a:p>
        </p:txBody>
      </p:sp>
      <p:grpSp>
        <p:nvGrpSpPr>
          <p:cNvPr id="66582" name="Group 104"/>
          <p:cNvGrpSpPr/>
          <p:nvPr/>
        </p:nvGrpSpPr>
        <p:grpSpPr>
          <a:xfrm>
            <a:off x="6445250" y="2717800"/>
            <a:ext cx="681038" cy="820738"/>
            <a:chOff x="3221" y="3127"/>
            <a:chExt cx="429" cy="517"/>
          </a:xfrm>
        </p:grpSpPr>
        <p:sp>
          <p:nvSpPr>
            <p:cNvPr id="66583" name="Freeform 66"/>
            <p:cNvSpPr/>
            <p:nvPr/>
          </p:nvSpPr>
          <p:spPr>
            <a:xfrm>
              <a:off x="3336" y="3156"/>
              <a:ext cx="77" cy="85"/>
            </a:xfrm>
            <a:custGeom>
              <a:avLst/>
              <a:gdLst>
                <a:gd name="txL" fmla="*/ 0 w 199"/>
                <a:gd name="txT" fmla="*/ 0 h 232"/>
                <a:gd name="txR" fmla="*/ 199 w 199"/>
                <a:gd name="txB" fmla="*/ 232 h 232"/>
              </a:gdLst>
              <a:ahLst/>
              <a:cxnLst>
                <a:cxn ang="0">
                  <a:pos x="1"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1" y="0"/>
                </a:cxn>
                <a:cxn ang="0">
                  <a:pos x="1" y="0"/>
                </a:cxn>
                <a:cxn ang="0">
                  <a:pos x="1" y="0"/>
                </a:cxn>
                <a:cxn ang="0">
                  <a:pos x="1" y="0"/>
                </a:cxn>
                <a:cxn ang="0">
                  <a:pos x="2" y="0"/>
                </a:cxn>
                <a:cxn ang="0">
                  <a:pos x="2" y="0"/>
                </a:cxn>
                <a:cxn ang="0">
                  <a:pos x="2" y="0"/>
                </a:cxn>
                <a:cxn ang="0">
                  <a:pos x="2" y="0"/>
                </a:cxn>
                <a:cxn ang="0">
                  <a:pos x="1" y="0"/>
                </a:cxn>
                <a:cxn ang="0">
                  <a:pos x="1" y="0"/>
                </a:cxn>
                <a:cxn ang="0">
                  <a:pos x="1" y="0"/>
                </a:cxn>
                <a:cxn ang="0">
                  <a:pos x="1" y="0"/>
                </a:cxn>
                <a:cxn ang="0">
                  <a:pos x="1" y="0"/>
                </a:cxn>
                <a:cxn ang="0">
                  <a:pos x="1"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66584" name="Freeform 67"/>
            <p:cNvSpPr/>
            <p:nvPr/>
          </p:nvSpPr>
          <p:spPr>
            <a:xfrm>
              <a:off x="3467" y="3153"/>
              <a:ext cx="52" cy="66"/>
            </a:xfrm>
            <a:custGeom>
              <a:avLst/>
              <a:gdLst>
                <a:gd name="txL" fmla="*/ 0 w 128"/>
                <a:gd name="txT" fmla="*/ 0 h 180"/>
                <a:gd name="txR" fmla="*/ 128 w 128"/>
                <a:gd name="txB" fmla="*/ 180 h 180"/>
              </a:gdLst>
              <a:ahLst/>
              <a:cxnLst>
                <a:cxn ang="0">
                  <a:pos x="1" y="0"/>
                </a:cxn>
                <a:cxn ang="0">
                  <a:pos x="1" y="0"/>
                </a:cxn>
                <a:cxn ang="0">
                  <a:pos x="1" y="0"/>
                </a:cxn>
                <a:cxn ang="0">
                  <a:pos x="1" y="1"/>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2" y="1"/>
                </a:cxn>
                <a:cxn ang="0">
                  <a:pos x="2"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66585" name="Freeform 68"/>
            <p:cNvSpPr/>
            <p:nvPr/>
          </p:nvSpPr>
          <p:spPr>
            <a:xfrm>
              <a:off x="3287" y="3138"/>
              <a:ext cx="126" cy="138"/>
            </a:xfrm>
            <a:custGeom>
              <a:avLst/>
              <a:gdLst>
                <a:gd name="txL" fmla="*/ 0 w 322"/>
                <a:gd name="txT" fmla="*/ 0 h 378"/>
                <a:gd name="txR" fmla="*/ 322 w 322"/>
                <a:gd name="txB" fmla="*/ 378 h 378"/>
              </a:gdLst>
              <a:ahLst/>
              <a:cxnLst>
                <a:cxn ang="0">
                  <a:pos x="1" y="0"/>
                </a:cxn>
                <a:cxn ang="0">
                  <a:pos x="0" y="1"/>
                </a:cxn>
                <a:cxn ang="0">
                  <a:pos x="0" y="1"/>
                </a:cxn>
                <a:cxn ang="0">
                  <a:pos x="0" y="1"/>
                </a:cxn>
                <a:cxn ang="0">
                  <a:pos x="0" y="2"/>
                </a:cxn>
                <a:cxn ang="0">
                  <a:pos x="0" y="2"/>
                </a:cxn>
                <a:cxn ang="0">
                  <a:pos x="0" y="2"/>
                </a:cxn>
                <a:cxn ang="0">
                  <a:pos x="0" y="2"/>
                </a:cxn>
                <a:cxn ang="0">
                  <a:pos x="1" y="2"/>
                </a:cxn>
                <a:cxn ang="0">
                  <a:pos x="1" y="2"/>
                </a:cxn>
                <a:cxn ang="0">
                  <a:pos x="1" y="2"/>
                </a:cxn>
                <a:cxn ang="0">
                  <a:pos x="2" y="3"/>
                </a:cxn>
                <a:cxn ang="0">
                  <a:pos x="2" y="3"/>
                </a:cxn>
                <a:cxn ang="0">
                  <a:pos x="2" y="3"/>
                </a:cxn>
                <a:cxn ang="0">
                  <a:pos x="2" y="3"/>
                </a:cxn>
                <a:cxn ang="0">
                  <a:pos x="3" y="3"/>
                </a:cxn>
                <a:cxn ang="0">
                  <a:pos x="3" y="3"/>
                </a:cxn>
                <a:cxn ang="0">
                  <a:pos x="3" y="3"/>
                </a:cxn>
                <a:cxn ang="0">
                  <a:pos x="3" y="3"/>
                </a:cxn>
                <a:cxn ang="0">
                  <a:pos x="3" y="2"/>
                </a:cxn>
                <a:cxn ang="0">
                  <a:pos x="3" y="2"/>
                </a:cxn>
                <a:cxn ang="0">
                  <a:pos x="2" y="2"/>
                </a:cxn>
                <a:cxn ang="0">
                  <a:pos x="2" y="2"/>
                </a:cxn>
                <a:cxn ang="0">
                  <a:pos x="2" y="2"/>
                </a:cxn>
                <a:cxn ang="0">
                  <a:pos x="2" y="2"/>
                </a:cxn>
                <a:cxn ang="0">
                  <a:pos x="1" y="2"/>
                </a:cxn>
                <a:cxn ang="0">
                  <a:pos x="1" y="2"/>
                </a:cxn>
                <a:cxn ang="0">
                  <a:pos x="1" y="2"/>
                </a:cxn>
                <a:cxn ang="0">
                  <a:pos x="1" y="2"/>
                </a:cxn>
                <a:cxn ang="0">
                  <a:pos x="0" y="2"/>
                </a:cxn>
                <a:cxn ang="0">
                  <a:pos x="0" y="1"/>
                </a:cxn>
                <a:cxn ang="0">
                  <a:pos x="0" y="1"/>
                </a:cxn>
                <a:cxn ang="0">
                  <a:pos x="0" y="1"/>
                </a:cxn>
                <a:cxn ang="0">
                  <a:pos x="1" y="1"/>
                </a:cxn>
                <a:cxn ang="0">
                  <a:pos x="1" y="1"/>
                </a:cxn>
                <a:cxn ang="0">
                  <a:pos x="1" y="0"/>
                </a:cxn>
                <a:cxn ang="0">
                  <a:pos x="2" y="0"/>
                </a:cxn>
                <a:cxn ang="0">
                  <a:pos x="2" y="0"/>
                </a:cxn>
                <a:cxn ang="0">
                  <a:pos x="2" y="0"/>
                </a:cxn>
                <a:cxn ang="0">
                  <a:pos x="2" y="0"/>
                </a:cxn>
                <a:cxn ang="0">
                  <a:pos x="2" y="0"/>
                </a:cxn>
                <a:cxn ang="0">
                  <a:pos x="2" y="0"/>
                </a:cxn>
                <a:cxn ang="0">
                  <a:pos x="2" y="0"/>
                </a:cxn>
                <a:cxn ang="0">
                  <a:pos x="2"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66586" name="Freeform 69"/>
            <p:cNvSpPr/>
            <p:nvPr/>
          </p:nvSpPr>
          <p:spPr>
            <a:xfrm>
              <a:off x="3465" y="3134"/>
              <a:ext cx="110" cy="92"/>
            </a:xfrm>
            <a:custGeom>
              <a:avLst/>
              <a:gdLst>
                <a:gd name="txL" fmla="*/ 0 w 283"/>
                <a:gd name="txT" fmla="*/ 0 h 252"/>
                <a:gd name="txR" fmla="*/ 283 w 283"/>
                <a:gd name="txB" fmla="*/ 252 h 252"/>
              </a:gdLst>
              <a:ahLst/>
              <a:cxnLst>
                <a:cxn ang="0">
                  <a:pos x="2" y="0"/>
                </a:cxn>
                <a:cxn ang="0">
                  <a:pos x="2" y="0"/>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3" y="1"/>
                </a:cxn>
                <a:cxn ang="0">
                  <a:pos x="2" y="1"/>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2" y="0"/>
                </a:cxn>
                <a:cxn ang="0">
                  <a:pos x="2" y="0"/>
                </a:cxn>
                <a:cxn ang="0">
                  <a:pos x="2" y="0"/>
                </a:cxn>
                <a:cxn ang="0">
                  <a:pos x="2" y="0"/>
                </a:cxn>
                <a:cxn ang="0">
                  <a:pos x="2"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66587" name="Freeform 70"/>
            <p:cNvSpPr/>
            <p:nvPr/>
          </p:nvSpPr>
          <p:spPr>
            <a:xfrm>
              <a:off x="3240" y="3178"/>
              <a:ext cx="44" cy="85"/>
            </a:xfrm>
            <a:custGeom>
              <a:avLst/>
              <a:gdLst>
                <a:gd name="txL" fmla="*/ 0 w 114"/>
                <a:gd name="txT" fmla="*/ 0 h 238"/>
                <a:gd name="txR" fmla="*/ 114 w 114"/>
                <a:gd name="txB" fmla="*/ 238 h 238"/>
              </a:gdLst>
              <a:ahLst/>
              <a:cxnLst>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1"/>
                </a:cxn>
                <a:cxn ang="0">
                  <a:pos x="0" y="1"/>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66588" name="Freeform 71"/>
            <p:cNvSpPr/>
            <p:nvPr/>
          </p:nvSpPr>
          <p:spPr>
            <a:xfrm>
              <a:off x="3554" y="3127"/>
              <a:ext cx="96" cy="114"/>
            </a:xfrm>
            <a:custGeom>
              <a:avLst/>
              <a:gdLst>
                <a:gd name="txL" fmla="*/ 0 w 246"/>
                <a:gd name="txT" fmla="*/ 0 h 310"/>
                <a:gd name="txR" fmla="*/ 246 w 246"/>
                <a:gd name="txB" fmla="*/ 310 h 310"/>
              </a:gdLst>
              <a:ahLst/>
              <a:cxnLst>
                <a:cxn ang="0">
                  <a:pos x="2" y="1"/>
                </a:cxn>
                <a:cxn ang="0">
                  <a:pos x="2" y="1"/>
                </a:cxn>
                <a:cxn ang="0">
                  <a:pos x="2" y="1"/>
                </a:cxn>
                <a:cxn ang="0">
                  <a:pos x="2" y="1"/>
                </a:cxn>
                <a:cxn ang="0">
                  <a:pos x="2" y="1"/>
                </a:cxn>
                <a:cxn ang="0">
                  <a:pos x="2" y="1"/>
                </a:cxn>
                <a:cxn ang="0">
                  <a:pos x="2" y="1"/>
                </a:cxn>
                <a:cxn ang="0">
                  <a:pos x="2" y="2"/>
                </a:cxn>
                <a:cxn ang="0">
                  <a:pos x="1" y="2"/>
                </a:cxn>
                <a:cxn ang="0">
                  <a:pos x="1" y="2"/>
                </a:cxn>
                <a:cxn ang="0">
                  <a:pos x="1" y="2"/>
                </a:cxn>
                <a:cxn ang="0">
                  <a:pos x="1" y="2"/>
                </a:cxn>
                <a:cxn ang="0">
                  <a:pos x="1" y="2"/>
                </a:cxn>
                <a:cxn ang="0">
                  <a:pos x="1" y="2"/>
                </a:cxn>
                <a:cxn ang="0">
                  <a:pos x="2" y="2"/>
                </a:cxn>
                <a:cxn ang="0">
                  <a:pos x="2" y="2"/>
                </a:cxn>
                <a:cxn ang="0">
                  <a:pos x="2" y="1"/>
                </a:cxn>
                <a:cxn ang="0">
                  <a:pos x="2" y="1"/>
                </a:cxn>
                <a:cxn ang="0">
                  <a:pos x="2"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0"/>
                </a:cxn>
                <a:cxn ang="0">
                  <a:pos x="0" y="0"/>
                </a:cxn>
                <a:cxn ang="0">
                  <a:pos x="0" y="0"/>
                </a:cxn>
                <a:cxn ang="0">
                  <a:pos x="0" y="0"/>
                </a:cxn>
                <a:cxn ang="0">
                  <a:pos x="1" y="0"/>
                </a:cxn>
                <a:cxn ang="0">
                  <a:pos x="1" y="0"/>
                </a:cxn>
                <a:cxn ang="0">
                  <a:pos x="1" y="0"/>
                </a:cxn>
                <a:cxn ang="0">
                  <a:pos x="2" y="0"/>
                </a:cxn>
                <a:cxn ang="0">
                  <a:pos x="2" y="1"/>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66589" name="Freeform 72"/>
            <p:cNvSpPr/>
            <p:nvPr/>
          </p:nvSpPr>
          <p:spPr>
            <a:xfrm>
              <a:off x="3448" y="3261"/>
              <a:ext cx="33" cy="68"/>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chemeClr val="hlink">
                <a:alpha val="100000"/>
              </a:schemeClr>
            </a:solidFill>
            <a:ln w="9525">
              <a:noFill/>
            </a:ln>
          </p:spPr>
          <p:txBody>
            <a:bodyPr/>
            <a:p>
              <a:endParaRPr lang="zh-CN" altLang="en-US"/>
            </a:p>
          </p:txBody>
        </p:sp>
        <p:sp>
          <p:nvSpPr>
            <p:cNvPr id="66590" name="Freeform 73"/>
            <p:cNvSpPr/>
            <p:nvPr/>
          </p:nvSpPr>
          <p:spPr>
            <a:xfrm>
              <a:off x="3434" y="3224"/>
              <a:ext cx="17" cy="35"/>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66591" name="Freeform 74"/>
            <p:cNvSpPr/>
            <p:nvPr/>
          </p:nvSpPr>
          <p:spPr>
            <a:xfrm>
              <a:off x="3420" y="3199"/>
              <a:ext cx="14" cy="20"/>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66592" name="Freeform 75"/>
            <p:cNvSpPr/>
            <p:nvPr/>
          </p:nvSpPr>
          <p:spPr>
            <a:xfrm>
              <a:off x="3409" y="3182"/>
              <a:ext cx="18" cy="13"/>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66593" name="Freeform 76"/>
            <p:cNvSpPr/>
            <p:nvPr/>
          </p:nvSpPr>
          <p:spPr>
            <a:xfrm>
              <a:off x="3315" y="3160"/>
              <a:ext cx="77" cy="86"/>
            </a:xfrm>
            <a:custGeom>
              <a:avLst/>
              <a:gdLst>
                <a:gd name="txL" fmla="*/ 0 w 198"/>
                <a:gd name="txT" fmla="*/ 0 h 236"/>
                <a:gd name="txR" fmla="*/ 198 w 198"/>
                <a:gd name="txB" fmla="*/ 236 h 236"/>
              </a:gdLst>
              <a:ahLst/>
              <a:cxnLst>
                <a:cxn ang="0">
                  <a:pos x="1" y="0"/>
                </a:cxn>
                <a:cxn ang="0">
                  <a:pos x="1"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2" y="1"/>
                </a:cxn>
                <a:cxn ang="0">
                  <a:pos x="2" y="1"/>
                </a:cxn>
                <a:cxn ang="0">
                  <a:pos x="2"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0"/>
                </a:cxn>
                <a:cxn ang="0">
                  <a:pos x="1" y="0"/>
                </a:cxn>
                <a:cxn ang="0">
                  <a:pos x="1" y="0"/>
                </a:cxn>
                <a:cxn ang="0">
                  <a:pos x="1" y="0"/>
                </a:cxn>
                <a:cxn ang="0">
                  <a:pos x="1" y="0"/>
                </a:cxn>
                <a:cxn ang="0">
                  <a:pos x="1" y="0"/>
                </a:cxn>
                <a:cxn ang="0">
                  <a:pos x="1" y="0"/>
                </a:cxn>
                <a:cxn ang="0">
                  <a:pos x="2" y="0"/>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6594" name="Freeform 77"/>
            <p:cNvSpPr/>
            <p:nvPr/>
          </p:nvSpPr>
          <p:spPr>
            <a:xfrm>
              <a:off x="3446" y="3160"/>
              <a:ext cx="52" cy="66"/>
            </a:xfrm>
            <a:custGeom>
              <a:avLst/>
              <a:gdLst>
                <a:gd name="txL" fmla="*/ 0 w 128"/>
                <a:gd name="txT" fmla="*/ 0 h 183"/>
                <a:gd name="txR" fmla="*/ 128 w 128"/>
                <a:gd name="txB" fmla="*/ 183 h 183"/>
              </a:gdLst>
              <a:ahLst/>
              <a:cxnLst>
                <a:cxn ang="0">
                  <a:pos x="1" y="0"/>
                </a:cxn>
                <a:cxn ang="0">
                  <a:pos x="1" y="0"/>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2" y="1"/>
                </a:cxn>
                <a:cxn ang="0">
                  <a:pos x="2"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6595" name="Freeform 78"/>
            <p:cNvSpPr/>
            <p:nvPr/>
          </p:nvSpPr>
          <p:spPr>
            <a:xfrm>
              <a:off x="3266" y="3145"/>
              <a:ext cx="124" cy="138"/>
            </a:xfrm>
            <a:custGeom>
              <a:avLst/>
              <a:gdLst>
                <a:gd name="txL" fmla="*/ 0 w 323"/>
                <a:gd name="txT" fmla="*/ 0 h 379"/>
                <a:gd name="txR" fmla="*/ 323 w 323"/>
                <a:gd name="txB" fmla="*/ 379 h 379"/>
              </a:gdLst>
              <a:ahLst/>
              <a:cxnLst>
                <a:cxn ang="0">
                  <a:pos x="1" y="0"/>
                </a:cxn>
                <a:cxn ang="0">
                  <a:pos x="0" y="1"/>
                </a:cxn>
                <a:cxn ang="0">
                  <a:pos x="0" y="1"/>
                </a:cxn>
                <a:cxn ang="0">
                  <a:pos x="0" y="1"/>
                </a:cxn>
                <a:cxn ang="0">
                  <a:pos x="0" y="2"/>
                </a:cxn>
                <a:cxn ang="0">
                  <a:pos x="0" y="2"/>
                </a:cxn>
                <a:cxn ang="0">
                  <a:pos x="0" y="2"/>
                </a:cxn>
                <a:cxn ang="0">
                  <a:pos x="0" y="2"/>
                </a:cxn>
                <a:cxn ang="0">
                  <a:pos x="0" y="2"/>
                </a:cxn>
                <a:cxn ang="0">
                  <a:pos x="1" y="2"/>
                </a:cxn>
                <a:cxn ang="0">
                  <a:pos x="1" y="2"/>
                </a:cxn>
                <a:cxn ang="0">
                  <a:pos x="1" y="2"/>
                </a:cxn>
                <a:cxn ang="0">
                  <a:pos x="2" y="3"/>
                </a:cxn>
                <a:cxn ang="0">
                  <a:pos x="2" y="3"/>
                </a:cxn>
                <a:cxn ang="0">
                  <a:pos x="2" y="3"/>
                </a:cxn>
                <a:cxn ang="0">
                  <a:pos x="3" y="3"/>
                </a:cxn>
                <a:cxn ang="0">
                  <a:pos x="3" y="3"/>
                </a:cxn>
                <a:cxn ang="0">
                  <a:pos x="3" y="3"/>
                </a:cxn>
                <a:cxn ang="0">
                  <a:pos x="3" y="2"/>
                </a:cxn>
                <a:cxn ang="0">
                  <a:pos x="3" y="2"/>
                </a:cxn>
                <a:cxn ang="0">
                  <a:pos x="3" y="2"/>
                </a:cxn>
                <a:cxn ang="0">
                  <a:pos x="2" y="2"/>
                </a:cxn>
                <a:cxn ang="0">
                  <a:pos x="2" y="2"/>
                </a:cxn>
                <a:cxn ang="0">
                  <a:pos x="2" y="2"/>
                </a:cxn>
                <a:cxn ang="0">
                  <a:pos x="2" y="2"/>
                </a:cxn>
                <a:cxn ang="0">
                  <a:pos x="1" y="2"/>
                </a:cxn>
                <a:cxn ang="0">
                  <a:pos x="1" y="2"/>
                </a:cxn>
                <a:cxn ang="0">
                  <a:pos x="1" y="2"/>
                </a:cxn>
                <a:cxn ang="0">
                  <a:pos x="0" y="2"/>
                </a:cxn>
                <a:cxn ang="0">
                  <a:pos x="0" y="2"/>
                </a:cxn>
                <a:cxn ang="0">
                  <a:pos x="0" y="1"/>
                </a:cxn>
                <a:cxn ang="0">
                  <a:pos x="0" y="1"/>
                </a:cxn>
                <a:cxn ang="0">
                  <a:pos x="0" y="1"/>
                </a:cxn>
                <a:cxn ang="0">
                  <a:pos x="1" y="1"/>
                </a:cxn>
                <a:cxn ang="0">
                  <a:pos x="1" y="1"/>
                </a:cxn>
                <a:cxn ang="0">
                  <a:pos x="1" y="0"/>
                </a:cxn>
                <a:cxn ang="0">
                  <a:pos x="1" y="0"/>
                </a:cxn>
                <a:cxn ang="0">
                  <a:pos x="2" y="0"/>
                </a:cxn>
                <a:cxn ang="0">
                  <a:pos x="2" y="0"/>
                </a:cxn>
                <a:cxn ang="0">
                  <a:pos x="2" y="0"/>
                </a:cxn>
                <a:cxn ang="0">
                  <a:pos x="2" y="0"/>
                </a:cxn>
                <a:cxn ang="0">
                  <a:pos x="2" y="0"/>
                </a:cxn>
                <a:cxn ang="0">
                  <a:pos x="2" y="0"/>
                </a:cxn>
                <a:cxn ang="0">
                  <a:pos x="1"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6596" name="Freeform 79"/>
            <p:cNvSpPr/>
            <p:nvPr/>
          </p:nvSpPr>
          <p:spPr>
            <a:xfrm>
              <a:off x="3441" y="3140"/>
              <a:ext cx="111" cy="92"/>
            </a:xfrm>
            <a:custGeom>
              <a:avLst/>
              <a:gdLst>
                <a:gd name="txL" fmla="*/ 0 w 282"/>
                <a:gd name="txT" fmla="*/ 0 h 253"/>
                <a:gd name="txR" fmla="*/ 282 w 282"/>
                <a:gd name="txB" fmla="*/ 253 h 253"/>
              </a:gdLst>
              <a:ahLst/>
              <a:cxnLst>
                <a:cxn ang="0">
                  <a:pos x="2" y="0"/>
                </a:cxn>
                <a:cxn ang="0">
                  <a:pos x="2" y="0"/>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3" y="1"/>
                </a:cxn>
                <a:cxn ang="0">
                  <a:pos x="3" y="1"/>
                </a:cxn>
                <a:cxn ang="0">
                  <a:pos x="3" y="1"/>
                </a:cxn>
                <a:cxn ang="0">
                  <a:pos x="3" y="0"/>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2" y="0"/>
                </a:cxn>
                <a:cxn ang="0">
                  <a:pos x="2" y="0"/>
                </a:cxn>
                <a:cxn ang="0">
                  <a:pos x="2" y="0"/>
                </a:cxn>
                <a:cxn ang="0">
                  <a:pos x="2" y="0"/>
                </a:cxn>
                <a:cxn ang="0">
                  <a:pos x="2" y="0"/>
                </a:cxn>
                <a:cxn ang="0">
                  <a:pos x="2" y="0"/>
                </a:cxn>
                <a:cxn ang="0">
                  <a:pos x="2"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6597" name="Freeform 80"/>
            <p:cNvSpPr/>
            <p:nvPr/>
          </p:nvSpPr>
          <p:spPr>
            <a:xfrm>
              <a:off x="3221" y="3191"/>
              <a:ext cx="45" cy="85"/>
            </a:xfrm>
            <a:custGeom>
              <a:avLst/>
              <a:gdLst>
                <a:gd name="txL" fmla="*/ 0 w 115"/>
                <a:gd name="txT" fmla="*/ 0 h 236"/>
                <a:gd name="txR" fmla="*/ 115 w 115"/>
                <a:gd name="txB" fmla="*/ 236 h 236"/>
              </a:gdLst>
              <a:ahLst/>
              <a:cxnLst>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1"/>
                </a:cxn>
                <a:cxn ang="0">
                  <a:pos x="0" y="1"/>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6598" name="Freeform 81"/>
            <p:cNvSpPr/>
            <p:nvPr/>
          </p:nvSpPr>
          <p:spPr>
            <a:xfrm>
              <a:off x="3533" y="3134"/>
              <a:ext cx="96" cy="114"/>
            </a:xfrm>
            <a:custGeom>
              <a:avLst/>
              <a:gdLst>
                <a:gd name="txL" fmla="*/ 0 w 245"/>
                <a:gd name="txT" fmla="*/ 0 h 310"/>
                <a:gd name="txR" fmla="*/ 245 w 245"/>
                <a:gd name="txB" fmla="*/ 310 h 310"/>
              </a:gdLst>
              <a:ahLst/>
              <a:cxnLst>
                <a:cxn ang="0">
                  <a:pos x="2" y="1"/>
                </a:cxn>
                <a:cxn ang="0">
                  <a:pos x="2" y="1"/>
                </a:cxn>
                <a:cxn ang="0">
                  <a:pos x="2" y="1"/>
                </a:cxn>
                <a:cxn ang="0">
                  <a:pos x="2" y="1"/>
                </a:cxn>
                <a:cxn ang="0">
                  <a:pos x="2" y="1"/>
                </a:cxn>
                <a:cxn ang="0">
                  <a:pos x="2" y="1"/>
                </a:cxn>
                <a:cxn ang="0">
                  <a:pos x="2" y="1"/>
                </a:cxn>
                <a:cxn ang="0">
                  <a:pos x="2" y="2"/>
                </a:cxn>
                <a:cxn ang="0">
                  <a:pos x="1" y="2"/>
                </a:cxn>
                <a:cxn ang="0">
                  <a:pos x="1" y="2"/>
                </a:cxn>
                <a:cxn ang="0">
                  <a:pos x="1" y="2"/>
                </a:cxn>
                <a:cxn ang="0">
                  <a:pos x="1" y="2"/>
                </a:cxn>
                <a:cxn ang="0">
                  <a:pos x="1" y="2"/>
                </a:cxn>
                <a:cxn ang="0">
                  <a:pos x="1" y="2"/>
                </a:cxn>
                <a:cxn ang="0">
                  <a:pos x="2" y="2"/>
                </a:cxn>
                <a:cxn ang="0">
                  <a:pos x="2" y="2"/>
                </a:cxn>
                <a:cxn ang="0">
                  <a:pos x="2" y="1"/>
                </a:cxn>
                <a:cxn ang="0">
                  <a:pos x="2" y="1"/>
                </a:cxn>
                <a:cxn ang="0">
                  <a:pos x="2"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0"/>
                </a:cxn>
                <a:cxn ang="0">
                  <a:pos x="0" y="0"/>
                </a:cxn>
                <a:cxn ang="0">
                  <a:pos x="0" y="0"/>
                </a:cxn>
                <a:cxn ang="0">
                  <a:pos x="1" y="0"/>
                </a:cxn>
                <a:cxn ang="0">
                  <a:pos x="1" y="0"/>
                </a:cxn>
                <a:cxn ang="0">
                  <a:pos x="1" y="0"/>
                </a:cxn>
                <a:cxn ang="0">
                  <a:pos x="1" y="0"/>
                </a:cxn>
                <a:cxn ang="0">
                  <a:pos x="2" y="0"/>
                </a:cxn>
                <a:cxn ang="0">
                  <a:pos x="2" y="1"/>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nvGrpSpPr>
            <p:cNvPr id="66599" name="Group 82"/>
            <p:cNvGrpSpPr/>
            <p:nvPr/>
          </p:nvGrpSpPr>
          <p:grpSpPr>
            <a:xfrm>
              <a:off x="3334" y="3292"/>
              <a:ext cx="290" cy="352"/>
              <a:chOff x="3774" y="2423"/>
              <a:chExt cx="189" cy="286"/>
            </a:xfrm>
          </p:grpSpPr>
          <p:sp>
            <p:nvSpPr>
              <p:cNvPr id="66614" name="Rectangle 83"/>
              <p:cNvSpPr/>
              <p:nvPr/>
            </p:nvSpPr>
            <p:spPr>
              <a:xfrm>
                <a:off x="3790" y="2610"/>
                <a:ext cx="153"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615" name="Rectangle 84"/>
              <p:cNvSpPr/>
              <p:nvPr/>
            </p:nvSpPr>
            <p:spPr>
              <a:xfrm>
                <a:off x="3774" y="2653"/>
                <a:ext cx="189"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616" name="Rectangle 85"/>
              <p:cNvSpPr/>
              <p:nvPr/>
            </p:nvSpPr>
            <p:spPr>
              <a:xfrm>
                <a:off x="3808" y="2564"/>
                <a:ext cx="119"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617" name="Rectangle 86"/>
              <p:cNvSpPr/>
              <p:nvPr/>
            </p:nvSpPr>
            <p:spPr>
              <a:xfrm>
                <a:off x="3818" y="2518"/>
                <a:ext cx="97"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618" name="Rectangle 87"/>
              <p:cNvSpPr/>
              <p:nvPr/>
            </p:nvSpPr>
            <p:spPr>
              <a:xfrm>
                <a:off x="3828" y="2472"/>
                <a:ext cx="74"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619" name="Rectangle 88"/>
              <p:cNvSpPr/>
              <p:nvPr/>
            </p:nvSpPr>
            <p:spPr>
              <a:xfrm>
                <a:off x="3839" y="2423"/>
                <a:ext cx="51"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66600" name="Group 91"/>
            <p:cNvGrpSpPr/>
            <p:nvPr/>
          </p:nvGrpSpPr>
          <p:grpSpPr>
            <a:xfrm>
              <a:off x="3420" y="3341"/>
              <a:ext cx="105" cy="46"/>
              <a:chOff x="3420" y="3341"/>
              <a:chExt cx="105" cy="46"/>
            </a:xfrm>
          </p:grpSpPr>
          <p:sp>
            <p:nvSpPr>
              <p:cNvPr id="66612" name="Rectangle 89"/>
              <p:cNvSpPr/>
              <p:nvPr/>
            </p:nvSpPr>
            <p:spPr>
              <a:xfrm>
                <a:off x="3438" y="3341"/>
                <a:ext cx="72"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613" name="Rectangle 90"/>
              <p:cNvSpPr/>
              <p:nvPr/>
            </p:nvSpPr>
            <p:spPr>
              <a:xfrm>
                <a:off x="3420" y="3355"/>
                <a:ext cx="105"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66601" name="Group 92"/>
            <p:cNvGrpSpPr/>
            <p:nvPr/>
          </p:nvGrpSpPr>
          <p:grpSpPr>
            <a:xfrm>
              <a:off x="3409" y="3398"/>
              <a:ext cx="135" cy="46"/>
              <a:chOff x="3420" y="3341"/>
              <a:chExt cx="105" cy="46"/>
            </a:xfrm>
          </p:grpSpPr>
          <p:sp>
            <p:nvSpPr>
              <p:cNvPr id="66610" name="Rectangle 93"/>
              <p:cNvSpPr/>
              <p:nvPr/>
            </p:nvSpPr>
            <p:spPr>
              <a:xfrm>
                <a:off x="3438" y="3341"/>
                <a:ext cx="72"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611" name="Rectangle 94"/>
              <p:cNvSpPr/>
              <p:nvPr/>
            </p:nvSpPr>
            <p:spPr>
              <a:xfrm>
                <a:off x="3420" y="3355"/>
                <a:ext cx="105"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66602" name="Group 95"/>
            <p:cNvGrpSpPr/>
            <p:nvPr/>
          </p:nvGrpSpPr>
          <p:grpSpPr>
            <a:xfrm>
              <a:off x="3392" y="3455"/>
              <a:ext cx="168" cy="46"/>
              <a:chOff x="3420" y="3341"/>
              <a:chExt cx="105" cy="46"/>
            </a:xfrm>
          </p:grpSpPr>
          <p:sp>
            <p:nvSpPr>
              <p:cNvPr id="66608" name="Rectangle 96"/>
              <p:cNvSpPr/>
              <p:nvPr/>
            </p:nvSpPr>
            <p:spPr>
              <a:xfrm>
                <a:off x="3438" y="3341"/>
                <a:ext cx="72"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609" name="Rectangle 97"/>
              <p:cNvSpPr/>
              <p:nvPr/>
            </p:nvSpPr>
            <p:spPr>
              <a:xfrm>
                <a:off x="3420" y="3355"/>
                <a:ext cx="105"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66603" name="Group 98"/>
            <p:cNvGrpSpPr/>
            <p:nvPr/>
          </p:nvGrpSpPr>
          <p:grpSpPr>
            <a:xfrm>
              <a:off x="3378" y="3512"/>
              <a:ext cx="203" cy="46"/>
              <a:chOff x="3420" y="3341"/>
              <a:chExt cx="105" cy="46"/>
            </a:xfrm>
          </p:grpSpPr>
          <p:sp>
            <p:nvSpPr>
              <p:cNvPr id="66606" name="Rectangle 99"/>
              <p:cNvSpPr/>
              <p:nvPr/>
            </p:nvSpPr>
            <p:spPr>
              <a:xfrm>
                <a:off x="3438" y="3341"/>
                <a:ext cx="72"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607" name="Rectangle 100"/>
              <p:cNvSpPr/>
              <p:nvPr/>
            </p:nvSpPr>
            <p:spPr>
              <a:xfrm>
                <a:off x="3420" y="3355"/>
                <a:ext cx="105"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66604" name="Rectangle 102"/>
            <p:cNvSpPr/>
            <p:nvPr/>
          </p:nvSpPr>
          <p:spPr>
            <a:xfrm>
              <a:off x="3363" y="3561"/>
              <a:ext cx="226" cy="33"/>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605" name="Rectangle 103"/>
            <p:cNvSpPr/>
            <p:nvPr/>
          </p:nvSpPr>
          <p:spPr>
            <a:xfrm>
              <a:off x="3382" y="3580"/>
              <a:ext cx="232"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68611"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68612" name="Rectangle 2"/>
          <p:cNvSpPr>
            <a:spLocks noGrp="1"/>
          </p:cNvSpPr>
          <p:nvPr>
            <p:ph type="title"/>
          </p:nvPr>
        </p:nvSpPr>
        <p:spPr>
          <a:xfrm>
            <a:off x="276225" y="187325"/>
            <a:ext cx="8382000" cy="1143000"/>
          </a:xfrm>
        </p:spPr>
        <p:txBody>
          <a:bodyPr vert="horz" wrap="square" lIns="91440" tIns="45720" rIns="91440" bIns="45720" anchor="ctr" anchorCtr="0"/>
          <a:p>
            <a:r>
              <a:rPr lang="en-US" altLang="zh-CN" sz="3200" dirty="0">
                <a:ea typeface="宋体" panose="02010600030101010101" pitchFamily="2" charset="-122"/>
              </a:rPr>
              <a:t>Home networks</a:t>
            </a:r>
            <a:endParaRPr lang="en-US" altLang="zh-CN" dirty="0">
              <a:ea typeface="宋体" panose="02010600030101010101" pitchFamily="2" charset="-122"/>
            </a:endParaRPr>
          </a:p>
        </p:txBody>
      </p:sp>
      <p:sp>
        <p:nvSpPr>
          <p:cNvPr id="68613" name="Rectangle 3"/>
          <p:cNvSpPr>
            <a:spLocks noGrp="1"/>
          </p:cNvSpPr>
          <p:nvPr>
            <p:ph sz="half" idx="1"/>
          </p:nvPr>
        </p:nvSpPr>
        <p:spPr>
          <a:xfrm>
            <a:off x="438150" y="1266825"/>
            <a:ext cx="7770813" cy="4876800"/>
          </a:xfrm>
        </p:spPr>
        <p:txBody>
          <a:bodyPr vert="horz" wrap="square" lIns="91440" tIns="45720" rIns="91440" bIns="45720" anchor="t" anchorCtr="0"/>
          <a:p>
            <a:pPr>
              <a:buSzPct val="85000"/>
              <a:buFont typeface="Wingdings" panose="05000000000000000000" pitchFamily="2" charset="2"/>
              <a:buNone/>
            </a:pPr>
            <a:r>
              <a:rPr lang="en-US" altLang="zh-CN" sz="2400" dirty="0">
                <a:solidFill>
                  <a:srgbClr val="FF0000"/>
                </a:solidFill>
                <a:latin typeface="+mn-lt"/>
                <a:ea typeface="宋体" panose="02010600030101010101" pitchFamily="2" charset="-122"/>
                <a:cs typeface="+mn-cs"/>
              </a:rPr>
              <a:t>Typical home network components: </a:t>
            </a:r>
            <a:endParaRPr lang="en-US" altLang="zh-CN" sz="2400" dirty="0">
              <a:solidFill>
                <a:srgbClr val="FF0000"/>
              </a:solidFill>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DSL or cable modem</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router/firewall/NAT</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Ethernet</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wireless access</a:t>
            </a:r>
            <a:endParaRPr lang="en-US" altLang="zh-CN" sz="2400" dirty="0">
              <a:latin typeface="+mn-lt"/>
              <a:ea typeface="宋体" panose="02010600030101010101" pitchFamily="2" charset="-122"/>
              <a:cs typeface="+mn-cs"/>
            </a:endParaRPr>
          </a:p>
          <a:p>
            <a:pPr>
              <a:buSzPct val="85000"/>
              <a:buFont typeface="Wingdings" panose="05000000000000000000" pitchFamily="2" charset="2"/>
              <a:buNone/>
            </a:pPr>
            <a:r>
              <a:rPr lang="en-US" altLang="zh-CN" sz="2400" dirty="0">
                <a:latin typeface="+mn-lt"/>
                <a:ea typeface="宋体" panose="02010600030101010101" pitchFamily="2" charset="-122"/>
                <a:cs typeface="+mn-cs"/>
              </a:rPr>
              <a:t>    point</a:t>
            </a:r>
            <a:endParaRPr lang="en-US" altLang="zh-CN" sz="2400" dirty="0">
              <a:latin typeface="+mn-lt"/>
              <a:ea typeface="宋体" panose="02010600030101010101" pitchFamily="2" charset="-122"/>
              <a:cs typeface="+mn-cs"/>
            </a:endParaRPr>
          </a:p>
        </p:txBody>
      </p:sp>
      <p:grpSp>
        <p:nvGrpSpPr>
          <p:cNvPr id="68614" name="Group 4"/>
          <p:cNvGrpSpPr/>
          <p:nvPr/>
        </p:nvGrpSpPr>
        <p:grpSpPr>
          <a:xfrm>
            <a:off x="6753225" y="3371850"/>
            <a:ext cx="622300" cy="793750"/>
            <a:chOff x="3908" y="2375"/>
            <a:chExt cx="392" cy="500"/>
          </a:xfrm>
        </p:grpSpPr>
        <p:graphicFrame>
          <p:nvGraphicFramePr>
            <p:cNvPr id="68688" name="Object 5"/>
            <p:cNvGraphicFramePr>
              <a:graphicFrameLocks noChangeAspect="1"/>
            </p:cNvGraphicFramePr>
            <p:nvPr/>
          </p:nvGraphicFramePr>
          <p:xfrm>
            <a:off x="3908" y="2375"/>
            <a:ext cx="366" cy="441"/>
          </p:xfrm>
          <a:graphic>
            <a:graphicData uri="http://schemas.openxmlformats.org/presentationml/2006/ole">
              <mc:AlternateContent xmlns:mc="http://schemas.openxmlformats.org/markup-compatibility/2006">
                <mc:Choice xmlns:v="urn:schemas-microsoft-com:vml" Requires="v">
                  <p:oleObj spid="_x0000_s3130" name="" r:id="rId1" imgW="11601450" imgH="11791950" progId="MS_ClipArt_Gallery.2">
                    <p:embed/>
                  </p:oleObj>
                </mc:Choice>
                <mc:Fallback>
                  <p:oleObj name="" r:id="rId1" imgW="11601450" imgH="11791950" progId="MS_ClipArt_Gallery.2">
                    <p:embed/>
                    <p:pic>
                      <p:nvPicPr>
                        <p:cNvPr id="0" name="图片 3129"/>
                        <p:cNvPicPr/>
                        <p:nvPr/>
                      </p:nvPicPr>
                      <p:blipFill>
                        <a:blip r:embed="rId2"/>
                        <a:stretch>
                          <a:fillRect/>
                        </a:stretch>
                      </p:blipFill>
                      <p:spPr>
                        <a:xfrm>
                          <a:off x="3908" y="2375"/>
                          <a:ext cx="366" cy="441"/>
                        </a:xfrm>
                        <a:prstGeom prst="rect">
                          <a:avLst/>
                        </a:prstGeom>
                        <a:noFill/>
                        <a:ln w="38100">
                          <a:noFill/>
                          <a:miter/>
                        </a:ln>
                      </p:spPr>
                    </p:pic>
                  </p:oleObj>
                </mc:Fallback>
              </mc:AlternateContent>
            </a:graphicData>
          </a:graphic>
        </p:graphicFrame>
        <p:graphicFrame>
          <p:nvGraphicFramePr>
            <p:cNvPr id="68689" name="Object 6"/>
            <p:cNvGraphicFramePr>
              <a:graphicFrameLocks noChangeAspect="1"/>
            </p:cNvGraphicFramePr>
            <p:nvPr/>
          </p:nvGraphicFramePr>
          <p:xfrm>
            <a:off x="3966" y="2506"/>
            <a:ext cx="334" cy="369"/>
          </p:xfrm>
          <a:graphic>
            <a:graphicData uri="http://schemas.openxmlformats.org/presentationml/2006/ole">
              <mc:AlternateContent xmlns:mc="http://schemas.openxmlformats.org/markup-compatibility/2006">
                <mc:Choice xmlns:v="urn:schemas-microsoft-com:vml" Requires="v">
                  <p:oleObj spid="_x0000_s3134" name="" r:id="rId3" imgW="1268095" imgH="1199515" progId="MS_ClipArt_Gallery.2">
                    <p:embed/>
                  </p:oleObj>
                </mc:Choice>
                <mc:Fallback>
                  <p:oleObj name="" r:id="rId3" imgW="1268095" imgH="1199515" progId="MS_ClipArt_Gallery.2">
                    <p:embed/>
                    <p:pic>
                      <p:nvPicPr>
                        <p:cNvPr id="0" name="图片 3133"/>
                        <p:cNvPicPr/>
                        <p:nvPr/>
                      </p:nvPicPr>
                      <p:blipFill>
                        <a:blip r:embed="rId4"/>
                        <a:stretch>
                          <a:fillRect/>
                        </a:stretch>
                      </p:blipFill>
                      <p:spPr>
                        <a:xfrm>
                          <a:off x="3966" y="2506"/>
                          <a:ext cx="334" cy="369"/>
                        </a:xfrm>
                        <a:prstGeom prst="rect">
                          <a:avLst/>
                        </a:prstGeom>
                        <a:noFill/>
                        <a:ln w="38100">
                          <a:noFill/>
                          <a:miter/>
                        </a:ln>
                      </p:spPr>
                    </p:pic>
                  </p:oleObj>
                </mc:Fallback>
              </mc:AlternateContent>
            </a:graphicData>
          </a:graphic>
        </p:graphicFrame>
      </p:grpSp>
      <p:grpSp>
        <p:nvGrpSpPr>
          <p:cNvPr id="68615" name="Group 7"/>
          <p:cNvGrpSpPr/>
          <p:nvPr/>
        </p:nvGrpSpPr>
        <p:grpSpPr>
          <a:xfrm>
            <a:off x="6800850" y="4330700"/>
            <a:ext cx="622300" cy="793750"/>
            <a:chOff x="2870" y="1518"/>
            <a:chExt cx="292" cy="320"/>
          </a:xfrm>
        </p:grpSpPr>
        <p:graphicFrame>
          <p:nvGraphicFramePr>
            <p:cNvPr id="68686" name="Object 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3" name="" r:id="rId5" imgW="11601450" imgH="11791950" progId="MS_ClipArt_Gallery.2">
                    <p:embed/>
                  </p:oleObj>
                </mc:Choice>
                <mc:Fallback>
                  <p:oleObj name="" r:id="rId5" imgW="11601450" imgH="11791950" progId="MS_ClipArt_Gallery.2">
                    <p:embed/>
                    <p:pic>
                      <p:nvPicPr>
                        <p:cNvPr id="0" name="图片 3132"/>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68687" name="Object 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2" name="" r:id="rId6" imgW="1268095" imgH="1199515" progId="MS_ClipArt_Gallery.2">
                    <p:embed/>
                  </p:oleObj>
                </mc:Choice>
                <mc:Fallback>
                  <p:oleObj name="" r:id="rId6" imgW="1268095" imgH="1199515" progId="MS_ClipArt_Gallery.2">
                    <p:embed/>
                    <p:pic>
                      <p:nvPicPr>
                        <p:cNvPr id="0" name="图片 3131"/>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68616" name="Text Box 13"/>
          <p:cNvSpPr txBox="1"/>
          <p:nvPr/>
        </p:nvSpPr>
        <p:spPr>
          <a:xfrm>
            <a:off x="6478588" y="5133975"/>
            <a:ext cx="1147762" cy="1006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solidFill>
                  <a:srgbClr val="FF0000"/>
                </a:solidFill>
                <a:ea typeface="宋体" panose="02010600030101010101" pitchFamily="2" charset="-122"/>
              </a:rPr>
              <a:t>wireless</a:t>
            </a:r>
            <a:endParaRPr lang="en-US" altLang="zh-CN" sz="2000" dirty="0">
              <a:solidFill>
                <a:srgbClr val="FF0000"/>
              </a:solidFill>
              <a:ea typeface="宋体" panose="02010600030101010101" pitchFamily="2" charset="-122"/>
            </a:endParaRPr>
          </a:p>
          <a:p>
            <a:pPr marL="0" lvl="0" indent="0" algn="ctr">
              <a:spcBef>
                <a:spcPct val="0"/>
              </a:spcBef>
              <a:buClrTx/>
              <a:buSzTx/>
              <a:buFontTx/>
              <a:buNone/>
            </a:pPr>
            <a:r>
              <a:rPr lang="en-US" altLang="zh-CN" sz="2000" dirty="0">
                <a:solidFill>
                  <a:srgbClr val="FF0000"/>
                </a:solidFill>
                <a:ea typeface="宋体" panose="02010600030101010101" pitchFamily="2" charset="-122"/>
              </a:rPr>
              <a:t>access </a:t>
            </a:r>
            <a:endParaRPr lang="en-US" altLang="zh-CN" sz="2000" dirty="0">
              <a:solidFill>
                <a:srgbClr val="FF0000"/>
              </a:solidFill>
              <a:ea typeface="宋体" panose="02010600030101010101" pitchFamily="2" charset="-122"/>
            </a:endParaRPr>
          </a:p>
          <a:p>
            <a:pPr marL="0" lvl="0" indent="0" algn="ctr">
              <a:spcBef>
                <a:spcPct val="0"/>
              </a:spcBef>
              <a:buClrTx/>
              <a:buSzTx/>
              <a:buFontTx/>
              <a:buNone/>
            </a:pPr>
            <a:r>
              <a:rPr lang="en-US" altLang="zh-CN" sz="2000" dirty="0">
                <a:solidFill>
                  <a:srgbClr val="FF0000"/>
                </a:solidFill>
                <a:ea typeface="宋体" panose="02010600030101010101" pitchFamily="2" charset="-122"/>
              </a:rPr>
              <a:t>point</a:t>
            </a:r>
            <a:endParaRPr lang="en-US" altLang="zh-CN" sz="2000" dirty="0">
              <a:solidFill>
                <a:srgbClr val="FF0000"/>
              </a:solidFill>
              <a:latin typeface="Times New Roman" panose="02020603050405020304" pitchFamily="18" charset="0"/>
              <a:ea typeface="宋体" panose="02010600030101010101" pitchFamily="2" charset="-122"/>
            </a:endParaRPr>
          </a:p>
        </p:txBody>
      </p:sp>
      <p:sp>
        <p:nvSpPr>
          <p:cNvPr id="68617" name="Text Box 14"/>
          <p:cNvSpPr txBox="1"/>
          <p:nvPr/>
        </p:nvSpPr>
        <p:spPr>
          <a:xfrm>
            <a:off x="7570788" y="3981450"/>
            <a:ext cx="1147762"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solidFill>
                  <a:srgbClr val="FF0000"/>
                </a:solidFill>
                <a:ea typeface="宋体" panose="02010600030101010101" pitchFamily="2" charset="-122"/>
              </a:rPr>
              <a:t>wireless</a:t>
            </a:r>
            <a:endParaRPr lang="en-US" altLang="zh-CN" sz="2000" dirty="0">
              <a:solidFill>
                <a:srgbClr val="FF0000"/>
              </a:solidFill>
              <a:ea typeface="宋体" panose="02010600030101010101" pitchFamily="2" charset="-122"/>
            </a:endParaRPr>
          </a:p>
          <a:p>
            <a:pPr marL="0" lvl="0" indent="0" algn="ctr">
              <a:spcBef>
                <a:spcPct val="0"/>
              </a:spcBef>
              <a:buClrTx/>
              <a:buSzTx/>
              <a:buFontTx/>
              <a:buNone/>
            </a:pPr>
            <a:r>
              <a:rPr lang="en-US" altLang="zh-CN" sz="2000" dirty="0">
                <a:solidFill>
                  <a:srgbClr val="FF0000"/>
                </a:solidFill>
                <a:ea typeface="宋体" panose="02010600030101010101" pitchFamily="2" charset="-122"/>
              </a:rPr>
              <a:t>laptops</a:t>
            </a:r>
            <a:endParaRPr lang="en-US" altLang="zh-CN" sz="2000" dirty="0">
              <a:solidFill>
                <a:srgbClr val="FF0000"/>
              </a:solidFill>
              <a:latin typeface="Times New Roman" panose="02020603050405020304" pitchFamily="18" charset="0"/>
              <a:ea typeface="宋体" panose="02010600030101010101" pitchFamily="2" charset="-122"/>
            </a:endParaRPr>
          </a:p>
        </p:txBody>
      </p:sp>
      <p:sp>
        <p:nvSpPr>
          <p:cNvPr id="68618" name="Text Box 15"/>
          <p:cNvSpPr txBox="1"/>
          <p:nvPr/>
        </p:nvSpPr>
        <p:spPr>
          <a:xfrm>
            <a:off x="3613150" y="4498975"/>
            <a:ext cx="1089025"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r">
              <a:spcBef>
                <a:spcPct val="0"/>
              </a:spcBef>
              <a:buClrTx/>
              <a:buSzTx/>
              <a:buFontTx/>
              <a:buNone/>
            </a:pPr>
            <a:r>
              <a:rPr lang="en-US" altLang="zh-CN" sz="2000" dirty="0">
                <a:solidFill>
                  <a:srgbClr val="FF0000"/>
                </a:solidFill>
                <a:ea typeface="宋体" panose="02010600030101010101" pitchFamily="2" charset="-122"/>
              </a:rPr>
              <a:t>router/</a:t>
            </a:r>
            <a:endParaRPr lang="en-US" altLang="zh-CN" sz="2000" dirty="0">
              <a:solidFill>
                <a:srgbClr val="FF0000"/>
              </a:solidFill>
              <a:ea typeface="宋体" panose="02010600030101010101" pitchFamily="2" charset="-122"/>
            </a:endParaRPr>
          </a:p>
          <a:p>
            <a:pPr marL="0" lvl="0" indent="0" algn="r">
              <a:spcBef>
                <a:spcPct val="0"/>
              </a:spcBef>
              <a:buClrTx/>
              <a:buSzTx/>
              <a:buFontTx/>
              <a:buNone/>
            </a:pPr>
            <a:r>
              <a:rPr lang="en-US" altLang="zh-CN" sz="2000" dirty="0">
                <a:solidFill>
                  <a:srgbClr val="FF0000"/>
                </a:solidFill>
                <a:ea typeface="宋体" panose="02010600030101010101" pitchFamily="2" charset="-122"/>
              </a:rPr>
              <a:t>firewall</a:t>
            </a:r>
            <a:endParaRPr lang="en-US" altLang="zh-CN" sz="2000" dirty="0">
              <a:solidFill>
                <a:srgbClr val="FF0000"/>
              </a:solidFill>
              <a:latin typeface="Times New Roman" panose="02020603050405020304" pitchFamily="18" charset="0"/>
              <a:ea typeface="宋体" panose="02010600030101010101" pitchFamily="2" charset="-122"/>
            </a:endParaRPr>
          </a:p>
        </p:txBody>
      </p:sp>
      <p:sp>
        <p:nvSpPr>
          <p:cNvPr id="68619" name="Freeform 16"/>
          <p:cNvSpPr/>
          <p:nvPr/>
        </p:nvSpPr>
        <p:spPr>
          <a:xfrm>
            <a:off x="4821238" y="4448175"/>
            <a:ext cx="776287" cy="677863"/>
          </a:xfrm>
          <a:custGeom>
            <a:avLst/>
            <a:gdLst>
              <a:gd name="txL" fmla="*/ 0 w 489"/>
              <a:gd name="txT" fmla="*/ 0 h 427"/>
              <a:gd name="txR" fmla="*/ 489 w 489"/>
              <a:gd name="txB" fmla="*/ 427 h 427"/>
            </a:gdLst>
            <a:ahLst/>
            <a:cxnLst>
              <a:cxn ang="0">
                <a:pos x="2147483646" y="2147483646"/>
              </a:cxn>
              <a:cxn ang="0">
                <a:pos x="2147483646" y="2147483646"/>
              </a:cxn>
              <a:cxn ang="0">
                <a:pos x="0" y="0"/>
              </a:cxn>
            </a:cxnLst>
            <a:rect l="txL" t="txT" r="txR" b="txB"/>
            <a:pathLst>
              <a:path w="489" h="427">
                <a:moveTo>
                  <a:pt x="489" y="427"/>
                </a:moveTo>
                <a:lnTo>
                  <a:pt x="166" y="427"/>
                </a:ln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aphicFrame>
        <p:nvGraphicFramePr>
          <p:cNvPr id="68620" name="Object 17"/>
          <p:cNvGraphicFramePr>
            <a:graphicFrameLocks noChangeAspect="1"/>
          </p:cNvGraphicFramePr>
          <p:nvPr/>
        </p:nvGraphicFramePr>
        <p:xfrm>
          <a:off x="5526088" y="3222625"/>
          <a:ext cx="598487" cy="579438"/>
        </p:xfrm>
        <a:graphic>
          <a:graphicData uri="http://schemas.openxmlformats.org/presentationml/2006/ole">
            <mc:AlternateContent xmlns:mc="http://schemas.openxmlformats.org/markup-compatibility/2006">
              <mc:Choice xmlns:v="urn:schemas-microsoft-com:vml" Requires="v">
                <p:oleObj spid="_x0000_s3131" name="" r:id="rId7" imgW="18192750" imgH="15087600" progId="MS_ClipArt_Gallery.5">
                  <p:embed/>
                </p:oleObj>
              </mc:Choice>
              <mc:Fallback>
                <p:oleObj name="" r:id="rId7" imgW="18192750" imgH="15087600" progId="MS_ClipArt_Gallery.5">
                  <p:embed/>
                  <p:pic>
                    <p:nvPicPr>
                      <p:cNvPr id="0" name="图片 3130"/>
                      <p:cNvPicPr/>
                      <p:nvPr/>
                    </p:nvPicPr>
                    <p:blipFill>
                      <a:blip r:embed="rId8"/>
                      <a:stretch>
                        <a:fillRect/>
                      </a:stretch>
                    </p:blipFill>
                    <p:spPr>
                      <a:xfrm>
                        <a:off x="5526088" y="3222625"/>
                        <a:ext cx="598487" cy="579438"/>
                      </a:xfrm>
                      <a:prstGeom prst="rect">
                        <a:avLst/>
                      </a:prstGeom>
                      <a:noFill/>
                      <a:ln w="38100">
                        <a:noFill/>
                        <a:miter/>
                      </a:ln>
                    </p:spPr>
                  </p:pic>
                </p:oleObj>
              </mc:Fallback>
            </mc:AlternateContent>
          </a:graphicData>
        </a:graphic>
      </p:graphicFrame>
      <p:sp>
        <p:nvSpPr>
          <p:cNvPr id="68621" name="Freeform 18"/>
          <p:cNvSpPr/>
          <p:nvPr/>
        </p:nvSpPr>
        <p:spPr>
          <a:xfrm flipV="1">
            <a:off x="5021263" y="4238625"/>
            <a:ext cx="1244600" cy="98425"/>
          </a:xfrm>
          <a:custGeom>
            <a:avLst/>
            <a:gdLst>
              <a:gd name="txL" fmla="*/ 0 w 513"/>
              <a:gd name="txT" fmla="*/ 0 h 1"/>
              <a:gd name="txR" fmla="*/ 513 w 513"/>
              <a:gd name="txB" fmla="*/ 1 h 1"/>
            </a:gdLst>
            <a:ahLst/>
            <a:cxnLst>
              <a:cxn ang="0">
                <a:pos x="0" y="0"/>
              </a:cxn>
              <a:cxn ang="0">
                <a:pos x="2147483646" y="0"/>
              </a:cxn>
            </a:cxnLst>
            <a:rect l="txL" t="txT" r="txR" b="txB"/>
            <a:pathLst>
              <a:path w="513" h="1">
                <a:moveTo>
                  <a:pt x="0" y="0"/>
                </a:moveTo>
                <a:lnTo>
                  <a:pt x="513"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aphicFrame>
        <p:nvGraphicFramePr>
          <p:cNvPr id="68622" name="Object 19"/>
          <p:cNvGraphicFramePr>
            <a:graphicFrameLocks noChangeAspect="1"/>
          </p:cNvGraphicFramePr>
          <p:nvPr/>
        </p:nvGraphicFramePr>
        <p:xfrm>
          <a:off x="5553075" y="4951413"/>
          <a:ext cx="598488" cy="579437"/>
        </p:xfrm>
        <a:graphic>
          <a:graphicData uri="http://schemas.openxmlformats.org/presentationml/2006/ole">
            <mc:AlternateContent xmlns:mc="http://schemas.openxmlformats.org/markup-compatibility/2006">
              <mc:Choice xmlns:v="urn:schemas-microsoft-com:vml" Requires="v">
                <p:oleObj spid="_x0000_s3135" name="" r:id="rId9" imgW="18192750" imgH="15087600" progId="MS_ClipArt_Gallery.5">
                  <p:embed/>
                </p:oleObj>
              </mc:Choice>
              <mc:Fallback>
                <p:oleObj name="" r:id="rId9" imgW="18192750" imgH="15087600" progId="MS_ClipArt_Gallery.5">
                  <p:embed/>
                  <p:pic>
                    <p:nvPicPr>
                      <p:cNvPr id="0" name="图片 3134"/>
                      <p:cNvPicPr/>
                      <p:nvPr/>
                    </p:nvPicPr>
                    <p:blipFill>
                      <a:blip r:embed="rId8"/>
                      <a:stretch>
                        <a:fillRect/>
                      </a:stretch>
                    </p:blipFill>
                    <p:spPr>
                      <a:xfrm>
                        <a:off x="5553075" y="4951413"/>
                        <a:ext cx="598488" cy="579437"/>
                      </a:xfrm>
                      <a:prstGeom prst="rect">
                        <a:avLst/>
                      </a:prstGeom>
                      <a:noFill/>
                      <a:ln w="38100">
                        <a:noFill/>
                        <a:miter/>
                      </a:ln>
                    </p:spPr>
                  </p:pic>
                </p:oleObj>
              </mc:Fallback>
            </mc:AlternateContent>
          </a:graphicData>
        </a:graphic>
      </p:graphicFrame>
      <p:sp>
        <p:nvSpPr>
          <p:cNvPr id="68623" name="modem"/>
          <p:cNvSpPr>
            <a:spLocks noEditPoints="1"/>
          </p:cNvSpPr>
          <p:nvPr/>
        </p:nvSpPr>
        <p:spPr>
          <a:xfrm>
            <a:off x="2435225" y="4232275"/>
            <a:ext cx="1033463" cy="207963"/>
          </a:xfrm>
          <a:custGeom>
            <a:avLst/>
            <a:gdLst>
              <a:gd name="txL" fmla="*/ 400 w 21600"/>
              <a:gd name="txT" fmla="*/ 22400 h 21600"/>
              <a:gd name="txR" fmla="*/ 21200 w 21600"/>
              <a:gd name="txB" fmla="*/ 30000 h 21600"/>
            </a:gdLst>
            <a:ahLst/>
            <a:cxnLst>
              <a:cxn ang="0">
                <a:pos x="0" y="2147483646"/>
              </a:cxn>
              <a:cxn ang="0">
                <a:pos x="2147483646" y="0"/>
              </a:cxn>
              <a:cxn ang="0">
                <a:pos x="2147483646" y="0"/>
              </a:cxn>
              <a:cxn ang="0">
                <a:pos x="2147483646" y="2147483646"/>
              </a:cxn>
              <a:cxn ang="0">
                <a:pos x="2147483646" y="2147483646"/>
              </a:cxn>
              <a:cxn ang="0">
                <a:pos x="0" y="2147483646"/>
              </a:cxn>
              <a:cxn ang="0">
                <a:pos x="2147483646" y="0"/>
              </a:cxn>
              <a:cxn ang="0">
                <a:pos x="2147483646" y="2147483646"/>
              </a:cxn>
              <a:cxn ang="0">
                <a:pos x="0" y="2147483646"/>
              </a:cxn>
              <a:cxn ang="0">
                <a:pos x="2147483646" y="2147483646"/>
              </a:cxn>
            </a:cxnLst>
            <a:rect l="txL" t="txT" r="txR" b="txB"/>
            <a:pathLst>
              <a:path w="21600" h="21600">
                <a:moveTo>
                  <a:pt x="0" y="5152"/>
                </a:moveTo>
                <a:lnTo>
                  <a:pt x="2941" y="0"/>
                </a:lnTo>
                <a:lnTo>
                  <a:pt x="18625" y="0"/>
                </a:lnTo>
                <a:lnTo>
                  <a:pt x="21600" y="5152"/>
                </a:lnTo>
                <a:lnTo>
                  <a:pt x="21600" y="21600"/>
                </a:lnTo>
                <a:lnTo>
                  <a:pt x="0" y="21600"/>
                </a:lnTo>
                <a:lnTo>
                  <a:pt x="0" y="5152"/>
                </a:lnTo>
                <a:close/>
              </a:path>
              <a:path w="21600" h="21600">
                <a:moveTo>
                  <a:pt x="0" y="5251"/>
                </a:moveTo>
                <a:lnTo>
                  <a:pt x="21600" y="5251"/>
                </a:lnTo>
                <a:moveTo>
                  <a:pt x="1961" y="11791"/>
                </a:moveTo>
                <a:lnTo>
                  <a:pt x="1961" y="14268"/>
                </a:lnTo>
                <a:lnTo>
                  <a:pt x="2806" y="14268"/>
                </a:lnTo>
                <a:lnTo>
                  <a:pt x="2806" y="11791"/>
                </a:lnTo>
                <a:lnTo>
                  <a:pt x="1961" y="11791"/>
                </a:lnTo>
                <a:close/>
              </a:path>
              <a:path w="21600" h="21600">
                <a:moveTo>
                  <a:pt x="3685" y="11791"/>
                </a:moveTo>
                <a:lnTo>
                  <a:pt x="3685" y="14268"/>
                </a:lnTo>
                <a:lnTo>
                  <a:pt x="4530" y="14268"/>
                </a:lnTo>
                <a:lnTo>
                  <a:pt x="4530" y="11791"/>
                </a:lnTo>
                <a:lnTo>
                  <a:pt x="3685" y="11791"/>
                </a:lnTo>
                <a:close/>
              </a:path>
              <a:path w="21600" h="21600">
                <a:moveTo>
                  <a:pt x="5408" y="11791"/>
                </a:moveTo>
                <a:lnTo>
                  <a:pt x="5408" y="14268"/>
                </a:lnTo>
                <a:lnTo>
                  <a:pt x="6254" y="14268"/>
                </a:lnTo>
                <a:lnTo>
                  <a:pt x="6254" y="11791"/>
                </a:lnTo>
                <a:lnTo>
                  <a:pt x="5408" y="11791"/>
                </a:lnTo>
                <a:close/>
              </a:path>
              <a:path w="21600" h="21600">
                <a:moveTo>
                  <a:pt x="7132" y="11791"/>
                </a:moveTo>
                <a:lnTo>
                  <a:pt x="7132" y="14268"/>
                </a:lnTo>
                <a:lnTo>
                  <a:pt x="7977" y="14268"/>
                </a:lnTo>
                <a:lnTo>
                  <a:pt x="7977" y="11791"/>
                </a:lnTo>
                <a:lnTo>
                  <a:pt x="7132" y="11791"/>
                </a:lnTo>
                <a:close/>
              </a:path>
            </a:pathLst>
          </a:custGeom>
          <a:solidFill>
            <a:srgbClr val="C0C0C0">
              <a:alpha val="100000"/>
            </a:srgbClr>
          </a:solid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68624" name="Freeform 21"/>
          <p:cNvSpPr/>
          <p:nvPr/>
        </p:nvSpPr>
        <p:spPr>
          <a:xfrm>
            <a:off x="3470275" y="4368800"/>
            <a:ext cx="814388" cy="1588"/>
          </a:xfrm>
          <a:custGeom>
            <a:avLst/>
            <a:gdLst>
              <a:gd name="txL" fmla="*/ 0 w 513"/>
              <a:gd name="txT" fmla="*/ 0 h 1"/>
              <a:gd name="txR" fmla="*/ 513 w 513"/>
              <a:gd name="txB" fmla="*/ 1 h 1"/>
            </a:gdLst>
            <a:ahLst/>
            <a:cxnLst>
              <a:cxn ang="0">
                <a:pos x="0" y="0"/>
              </a:cxn>
              <a:cxn ang="0">
                <a:pos x="2147483646" y="0"/>
              </a:cxn>
            </a:cxnLst>
            <a:rect l="txL" t="txT" r="txR" b="txB"/>
            <a:pathLst>
              <a:path w="513" h="1">
                <a:moveTo>
                  <a:pt x="0" y="0"/>
                </a:moveTo>
                <a:lnTo>
                  <a:pt x="513"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25" name="Freeform 22"/>
          <p:cNvSpPr/>
          <p:nvPr/>
        </p:nvSpPr>
        <p:spPr>
          <a:xfrm flipV="1">
            <a:off x="4765675" y="3592513"/>
            <a:ext cx="776288" cy="677862"/>
          </a:xfrm>
          <a:custGeom>
            <a:avLst/>
            <a:gdLst>
              <a:gd name="txL" fmla="*/ 0 w 489"/>
              <a:gd name="txT" fmla="*/ 0 h 427"/>
              <a:gd name="txR" fmla="*/ 489 w 489"/>
              <a:gd name="txB" fmla="*/ 427 h 427"/>
            </a:gdLst>
            <a:ahLst/>
            <a:cxnLst>
              <a:cxn ang="0">
                <a:pos x="2147483646" y="2147483646"/>
              </a:cxn>
              <a:cxn ang="0">
                <a:pos x="2147483646" y="2147483646"/>
              </a:cxn>
              <a:cxn ang="0">
                <a:pos x="0" y="0"/>
              </a:cxn>
            </a:cxnLst>
            <a:rect l="txL" t="txT" r="txR" b="txB"/>
            <a:pathLst>
              <a:path w="489" h="427">
                <a:moveTo>
                  <a:pt x="489" y="427"/>
                </a:moveTo>
                <a:lnTo>
                  <a:pt x="166" y="427"/>
                </a:ln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26" name="Line 23"/>
          <p:cNvSpPr/>
          <p:nvPr/>
        </p:nvSpPr>
        <p:spPr>
          <a:xfrm flipH="1" flipV="1">
            <a:off x="6511925" y="4613275"/>
            <a:ext cx="123825" cy="582613"/>
          </a:xfrm>
          <a:prstGeom prst="line">
            <a:avLst/>
          </a:prstGeom>
          <a:ln w="9525" cap="flat" cmpd="sng">
            <a:solidFill>
              <a:srgbClr val="FF0000"/>
            </a:solidFill>
            <a:prstDash val="solid"/>
            <a:headEnd type="none" w="med" len="med"/>
            <a:tailEnd type="triangle" w="med" len="med"/>
          </a:ln>
        </p:spPr>
      </p:sp>
      <p:sp>
        <p:nvSpPr>
          <p:cNvPr id="68627" name="Text Box 24"/>
          <p:cNvSpPr txBox="1"/>
          <p:nvPr/>
        </p:nvSpPr>
        <p:spPr>
          <a:xfrm>
            <a:off x="2428875" y="4484688"/>
            <a:ext cx="1000125"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solidFill>
                  <a:srgbClr val="FF0000"/>
                </a:solidFill>
                <a:ea typeface="宋体" panose="02010600030101010101" pitchFamily="2" charset="-122"/>
              </a:rPr>
              <a:t>cable</a:t>
            </a:r>
            <a:endParaRPr lang="en-US" altLang="zh-CN" sz="2000" dirty="0">
              <a:solidFill>
                <a:srgbClr val="FF0000"/>
              </a:solidFill>
              <a:ea typeface="宋体" panose="02010600030101010101" pitchFamily="2" charset="-122"/>
            </a:endParaRPr>
          </a:p>
          <a:p>
            <a:pPr marL="0" lvl="0" indent="0" algn="ctr">
              <a:spcBef>
                <a:spcPct val="0"/>
              </a:spcBef>
              <a:buClrTx/>
              <a:buSzTx/>
              <a:buFontTx/>
              <a:buNone/>
            </a:pPr>
            <a:r>
              <a:rPr lang="en-US" altLang="zh-CN" sz="2000" dirty="0">
                <a:solidFill>
                  <a:srgbClr val="FF0000"/>
                </a:solidFill>
                <a:ea typeface="宋体" panose="02010600030101010101" pitchFamily="2" charset="-122"/>
              </a:rPr>
              <a:t>modem</a:t>
            </a:r>
            <a:endParaRPr lang="en-US" altLang="zh-CN" sz="2000" dirty="0">
              <a:solidFill>
                <a:srgbClr val="FF0000"/>
              </a:solidFill>
              <a:latin typeface="Times New Roman" panose="02020603050405020304" pitchFamily="18" charset="0"/>
              <a:ea typeface="宋体" panose="02010600030101010101" pitchFamily="2" charset="-122"/>
            </a:endParaRPr>
          </a:p>
        </p:txBody>
      </p:sp>
      <p:sp>
        <p:nvSpPr>
          <p:cNvPr id="68628" name="Line 25"/>
          <p:cNvSpPr/>
          <p:nvPr/>
        </p:nvSpPr>
        <p:spPr>
          <a:xfrm>
            <a:off x="1870075" y="4351338"/>
            <a:ext cx="566738" cy="0"/>
          </a:xfrm>
          <a:prstGeom prst="line">
            <a:avLst/>
          </a:prstGeom>
          <a:ln w="9525" cap="flat" cmpd="sng">
            <a:solidFill>
              <a:schemeClr val="tx1"/>
            </a:solidFill>
            <a:prstDash val="solid"/>
            <a:headEnd type="none" w="med" len="med"/>
            <a:tailEnd type="none" w="med" len="med"/>
          </a:ln>
        </p:spPr>
      </p:sp>
      <p:sp>
        <p:nvSpPr>
          <p:cNvPr id="68629" name="Text Box 26"/>
          <p:cNvSpPr txBox="1"/>
          <p:nvPr/>
        </p:nvSpPr>
        <p:spPr>
          <a:xfrm>
            <a:off x="1108075" y="4348163"/>
            <a:ext cx="1171575" cy="1006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to/from</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cable</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headend</a:t>
            </a:r>
            <a:endParaRPr lang="en-US" altLang="zh-CN" sz="2000" dirty="0">
              <a:latin typeface="Times New Roman" panose="02020603050405020304" pitchFamily="18" charset="0"/>
              <a:ea typeface="宋体" panose="02010600030101010101" pitchFamily="2" charset="-122"/>
            </a:endParaRPr>
          </a:p>
        </p:txBody>
      </p:sp>
      <p:grpSp>
        <p:nvGrpSpPr>
          <p:cNvPr id="68630" name="Group 27"/>
          <p:cNvGrpSpPr/>
          <p:nvPr/>
        </p:nvGrpSpPr>
        <p:grpSpPr>
          <a:xfrm>
            <a:off x="4246563" y="4146550"/>
            <a:ext cx="766762" cy="433388"/>
            <a:chOff x="3600" y="219"/>
            <a:chExt cx="360" cy="175"/>
          </a:xfrm>
        </p:grpSpPr>
        <p:sp>
          <p:nvSpPr>
            <p:cNvPr id="68673" name="Oval 2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74" name="Line 2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68675" name="Line 3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68676" name="Rectangle 3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77" name="Oval 3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68678" name="Group 33"/>
            <p:cNvGrpSpPr/>
            <p:nvPr/>
          </p:nvGrpSpPr>
          <p:grpSpPr>
            <a:xfrm>
              <a:off x="3686" y="244"/>
              <a:ext cx="177" cy="66"/>
              <a:chOff x="2848" y="848"/>
              <a:chExt cx="140" cy="98"/>
            </a:xfrm>
          </p:grpSpPr>
          <p:sp>
            <p:nvSpPr>
              <p:cNvPr id="68683" name="Line 3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8684" name="Line 3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8685" name="Line 3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68679" name="Group 37"/>
            <p:cNvGrpSpPr/>
            <p:nvPr/>
          </p:nvGrpSpPr>
          <p:grpSpPr>
            <a:xfrm flipV="1">
              <a:off x="3686" y="243"/>
              <a:ext cx="177" cy="66"/>
              <a:chOff x="2848" y="848"/>
              <a:chExt cx="140" cy="98"/>
            </a:xfrm>
          </p:grpSpPr>
          <p:sp>
            <p:nvSpPr>
              <p:cNvPr id="68680" name="Line 3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8681" name="Line 3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8682" name="Line 4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68631" name="Text Box 41"/>
          <p:cNvSpPr txBox="1"/>
          <p:nvPr/>
        </p:nvSpPr>
        <p:spPr>
          <a:xfrm>
            <a:off x="4206875" y="5632450"/>
            <a:ext cx="1262063"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solidFill>
                  <a:srgbClr val="FF0000"/>
                </a:solidFill>
                <a:ea typeface="宋体" panose="02010600030101010101" pitchFamily="2" charset="-122"/>
              </a:rPr>
              <a:t>Ethernet</a:t>
            </a:r>
            <a:endParaRPr lang="en-US" altLang="zh-CN" sz="2000" dirty="0">
              <a:solidFill>
                <a:srgbClr val="FF0000"/>
              </a:solidFill>
              <a:ea typeface="宋体" panose="02010600030101010101" pitchFamily="2" charset="-122"/>
            </a:endParaRPr>
          </a:p>
          <a:p>
            <a:pPr marL="0" lvl="0" indent="0" algn="ctr">
              <a:spcBef>
                <a:spcPct val="0"/>
              </a:spcBef>
              <a:buClrTx/>
              <a:buSzTx/>
              <a:buFontTx/>
              <a:buNone/>
            </a:pPr>
            <a:endParaRPr lang="en-US" altLang="zh-CN" sz="2000" dirty="0">
              <a:solidFill>
                <a:srgbClr val="FF0000"/>
              </a:solidFill>
              <a:latin typeface="Times New Roman" panose="02020603050405020304" pitchFamily="18" charset="0"/>
              <a:ea typeface="宋体" panose="02010600030101010101" pitchFamily="2" charset="-122"/>
            </a:endParaRPr>
          </a:p>
        </p:txBody>
      </p:sp>
      <p:sp>
        <p:nvSpPr>
          <p:cNvPr id="68632" name="Line 42"/>
          <p:cNvSpPr/>
          <p:nvPr/>
        </p:nvSpPr>
        <p:spPr>
          <a:xfrm flipV="1">
            <a:off x="4862513" y="4875213"/>
            <a:ext cx="69850" cy="819150"/>
          </a:xfrm>
          <a:prstGeom prst="line">
            <a:avLst/>
          </a:prstGeom>
          <a:ln w="9525" cap="flat" cmpd="sng">
            <a:solidFill>
              <a:srgbClr val="FF0000"/>
            </a:solidFill>
            <a:prstDash val="solid"/>
            <a:headEnd type="none" w="med" len="med"/>
            <a:tailEnd type="triangle" w="med" len="med"/>
          </a:ln>
        </p:spPr>
      </p:sp>
      <p:sp>
        <p:nvSpPr>
          <p:cNvPr id="68633" name="Line 43"/>
          <p:cNvSpPr/>
          <p:nvPr/>
        </p:nvSpPr>
        <p:spPr>
          <a:xfrm flipV="1">
            <a:off x="4875213" y="3586163"/>
            <a:ext cx="444500" cy="2093912"/>
          </a:xfrm>
          <a:prstGeom prst="line">
            <a:avLst/>
          </a:prstGeom>
          <a:ln w="9525" cap="flat" cmpd="sng">
            <a:solidFill>
              <a:srgbClr val="FF0000"/>
            </a:solidFill>
            <a:prstDash val="solid"/>
            <a:headEnd type="none" w="med" len="med"/>
            <a:tailEnd type="triangle" w="med" len="med"/>
          </a:ln>
        </p:spPr>
      </p:sp>
      <p:sp>
        <p:nvSpPr>
          <p:cNvPr id="68634" name="Line 44"/>
          <p:cNvSpPr/>
          <p:nvPr/>
        </p:nvSpPr>
        <p:spPr>
          <a:xfrm flipV="1">
            <a:off x="4860925" y="5124450"/>
            <a:ext cx="347663" cy="528638"/>
          </a:xfrm>
          <a:prstGeom prst="line">
            <a:avLst/>
          </a:prstGeom>
          <a:ln w="9525" cap="flat" cmpd="sng">
            <a:solidFill>
              <a:srgbClr val="FF0000"/>
            </a:solidFill>
            <a:prstDash val="solid"/>
            <a:headEnd type="none" w="med" len="med"/>
            <a:tailEnd type="triangle" w="med" len="med"/>
          </a:ln>
        </p:spPr>
      </p:sp>
      <p:grpSp>
        <p:nvGrpSpPr>
          <p:cNvPr id="68635" name="Group 45"/>
          <p:cNvGrpSpPr/>
          <p:nvPr/>
        </p:nvGrpSpPr>
        <p:grpSpPr>
          <a:xfrm>
            <a:off x="5961063" y="3794125"/>
            <a:ext cx="681037" cy="820738"/>
            <a:chOff x="3221" y="3127"/>
            <a:chExt cx="429" cy="517"/>
          </a:xfrm>
        </p:grpSpPr>
        <p:sp>
          <p:nvSpPr>
            <p:cNvPr id="68636" name="Freeform 46"/>
            <p:cNvSpPr/>
            <p:nvPr/>
          </p:nvSpPr>
          <p:spPr>
            <a:xfrm>
              <a:off x="3336" y="3156"/>
              <a:ext cx="77" cy="85"/>
            </a:xfrm>
            <a:custGeom>
              <a:avLst/>
              <a:gdLst>
                <a:gd name="txL" fmla="*/ 0 w 199"/>
                <a:gd name="txT" fmla="*/ 0 h 232"/>
                <a:gd name="txR" fmla="*/ 199 w 199"/>
                <a:gd name="txB" fmla="*/ 232 h 232"/>
              </a:gdLst>
              <a:ahLst/>
              <a:cxnLst>
                <a:cxn ang="0">
                  <a:pos x="1"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1" y="0"/>
                </a:cxn>
                <a:cxn ang="0">
                  <a:pos x="1" y="0"/>
                </a:cxn>
                <a:cxn ang="0">
                  <a:pos x="1" y="0"/>
                </a:cxn>
                <a:cxn ang="0">
                  <a:pos x="1" y="0"/>
                </a:cxn>
                <a:cxn ang="0">
                  <a:pos x="2" y="0"/>
                </a:cxn>
                <a:cxn ang="0">
                  <a:pos x="2" y="0"/>
                </a:cxn>
                <a:cxn ang="0">
                  <a:pos x="2" y="0"/>
                </a:cxn>
                <a:cxn ang="0">
                  <a:pos x="2" y="0"/>
                </a:cxn>
                <a:cxn ang="0">
                  <a:pos x="1" y="0"/>
                </a:cxn>
                <a:cxn ang="0">
                  <a:pos x="1" y="0"/>
                </a:cxn>
                <a:cxn ang="0">
                  <a:pos x="1" y="0"/>
                </a:cxn>
                <a:cxn ang="0">
                  <a:pos x="1" y="0"/>
                </a:cxn>
                <a:cxn ang="0">
                  <a:pos x="1" y="0"/>
                </a:cxn>
                <a:cxn ang="0">
                  <a:pos x="1"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68637" name="Freeform 47"/>
            <p:cNvSpPr/>
            <p:nvPr/>
          </p:nvSpPr>
          <p:spPr>
            <a:xfrm>
              <a:off x="3467" y="3153"/>
              <a:ext cx="52" cy="66"/>
            </a:xfrm>
            <a:custGeom>
              <a:avLst/>
              <a:gdLst>
                <a:gd name="txL" fmla="*/ 0 w 128"/>
                <a:gd name="txT" fmla="*/ 0 h 180"/>
                <a:gd name="txR" fmla="*/ 128 w 128"/>
                <a:gd name="txB" fmla="*/ 180 h 180"/>
              </a:gdLst>
              <a:ahLst/>
              <a:cxnLst>
                <a:cxn ang="0">
                  <a:pos x="1" y="0"/>
                </a:cxn>
                <a:cxn ang="0">
                  <a:pos x="1" y="0"/>
                </a:cxn>
                <a:cxn ang="0">
                  <a:pos x="1" y="0"/>
                </a:cxn>
                <a:cxn ang="0">
                  <a:pos x="1" y="1"/>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2" y="1"/>
                </a:cxn>
                <a:cxn ang="0">
                  <a:pos x="2"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68638" name="Freeform 48"/>
            <p:cNvSpPr/>
            <p:nvPr/>
          </p:nvSpPr>
          <p:spPr>
            <a:xfrm>
              <a:off x="3287" y="3138"/>
              <a:ext cx="126" cy="138"/>
            </a:xfrm>
            <a:custGeom>
              <a:avLst/>
              <a:gdLst>
                <a:gd name="txL" fmla="*/ 0 w 322"/>
                <a:gd name="txT" fmla="*/ 0 h 378"/>
                <a:gd name="txR" fmla="*/ 322 w 322"/>
                <a:gd name="txB" fmla="*/ 378 h 378"/>
              </a:gdLst>
              <a:ahLst/>
              <a:cxnLst>
                <a:cxn ang="0">
                  <a:pos x="1" y="0"/>
                </a:cxn>
                <a:cxn ang="0">
                  <a:pos x="0" y="1"/>
                </a:cxn>
                <a:cxn ang="0">
                  <a:pos x="0" y="1"/>
                </a:cxn>
                <a:cxn ang="0">
                  <a:pos x="0" y="1"/>
                </a:cxn>
                <a:cxn ang="0">
                  <a:pos x="0" y="2"/>
                </a:cxn>
                <a:cxn ang="0">
                  <a:pos x="0" y="2"/>
                </a:cxn>
                <a:cxn ang="0">
                  <a:pos x="0" y="2"/>
                </a:cxn>
                <a:cxn ang="0">
                  <a:pos x="0" y="2"/>
                </a:cxn>
                <a:cxn ang="0">
                  <a:pos x="1" y="2"/>
                </a:cxn>
                <a:cxn ang="0">
                  <a:pos x="1" y="2"/>
                </a:cxn>
                <a:cxn ang="0">
                  <a:pos x="1" y="2"/>
                </a:cxn>
                <a:cxn ang="0">
                  <a:pos x="2" y="3"/>
                </a:cxn>
                <a:cxn ang="0">
                  <a:pos x="2" y="3"/>
                </a:cxn>
                <a:cxn ang="0">
                  <a:pos x="2" y="3"/>
                </a:cxn>
                <a:cxn ang="0">
                  <a:pos x="2" y="3"/>
                </a:cxn>
                <a:cxn ang="0">
                  <a:pos x="3" y="3"/>
                </a:cxn>
                <a:cxn ang="0">
                  <a:pos x="3" y="3"/>
                </a:cxn>
                <a:cxn ang="0">
                  <a:pos x="3" y="3"/>
                </a:cxn>
                <a:cxn ang="0">
                  <a:pos x="3" y="3"/>
                </a:cxn>
                <a:cxn ang="0">
                  <a:pos x="3" y="2"/>
                </a:cxn>
                <a:cxn ang="0">
                  <a:pos x="3" y="2"/>
                </a:cxn>
                <a:cxn ang="0">
                  <a:pos x="2" y="2"/>
                </a:cxn>
                <a:cxn ang="0">
                  <a:pos x="2" y="2"/>
                </a:cxn>
                <a:cxn ang="0">
                  <a:pos x="2" y="2"/>
                </a:cxn>
                <a:cxn ang="0">
                  <a:pos x="2" y="2"/>
                </a:cxn>
                <a:cxn ang="0">
                  <a:pos x="1" y="2"/>
                </a:cxn>
                <a:cxn ang="0">
                  <a:pos x="1" y="2"/>
                </a:cxn>
                <a:cxn ang="0">
                  <a:pos x="1" y="2"/>
                </a:cxn>
                <a:cxn ang="0">
                  <a:pos x="1" y="2"/>
                </a:cxn>
                <a:cxn ang="0">
                  <a:pos x="0" y="2"/>
                </a:cxn>
                <a:cxn ang="0">
                  <a:pos x="0" y="1"/>
                </a:cxn>
                <a:cxn ang="0">
                  <a:pos x="0" y="1"/>
                </a:cxn>
                <a:cxn ang="0">
                  <a:pos x="0" y="1"/>
                </a:cxn>
                <a:cxn ang="0">
                  <a:pos x="1" y="1"/>
                </a:cxn>
                <a:cxn ang="0">
                  <a:pos x="1" y="1"/>
                </a:cxn>
                <a:cxn ang="0">
                  <a:pos x="1" y="0"/>
                </a:cxn>
                <a:cxn ang="0">
                  <a:pos x="2" y="0"/>
                </a:cxn>
                <a:cxn ang="0">
                  <a:pos x="2" y="0"/>
                </a:cxn>
                <a:cxn ang="0">
                  <a:pos x="2" y="0"/>
                </a:cxn>
                <a:cxn ang="0">
                  <a:pos x="2" y="0"/>
                </a:cxn>
                <a:cxn ang="0">
                  <a:pos x="2" y="0"/>
                </a:cxn>
                <a:cxn ang="0">
                  <a:pos x="2" y="0"/>
                </a:cxn>
                <a:cxn ang="0">
                  <a:pos x="2" y="0"/>
                </a:cxn>
                <a:cxn ang="0">
                  <a:pos x="2"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68639" name="Freeform 49"/>
            <p:cNvSpPr/>
            <p:nvPr/>
          </p:nvSpPr>
          <p:spPr>
            <a:xfrm>
              <a:off x="3465" y="3134"/>
              <a:ext cx="110" cy="92"/>
            </a:xfrm>
            <a:custGeom>
              <a:avLst/>
              <a:gdLst>
                <a:gd name="txL" fmla="*/ 0 w 283"/>
                <a:gd name="txT" fmla="*/ 0 h 252"/>
                <a:gd name="txR" fmla="*/ 283 w 283"/>
                <a:gd name="txB" fmla="*/ 252 h 252"/>
              </a:gdLst>
              <a:ahLst/>
              <a:cxnLst>
                <a:cxn ang="0">
                  <a:pos x="2" y="0"/>
                </a:cxn>
                <a:cxn ang="0">
                  <a:pos x="2" y="0"/>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3" y="1"/>
                </a:cxn>
                <a:cxn ang="0">
                  <a:pos x="2" y="1"/>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2" y="0"/>
                </a:cxn>
                <a:cxn ang="0">
                  <a:pos x="2" y="0"/>
                </a:cxn>
                <a:cxn ang="0">
                  <a:pos x="2" y="0"/>
                </a:cxn>
                <a:cxn ang="0">
                  <a:pos x="2" y="0"/>
                </a:cxn>
                <a:cxn ang="0">
                  <a:pos x="2"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68640" name="Freeform 50"/>
            <p:cNvSpPr/>
            <p:nvPr/>
          </p:nvSpPr>
          <p:spPr>
            <a:xfrm>
              <a:off x="3240" y="3178"/>
              <a:ext cx="44" cy="85"/>
            </a:xfrm>
            <a:custGeom>
              <a:avLst/>
              <a:gdLst>
                <a:gd name="txL" fmla="*/ 0 w 114"/>
                <a:gd name="txT" fmla="*/ 0 h 238"/>
                <a:gd name="txR" fmla="*/ 114 w 114"/>
                <a:gd name="txB" fmla="*/ 238 h 238"/>
              </a:gdLst>
              <a:ahLst/>
              <a:cxnLst>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1"/>
                </a:cxn>
                <a:cxn ang="0">
                  <a:pos x="0" y="1"/>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68641" name="Freeform 51"/>
            <p:cNvSpPr/>
            <p:nvPr/>
          </p:nvSpPr>
          <p:spPr>
            <a:xfrm>
              <a:off x="3554" y="3127"/>
              <a:ext cx="96" cy="114"/>
            </a:xfrm>
            <a:custGeom>
              <a:avLst/>
              <a:gdLst>
                <a:gd name="txL" fmla="*/ 0 w 246"/>
                <a:gd name="txT" fmla="*/ 0 h 310"/>
                <a:gd name="txR" fmla="*/ 246 w 246"/>
                <a:gd name="txB" fmla="*/ 310 h 310"/>
              </a:gdLst>
              <a:ahLst/>
              <a:cxnLst>
                <a:cxn ang="0">
                  <a:pos x="2" y="1"/>
                </a:cxn>
                <a:cxn ang="0">
                  <a:pos x="2" y="1"/>
                </a:cxn>
                <a:cxn ang="0">
                  <a:pos x="2" y="1"/>
                </a:cxn>
                <a:cxn ang="0">
                  <a:pos x="2" y="1"/>
                </a:cxn>
                <a:cxn ang="0">
                  <a:pos x="2" y="1"/>
                </a:cxn>
                <a:cxn ang="0">
                  <a:pos x="2" y="1"/>
                </a:cxn>
                <a:cxn ang="0">
                  <a:pos x="2" y="1"/>
                </a:cxn>
                <a:cxn ang="0">
                  <a:pos x="2" y="2"/>
                </a:cxn>
                <a:cxn ang="0">
                  <a:pos x="1" y="2"/>
                </a:cxn>
                <a:cxn ang="0">
                  <a:pos x="1" y="2"/>
                </a:cxn>
                <a:cxn ang="0">
                  <a:pos x="1" y="2"/>
                </a:cxn>
                <a:cxn ang="0">
                  <a:pos x="1" y="2"/>
                </a:cxn>
                <a:cxn ang="0">
                  <a:pos x="1" y="2"/>
                </a:cxn>
                <a:cxn ang="0">
                  <a:pos x="1" y="2"/>
                </a:cxn>
                <a:cxn ang="0">
                  <a:pos x="2" y="2"/>
                </a:cxn>
                <a:cxn ang="0">
                  <a:pos x="2" y="2"/>
                </a:cxn>
                <a:cxn ang="0">
                  <a:pos x="2" y="1"/>
                </a:cxn>
                <a:cxn ang="0">
                  <a:pos x="2" y="1"/>
                </a:cxn>
                <a:cxn ang="0">
                  <a:pos x="2"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0"/>
                </a:cxn>
                <a:cxn ang="0">
                  <a:pos x="0" y="0"/>
                </a:cxn>
                <a:cxn ang="0">
                  <a:pos x="0" y="0"/>
                </a:cxn>
                <a:cxn ang="0">
                  <a:pos x="0" y="0"/>
                </a:cxn>
                <a:cxn ang="0">
                  <a:pos x="1" y="0"/>
                </a:cxn>
                <a:cxn ang="0">
                  <a:pos x="1" y="0"/>
                </a:cxn>
                <a:cxn ang="0">
                  <a:pos x="1" y="0"/>
                </a:cxn>
                <a:cxn ang="0">
                  <a:pos x="2" y="0"/>
                </a:cxn>
                <a:cxn ang="0">
                  <a:pos x="2" y="1"/>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68642" name="Freeform 52"/>
            <p:cNvSpPr/>
            <p:nvPr/>
          </p:nvSpPr>
          <p:spPr>
            <a:xfrm>
              <a:off x="3448" y="3261"/>
              <a:ext cx="33" cy="68"/>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chemeClr val="hlink">
                <a:alpha val="100000"/>
              </a:schemeClr>
            </a:solidFill>
            <a:ln w="9525">
              <a:noFill/>
            </a:ln>
          </p:spPr>
          <p:txBody>
            <a:bodyPr/>
            <a:p>
              <a:endParaRPr lang="zh-CN" altLang="en-US"/>
            </a:p>
          </p:txBody>
        </p:sp>
        <p:sp>
          <p:nvSpPr>
            <p:cNvPr id="68643" name="Freeform 53"/>
            <p:cNvSpPr/>
            <p:nvPr/>
          </p:nvSpPr>
          <p:spPr>
            <a:xfrm>
              <a:off x="3434" y="3224"/>
              <a:ext cx="17" cy="35"/>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68644" name="Freeform 54"/>
            <p:cNvSpPr/>
            <p:nvPr/>
          </p:nvSpPr>
          <p:spPr>
            <a:xfrm>
              <a:off x="3420" y="3199"/>
              <a:ext cx="14" cy="20"/>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68645" name="Freeform 55"/>
            <p:cNvSpPr/>
            <p:nvPr/>
          </p:nvSpPr>
          <p:spPr>
            <a:xfrm>
              <a:off x="3409" y="3182"/>
              <a:ext cx="18" cy="13"/>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68646" name="Freeform 56"/>
            <p:cNvSpPr/>
            <p:nvPr/>
          </p:nvSpPr>
          <p:spPr>
            <a:xfrm>
              <a:off x="3315" y="3160"/>
              <a:ext cx="77" cy="86"/>
            </a:xfrm>
            <a:custGeom>
              <a:avLst/>
              <a:gdLst>
                <a:gd name="txL" fmla="*/ 0 w 198"/>
                <a:gd name="txT" fmla="*/ 0 h 236"/>
                <a:gd name="txR" fmla="*/ 198 w 198"/>
                <a:gd name="txB" fmla="*/ 236 h 236"/>
              </a:gdLst>
              <a:ahLst/>
              <a:cxnLst>
                <a:cxn ang="0">
                  <a:pos x="1" y="0"/>
                </a:cxn>
                <a:cxn ang="0">
                  <a:pos x="1"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2" y="1"/>
                </a:cxn>
                <a:cxn ang="0">
                  <a:pos x="2" y="1"/>
                </a:cxn>
                <a:cxn ang="0">
                  <a:pos x="2"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0"/>
                </a:cxn>
                <a:cxn ang="0">
                  <a:pos x="1" y="0"/>
                </a:cxn>
                <a:cxn ang="0">
                  <a:pos x="1" y="0"/>
                </a:cxn>
                <a:cxn ang="0">
                  <a:pos x="1" y="0"/>
                </a:cxn>
                <a:cxn ang="0">
                  <a:pos x="1" y="0"/>
                </a:cxn>
                <a:cxn ang="0">
                  <a:pos x="1" y="0"/>
                </a:cxn>
                <a:cxn ang="0">
                  <a:pos x="1" y="0"/>
                </a:cxn>
                <a:cxn ang="0">
                  <a:pos x="2" y="0"/>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47" name="Freeform 57"/>
            <p:cNvSpPr/>
            <p:nvPr/>
          </p:nvSpPr>
          <p:spPr>
            <a:xfrm>
              <a:off x="3446" y="3160"/>
              <a:ext cx="52" cy="66"/>
            </a:xfrm>
            <a:custGeom>
              <a:avLst/>
              <a:gdLst>
                <a:gd name="txL" fmla="*/ 0 w 128"/>
                <a:gd name="txT" fmla="*/ 0 h 183"/>
                <a:gd name="txR" fmla="*/ 128 w 128"/>
                <a:gd name="txB" fmla="*/ 183 h 183"/>
              </a:gdLst>
              <a:ahLst/>
              <a:cxnLst>
                <a:cxn ang="0">
                  <a:pos x="1" y="0"/>
                </a:cxn>
                <a:cxn ang="0">
                  <a:pos x="1" y="0"/>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2" y="1"/>
                </a:cxn>
                <a:cxn ang="0">
                  <a:pos x="2"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48" name="Freeform 58"/>
            <p:cNvSpPr/>
            <p:nvPr/>
          </p:nvSpPr>
          <p:spPr>
            <a:xfrm>
              <a:off x="3266" y="3145"/>
              <a:ext cx="124" cy="138"/>
            </a:xfrm>
            <a:custGeom>
              <a:avLst/>
              <a:gdLst>
                <a:gd name="txL" fmla="*/ 0 w 323"/>
                <a:gd name="txT" fmla="*/ 0 h 379"/>
                <a:gd name="txR" fmla="*/ 323 w 323"/>
                <a:gd name="txB" fmla="*/ 379 h 379"/>
              </a:gdLst>
              <a:ahLst/>
              <a:cxnLst>
                <a:cxn ang="0">
                  <a:pos x="1" y="0"/>
                </a:cxn>
                <a:cxn ang="0">
                  <a:pos x="0" y="1"/>
                </a:cxn>
                <a:cxn ang="0">
                  <a:pos x="0" y="1"/>
                </a:cxn>
                <a:cxn ang="0">
                  <a:pos x="0" y="1"/>
                </a:cxn>
                <a:cxn ang="0">
                  <a:pos x="0" y="2"/>
                </a:cxn>
                <a:cxn ang="0">
                  <a:pos x="0" y="2"/>
                </a:cxn>
                <a:cxn ang="0">
                  <a:pos x="0" y="2"/>
                </a:cxn>
                <a:cxn ang="0">
                  <a:pos x="0" y="2"/>
                </a:cxn>
                <a:cxn ang="0">
                  <a:pos x="0" y="2"/>
                </a:cxn>
                <a:cxn ang="0">
                  <a:pos x="1" y="2"/>
                </a:cxn>
                <a:cxn ang="0">
                  <a:pos x="1" y="2"/>
                </a:cxn>
                <a:cxn ang="0">
                  <a:pos x="1" y="2"/>
                </a:cxn>
                <a:cxn ang="0">
                  <a:pos x="2" y="3"/>
                </a:cxn>
                <a:cxn ang="0">
                  <a:pos x="2" y="3"/>
                </a:cxn>
                <a:cxn ang="0">
                  <a:pos x="2" y="3"/>
                </a:cxn>
                <a:cxn ang="0">
                  <a:pos x="3" y="3"/>
                </a:cxn>
                <a:cxn ang="0">
                  <a:pos x="3" y="3"/>
                </a:cxn>
                <a:cxn ang="0">
                  <a:pos x="3" y="3"/>
                </a:cxn>
                <a:cxn ang="0">
                  <a:pos x="3" y="2"/>
                </a:cxn>
                <a:cxn ang="0">
                  <a:pos x="3" y="2"/>
                </a:cxn>
                <a:cxn ang="0">
                  <a:pos x="3" y="2"/>
                </a:cxn>
                <a:cxn ang="0">
                  <a:pos x="2" y="2"/>
                </a:cxn>
                <a:cxn ang="0">
                  <a:pos x="2" y="2"/>
                </a:cxn>
                <a:cxn ang="0">
                  <a:pos x="2" y="2"/>
                </a:cxn>
                <a:cxn ang="0">
                  <a:pos x="2" y="2"/>
                </a:cxn>
                <a:cxn ang="0">
                  <a:pos x="1" y="2"/>
                </a:cxn>
                <a:cxn ang="0">
                  <a:pos x="1" y="2"/>
                </a:cxn>
                <a:cxn ang="0">
                  <a:pos x="1" y="2"/>
                </a:cxn>
                <a:cxn ang="0">
                  <a:pos x="0" y="2"/>
                </a:cxn>
                <a:cxn ang="0">
                  <a:pos x="0" y="2"/>
                </a:cxn>
                <a:cxn ang="0">
                  <a:pos x="0" y="1"/>
                </a:cxn>
                <a:cxn ang="0">
                  <a:pos x="0" y="1"/>
                </a:cxn>
                <a:cxn ang="0">
                  <a:pos x="0" y="1"/>
                </a:cxn>
                <a:cxn ang="0">
                  <a:pos x="1" y="1"/>
                </a:cxn>
                <a:cxn ang="0">
                  <a:pos x="1" y="1"/>
                </a:cxn>
                <a:cxn ang="0">
                  <a:pos x="1" y="0"/>
                </a:cxn>
                <a:cxn ang="0">
                  <a:pos x="1" y="0"/>
                </a:cxn>
                <a:cxn ang="0">
                  <a:pos x="2" y="0"/>
                </a:cxn>
                <a:cxn ang="0">
                  <a:pos x="2" y="0"/>
                </a:cxn>
                <a:cxn ang="0">
                  <a:pos x="2" y="0"/>
                </a:cxn>
                <a:cxn ang="0">
                  <a:pos x="2" y="0"/>
                </a:cxn>
                <a:cxn ang="0">
                  <a:pos x="2" y="0"/>
                </a:cxn>
                <a:cxn ang="0">
                  <a:pos x="2" y="0"/>
                </a:cxn>
                <a:cxn ang="0">
                  <a:pos x="1"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49" name="Freeform 59"/>
            <p:cNvSpPr/>
            <p:nvPr/>
          </p:nvSpPr>
          <p:spPr>
            <a:xfrm>
              <a:off x="3441" y="3140"/>
              <a:ext cx="111" cy="92"/>
            </a:xfrm>
            <a:custGeom>
              <a:avLst/>
              <a:gdLst>
                <a:gd name="txL" fmla="*/ 0 w 282"/>
                <a:gd name="txT" fmla="*/ 0 h 253"/>
                <a:gd name="txR" fmla="*/ 282 w 282"/>
                <a:gd name="txB" fmla="*/ 253 h 253"/>
              </a:gdLst>
              <a:ahLst/>
              <a:cxnLst>
                <a:cxn ang="0">
                  <a:pos x="2" y="0"/>
                </a:cxn>
                <a:cxn ang="0">
                  <a:pos x="2" y="0"/>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3" y="1"/>
                </a:cxn>
                <a:cxn ang="0">
                  <a:pos x="3" y="1"/>
                </a:cxn>
                <a:cxn ang="0">
                  <a:pos x="3" y="1"/>
                </a:cxn>
                <a:cxn ang="0">
                  <a:pos x="3" y="0"/>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2" y="0"/>
                </a:cxn>
                <a:cxn ang="0">
                  <a:pos x="2" y="0"/>
                </a:cxn>
                <a:cxn ang="0">
                  <a:pos x="2" y="0"/>
                </a:cxn>
                <a:cxn ang="0">
                  <a:pos x="2" y="0"/>
                </a:cxn>
                <a:cxn ang="0">
                  <a:pos x="2" y="0"/>
                </a:cxn>
                <a:cxn ang="0">
                  <a:pos x="2" y="0"/>
                </a:cxn>
                <a:cxn ang="0">
                  <a:pos x="2"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50" name="Freeform 60"/>
            <p:cNvSpPr/>
            <p:nvPr/>
          </p:nvSpPr>
          <p:spPr>
            <a:xfrm>
              <a:off x="3221" y="3191"/>
              <a:ext cx="45" cy="85"/>
            </a:xfrm>
            <a:custGeom>
              <a:avLst/>
              <a:gdLst>
                <a:gd name="txL" fmla="*/ 0 w 115"/>
                <a:gd name="txT" fmla="*/ 0 h 236"/>
                <a:gd name="txR" fmla="*/ 115 w 115"/>
                <a:gd name="txB" fmla="*/ 236 h 236"/>
              </a:gdLst>
              <a:ahLst/>
              <a:cxnLst>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1"/>
                </a:cxn>
                <a:cxn ang="0">
                  <a:pos x="0" y="1"/>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51" name="Freeform 61"/>
            <p:cNvSpPr/>
            <p:nvPr/>
          </p:nvSpPr>
          <p:spPr>
            <a:xfrm>
              <a:off x="3533" y="3134"/>
              <a:ext cx="96" cy="114"/>
            </a:xfrm>
            <a:custGeom>
              <a:avLst/>
              <a:gdLst>
                <a:gd name="txL" fmla="*/ 0 w 245"/>
                <a:gd name="txT" fmla="*/ 0 h 310"/>
                <a:gd name="txR" fmla="*/ 245 w 245"/>
                <a:gd name="txB" fmla="*/ 310 h 310"/>
              </a:gdLst>
              <a:ahLst/>
              <a:cxnLst>
                <a:cxn ang="0">
                  <a:pos x="2" y="1"/>
                </a:cxn>
                <a:cxn ang="0">
                  <a:pos x="2" y="1"/>
                </a:cxn>
                <a:cxn ang="0">
                  <a:pos x="2" y="1"/>
                </a:cxn>
                <a:cxn ang="0">
                  <a:pos x="2" y="1"/>
                </a:cxn>
                <a:cxn ang="0">
                  <a:pos x="2" y="1"/>
                </a:cxn>
                <a:cxn ang="0">
                  <a:pos x="2" y="1"/>
                </a:cxn>
                <a:cxn ang="0">
                  <a:pos x="2" y="1"/>
                </a:cxn>
                <a:cxn ang="0">
                  <a:pos x="2" y="2"/>
                </a:cxn>
                <a:cxn ang="0">
                  <a:pos x="1" y="2"/>
                </a:cxn>
                <a:cxn ang="0">
                  <a:pos x="1" y="2"/>
                </a:cxn>
                <a:cxn ang="0">
                  <a:pos x="1" y="2"/>
                </a:cxn>
                <a:cxn ang="0">
                  <a:pos x="1" y="2"/>
                </a:cxn>
                <a:cxn ang="0">
                  <a:pos x="1" y="2"/>
                </a:cxn>
                <a:cxn ang="0">
                  <a:pos x="1" y="2"/>
                </a:cxn>
                <a:cxn ang="0">
                  <a:pos x="2" y="2"/>
                </a:cxn>
                <a:cxn ang="0">
                  <a:pos x="2" y="2"/>
                </a:cxn>
                <a:cxn ang="0">
                  <a:pos x="2" y="1"/>
                </a:cxn>
                <a:cxn ang="0">
                  <a:pos x="2" y="1"/>
                </a:cxn>
                <a:cxn ang="0">
                  <a:pos x="2"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0"/>
                </a:cxn>
                <a:cxn ang="0">
                  <a:pos x="0" y="0"/>
                </a:cxn>
                <a:cxn ang="0">
                  <a:pos x="0" y="0"/>
                </a:cxn>
                <a:cxn ang="0">
                  <a:pos x="1" y="0"/>
                </a:cxn>
                <a:cxn ang="0">
                  <a:pos x="1" y="0"/>
                </a:cxn>
                <a:cxn ang="0">
                  <a:pos x="1" y="0"/>
                </a:cxn>
                <a:cxn ang="0">
                  <a:pos x="1" y="0"/>
                </a:cxn>
                <a:cxn ang="0">
                  <a:pos x="2" y="0"/>
                </a:cxn>
                <a:cxn ang="0">
                  <a:pos x="2" y="1"/>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nvGrpSpPr>
            <p:cNvPr id="68652" name="Group 62"/>
            <p:cNvGrpSpPr/>
            <p:nvPr/>
          </p:nvGrpSpPr>
          <p:grpSpPr>
            <a:xfrm>
              <a:off x="3334" y="3292"/>
              <a:ext cx="290" cy="352"/>
              <a:chOff x="3774" y="2423"/>
              <a:chExt cx="189" cy="286"/>
            </a:xfrm>
          </p:grpSpPr>
          <p:sp>
            <p:nvSpPr>
              <p:cNvPr id="68667" name="Rectangle 63"/>
              <p:cNvSpPr/>
              <p:nvPr/>
            </p:nvSpPr>
            <p:spPr>
              <a:xfrm>
                <a:off x="3790" y="2610"/>
                <a:ext cx="153"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68" name="Rectangle 64"/>
              <p:cNvSpPr/>
              <p:nvPr/>
            </p:nvSpPr>
            <p:spPr>
              <a:xfrm>
                <a:off x="3774" y="2653"/>
                <a:ext cx="189"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69" name="Rectangle 65"/>
              <p:cNvSpPr/>
              <p:nvPr/>
            </p:nvSpPr>
            <p:spPr>
              <a:xfrm>
                <a:off x="3808" y="2564"/>
                <a:ext cx="119"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70" name="Rectangle 66"/>
              <p:cNvSpPr/>
              <p:nvPr/>
            </p:nvSpPr>
            <p:spPr>
              <a:xfrm>
                <a:off x="3818" y="2518"/>
                <a:ext cx="97"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71" name="Rectangle 67"/>
              <p:cNvSpPr/>
              <p:nvPr/>
            </p:nvSpPr>
            <p:spPr>
              <a:xfrm>
                <a:off x="3828" y="2472"/>
                <a:ext cx="74"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72" name="Rectangle 68"/>
              <p:cNvSpPr/>
              <p:nvPr/>
            </p:nvSpPr>
            <p:spPr>
              <a:xfrm>
                <a:off x="3839" y="2423"/>
                <a:ext cx="51" cy="5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68653" name="Group 69"/>
            <p:cNvGrpSpPr/>
            <p:nvPr/>
          </p:nvGrpSpPr>
          <p:grpSpPr>
            <a:xfrm>
              <a:off x="3420" y="3341"/>
              <a:ext cx="105" cy="46"/>
              <a:chOff x="3420" y="3341"/>
              <a:chExt cx="105" cy="46"/>
            </a:xfrm>
          </p:grpSpPr>
          <p:sp>
            <p:nvSpPr>
              <p:cNvPr id="68665" name="Rectangle 70"/>
              <p:cNvSpPr/>
              <p:nvPr/>
            </p:nvSpPr>
            <p:spPr>
              <a:xfrm>
                <a:off x="3438" y="3341"/>
                <a:ext cx="72"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66" name="Rectangle 71"/>
              <p:cNvSpPr/>
              <p:nvPr/>
            </p:nvSpPr>
            <p:spPr>
              <a:xfrm>
                <a:off x="3420" y="3355"/>
                <a:ext cx="105"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68654" name="Group 72"/>
            <p:cNvGrpSpPr/>
            <p:nvPr/>
          </p:nvGrpSpPr>
          <p:grpSpPr>
            <a:xfrm>
              <a:off x="3409" y="3398"/>
              <a:ext cx="135" cy="46"/>
              <a:chOff x="3420" y="3341"/>
              <a:chExt cx="105" cy="46"/>
            </a:xfrm>
          </p:grpSpPr>
          <p:sp>
            <p:nvSpPr>
              <p:cNvPr id="68663" name="Rectangle 73"/>
              <p:cNvSpPr/>
              <p:nvPr/>
            </p:nvSpPr>
            <p:spPr>
              <a:xfrm>
                <a:off x="3438" y="3341"/>
                <a:ext cx="72"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64" name="Rectangle 74"/>
              <p:cNvSpPr/>
              <p:nvPr/>
            </p:nvSpPr>
            <p:spPr>
              <a:xfrm>
                <a:off x="3420" y="3355"/>
                <a:ext cx="105"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68655" name="Group 75"/>
            <p:cNvGrpSpPr/>
            <p:nvPr/>
          </p:nvGrpSpPr>
          <p:grpSpPr>
            <a:xfrm>
              <a:off x="3392" y="3455"/>
              <a:ext cx="168" cy="46"/>
              <a:chOff x="3420" y="3341"/>
              <a:chExt cx="105" cy="46"/>
            </a:xfrm>
          </p:grpSpPr>
          <p:sp>
            <p:nvSpPr>
              <p:cNvPr id="68661" name="Rectangle 76"/>
              <p:cNvSpPr/>
              <p:nvPr/>
            </p:nvSpPr>
            <p:spPr>
              <a:xfrm>
                <a:off x="3438" y="3341"/>
                <a:ext cx="72"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62" name="Rectangle 77"/>
              <p:cNvSpPr/>
              <p:nvPr/>
            </p:nvSpPr>
            <p:spPr>
              <a:xfrm>
                <a:off x="3420" y="3355"/>
                <a:ext cx="105"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68656" name="Group 78"/>
            <p:cNvGrpSpPr/>
            <p:nvPr/>
          </p:nvGrpSpPr>
          <p:grpSpPr>
            <a:xfrm>
              <a:off x="3378" y="3512"/>
              <a:ext cx="203" cy="46"/>
              <a:chOff x="3420" y="3341"/>
              <a:chExt cx="105" cy="46"/>
            </a:xfrm>
          </p:grpSpPr>
          <p:sp>
            <p:nvSpPr>
              <p:cNvPr id="68659" name="Rectangle 79"/>
              <p:cNvSpPr/>
              <p:nvPr/>
            </p:nvSpPr>
            <p:spPr>
              <a:xfrm>
                <a:off x="3438" y="3341"/>
                <a:ext cx="72"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60" name="Rectangle 80"/>
              <p:cNvSpPr/>
              <p:nvPr/>
            </p:nvSpPr>
            <p:spPr>
              <a:xfrm>
                <a:off x="3420" y="3355"/>
                <a:ext cx="105"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68657" name="Rectangle 81"/>
            <p:cNvSpPr/>
            <p:nvPr/>
          </p:nvSpPr>
          <p:spPr>
            <a:xfrm>
              <a:off x="3363" y="3561"/>
              <a:ext cx="226" cy="33"/>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8658" name="Rectangle 82"/>
            <p:cNvSpPr/>
            <p:nvPr/>
          </p:nvSpPr>
          <p:spPr>
            <a:xfrm>
              <a:off x="3382" y="3580"/>
              <a:ext cx="232" cy="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7065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70660"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Physical Media</a:t>
            </a:r>
            <a:endParaRPr lang="en-US" altLang="zh-CN" dirty="0">
              <a:ea typeface="宋体" panose="02010600030101010101" pitchFamily="2" charset="-122"/>
            </a:endParaRPr>
          </a:p>
        </p:txBody>
      </p:sp>
      <p:sp>
        <p:nvSpPr>
          <p:cNvPr id="70661" name="Rectangle 3"/>
          <p:cNvSpPr>
            <a:spLocks noGrp="1"/>
          </p:cNvSpPr>
          <p:nvPr>
            <p:ph sz="half" idx="1"/>
          </p:nvPr>
        </p:nvSpPr>
        <p:spPr>
          <a:xfrm>
            <a:off x="533400" y="1600200"/>
            <a:ext cx="4322763" cy="4648200"/>
          </a:xfrm>
        </p:spPr>
        <p:txBody>
          <a:bodyPr vert="horz" wrap="square" lIns="91440" tIns="45720" rIns="91440" bIns="45720" anchor="t" anchorCtr="0"/>
          <a:p>
            <a:pPr>
              <a:buSzPct val="85000"/>
            </a:pPr>
            <a:r>
              <a:rPr lang="en-US" altLang="zh-CN" sz="2400" dirty="0">
                <a:solidFill>
                  <a:srgbClr val="FF0000"/>
                </a:solidFill>
                <a:latin typeface="+mn-lt"/>
                <a:ea typeface="宋体" panose="02010600030101010101" pitchFamily="2" charset="-122"/>
                <a:cs typeface="+mn-cs"/>
              </a:rPr>
              <a:t>Bit: </a:t>
            </a:r>
            <a:r>
              <a:rPr lang="en-US" altLang="zh-CN" sz="2400" dirty="0">
                <a:latin typeface="+mn-lt"/>
                <a:ea typeface="宋体" panose="02010600030101010101" pitchFamily="2" charset="-122"/>
                <a:cs typeface="+mn-cs"/>
              </a:rPr>
              <a:t>propagates between</a:t>
            </a:r>
            <a:br>
              <a:rPr lang="en-US" altLang="zh-CN" sz="2400" dirty="0">
                <a:latin typeface="+mn-lt"/>
                <a:ea typeface="宋体" panose="02010600030101010101" pitchFamily="2" charset="-122"/>
                <a:cs typeface="+mn-cs"/>
              </a:rPr>
            </a:br>
            <a:r>
              <a:rPr lang="en-US" altLang="zh-CN" sz="2400" dirty="0">
                <a:latin typeface="+mn-lt"/>
                <a:ea typeface="宋体" panose="02010600030101010101" pitchFamily="2" charset="-122"/>
                <a:cs typeface="+mn-cs"/>
              </a:rPr>
              <a:t>transmitter/rcvr pairs</a:t>
            </a:r>
            <a:endParaRPr lang="en-US" altLang="zh-CN" sz="2400" dirty="0">
              <a:solidFill>
                <a:srgbClr val="FF0000"/>
              </a:solidFill>
              <a:latin typeface="+mn-lt"/>
              <a:ea typeface="宋体" panose="02010600030101010101" pitchFamily="2" charset="-122"/>
              <a:cs typeface="+mn-cs"/>
            </a:endParaRPr>
          </a:p>
          <a:p>
            <a:pPr>
              <a:buSzPct val="85000"/>
            </a:pPr>
            <a:r>
              <a:rPr lang="en-US" altLang="zh-CN" sz="2400" dirty="0">
                <a:solidFill>
                  <a:srgbClr val="FF0000"/>
                </a:solidFill>
                <a:latin typeface="+mn-lt"/>
                <a:ea typeface="宋体" panose="02010600030101010101" pitchFamily="2" charset="-122"/>
                <a:cs typeface="+mn-cs"/>
              </a:rPr>
              <a:t>physical link:</a:t>
            </a:r>
            <a:r>
              <a:rPr lang="en-US" altLang="zh-CN" sz="2400" dirty="0">
                <a:latin typeface="+mn-lt"/>
                <a:ea typeface="宋体" panose="02010600030101010101" pitchFamily="2" charset="-122"/>
                <a:cs typeface="+mn-cs"/>
              </a:rPr>
              <a:t> what lies between transmitter &amp; receiver</a:t>
            </a:r>
            <a:endParaRPr lang="en-US" altLang="zh-CN" sz="2400" dirty="0">
              <a:latin typeface="+mn-lt"/>
              <a:ea typeface="宋体" panose="02010600030101010101" pitchFamily="2" charset="-122"/>
              <a:cs typeface="+mn-cs"/>
            </a:endParaRPr>
          </a:p>
          <a:p>
            <a:pPr>
              <a:buSzPct val="85000"/>
            </a:pPr>
            <a:r>
              <a:rPr lang="en-US" altLang="zh-CN" sz="2400" dirty="0">
                <a:solidFill>
                  <a:srgbClr val="FF0000"/>
                </a:solidFill>
                <a:latin typeface="+mn-lt"/>
                <a:ea typeface="宋体" panose="02010600030101010101" pitchFamily="2" charset="-122"/>
                <a:cs typeface="+mn-cs"/>
              </a:rPr>
              <a:t>guided media:</a:t>
            </a:r>
            <a:r>
              <a:rPr lang="en-US" altLang="zh-CN" sz="2400" dirty="0">
                <a:latin typeface="+mn-lt"/>
                <a:ea typeface="宋体" panose="02010600030101010101" pitchFamily="2" charset="-122"/>
                <a:cs typeface="+mn-cs"/>
              </a:rPr>
              <a:t> </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signals propagate in solid media: copper, fiber, coax</a:t>
            </a:r>
            <a:endParaRPr lang="en-US" altLang="zh-CN" sz="2000" dirty="0">
              <a:latin typeface="+mn-lt"/>
              <a:ea typeface="宋体" panose="02010600030101010101" pitchFamily="2" charset="-122"/>
            </a:endParaRPr>
          </a:p>
          <a:p>
            <a:pPr>
              <a:buSzPct val="85000"/>
            </a:pPr>
            <a:r>
              <a:rPr lang="en-US" altLang="zh-CN" sz="2400" dirty="0">
                <a:solidFill>
                  <a:srgbClr val="FF0000"/>
                </a:solidFill>
                <a:latin typeface="+mn-lt"/>
                <a:ea typeface="宋体" panose="02010600030101010101" pitchFamily="2" charset="-122"/>
                <a:cs typeface="+mn-cs"/>
              </a:rPr>
              <a:t>unguided media:</a:t>
            </a:r>
            <a:r>
              <a:rPr lang="en-US" altLang="zh-CN" sz="2400" dirty="0">
                <a:latin typeface="+mn-lt"/>
                <a:ea typeface="宋体" panose="02010600030101010101" pitchFamily="2" charset="-122"/>
                <a:cs typeface="+mn-cs"/>
              </a:rPr>
              <a:t> </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signals propagate freely, e.g., radio</a:t>
            </a:r>
            <a:endParaRPr lang="en-US" altLang="zh-CN" sz="2000" dirty="0">
              <a:latin typeface="+mn-lt"/>
              <a:ea typeface="宋体" panose="02010600030101010101" pitchFamily="2" charset="-122"/>
            </a:endParaRPr>
          </a:p>
        </p:txBody>
      </p:sp>
      <p:sp>
        <p:nvSpPr>
          <p:cNvPr id="70662" name="Rectangle 4"/>
          <p:cNvSpPr>
            <a:spLocks noGrp="1"/>
          </p:cNvSpPr>
          <p:nvPr>
            <p:ph sz="half" idx="2"/>
          </p:nvPr>
        </p:nvSpPr>
        <p:spPr>
          <a:xfrm>
            <a:off x="5076825" y="1277938"/>
            <a:ext cx="3810000" cy="4648200"/>
          </a:xfrm>
        </p:spPr>
        <p:txBody>
          <a:bodyPr vert="horz" wrap="square" lIns="91440" tIns="45720" rIns="91440" bIns="45720" anchor="t" anchorCtr="0"/>
          <a:p>
            <a:pPr>
              <a:buSzPct val="85000"/>
              <a:buFont typeface="Wingdings" panose="05000000000000000000" pitchFamily="2" charset="2"/>
              <a:buNone/>
            </a:pPr>
            <a:r>
              <a:rPr lang="en-US" altLang="zh-CN" sz="2400" u="sng" dirty="0">
                <a:solidFill>
                  <a:srgbClr val="FF0000"/>
                </a:solidFill>
                <a:latin typeface="+mn-lt"/>
                <a:ea typeface="宋体" panose="02010600030101010101" pitchFamily="2" charset="-122"/>
                <a:cs typeface="+mn-cs"/>
              </a:rPr>
              <a:t>Twisted Pair (TP)</a:t>
            </a:r>
            <a:r>
              <a:rPr lang="zh-CN" altLang="en-US" sz="2400" u="sng" dirty="0">
                <a:solidFill>
                  <a:srgbClr val="FF0000"/>
                </a:solidFill>
                <a:latin typeface="+mn-lt"/>
                <a:ea typeface="宋体" panose="02010600030101010101" pitchFamily="2" charset="-122"/>
                <a:cs typeface="+mn-cs"/>
              </a:rPr>
              <a:t>（双绞线）</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two insulated copper wires</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Category 3: traditional phone wires, 10 Mbps Ethernet</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Category 5: </a:t>
            </a:r>
            <a:br>
              <a:rPr lang="en-US" altLang="zh-CN" sz="2000" dirty="0">
                <a:latin typeface="+mn-lt"/>
                <a:ea typeface="宋体" panose="02010600030101010101" pitchFamily="2" charset="-122"/>
              </a:rPr>
            </a:br>
            <a:r>
              <a:rPr lang="en-US" altLang="zh-CN" sz="2000" dirty="0">
                <a:latin typeface="+mn-lt"/>
                <a:ea typeface="宋体" panose="02010600030101010101" pitchFamily="2" charset="-122"/>
              </a:rPr>
              <a:t>100Mbps Ethernet</a:t>
            </a:r>
            <a:endParaRPr lang="en-US" altLang="zh-CN" sz="2000" dirty="0">
              <a:latin typeface="+mn-lt"/>
              <a:ea typeface="宋体" panose="02010600030101010101" pitchFamily="2" charset="-122"/>
            </a:endParaRPr>
          </a:p>
        </p:txBody>
      </p:sp>
      <p:pic>
        <p:nvPicPr>
          <p:cNvPr id="70663" name="Picture 6"/>
          <p:cNvPicPr>
            <a:picLocks noChangeAspect="1"/>
          </p:cNvPicPr>
          <p:nvPr/>
        </p:nvPicPr>
        <p:blipFill>
          <a:blip r:embed="rId1"/>
          <a:stretch>
            <a:fillRect/>
          </a:stretch>
        </p:blipFill>
        <p:spPr>
          <a:xfrm>
            <a:off x="6015038" y="4595813"/>
            <a:ext cx="2276475" cy="1703387"/>
          </a:xfrm>
          <a:prstGeom prst="rect">
            <a:avLst/>
          </a:prstGeom>
          <a:noFill/>
          <a:ln w="9525">
            <a:noFill/>
          </a:ln>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72707"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72708" name="Rectangle 2"/>
          <p:cNvSpPr>
            <a:spLocks noGrp="1"/>
          </p:cNvSpPr>
          <p:nvPr>
            <p:ph type="title"/>
          </p:nvPr>
        </p:nvSpPr>
        <p:spPr>
          <a:xfrm>
            <a:off x="304800" y="228600"/>
            <a:ext cx="8382000" cy="1143000"/>
          </a:xfrm>
        </p:spPr>
        <p:txBody>
          <a:bodyPr vert="horz" wrap="square" lIns="91440" tIns="45720" rIns="91440" bIns="45720" anchor="ctr" anchorCtr="0"/>
          <a:p>
            <a:r>
              <a:rPr lang="en-US" altLang="zh-CN" sz="3200" dirty="0">
                <a:ea typeface="宋体" panose="02010600030101010101" pitchFamily="2" charset="-122"/>
              </a:rPr>
              <a:t>Physical Media: coax, fiber</a:t>
            </a:r>
            <a:endParaRPr lang="en-US" altLang="zh-CN" dirty="0">
              <a:ea typeface="宋体" panose="02010600030101010101" pitchFamily="2" charset="-122"/>
            </a:endParaRPr>
          </a:p>
        </p:txBody>
      </p:sp>
      <p:sp>
        <p:nvSpPr>
          <p:cNvPr id="72709" name="Rectangle 3"/>
          <p:cNvSpPr>
            <a:spLocks noGrp="1"/>
          </p:cNvSpPr>
          <p:nvPr>
            <p:ph sz="half" idx="1"/>
          </p:nvPr>
        </p:nvSpPr>
        <p:spPr>
          <a:xfrm>
            <a:off x="-61912" y="1258888"/>
            <a:ext cx="4648200" cy="4327525"/>
          </a:xfrm>
        </p:spPr>
        <p:txBody>
          <a:bodyPr vert="horz" wrap="square" lIns="91440" tIns="45720" rIns="91440" bIns="45720" anchor="t" anchorCtr="0"/>
          <a:p>
            <a:pPr>
              <a:lnSpc>
                <a:spcPct val="90000"/>
              </a:lnSpc>
              <a:buSzPct val="85000"/>
              <a:buFont typeface="Wingdings" panose="05000000000000000000" pitchFamily="2" charset="2"/>
              <a:buNone/>
            </a:pPr>
            <a:r>
              <a:rPr lang="en-US" altLang="zh-CN" dirty="0">
                <a:solidFill>
                  <a:srgbClr val="FF0000"/>
                </a:solidFill>
                <a:latin typeface="+mn-lt"/>
                <a:ea typeface="宋体" panose="02010600030101010101" pitchFamily="2" charset="-122"/>
                <a:cs typeface="+mn-cs"/>
              </a:rPr>
              <a:t>Coaxial cable</a:t>
            </a:r>
            <a:r>
              <a:rPr lang="zh-CN" altLang="en-US" dirty="0">
                <a:solidFill>
                  <a:srgbClr val="FF0000"/>
                </a:solidFill>
                <a:latin typeface="+mn-lt"/>
                <a:ea typeface="宋体" panose="02010600030101010101" pitchFamily="2" charset="-122"/>
                <a:cs typeface="+mn-cs"/>
              </a:rPr>
              <a:t>（同轴电缆）</a:t>
            </a:r>
            <a:r>
              <a:rPr lang="en-US" altLang="zh-CN" dirty="0">
                <a:solidFill>
                  <a:srgbClr val="FF0000"/>
                </a:solidFill>
                <a:latin typeface="+mn-lt"/>
                <a:ea typeface="宋体" panose="02010600030101010101" pitchFamily="2" charset="-122"/>
                <a:cs typeface="+mn-cs"/>
              </a:rPr>
              <a:t>:</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two concentric copper conductors</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bidirectional</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baseband:</a:t>
            </a:r>
            <a:endParaRPr lang="en-US" altLang="zh-CN" sz="2400" dirty="0">
              <a:latin typeface="+mn-lt"/>
              <a:ea typeface="宋体" panose="02010600030101010101" pitchFamily="2" charset="-122"/>
              <a:cs typeface="+mn-cs"/>
            </a:endParaRPr>
          </a:p>
          <a:p>
            <a:pPr lvl="1">
              <a:lnSpc>
                <a:spcPct val="90000"/>
              </a:lnSpc>
              <a:buSzPct val="75000"/>
            </a:pPr>
            <a:r>
              <a:rPr lang="en-US" altLang="zh-CN" sz="2000" dirty="0">
                <a:latin typeface="+mn-lt"/>
                <a:ea typeface="宋体" panose="02010600030101010101" pitchFamily="2" charset="-122"/>
              </a:rPr>
              <a:t>single channel on cable</a:t>
            </a:r>
            <a:endParaRPr lang="en-US" altLang="zh-CN" sz="2000" dirty="0">
              <a:latin typeface="+mn-lt"/>
              <a:ea typeface="宋体" panose="02010600030101010101" pitchFamily="2" charset="-122"/>
            </a:endParaRPr>
          </a:p>
          <a:p>
            <a:pPr lvl="1">
              <a:lnSpc>
                <a:spcPct val="90000"/>
              </a:lnSpc>
              <a:buSzPct val="75000"/>
            </a:pPr>
            <a:r>
              <a:rPr lang="en-US" altLang="zh-CN" sz="2000" dirty="0">
                <a:latin typeface="+mn-lt"/>
                <a:ea typeface="宋体" panose="02010600030101010101" pitchFamily="2" charset="-122"/>
              </a:rPr>
              <a:t>legacy Ethernet</a:t>
            </a:r>
            <a:endParaRPr lang="en-US" altLang="zh-CN" sz="2000" dirty="0">
              <a:latin typeface="+mn-lt"/>
              <a:ea typeface="宋体" panose="02010600030101010101" pitchFamily="2" charset="-122"/>
            </a:endParaRPr>
          </a:p>
          <a:p>
            <a:pPr>
              <a:lnSpc>
                <a:spcPct val="90000"/>
              </a:lnSpc>
              <a:buSzPct val="85000"/>
            </a:pPr>
            <a:r>
              <a:rPr lang="en-US" altLang="zh-CN" sz="2400" dirty="0">
                <a:latin typeface="+mn-lt"/>
                <a:ea typeface="宋体" panose="02010600030101010101" pitchFamily="2" charset="-122"/>
                <a:cs typeface="+mn-cs"/>
              </a:rPr>
              <a:t>broadband:</a:t>
            </a:r>
            <a:endParaRPr lang="en-US" altLang="zh-CN" sz="2400" dirty="0">
              <a:latin typeface="+mn-lt"/>
              <a:ea typeface="宋体" panose="02010600030101010101" pitchFamily="2" charset="-122"/>
              <a:cs typeface="+mn-cs"/>
            </a:endParaRPr>
          </a:p>
          <a:p>
            <a:pPr lvl="1">
              <a:lnSpc>
                <a:spcPct val="90000"/>
              </a:lnSpc>
              <a:buSzPct val="75000"/>
            </a:pPr>
            <a:r>
              <a:rPr lang="en-US" altLang="zh-CN" sz="2000" dirty="0">
                <a:latin typeface="+mn-lt"/>
                <a:ea typeface="宋体" panose="02010600030101010101" pitchFamily="2" charset="-122"/>
              </a:rPr>
              <a:t> multiple channels on cable</a:t>
            </a:r>
            <a:endParaRPr lang="en-US" altLang="zh-CN" sz="2000" dirty="0">
              <a:latin typeface="+mn-lt"/>
              <a:ea typeface="宋体" panose="02010600030101010101" pitchFamily="2" charset="-122"/>
            </a:endParaRPr>
          </a:p>
          <a:p>
            <a:pPr lvl="1">
              <a:lnSpc>
                <a:spcPct val="90000"/>
              </a:lnSpc>
              <a:buSzPct val="75000"/>
            </a:pPr>
            <a:r>
              <a:rPr lang="en-US" altLang="zh-CN" sz="2000" dirty="0">
                <a:latin typeface="+mn-lt"/>
                <a:ea typeface="宋体" panose="02010600030101010101" pitchFamily="2" charset="-122"/>
              </a:rPr>
              <a:t> HFC</a:t>
            </a:r>
            <a:endParaRPr lang="en-US" altLang="zh-CN" sz="2000" dirty="0">
              <a:latin typeface="+mn-lt"/>
              <a:ea typeface="宋体" panose="02010600030101010101" pitchFamily="2" charset="-122"/>
            </a:endParaRPr>
          </a:p>
        </p:txBody>
      </p:sp>
      <p:pic>
        <p:nvPicPr>
          <p:cNvPr id="72710" name="Picture 4" descr="coax"/>
          <p:cNvPicPr>
            <a:picLocks noChangeAspect="1"/>
          </p:cNvPicPr>
          <p:nvPr/>
        </p:nvPicPr>
        <p:blipFill>
          <a:blip r:embed="rId1"/>
          <a:stretch>
            <a:fillRect/>
          </a:stretch>
        </p:blipFill>
        <p:spPr>
          <a:xfrm>
            <a:off x="1246188" y="5464175"/>
            <a:ext cx="2501900" cy="1085850"/>
          </a:xfrm>
          <a:prstGeom prst="rect">
            <a:avLst/>
          </a:prstGeom>
          <a:noFill/>
          <a:ln w="9525">
            <a:noFill/>
          </a:ln>
        </p:spPr>
      </p:pic>
      <p:sp>
        <p:nvSpPr>
          <p:cNvPr id="72711" name="Rectangle 5"/>
          <p:cNvSpPr/>
          <p:nvPr/>
        </p:nvSpPr>
        <p:spPr>
          <a:xfrm>
            <a:off x="4495800" y="1195388"/>
            <a:ext cx="4648200" cy="343852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buNone/>
            </a:pPr>
            <a:r>
              <a:rPr lang="en-US" altLang="zh-CN" dirty="0">
                <a:solidFill>
                  <a:srgbClr val="FF0000"/>
                </a:solidFill>
                <a:ea typeface="宋体" panose="02010600030101010101" pitchFamily="2" charset="-122"/>
              </a:rPr>
              <a:t>Fiber optic cable</a:t>
            </a:r>
            <a:r>
              <a:rPr lang="zh-CN" altLang="en-US" dirty="0">
                <a:solidFill>
                  <a:srgbClr val="FF0000"/>
                </a:solidFill>
                <a:ea typeface="宋体" panose="02010600030101010101" pitchFamily="2" charset="-122"/>
              </a:rPr>
              <a:t>（光纤）</a:t>
            </a:r>
            <a:r>
              <a:rPr lang="en-US" altLang="zh-CN" dirty="0">
                <a:solidFill>
                  <a:srgbClr val="FF0000"/>
                </a:solidFill>
                <a:ea typeface="宋体" panose="02010600030101010101" pitchFamily="2" charset="-122"/>
              </a:rPr>
              <a:t>:</a:t>
            </a:r>
            <a:endParaRPr lang="en-US" altLang="zh-CN" sz="2400" dirty="0">
              <a:ea typeface="宋体" panose="02010600030101010101" pitchFamily="2" charset="-122"/>
            </a:endParaRPr>
          </a:p>
          <a:p>
            <a:pPr marL="342900" lvl="0" indent="-342900"/>
            <a:r>
              <a:rPr lang="en-US" altLang="zh-CN" sz="2400" dirty="0">
                <a:ea typeface="宋体" panose="02010600030101010101" pitchFamily="2" charset="-122"/>
              </a:rPr>
              <a:t>glass fiber carrying light pulses, each pulse a bit</a:t>
            </a:r>
            <a:endParaRPr lang="en-US" altLang="zh-CN" sz="2400" dirty="0">
              <a:ea typeface="宋体" panose="02010600030101010101" pitchFamily="2" charset="-122"/>
            </a:endParaRPr>
          </a:p>
          <a:p>
            <a:pPr marL="342900" lvl="0" indent="-342900"/>
            <a:r>
              <a:rPr lang="en-US" altLang="zh-CN" sz="2400" dirty="0">
                <a:ea typeface="宋体" panose="02010600030101010101" pitchFamily="2" charset="-122"/>
              </a:rPr>
              <a:t>high-speed operation:</a:t>
            </a:r>
            <a:endParaRPr lang="en-US" altLang="zh-CN" sz="2400" dirty="0">
              <a:ea typeface="宋体" panose="02010600030101010101" pitchFamily="2" charset="-122"/>
            </a:endParaRPr>
          </a:p>
          <a:p>
            <a:pPr marL="742950" lvl="1" indent="-285750"/>
            <a:r>
              <a:rPr lang="en-US" altLang="zh-CN" sz="2000" dirty="0">
                <a:ea typeface="宋体" panose="02010600030101010101" pitchFamily="2" charset="-122"/>
              </a:rPr>
              <a:t>high-speed point-to-point transmission (e.g., 10’s-100’s Gps)</a:t>
            </a:r>
            <a:endParaRPr lang="en-US" altLang="zh-CN" sz="2000" dirty="0">
              <a:ea typeface="宋体" panose="02010600030101010101" pitchFamily="2" charset="-122"/>
            </a:endParaRPr>
          </a:p>
          <a:p>
            <a:pPr marL="342900" lvl="0" indent="-342900"/>
            <a:r>
              <a:rPr lang="en-US" altLang="zh-CN" sz="2400" dirty="0">
                <a:ea typeface="宋体" panose="02010600030101010101" pitchFamily="2" charset="-122"/>
              </a:rPr>
              <a:t>low error rate: repeaters spaced far apart ; immune to electromagnetic noise</a:t>
            </a:r>
            <a:endParaRPr lang="en-US" altLang="zh-CN" sz="2400" dirty="0">
              <a:ea typeface="宋体" panose="02010600030101010101" pitchFamily="2" charset="-122"/>
            </a:endParaRPr>
          </a:p>
        </p:txBody>
      </p:sp>
      <p:pic>
        <p:nvPicPr>
          <p:cNvPr id="72712" name="Picture 6" descr="f-pict"/>
          <p:cNvPicPr>
            <a:picLocks noChangeAspect="1"/>
          </p:cNvPicPr>
          <p:nvPr/>
        </p:nvPicPr>
        <p:blipFill>
          <a:blip r:embed="rId2"/>
          <a:stretch>
            <a:fillRect/>
          </a:stretch>
        </p:blipFill>
        <p:spPr>
          <a:xfrm>
            <a:off x="5424488" y="4956175"/>
            <a:ext cx="2371725" cy="1460500"/>
          </a:xfrm>
          <a:prstGeom prst="rect">
            <a:avLst/>
          </a:prstGeom>
          <a:noFill/>
          <a:ln w="9525">
            <a:noFill/>
          </a:ln>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74755"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74756" name="Rectangle 2"/>
          <p:cNvSpPr>
            <a:spLocks noGrp="1"/>
          </p:cNvSpPr>
          <p:nvPr>
            <p:ph type="title"/>
          </p:nvPr>
        </p:nvSpPr>
        <p:spPr>
          <a:xfrm>
            <a:off x="304800" y="228600"/>
            <a:ext cx="8382000" cy="1143000"/>
          </a:xfrm>
        </p:spPr>
        <p:txBody>
          <a:bodyPr vert="horz" wrap="square" lIns="91440" tIns="45720" rIns="91440" bIns="45720" anchor="ctr" anchorCtr="0"/>
          <a:p>
            <a:r>
              <a:rPr lang="en-US" altLang="zh-CN" sz="3200" dirty="0">
                <a:ea typeface="宋体" panose="02010600030101010101" pitchFamily="2" charset="-122"/>
              </a:rPr>
              <a:t>Physical media: radio</a:t>
            </a:r>
            <a:endParaRPr lang="en-US" altLang="zh-CN" dirty="0">
              <a:ea typeface="宋体" panose="02010600030101010101" pitchFamily="2" charset="-122"/>
            </a:endParaRPr>
          </a:p>
        </p:txBody>
      </p:sp>
      <p:sp>
        <p:nvSpPr>
          <p:cNvPr id="74757" name="Rectangle 3"/>
          <p:cNvSpPr>
            <a:spLocks noGrp="1"/>
          </p:cNvSpPr>
          <p:nvPr>
            <p:ph sz="half" idx="1"/>
          </p:nvPr>
        </p:nvSpPr>
        <p:spPr>
          <a:xfrm>
            <a:off x="533400" y="1371600"/>
            <a:ext cx="3962400" cy="4876800"/>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signal carried in electromagnetic spectrum</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no physical “wire”</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bidirectional</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propagation environment effects:</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reflection </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obstruction by objects</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interference</a:t>
            </a:r>
            <a:endParaRPr lang="en-US" altLang="zh-CN" sz="2000" dirty="0">
              <a:latin typeface="+mn-lt"/>
              <a:ea typeface="宋体" panose="02010600030101010101" pitchFamily="2" charset="-122"/>
            </a:endParaRPr>
          </a:p>
        </p:txBody>
      </p:sp>
      <p:sp>
        <p:nvSpPr>
          <p:cNvPr id="74758" name="Rectangle 4"/>
          <p:cNvSpPr/>
          <p:nvPr/>
        </p:nvSpPr>
        <p:spPr>
          <a:xfrm>
            <a:off x="4686300" y="1238250"/>
            <a:ext cx="4457700" cy="343852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buNone/>
            </a:pPr>
            <a:r>
              <a:rPr lang="en-US" altLang="zh-CN" dirty="0">
                <a:solidFill>
                  <a:srgbClr val="FF0000"/>
                </a:solidFill>
                <a:ea typeface="宋体" panose="02010600030101010101" pitchFamily="2" charset="-122"/>
              </a:rPr>
              <a:t>Radio link types:</a:t>
            </a:r>
            <a:endParaRPr lang="en-US" altLang="zh-CN" sz="2400" dirty="0">
              <a:ea typeface="宋体" panose="02010600030101010101" pitchFamily="2" charset="-122"/>
            </a:endParaRPr>
          </a:p>
          <a:p>
            <a:pPr marL="342900" lvl="0" indent="-342900"/>
            <a:r>
              <a:rPr lang="en-US" altLang="zh-CN" sz="2400" dirty="0">
                <a:solidFill>
                  <a:srgbClr val="FF0000"/>
                </a:solidFill>
                <a:ea typeface="宋体" panose="02010600030101010101" pitchFamily="2" charset="-122"/>
              </a:rPr>
              <a:t>terrestrial  microwave</a:t>
            </a:r>
            <a:endParaRPr lang="en-US" altLang="zh-CN" sz="2400" dirty="0">
              <a:ea typeface="宋体" panose="02010600030101010101" pitchFamily="2" charset="-122"/>
            </a:endParaRPr>
          </a:p>
          <a:p>
            <a:pPr marL="742950" lvl="1" indent="-285750"/>
            <a:r>
              <a:rPr lang="en-US" altLang="zh-CN" sz="2000" dirty="0">
                <a:ea typeface="宋体" panose="02010600030101010101" pitchFamily="2" charset="-122"/>
              </a:rPr>
              <a:t>e.g. up to 45 Mbps channels</a:t>
            </a:r>
            <a:endParaRPr lang="en-US" altLang="zh-CN" sz="2000" dirty="0">
              <a:ea typeface="宋体" panose="02010600030101010101" pitchFamily="2" charset="-122"/>
            </a:endParaRPr>
          </a:p>
          <a:p>
            <a:pPr marL="342900" lvl="0" indent="-342900"/>
            <a:r>
              <a:rPr lang="en-US" altLang="zh-CN" sz="2400" dirty="0">
                <a:solidFill>
                  <a:srgbClr val="FF0000"/>
                </a:solidFill>
                <a:ea typeface="宋体" panose="02010600030101010101" pitchFamily="2" charset="-122"/>
              </a:rPr>
              <a:t>LAN</a:t>
            </a:r>
            <a:r>
              <a:rPr lang="en-US" altLang="zh-CN" sz="2400" dirty="0">
                <a:ea typeface="宋体" panose="02010600030101010101" pitchFamily="2" charset="-122"/>
              </a:rPr>
              <a:t> (e.g., Wifi)</a:t>
            </a:r>
            <a:endParaRPr lang="en-US" altLang="zh-CN" sz="2400" dirty="0">
              <a:ea typeface="宋体" panose="02010600030101010101" pitchFamily="2" charset="-122"/>
            </a:endParaRPr>
          </a:p>
          <a:p>
            <a:pPr marL="742950" lvl="1" indent="-285750"/>
            <a:r>
              <a:rPr lang="en-US" altLang="zh-CN" sz="2000" dirty="0">
                <a:ea typeface="宋体" panose="02010600030101010101" pitchFamily="2" charset="-122"/>
              </a:rPr>
              <a:t>11Mbps, 54 Mbps</a:t>
            </a:r>
            <a:endParaRPr lang="en-US" altLang="zh-CN" sz="2000" dirty="0">
              <a:ea typeface="宋体" panose="02010600030101010101" pitchFamily="2" charset="-122"/>
            </a:endParaRPr>
          </a:p>
          <a:p>
            <a:pPr marL="342900" lvl="0" indent="-342900"/>
            <a:r>
              <a:rPr lang="en-US" altLang="zh-CN" sz="2400" dirty="0">
                <a:solidFill>
                  <a:srgbClr val="FF0000"/>
                </a:solidFill>
                <a:ea typeface="宋体" panose="02010600030101010101" pitchFamily="2" charset="-122"/>
              </a:rPr>
              <a:t>wide-area</a:t>
            </a:r>
            <a:r>
              <a:rPr lang="en-US" altLang="zh-CN" sz="2400" dirty="0">
                <a:ea typeface="宋体" panose="02010600030101010101" pitchFamily="2" charset="-122"/>
              </a:rPr>
              <a:t> (e.g., cellular)</a:t>
            </a:r>
            <a:endParaRPr lang="en-US" altLang="zh-CN" sz="2400" dirty="0">
              <a:ea typeface="宋体" panose="02010600030101010101" pitchFamily="2" charset="-122"/>
            </a:endParaRPr>
          </a:p>
          <a:p>
            <a:pPr marL="742950" lvl="1" indent="-285750"/>
            <a:r>
              <a:rPr lang="en-US" altLang="zh-CN" sz="2000" dirty="0">
                <a:ea typeface="宋体" panose="02010600030101010101" pitchFamily="2" charset="-122"/>
              </a:rPr>
              <a:t>4G,</a:t>
            </a:r>
            <a:r>
              <a:rPr lang="zh-CN" altLang="en-US" sz="2000" dirty="0">
                <a:ea typeface="宋体" panose="02010600030101010101" pitchFamily="2" charset="-122"/>
              </a:rPr>
              <a:t> </a:t>
            </a:r>
            <a:r>
              <a:rPr lang="en-US" altLang="zh-CN" sz="2000" dirty="0">
                <a:ea typeface="宋体" panose="02010600030101010101" pitchFamily="2" charset="-122"/>
              </a:rPr>
              <a:t>5G cellular: ~ 100 Mbps</a:t>
            </a:r>
            <a:endParaRPr lang="en-US" altLang="zh-CN" sz="2000" dirty="0">
              <a:ea typeface="宋体" panose="02010600030101010101" pitchFamily="2" charset="-122"/>
            </a:endParaRPr>
          </a:p>
          <a:p>
            <a:pPr marL="342900" lvl="0" indent="-342900"/>
            <a:r>
              <a:rPr lang="en-US" altLang="zh-CN" sz="2400" dirty="0">
                <a:solidFill>
                  <a:srgbClr val="FF0000"/>
                </a:solidFill>
                <a:ea typeface="宋体" panose="02010600030101010101" pitchFamily="2" charset="-122"/>
              </a:rPr>
              <a:t>satellite</a:t>
            </a:r>
            <a:endParaRPr lang="en-US" altLang="zh-CN" sz="2400" dirty="0">
              <a:ea typeface="宋体" panose="02010600030101010101" pitchFamily="2" charset="-122"/>
            </a:endParaRPr>
          </a:p>
          <a:p>
            <a:pPr marL="742950" lvl="1" indent="-285750"/>
            <a:r>
              <a:rPr lang="en-US" altLang="zh-CN" sz="2000" dirty="0">
                <a:ea typeface="宋体" panose="02010600030101010101" pitchFamily="2" charset="-122"/>
              </a:rPr>
              <a:t>Kbps to 45Mbps channel (or multiple smaller channels)</a:t>
            </a:r>
            <a:endParaRPr lang="en-US" altLang="zh-CN" sz="2000" dirty="0">
              <a:ea typeface="宋体" panose="02010600030101010101" pitchFamily="2" charset="-122"/>
            </a:endParaRPr>
          </a:p>
          <a:p>
            <a:pPr marL="742950" lvl="1" indent="-285750"/>
            <a:r>
              <a:rPr lang="en-US" altLang="zh-CN" sz="2000" dirty="0">
                <a:ea typeface="宋体" panose="02010600030101010101" pitchFamily="2" charset="-122"/>
              </a:rPr>
              <a:t>270 msec end-end delay</a:t>
            </a:r>
            <a:endParaRPr lang="en-US" altLang="zh-CN" sz="2000" dirty="0">
              <a:ea typeface="宋体" panose="02010600030101010101" pitchFamily="2" charset="-122"/>
            </a:endParaRPr>
          </a:p>
          <a:p>
            <a:pPr marL="742950" lvl="1" indent="-285750"/>
            <a:r>
              <a:rPr lang="en-US" altLang="zh-CN" sz="2000" dirty="0">
                <a:ea typeface="宋体" panose="02010600030101010101" pitchFamily="2" charset="-122"/>
              </a:rPr>
              <a:t>geosynchronous versus low altitude</a:t>
            </a:r>
            <a:endParaRPr lang="en-US" altLang="zh-CN" sz="2000" dirty="0">
              <a:ea typeface="宋体" panose="02010600030101010101" pitchFamily="2" charset="-122"/>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76803"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7680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1: roadmap</a:t>
            </a:r>
            <a:endParaRPr lang="en-US" altLang="zh-CN" dirty="0">
              <a:ea typeface="宋体" panose="02010600030101010101" pitchFamily="2" charset="-122"/>
            </a:endParaRPr>
          </a:p>
        </p:txBody>
      </p:sp>
      <p:sp>
        <p:nvSpPr>
          <p:cNvPr id="76805" name="Rectangle 3"/>
          <p:cNvSpPr>
            <a:spLocks noGrp="1"/>
          </p:cNvSpPr>
          <p:nvPr>
            <p:ph idx="1"/>
          </p:nvPr>
        </p:nvSpPr>
        <p:spPr>
          <a:xfrm>
            <a:off x="533400" y="1600200"/>
            <a:ext cx="8207375" cy="4648200"/>
          </a:xfrm>
        </p:spPr>
        <p:txBody>
          <a:bodyPr vert="horz" wrap="square" lIns="91440" tIns="45720" rIns="91440" bIns="45720" anchor="t" anchorCtr="0"/>
          <a:p>
            <a:pPr lvl="1">
              <a:buNone/>
            </a:pPr>
            <a:r>
              <a:rPr lang="en-US" altLang="zh-CN" dirty="0">
                <a:solidFill>
                  <a:schemeClr val="accent2"/>
                </a:solidFill>
                <a:ea typeface="宋体" panose="02010600030101010101" pitchFamily="2" charset="-122"/>
              </a:rPr>
              <a:t>1.1 </a:t>
            </a:r>
            <a:r>
              <a:rPr lang="en-US" altLang="zh-CN" dirty="0">
                <a:ea typeface="宋体" panose="02010600030101010101" pitchFamily="2" charset="-122"/>
              </a:rPr>
              <a:t>What </a:t>
            </a:r>
            <a:r>
              <a:rPr lang="en-US" altLang="zh-CN" i="1" dirty="0">
                <a:ea typeface="宋体" panose="02010600030101010101" pitchFamily="2" charset="-122"/>
              </a:rPr>
              <a:t>is</a:t>
            </a:r>
            <a:r>
              <a:rPr lang="en-US" altLang="zh-CN" dirty="0">
                <a:ea typeface="宋体" panose="02010600030101010101" pitchFamily="2" charset="-122"/>
              </a:rPr>
              <a:t> the Internet?</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1.2</a:t>
            </a:r>
            <a:r>
              <a:rPr lang="en-US" altLang="zh-CN" dirty="0">
                <a:ea typeface="宋体" panose="02010600030101010101" pitchFamily="2" charset="-122"/>
              </a:rPr>
              <a:t> Network edge</a:t>
            </a:r>
            <a:endParaRPr lang="en-US" altLang="zh-CN" dirty="0">
              <a:ea typeface="宋体" panose="02010600030101010101" pitchFamily="2" charset="-122"/>
            </a:endParaRPr>
          </a:p>
          <a:p>
            <a:pPr lvl="2">
              <a:buClr>
                <a:srgbClr val="0000FF"/>
              </a:buClr>
              <a:buSzPct val="90000"/>
              <a:buFont typeface="Wingdings" panose="05000000000000000000" pitchFamily="2" charset="2"/>
              <a:buChar char="q"/>
            </a:pPr>
            <a:r>
              <a:rPr lang="en-US" altLang="zh-CN" dirty="0">
                <a:ea typeface="宋体" panose="02010600030101010101" pitchFamily="2" charset="-122"/>
              </a:rPr>
              <a:t> end systems, access networks, links</a:t>
            </a:r>
            <a:endParaRPr lang="en-US" altLang="zh-CN" dirty="0">
              <a:ea typeface="宋体" panose="02010600030101010101" pitchFamily="2" charset="-122"/>
            </a:endParaRPr>
          </a:p>
          <a:p>
            <a:pPr lvl="1">
              <a:buNone/>
            </a:pPr>
            <a:r>
              <a:rPr lang="en-US" altLang="zh-CN" dirty="0">
                <a:solidFill>
                  <a:srgbClr val="FF3300"/>
                </a:solidFill>
                <a:ea typeface="宋体" panose="02010600030101010101" pitchFamily="2" charset="-122"/>
              </a:rPr>
              <a:t>1.3 Network core</a:t>
            </a:r>
            <a:endParaRPr lang="en-US" altLang="zh-CN" dirty="0">
              <a:solidFill>
                <a:srgbClr val="FF3300"/>
              </a:solidFill>
              <a:ea typeface="宋体" panose="02010600030101010101" pitchFamily="2" charset="-122"/>
            </a:endParaRPr>
          </a:p>
          <a:p>
            <a:pPr lvl="2">
              <a:buClr>
                <a:srgbClr val="FF3300"/>
              </a:buClr>
              <a:buSzPct val="90000"/>
              <a:buFont typeface="Wingdings" panose="05000000000000000000" pitchFamily="2" charset="2"/>
              <a:buChar char="q"/>
            </a:pPr>
            <a:r>
              <a:rPr lang="en-US" altLang="zh-CN" dirty="0">
                <a:solidFill>
                  <a:srgbClr val="FF3300"/>
                </a:solidFill>
                <a:ea typeface="宋体" panose="02010600030101010101" pitchFamily="2" charset="-122"/>
              </a:rPr>
              <a:t> circuit switching, packet switching, network structure</a:t>
            </a:r>
            <a:endParaRPr lang="en-US" altLang="zh-CN" dirty="0">
              <a:solidFill>
                <a:srgbClr val="FF3300"/>
              </a:solidFill>
              <a:ea typeface="宋体" panose="02010600030101010101" pitchFamily="2" charset="-122"/>
            </a:endParaRPr>
          </a:p>
          <a:p>
            <a:pPr lvl="1">
              <a:buNone/>
            </a:pPr>
            <a:r>
              <a:rPr lang="en-US" altLang="zh-CN" dirty="0">
                <a:solidFill>
                  <a:schemeClr val="accent2"/>
                </a:solidFill>
                <a:ea typeface="宋体" panose="02010600030101010101" pitchFamily="2" charset="-122"/>
              </a:rPr>
              <a:t>1.4</a:t>
            </a:r>
            <a:r>
              <a:rPr lang="en-US" altLang="zh-CN" dirty="0">
                <a:ea typeface="宋体" panose="02010600030101010101" pitchFamily="2" charset="-122"/>
              </a:rPr>
              <a:t> Delay, loss and throughput in packet-switched networks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1.5</a:t>
            </a:r>
            <a:r>
              <a:rPr lang="en-US" altLang="zh-CN" dirty="0">
                <a:ea typeface="宋体" panose="02010600030101010101" pitchFamily="2" charset="-122"/>
              </a:rPr>
              <a:t> Protocol layers, service models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1.6</a:t>
            </a:r>
            <a:r>
              <a:rPr lang="en-US" altLang="zh-CN" dirty="0">
                <a:ea typeface="宋体" panose="02010600030101010101" pitchFamily="2" charset="-122"/>
              </a:rPr>
              <a:t> Networks under attack: security</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1.7</a:t>
            </a:r>
            <a:r>
              <a:rPr lang="en-US" altLang="zh-CN" dirty="0">
                <a:ea typeface="宋体" panose="02010600030101010101" pitchFamily="2" charset="-122"/>
              </a:rPr>
              <a:t> History</a:t>
            </a:r>
            <a:endParaRPr lang="en-US" altLang="zh-CN" dirty="0">
              <a:ea typeface="宋体" panose="02010600030101010101" pitchFamily="2" charset="-122"/>
            </a:endParaRPr>
          </a:p>
          <a:p>
            <a:endParaRPr lang="en-US" altLang="zh-CN" sz="2400" dirty="0">
              <a:ea typeface="宋体" panose="02010600030101010101" pitchFamily="2"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78851"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7885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The Network Core</a:t>
            </a:r>
            <a:endParaRPr lang="en-US" altLang="zh-CN" dirty="0">
              <a:ea typeface="宋体" panose="02010600030101010101" pitchFamily="2" charset="-122"/>
            </a:endParaRPr>
          </a:p>
        </p:txBody>
      </p:sp>
      <p:sp>
        <p:nvSpPr>
          <p:cNvPr id="78853" name="Rectangle 3"/>
          <p:cNvSpPr>
            <a:spLocks noGrp="1"/>
          </p:cNvSpPr>
          <p:nvPr>
            <p:ph sz="half" idx="1"/>
          </p:nvPr>
        </p:nvSpPr>
        <p:spPr>
          <a:xfrm>
            <a:off x="533400" y="1600200"/>
            <a:ext cx="4191000" cy="4648200"/>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mesh of interconnected routers</a:t>
            </a:r>
            <a:endParaRPr lang="en-US" altLang="zh-CN" sz="2400" dirty="0">
              <a:latin typeface="+mn-lt"/>
              <a:ea typeface="宋体" panose="02010600030101010101" pitchFamily="2" charset="-122"/>
              <a:cs typeface="+mn-cs"/>
            </a:endParaRPr>
          </a:p>
          <a:p>
            <a:pPr>
              <a:buSzPct val="85000"/>
            </a:pPr>
            <a:r>
              <a:rPr lang="en-US" altLang="zh-CN" sz="2400" i="1" u="sng" dirty="0">
                <a:solidFill>
                  <a:srgbClr val="FF0000"/>
                </a:solidFill>
                <a:latin typeface="+mn-lt"/>
                <a:ea typeface="宋体" panose="02010600030101010101" pitchFamily="2" charset="-122"/>
                <a:cs typeface="+mn-cs"/>
              </a:rPr>
              <a:t>the</a:t>
            </a:r>
            <a:r>
              <a:rPr lang="en-US" altLang="zh-CN" sz="2400" dirty="0">
                <a:solidFill>
                  <a:srgbClr val="FF0000"/>
                </a:solidFill>
                <a:latin typeface="+mn-lt"/>
                <a:ea typeface="宋体" panose="02010600030101010101" pitchFamily="2" charset="-122"/>
                <a:cs typeface="+mn-cs"/>
              </a:rPr>
              <a:t> fundamental question:</a:t>
            </a:r>
            <a:r>
              <a:rPr lang="en-US" altLang="zh-CN" sz="2400" dirty="0">
                <a:latin typeface="+mn-lt"/>
                <a:ea typeface="宋体" panose="02010600030101010101" pitchFamily="2" charset="-122"/>
                <a:cs typeface="+mn-cs"/>
              </a:rPr>
              <a:t> how is data transferred through net?</a:t>
            </a:r>
            <a:endParaRPr lang="en-US" altLang="zh-CN" sz="2400" dirty="0">
              <a:latin typeface="+mn-lt"/>
              <a:ea typeface="宋体" panose="02010600030101010101" pitchFamily="2" charset="-122"/>
              <a:cs typeface="+mn-cs"/>
            </a:endParaRPr>
          </a:p>
          <a:p>
            <a:pPr lvl="1">
              <a:buSzPct val="75000"/>
            </a:pPr>
            <a:r>
              <a:rPr lang="en-US" altLang="zh-CN" dirty="0">
                <a:solidFill>
                  <a:srgbClr val="FF0000"/>
                </a:solidFill>
                <a:latin typeface="+mn-lt"/>
                <a:ea typeface="宋体" panose="02010600030101010101" pitchFamily="2" charset="-122"/>
              </a:rPr>
              <a:t>circuit switching:</a:t>
            </a:r>
            <a:r>
              <a:rPr lang="en-US" altLang="zh-CN" dirty="0">
                <a:latin typeface="+mn-lt"/>
                <a:ea typeface="宋体" panose="02010600030101010101" pitchFamily="2" charset="-122"/>
              </a:rPr>
              <a:t> dedicated circuit per call: telephone net</a:t>
            </a:r>
            <a:endParaRPr lang="en-US" altLang="zh-CN" dirty="0">
              <a:latin typeface="+mn-lt"/>
              <a:ea typeface="宋体" panose="02010600030101010101" pitchFamily="2" charset="-122"/>
            </a:endParaRPr>
          </a:p>
          <a:p>
            <a:pPr lvl="1">
              <a:buSzPct val="75000"/>
            </a:pPr>
            <a:r>
              <a:rPr lang="en-US" altLang="zh-CN" dirty="0">
                <a:solidFill>
                  <a:srgbClr val="FF0000"/>
                </a:solidFill>
                <a:latin typeface="+mn-lt"/>
                <a:ea typeface="宋体" panose="02010600030101010101" pitchFamily="2" charset="-122"/>
              </a:rPr>
              <a:t>packet-switching:</a:t>
            </a:r>
            <a:r>
              <a:rPr lang="en-US" altLang="zh-CN" dirty="0">
                <a:latin typeface="+mn-lt"/>
                <a:ea typeface="宋体" panose="02010600030101010101" pitchFamily="2" charset="-122"/>
              </a:rPr>
              <a:t> data sent thru net in discrete “chunks”</a:t>
            </a:r>
            <a:endParaRPr lang="en-US" altLang="zh-CN" sz="2000" dirty="0">
              <a:latin typeface="+mn-lt"/>
              <a:ea typeface="宋体" panose="02010600030101010101" pitchFamily="2" charset="-122"/>
            </a:endParaRPr>
          </a:p>
        </p:txBody>
      </p:sp>
      <p:graphicFrame>
        <p:nvGraphicFramePr>
          <p:cNvPr id="78854" name="Rectangle 923"/>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3137" name="" r:id="rId1" imgW="0" imgH="0" progId="MS_ClipArt_Gallery.2">
                  <p:embed/>
                </p:oleObj>
              </mc:Choice>
              <mc:Fallback>
                <p:oleObj name="" r:id="rId1" imgW="0" imgH="0" progId="MS_ClipArt_Gallery.2">
                  <p:embed/>
                  <p:pic>
                    <p:nvPicPr>
                      <p:cNvPr id="0" name="图片 3136"/>
                      <p:cNvPicPr/>
                      <p:nvPr/>
                    </p:nvPicPr>
                    <p:blipFill>
                      <a:blip/>
                      <a:stretch>
                        <a:fillRect/>
                      </a:stretch>
                    </p:blipFill>
                    <p:spPr>
                      <a:xfrm>
                        <a:off x="1524000" y="1397000"/>
                        <a:ext cx="6096000" cy="4064000"/>
                      </a:xfrm>
                      <a:prstGeom prst="rect">
                        <a:avLst/>
                      </a:prstGeom>
                      <a:noFill/>
                      <a:ln w="38100">
                        <a:noFill/>
                        <a:miter/>
                      </a:ln>
                    </p:spPr>
                  </p:pic>
                </p:oleObj>
              </mc:Fallback>
            </mc:AlternateContent>
          </a:graphicData>
        </a:graphic>
      </p:graphicFrame>
      <p:graphicFrame>
        <p:nvGraphicFramePr>
          <p:cNvPr id="78855" name="Rectangle 924"/>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3136" name="" r:id="rId2" imgW="0" imgH="0" progId="MS_ClipArt_Gallery.2">
                  <p:embed/>
                </p:oleObj>
              </mc:Choice>
              <mc:Fallback>
                <p:oleObj name="" r:id="rId2" imgW="0" imgH="0" progId="MS_ClipArt_Gallery.2">
                  <p:embed/>
                  <p:pic>
                    <p:nvPicPr>
                      <p:cNvPr id="0" name="图片 3135"/>
                      <p:cNvPicPr/>
                      <p:nvPr/>
                    </p:nvPicPr>
                    <p:blipFill>
                      <a:blip/>
                      <a:stretch>
                        <a:fillRect/>
                      </a:stretch>
                    </p:blipFill>
                    <p:spPr>
                      <a:xfrm>
                        <a:off x="1524000" y="1397000"/>
                        <a:ext cx="6096000" cy="4064000"/>
                      </a:xfrm>
                      <a:prstGeom prst="rect">
                        <a:avLst/>
                      </a:prstGeom>
                      <a:noFill/>
                      <a:ln w="38100">
                        <a:noFill/>
                        <a:miter/>
                      </a:ln>
                    </p:spPr>
                  </p:pic>
                </p:oleObj>
              </mc:Fallback>
            </mc:AlternateContent>
          </a:graphicData>
        </a:graphic>
      </p:graphicFrame>
      <p:sp>
        <p:nvSpPr>
          <p:cNvPr id="78856" name="Freeform 61"/>
          <p:cNvSpPr/>
          <p:nvPr/>
        </p:nvSpPr>
        <p:spPr>
          <a:xfrm>
            <a:off x="6710363" y="3457575"/>
            <a:ext cx="1314450" cy="674688"/>
          </a:xfrm>
          <a:custGeom>
            <a:avLst/>
            <a:gdLst>
              <a:gd name="txL" fmla="*/ 0 w 828"/>
              <a:gd name="txT" fmla="*/ 0 h 425"/>
              <a:gd name="txR" fmla="*/ 828 w 828"/>
              <a:gd name="txB" fmla="*/ 425 h 42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alpha val="100000"/>
            </a:srgbClr>
          </a:solidFill>
          <a:ln w="9525">
            <a:noFill/>
          </a:ln>
        </p:spPr>
        <p:txBody>
          <a:bodyPr/>
          <a:p>
            <a:endParaRPr lang="zh-CN" altLang="en-US"/>
          </a:p>
        </p:txBody>
      </p:sp>
      <p:sp>
        <p:nvSpPr>
          <p:cNvPr id="78857" name="Freeform 62"/>
          <p:cNvSpPr/>
          <p:nvPr/>
        </p:nvSpPr>
        <p:spPr>
          <a:xfrm>
            <a:off x="6729413" y="1931988"/>
            <a:ext cx="1730375" cy="1044575"/>
          </a:xfrm>
          <a:custGeom>
            <a:avLst/>
            <a:gdLst>
              <a:gd name="txL" fmla="*/ 0 w 765"/>
              <a:gd name="txT" fmla="*/ 0 h 459"/>
              <a:gd name="txR" fmla="*/ 765 w 765"/>
              <a:gd name="txB" fmla="*/ 459 h 459"/>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alpha val="100000"/>
                </a:srgbClr>
              </a:gs>
              <a:gs pos="100000">
                <a:schemeClr val="bg1">
                  <a:alpha val="100000"/>
                </a:schemeClr>
              </a:gs>
            </a:gsLst>
            <a:lin ang="0" scaled="1"/>
            <a:tileRect/>
          </a:gradFill>
          <a:ln w="9525">
            <a:noFill/>
          </a:ln>
        </p:spPr>
        <p:txBody>
          <a:bodyPr/>
          <a:p>
            <a:endParaRPr lang="zh-CN" altLang="en-US"/>
          </a:p>
        </p:txBody>
      </p:sp>
      <p:sp>
        <p:nvSpPr>
          <p:cNvPr id="78858" name="Freeform 63"/>
          <p:cNvSpPr/>
          <p:nvPr/>
        </p:nvSpPr>
        <p:spPr>
          <a:xfrm>
            <a:off x="4989513" y="1639888"/>
            <a:ext cx="1644650" cy="1071562"/>
          </a:xfrm>
          <a:custGeom>
            <a:avLst/>
            <a:gdLst>
              <a:gd name="txL" fmla="*/ 0 w 1036"/>
              <a:gd name="txT" fmla="*/ 0 h 675"/>
              <a:gd name="txR" fmla="*/ 1036 w 1036"/>
              <a:gd name="txB" fmla="*/ 675 h 67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alpha val="100000"/>
            </a:srgbClr>
          </a:solidFill>
          <a:ln w="9525">
            <a:noFill/>
          </a:ln>
        </p:spPr>
        <p:txBody>
          <a:bodyPr/>
          <a:p>
            <a:endParaRPr lang="zh-CN" altLang="en-US"/>
          </a:p>
        </p:txBody>
      </p:sp>
      <p:grpSp>
        <p:nvGrpSpPr>
          <p:cNvPr id="78859" name="Group 64"/>
          <p:cNvGrpSpPr/>
          <p:nvPr/>
        </p:nvGrpSpPr>
        <p:grpSpPr>
          <a:xfrm>
            <a:off x="5076825" y="2974975"/>
            <a:ext cx="1458913" cy="933450"/>
            <a:chOff x="2889" y="1631"/>
            <a:chExt cx="980" cy="743"/>
          </a:xfrm>
        </p:grpSpPr>
        <p:sp>
          <p:nvSpPr>
            <p:cNvPr id="79480" name="Rectangle 65"/>
            <p:cNvSpPr/>
            <p:nvPr/>
          </p:nvSpPr>
          <p:spPr>
            <a:xfrm>
              <a:off x="3046" y="1841"/>
              <a:ext cx="663" cy="533"/>
            </a:xfrm>
            <a:prstGeom prst="rect">
              <a:avLst/>
            </a:prstGeom>
            <a:solidFill>
              <a:srgbClr val="DDDDDD"/>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481" name="AutoShape 66"/>
            <p:cNvSpPr/>
            <p:nvPr/>
          </p:nvSpPr>
          <p:spPr>
            <a:xfrm>
              <a:off x="2889" y="1631"/>
              <a:ext cx="980" cy="253"/>
            </a:xfrm>
            <a:prstGeom prst="triangle">
              <a:avLst>
                <a:gd name="adj" fmla="val 50000"/>
              </a:avLst>
            </a:prstGeom>
            <a:solidFill>
              <a:srgbClr val="DDDDDD"/>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solidFill>
                  <a:srgbClr val="00CCFF"/>
                </a:solidFill>
                <a:latin typeface="Times New Roman" panose="02020603050405020304" pitchFamily="18" charset="0"/>
                <a:ea typeface="宋体" panose="02010600030101010101" pitchFamily="2" charset="-122"/>
              </a:endParaRPr>
            </a:p>
          </p:txBody>
        </p:sp>
      </p:grpSp>
      <p:grpSp>
        <p:nvGrpSpPr>
          <p:cNvPr id="78860" name="Group 67"/>
          <p:cNvGrpSpPr/>
          <p:nvPr/>
        </p:nvGrpSpPr>
        <p:grpSpPr>
          <a:xfrm>
            <a:off x="5778500" y="1831975"/>
            <a:ext cx="336550" cy="531813"/>
            <a:chOff x="3796" y="1043"/>
            <a:chExt cx="865" cy="1237"/>
          </a:xfrm>
        </p:grpSpPr>
        <p:sp>
          <p:nvSpPr>
            <p:cNvPr id="79450" name="Line 68"/>
            <p:cNvSpPr/>
            <p:nvPr/>
          </p:nvSpPr>
          <p:spPr>
            <a:xfrm flipH="1">
              <a:off x="3992" y="1481"/>
              <a:ext cx="235" cy="724"/>
            </a:xfrm>
            <a:prstGeom prst="line">
              <a:avLst/>
            </a:prstGeom>
            <a:ln w="9525" cap="flat" cmpd="sng">
              <a:solidFill>
                <a:schemeClr val="bg2"/>
              </a:solidFill>
              <a:prstDash val="solid"/>
              <a:headEnd type="none" w="med" len="med"/>
              <a:tailEnd type="none" w="med" len="med"/>
            </a:ln>
          </p:spPr>
        </p:sp>
        <p:sp>
          <p:nvSpPr>
            <p:cNvPr id="79451" name="Line 69"/>
            <p:cNvSpPr/>
            <p:nvPr/>
          </p:nvSpPr>
          <p:spPr>
            <a:xfrm>
              <a:off x="4227" y="1481"/>
              <a:ext cx="236" cy="720"/>
            </a:xfrm>
            <a:prstGeom prst="line">
              <a:avLst/>
            </a:prstGeom>
            <a:ln w="9525" cap="flat" cmpd="sng">
              <a:solidFill>
                <a:schemeClr val="bg2"/>
              </a:solidFill>
              <a:prstDash val="solid"/>
              <a:headEnd type="none" w="med" len="med"/>
              <a:tailEnd type="none" w="med" len="med"/>
            </a:ln>
          </p:spPr>
        </p:sp>
        <p:sp>
          <p:nvSpPr>
            <p:cNvPr id="79452" name="Line 70"/>
            <p:cNvSpPr/>
            <p:nvPr/>
          </p:nvSpPr>
          <p:spPr>
            <a:xfrm>
              <a:off x="3992" y="2201"/>
              <a:ext cx="235" cy="79"/>
            </a:xfrm>
            <a:prstGeom prst="line">
              <a:avLst/>
            </a:prstGeom>
            <a:ln w="9525" cap="flat" cmpd="sng">
              <a:solidFill>
                <a:schemeClr val="bg2"/>
              </a:solidFill>
              <a:prstDash val="solid"/>
              <a:headEnd type="none" w="med" len="med"/>
              <a:tailEnd type="none" w="med" len="med"/>
            </a:ln>
          </p:spPr>
        </p:sp>
        <p:sp>
          <p:nvSpPr>
            <p:cNvPr id="79453" name="Line 71"/>
            <p:cNvSpPr/>
            <p:nvPr/>
          </p:nvSpPr>
          <p:spPr>
            <a:xfrm flipH="1">
              <a:off x="4227" y="2201"/>
              <a:ext cx="236" cy="79"/>
            </a:xfrm>
            <a:prstGeom prst="line">
              <a:avLst/>
            </a:prstGeom>
            <a:ln w="9525" cap="flat" cmpd="sng">
              <a:solidFill>
                <a:schemeClr val="bg2"/>
              </a:solidFill>
              <a:prstDash val="solid"/>
              <a:headEnd type="none" w="med" len="med"/>
              <a:tailEnd type="none" w="med" len="med"/>
            </a:ln>
          </p:spPr>
        </p:sp>
        <p:sp>
          <p:nvSpPr>
            <p:cNvPr id="79454" name="Line 72"/>
            <p:cNvSpPr/>
            <p:nvPr/>
          </p:nvSpPr>
          <p:spPr>
            <a:xfrm>
              <a:off x="4227" y="1497"/>
              <a:ext cx="0" cy="783"/>
            </a:xfrm>
            <a:prstGeom prst="line">
              <a:avLst/>
            </a:prstGeom>
            <a:ln w="9525" cap="flat" cmpd="sng">
              <a:solidFill>
                <a:schemeClr val="bg2"/>
              </a:solidFill>
              <a:prstDash val="solid"/>
              <a:headEnd type="none" w="med" len="med"/>
              <a:tailEnd type="none" w="med" len="med"/>
            </a:ln>
          </p:spPr>
        </p:sp>
        <p:sp>
          <p:nvSpPr>
            <p:cNvPr id="79455" name="Line 73"/>
            <p:cNvSpPr/>
            <p:nvPr/>
          </p:nvSpPr>
          <p:spPr>
            <a:xfrm flipV="1">
              <a:off x="3992" y="2127"/>
              <a:ext cx="235" cy="78"/>
            </a:xfrm>
            <a:prstGeom prst="line">
              <a:avLst/>
            </a:prstGeom>
            <a:ln w="9525" cap="flat" cmpd="sng">
              <a:solidFill>
                <a:schemeClr val="bg2"/>
              </a:solidFill>
              <a:prstDash val="solid"/>
              <a:headEnd type="none" w="med" len="med"/>
              <a:tailEnd type="none" w="med" len="med"/>
            </a:ln>
          </p:spPr>
        </p:sp>
        <p:sp>
          <p:nvSpPr>
            <p:cNvPr id="79456" name="Line 74"/>
            <p:cNvSpPr/>
            <p:nvPr/>
          </p:nvSpPr>
          <p:spPr>
            <a:xfrm flipH="1" flipV="1">
              <a:off x="4227" y="2127"/>
              <a:ext cx="236" cy="74"/>
            </a:xfrm>
            <a:prstGeom prst="line">
              <a:avLst/>
            </a:prstGeom>
            <a:ln w="9525" cap="flat" cmpd="sng">
              <a:solidFill>
                <a:schemeClr val="bg2"/>
              </a:solidFill>
              <a:prstDash val="solid"/>
              <a:headEnd type="none" w="med" len="med"/>
              <a:tailEnd type="none" w="med" len="med"/>
            </a:ln>
          </p:spPr>
        </p:sp>
        <p:sp>
          <p:nvSpPr>
            <p:cNvPr id="79457" name="Line 75"/>
            <p:cNvSpPr/>
            <p:nvPr/>
          </p:nvSpPr>
          <p:spPr>
            <a:xfrm>
              <a:off x="4092" y="1890"/>
              <a:ext cx="135" cy="60"/>
            </a:xfrm>
            <a:prstGeom prst="line">
              <a:avLst/>
            </a:prstGeom>
            <a:ln w="9525" cap="flat" cmpd="sng">
              <a:solidFill>
                <a:schemeClr val="bg2"/>
              </a:solidFill>
              <a:prstDash val="solid"/>
              <a:headEnd type="none" w="med" len="med"/>
              <a:tailEnd type="none" w="med" len="med"/>
            </a:ln>
          </p:spPr>
        </p:sp>
        <p:sp>
          <p:nvSpPr>
            <p:cNvPr id="79458" name="Line 76"/>
            <p:cNvSpPr/>
            <p:nvPr/>
          </p:nvSpPr>
          <p:spPr>
            <a:xfrm flipV="1">
              <a:off x="4227" y="1890"/>
              <a:ext cx="143" cy="60"/>
            </a:xfrm>
            <a:prstGeom prst="line">
              <a:avLst/>
            </a:prstGeom>
            <a:ln w="9525" cap="flat" cmpd="sng">
              <a:solidFill>
                <a:schemeClr val="bg2"/>
              </a:solidFill>
              <a:prstDash val="solid"/>
              <a:headEnd type="none" w="med" len="med"/>
              <a:tailEnd type="none" w="med" len="med"/>
            </a:ln>
          </p:spPr>
        </p:sp>
        <p:sp>
          <p:nvSpPr>
            <p:cNvPr id="79459" name="Line 77"/>
            <p:cNvSpPr/>
            <p:nvPr/>
          </p:nvSpPr>
          <p:spPr>
            <a:xfrm>
              <a:off x="4047" y="1996"/>
              <a:ext cx="175" cy="81"/>
            </a:xfrm>
            <a:prstGeom prst="line">
              <a:avLst/>
            </a:prstGeom>
            <a:ln w="9525" cap="flat" cmpd="sng">
              <a:solidFill>
                <a:schemeClr val="bg2"/>
              </a:solidFill>
              <a:prstDash val="solid"/>
              <a:headEnd type="none" w="med" len="med"/>
              <a:tailEnd type="none" w="med" len="med"/>
            </a:ln>
          </p:spPr>
        </p:sp>
        <p:sp>
          <p:nvSpPr>
            <p:cNvPr id="79460" name="Line 78"/>
            <p:cNvSpPr/>
            <p:nvPr/>
          </p:nvSpPr>
          <p:spPr>
            <a:xfrm flipV="1">
              <a:off x="4227" y="2012"/>
              <a:ext cx="176" cy="71"/>
            </a:xfrm>
            <a:prstGeom prst="line">
              <a:avLst/>
            </a:prstGeom>
            <a:ln w="9525" cap="flat" cmpd="sng">
              <a:solidFill>
                <a:schemeClr val="bg2"/>
              </a:solidFill>
              <a:prstDash val="solid"/>
              <a:headEnd type="none" w="med" len="med"/>
              <a:tailEnd type="none" w="med" len="med"/>
            </a:ln>
          </p:spPr>
        </p:sp>
        <p:sp>
          <p:nvSpPr>
            <p:cNvPr id="79461" name="Line 79"/>
            <p:cNvSpPr/>
            <p:nvPr/>
          </p:nvSpPr>
          <p:spPr>
            <a:xfrm flipV="1">
              <a:off x="4227" y="1782"/>
              <a:ext cx="90" cy="29"/>
            </a:xfrm>
            <a:prstGeom prst="line">
              <a:avLst/>
            </a:prstGeom>
            <a:ln w="9525" cap="flat" cmpd="sng">
              <a:solidFill>
                <a:schemeClr val="bg2"/>
              </a:solidFill>
              <a:prstDash val="solid"/>
              <a:headEnd type="none" w="med" len="med"/>
              <a:tailEnd type="none" w="med" len="med"/>
            </a:ln>
          </p:spPr>
        </p:sp>
        <p:sp>
          <p:nvSpPr>
            <p:cNvPr id="79462" name="Line 80"/>
            <p:cNvSpPr/>
            <p:nvPr/>
          </p:nvSpPr>
          <p:spPr>
            <a:xfrm flipV="1">
              <a:off x="4227" y="1632"/>
              <a:ext cx="57" cy="22"/>
            </a:xfrm>
            <a:prstGeom prst="line">
              <a:avLst/>
            </a:prstGeom>
            <a:ln w="9525" cap="flat" cmpd="sng">
              <a:solidFill>
                <a:schemeClr val="bg2"/>
              </a:solidFill>
              <a:prstDash val="solid"/>
              <a:headEnd type="none" w="med" len="med"/>
              <a:tailEnd type="none" w="med" len="med"/>
            </a:ln>
          </p:spPr>
        </p:sp>
        <p:sp>
          <p:nvSpPr>
            <p:cNvPr id="79463" name="Line 81"/>
            <p:cNvSpPr/>
            <p:nvPr/>
          </p:nvSpPr>
          <p:spPr>
            <a:xfrm>
              <a:off x="4126" y="1772"/>
              <a:ext cx="109" cy="39"/>
            </a:xfrm>
            <a:prstGeom prst="line">
              <a:avLst/>
            </a:prstGeom>
            <a:ln w="9525" cap="flat" cmpd="sng">
              <a:solidFill>
                <a:schemeClr val="bg2"/>
              </a:solidFill>
              <a:prstDash val="solid"/>
              <a:headEnd type="none" w="med" len="med"/>
              <a:tailEnd type="none" w="med" len="med"/>
            </a:ln>
          </p:spPr>
        </p:sp>
        <p:sp>
          <p:nvSpPr>
            <p:cNvPr id="79464" name="Line 82"/>
            <p:cNvSpPr/>
            <p:nvPr/>
          </p:nvSpPr>
          <p:spPr>
            <a:xfrm>
              <a:off x="4175" y="1625"/>
              <a:ext cx="63" cy="39"/>
            </a:xfrm>
            <a:prstGeom prst="line">
              <a:avLst/>
            </a:prstGeom>
            <a:ln w="9525" cap="flat" cmpd="sng">
              <a:solidFill>
                <a:schemeClr val="bg2"/>
              </a:solidFill>
              <a:prstDash val="solid"/>
              <a:headEnd type="none" w="med" len="med"/>
              <a:tailEnd type="none" w="med" len="med"/>
            </a:ln>
          </p:spPr>
        </p:sp>
        <p:grpSp>
          <p:nvGrpSpPr>
            <p:cNvPr id="79465" name="Group 83"/>
            <p:cNvGrpSpPr/>
            <p:nvPr/>
          </p:nvGrpSpPr>
          <p:grpSpPr>
            <a:xfrm>
              <a:off x="4269" y="1415"/>
              <a:ext cx="392" cy="137"/>
              <a:chOff x="4227" y="1360"/>
              <a:chExt cx="863" cy="270"/>
            </a:xfrm>
          </p:grpSpPr>
          <p:sp>
            <p:nvSpPr>
              <p:cNvPr id="79476" name="Line 84"/>
              <p:cNvSpPr/>
              <p:nvPr/>
            </p:nvSpPr>
            <p:spPr>
              <a:xfrm>
                <a:off x="4227" y="1604"/>
                <a:ext cx="0" cy="0"/>
              </a:xfrm>
              <a:prstGeom prst="line">
                <a:avLst/>
              </a:prstGeom>
              <a:ln w="9525" cap="flat" cmpd="sng">
                <a:solidFill>
                  <a:schemeClr val="bg2"/>
                </a:solidFill>
                <a:prstDash val="solid"/>
                <a:headEnd type="none" w="med" len="med"/>
                <a:tailEnd type="none" w="med" len="med"/>
              </a:ln>
            </p:spPr>
          </p:sp>
          <p:sp>
            <p:nvSpPr>
              <p:cNvPr id="79477" name="Line 85"/>
              <p:cNvSpPr/>
              <p:nvPr/>
            </p:nvSpPr>
            <p:spPr>
              <a:xfrm rot="6361956" flipH="1" flipV="1">
                <a:off x="4464" y="1204"/>
                <a:ext cx="189" cy="500"/>
              </a:xfrm>
              <a:prstGeom prst="line">
                <a:avLst/>
              </a:prstGeom>
              <a:ln w="31750" cap="flat" cmpd="sng">
                <a:solidFill>
                  <a:schemeClr val="bg2"/>
                </a:solidFill>
                <a:prstDash val="solid"/>
                <a:headEnd type="none" w="med" len="med"/>
                <a:tailEnd type="none" w="med" len="med"/>
              </a:ln>
            </p:spPr>
          </p:sp>
          <p:sp>
            <p:nvSpPr>
              <p:cNvPr id="79478" name="Line 86"/>
              <p:cNvSpPr/>
              <p:nvPr/>
            </p:nvSpPr>
            <p:spPr>
              <a:xfrm rot="6361956">
                <a:off x="4602" y="1393"/>
                <a:ext cx="189" cy="203"/>
              </a:xfrm>
              <a:prstGeom prst="line">
                <a:avLst/>
              </a:prstGeom>
              <a:ln w="31750" cap="flat" cmpd="sng">
                <a:solidFill>
                  <a:schemeClr val="bg2"/>
                </a:solidFill>
                <a:prstDash val="solid"/>
                <a:headEnd type="none" w="med" len="med"/>
                <a:tailEnd type="none" w="med" len="med"/>
              </a:ln>
            </p:spPr>
          </p:sp>
          <p:sp>
            <p:nvSpPr>
              <p:cNvPr id="79479" name="Line 87"/>
              <p:cNvSpPr/>
              <p:nvPr/>
            </p:nvSpPr>
            <p:spPr>
              <a:xfrm rot="6361956" flipH="1" flipV="1">
                <a:off x="4745" y="1285"/>
                <a:ext cx="189" cy="500"/>
              </a:xfrm>
              <a:prstGeom prst="line">
                <a:avLst/>
              </a:prstGeom>
              <a:ln w="31750" cap="flat" cmpd="sng">
                <a:solidFill>
                  <a:schemeClr val="bg2"/>
                </a:solidFill>
                <a:prstDash val="solid"/>
                <a:headEnd type="none" w="med" len="med"/>
                <a:tailEnd type="none" w="med" len="med"/>
              </a:ln>
            </p:spPr>
          </p:sp>
        </p:grpSp>
        <p:grpSp>
          <p:nvGrpSpPr>
            <p:cNvPr id="79466" name="Group 88"/>
            <p:cNvGrpSpPr/>
            <p:nvPr/>
          </p:nvGrpSpPr>
          <p:grpSpPr>
            <a:xfrm rot="5700496">
              <a:off x="4052" y="1170"/>
              <a:ext cx="392" cy="137"/>
              <a:chOff x="4227" y="1360"/>
              <a:chExt cx="863" cy="270"/>
            </a:xfrm>
          </p:grpSpPr>
          <p:sp>
            <p:nvSpPr>
              <p:cNvPr id="79472" name="Line 89"/>
              <p:cNvSpPr/>
              <p:nvPr/>
            </p:nvSpPr>
            <p:spPr>
              <a:xfrm>
                <a:off x="4227" y="1604"/>
                <a:ext cx="0" cy="0"/>
              </a:xfrm>
              <a:prstGeom prst="line">
                <a:avLst/>
              </a:prstGeom>
              <a:ln w="9525" cap="flat" cmpd="sng">
                <a:solidFill>
                  <a:schemeClr val="bg2"/>
                </a:solidFill>
                <a:prstDash val="solid"/>
                <a:headEnd type="none" w="med" len="med"/>
                <a:tailEnd type="none" w="med" len="med"/>
              </a:ln>
            </p:spPr>
          </p:sp>
          <p:sp>
            <p:nvSpPr>
              <p:cNvPr id="79473" name="Line 90"/>
              <p:cNvSpPr/>
              <p:nvPr/>
            </p:nvSpPr>
            <p:spPr>
              <a:xfrm rot="6361956" flipH="1" flipV="1">
                <a:off x="4464" y="1204"/>
                <a:ext cx="189" cy="500"/>
              </a:xfrm>
              <a:prstGeom prst="line">
                <a:avLst/>
              </a:prstGeom>
              <a:ln w="31750" cap="flat" cmpd="sng">
                <a:solidFill>
                  <a:schemeClr val="bg2"/>
                </a:solidFill>
                <a:prstDash val="solid"/>
                <a:headEnd type="none" w="med" len="med"/>
                <a:tailEnd type="none" w="med" len="med"/>
              </a:ln>
            </p:spPr>
          </p:sp>
          <p:sp>
            <p:nvSpPr>
              <p:cNvPr id="79474" name="Line 91"/>
              <p:cNvSpPr/>
              <p:nvPr/>
            </p:nvSpPr>
            <p:spPr>
              <a:xfrm rot="6361956">
                <a:off x="4602" y="1393"/>
                <a:ext cx="189" cy="203"/>
              </a:xfrm>
              <a:prstGeom prst="line">
                <a:avLst/>
              </a:prstGeom>
              <a:ln w="31750" cap="flat" cmpd="sng">
                <a:solidFill>
                  <a:schemeClr val="bg2"/>
                </a:solidFill>
                <a:prstDash val="solid"/>
                <a:headEnd type="none" w="med" len="med"/>
                <a:tailEnd type="none" w="med" len="med"/>
              </a:ln>
            </p:spPr>
          </p:sp>
          <p:sp>
            <p:nvSpPr>
              <p:cNvPr id="79475" name="Line 92"/>
              <p:cNvSpPr/>
              <p:nvPr/>
            </p:nvSpPr>
            <p:spPr>
              <a:xfrm rot="6361956" flipH="1" flipV="1">
                <a:off x="4745" y="1285"/>
                <a:ext cx="189" cy="500"/>
              </a:xfrm>
              <a:prstGeom prst="line">
                <a:avLst/>
              </a:prstGeom>
              <a:ln w="31750" cap="flat" cmpd="sng">
                <a:solidFill>
                  <a:schemeClr val="bg2"/>
                </a:solidFill>
                <a:prstDash val="solid"/>
                <a:headEnd type="none" w="med" len="med"/>
                <a:tailEnd type="none" w="med" len="med"/>
              </a:ln>
            </p:spPr>
          </p:sp>
        </p:grpSp>
        <p:grpSp>
          <p:nvGrpSpPr>
            <p:cNvPr id="79467" name="Group 93"/>
            <p:cNvGrpSpPr/>
            <p:nvPr/>
          </p:nvGrpSpPr>
          <p:grpSpPr>
            <a:xfrm rot="10800000">
              <a:off x="3796" y="1402"/>
              <a:ext cx="392" cy="137"/>
              <a:chOff x="4227" y="1360"/>
              <a:chExt cx="863" cy="270"/>
            </a:xfrm>
          </p:grpSpPr>
          <p:sp>
            <p:nvSpPr>
              <p:cNvPr id="79468" name="Line 94"/>
              <p:cNvSpPr/>
              <p:nvPr/>
            </p:nvSpPr>
            <p:spPr>
              <a:xfrm>
                <a:off x="4227" y="1604"/>
                <a:ext cx="0" cy="0"/>
              </a:xfrm>
              <a:prstGeom prst="line">
                <a:avLst/>
              </a:prstGeom>
              <a:ln w="9525" cap="flat" cmpd="sng">
                <a:solidFill>
                  <a:schemeClr val="bg2"/>
                </a:solidFill>
                <a:prstDash val="solid"/>
                <a:headEnd type="none" w="med" len="med"/>
                <a:tailEnd type="none" w="med" len="med"/>
              </a:ln>
            </p:spPr>
          </p:sp>
          <p:sp>
            <p:nvSpPr>
              <p:cNvPr id="79469" name="Line 95"/>
              <p:cNvSpPr/>
              <p:nvPr/>
            </p:nvSpPr>
            <p:spPr>
              <a:xfrm rot="6361956" flipH="1" flipV="1">
                <a:off x="4464" y="1204"/>
                <a:ext cx="189" cy="500"/>
              </a:xfrm>
              <a:prstGeom prst="line">
                <a:avLst/>
              </a:prstGeom>
              <a:ln w="31750" cap="flat" cmpd="sng">
                <a:solidFill>
                  <a:schemeClr val="bg2"/>
                </a:solidFill>
                <a:prstDash val="solid"/>
                <a:headEnd type="none" w="med" len="med"/>
                <a:tailEnd type="none" w="med" len="med"/>
              </a:ln>
            </p:spPr>
          </p:sp>
          <p:sp>
            <p:nvSpPr>
              <p:cNvPr id="79470" name="Line 96"/>
              <p:cNvSpPr/>
              <p:nvPr/>
            </p:nvSpPr>
            <p:spPr>
              <a:xfrm rot="6361956">
                <a:off x="4602" y="1393"/>
                <a:ext cx="189" cy="203"/>
              </a:xfrm>
              <a:prstGeom prst="line">
                <a:avLst/>
              </a:prstGeom>
              <a:ln w="31750" cap="flat" cmpd="sng">
                <a:solidFill>
                  <a:schemeClr val="bg2"/>
                </a:solidFill>
                <a:prstDash val="solid"/>
                <a:headEnd type="none" w="med" len="med"/>
                <a:tailEnd type="none" w="med" len="med"/>
              </a:ln>
            </p:spPr>
          </p:sp>
          <p:sp>
            <p:nvSpPr>
              <p:cNvPr id="79471" name="Line 97"/>
              <p:cNvSpPr/>
              <p:nvPr/>
            </p:nvSpPr>
            <p:spPr>
              <a:xfrm rot="6361956" flipH="1" flipV="1">
                <a:off x="4745" y="1285"/>
                <a:ext cx="189" cy="500"/>
              </a:xfrm>
              <a:prstGeom prst="line">
                <a:avLst/>
              </a:prstGeom>
              <a:ln w="31750" cap="flat" cmpd="sng">
                <a:solidFill>
                  <a:schemeClr val="bg2"/>
                </a:solidFill>
                <a:prstDash val="solid"/>
                <a:headEnd type="none" w="med" len="med"/>
                <a:tailEnd type="none" w="med" len="med"/>
              </a:ln>
            </p:spPr>
          </p:sp>
        </p:grpSp>
      </p:grpSp>
      <p:sp>
        <p:nvSpPr>
          <p:cNvPr id="78861" name="Line 100"/>
          <p:cNvSpPr/>
          <p:nvPr/>
        </p:nvSpPr>
        <p:spPr>
          <a:xfrm flipH="1">
            <a:off x="5095875" y="2220913"/>
            <a:ext cx="93663" cy="0"/>
          </a:xfrm>
          <a:prstGeom prst="line">
            <a:avLst/>
          </a:prstGeom>
          <a:ln w="9525" cap="flat" cmpd="sng">
            <a:solidFill>
              <a:schemeClr val="bg2"/>
            </a:solidFill>
            <a:prstDash val="solid"/>
            <a:headEnd type="none" w="med" len="med"/>
            <a:tailEnd type="none" w="med" len="med"/>
          </a:ln>
        </p:spPr>
      </p:sp>
      <p:sp>
        <p:nvSpPr>
          <p:cNvPr id="78862" name="Line 101"/>
          <p:cNvSpPr/>
          <p:nvPr/>
        </p:nvSpPr>
        <p:spPr>
          <a:xfrm flipH="1">
            <a:off x="5062538" y="2190750"/>
            <a:ext cx="152400" cy="0"/>
          </a:xfrm>
          <a:prstGeom prst="line">
            <a:avLst/>
          </a:prstGeom>
          <a:ln w="9525" cap="flat" cmpd="sng">
            <a:solidFill>
              <a:schemeClr val="bg2"/>
            </a:solidFill>
            <a:prstDash val="solid"/>
            <a:headEnd type="none" w="med" len="med"/>
            <a:tailEnd type="none" w="med" len="med"/>
          </a:ln>
        </p:spPr>
      </p:sp>
      <p:pic>
        <p:nvPicPr>
          <p:cNvPr id="78863" name="Picture 102" descr="imgyjavg[1]"/>
          <p:cNvPicPr>
            <a:picLocks noChangeAspect="1"/>
          </p:cNvPicPr>
          <p:nvPr/>
        </p:nvPicPr>
        <p:blipFill>
          <a:blip r:embed="rId3"/>
          <a:stretch>
            <a:fillRect/>
          </a:stretch>
        </p:blipFill>
        <p:spPr>
          <a:xfrm>
            <a:off x="5341938" y="1878013"/>
            <a:ext cx="368300" cy="266700"/>
          </a:xfrm>
          <a:prstGeom prst="rect">
            <a:avLst/>
          </a:prstGeom>
          <a:noFill/>
          <a:ln w="9525">
            <a:noFill/>
          </a:ln>
        </p:spPr>
      </p:pic>
      <p:sp>
        <p:nvSpPr>
          <p:cNvPr id="78864" name="Oval 107"/>
          <p:cNvSpPr/>
          <p:nvPr/>
        </p:nvSpPr>
        <p:spPr>
          <a:xfrm>
            <a:off x="6835775" y="3652838"/>
            <a:ext cx="358775" cy="95250"/>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865" name="Line 108"/>
          <p:cNvSpPr/>
          <p:nvPr/>
        </p:nvSpPr>
        <p:spPr>
          <a:xfrm>
            <a:off x="6835775" y="3644900"/>
            <a:ext cx="0" cy="58738"/>
          </a:xfrm>
          <a:prstGeom prst="line">
            <a:avLst/>
          </a:prstGeom>
          <a:ln w="19050" cap="flat" cmpd="sng">
            <a:solidFill>
              <a:srgbClr val="FF3300"/>
            </a:solidFill>
            <a:prstDash val="solid"/>
            <a:headEnd type="none" w="med" len="med"/>
            <a:tailEnd type="none" w="med" len="med"/>
          </a:ln>
        </p:spPr>
      </p:sp>
      <p:sp>
        <p:nvSpPr>
          <p:cNvPr id="78866" name="Line 109"/>
          <p:cNvSpPr/>
          <p:nvPr/>
        </p:nvSpPr>
        <p:spPr>
          <a:xfrm>
            <a:off x="7194550" y="3644900"/>
            <a:ext cx="0" cy="58738"/>
          </a:xfrm>
          <a:prstGeom prst="line">
            <a:avLst/>
          </a:prstGeom>
          <a:ln w="19050" cap="flat" cmpd="sng">
            <a:solidFill>
              <a:srgbClr val="FF3300"/>
            </a:solidFill>
            <a:prstDash val="solid"/>
            <a:headEnd type="none" w="med" len="med"/>
            <a:tailEnd type="none" w="med" len="med"/>
          </a:ln>
        </p:spPr>
      </p:sp>
      <p:sp>
        <p:nvSpPr>
          <p:cNvPr id="78867" name="Rectangle 110"/>
          <p:cNvSpPr/>
          <p:nvPr/>
        </p:nvSpPr>
        <p:spPr>
          <a:xfrm>
            <a:off x="6835775" y="3644900"/>
            <a:ext cx="355600" cy="58738"/>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868" name="Oval 111"/>
          <p:cNvSpPr/>
          <p:nvPr/>
        </p:nvSpPr>
        <p:spPr>
          <a:xfrm>
            <a:off x="6832600" y="3576638"/>
            <a:ext cx="358775" cy="111125"/>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869" name="Group 112"/>
          <p:cNvGrpSpPr/>
          <p:nvPr/>
        </p:nvGrpSpPr>
        <p:grpSpPr>
          <a:xfrm>
            <a:off x="6918325" y="3600450"/>
            <a:ext cx="179388" cy="65088"/>
            <a:chOff x="2848" y="848"/>
            <a:chExt cx="140" cy="98"/>
          </a:xfrm>
        </p:grpSpPr>
        <p:sp>
          <p:nvSpPr>
            <p:cNvPr id="79447" name="Line 113"/>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448" name="Line 114"/>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449" name="Line 115"/>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870" name="Group 116"/>
          <p:cNvGrpSpPr/>
          <p:nvPr/>
        </p:nvGrpSpPr>
        <p:grpSpPr>
          <a:xfrm flipV="1">
            <a:off x="6918325" y="3600450"/>
            <a:ext cx="179388" cy="65088"/>
            <a:chOff x="2848" y="848"/>
            <a:chExt cx="140" cy="98"/>
          </a:xfrm>
        </p:grpSpPr>
        <p:sp>
          <p:nvSpPr>
            <p:cNvPr id="79444" name="Line 117"/>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445" name="Line 118"/>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446" name="Line 119"/>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871" name="Oval 205"/>
          <p:cNvSpPr/>
          <p:nvPr/>
        </p:nvSpPr>
        <p:spPr>
          <a:xfrm>
            <a:off x="6086475" y="2498725"/>
            <a:ext cx="346075" cy="87313"/>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872" name="Line 206"/>
          <p:cNvSpPr/>
          <p:nvPr/>
        </p:nvSpPr>
        <p:spPr>
          <a:xfrm>
            <a:off x="6086475" y="2490788"/>
            <a:ext cx="0" cy="53975"/>
          </a:xfrm>
          <a:prstGeom prst="line">
            <a:avLst/>
          </a:prstGeom>
          <a:ln w="19050" cap="flat" cmpd="sng">
            <a:solidFill>
              <a:srgbClr val="FF3300"/>
            </a:solidFill>
            <a:prstDash val="solid"/>
            <a:headEnd type="none" w="med" len="med"/>
            <a:tailEnd type="none" w="med" len="med"/>
          </a:ln>
        </p:spPr>
      </p:sp>
      <p:sp>
        <p:nvSpPr>
          <p:cNvPr id="78873" name="Line 207"/>
          <p:cNvSpPr/>
          <p:nvPr/>
        </p:nvSpPr>
        <p:spPr>
          <a:xfrm>
            <a:off x="6432550" y="2490788"/>
            <a:ext cx="0" cy="53975"/>
          </a:xfrm>
          <a:prstGeom prst="line">
            <a:avLst/>
          </a:prstGeom>
          <a:ln w="12700" cap="flat" cmpd="sng">
            <a:solidFill>
              <a:srgbClr val="FF3300"/>
            </a:solidFill>
            <a:prstDash val="solid"/>
            <a:headEnd type="none" w="med" len="med"/>
            <a:tailEnd type="none" w="med" len="med"/>
          </a:ln>
        </p:spPr>
      </p:sp>
      <p:sp>
        <p:nvSpPr>
          <p:cNvPr id="78874" name="Rectangle 208"/>
          <p:cNvSpPr/>
          <p:nvPr/>
        </p:nvSpPr>
        <p:spPr>
          <a:xfrm>
            <a:off x="6086475" y="2490788"/>
            <a:ext cx="342900" cy="53975"/>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875" name="Oval 209"/>
          <p:cNvSpPr/>
          <p:nvPr/>
        </p:nvSpPr>
        <p:spPr>
          <a:xfrm>
            <a:off x="6083300" y="2427288"/>
            <a:ext cx="346075" cy="103187"/>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876" name="Group 210"/>
          <p:cNvGrpSpPr/>
          <p:nvPr/>
        </p:nvGrpSpPr>
        <p:grpSpPr>
          <a:xfrm>
            <a:off x="6167438" y="2449513"/>
            <a:ext cx="171450" cy="60325"/>
            <a:chOff x="2848" y="848"/>
            <a:chExt cx="140" cy="98"/>
          </a:xfrm>
        </p:grpSpPr>
        <p:sp>
          <p:nvSpPr>
            <p:cNvPr id="79441" name="Line 211"/>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442" name="Line 212"/>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443" name="Line 213"/>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877" name="Group 214"/>
          <p:cNvGrpSpPr/>
          <p:nvPr/>
        </p:nvGrpSpPr>
        <p:grpSpPr>
          <a:xfrm flipV="1">
            <a:off x="6167438" y="2449513"/>
            <a:ext cx="171450" cy="58737"/>
            <a:chOff x="2848" y="848"/>
            <a:chExt cx="140" cy="98"/>
          </a:xfrm>
        </p:grpSpPr>
        <p:sp>
          <p:nvSpPr>
            <p:cNvPr id="79438" name="Line 215"/>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439" name="Line 216"/>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440" name="Line 217"/>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878" name="Oval 219"/>
          <p:cNvSpPr/>
          <p:nvPr/>
        </p:nvSpPr>
        <p:spPr>
          <a:xfrm>
            <a:off x="5780088" y="3648075"/>
            <a:ext cx="346075" cy="87313"/>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879" name="Line 220"/>
          <p:cNvSpPr/>
          <p:nvPr/>
        </p:nvSpPr>
        <p:spPr>
          <a:xfrm>
            <a:off x="5780088" y="3640138"/>
            <a:ext cx="0" cy="53975"/>
          </a:xfrm>
          <a:prstGeom prst="line">
            <a:avLst/>
          </a:prstGeom>
          <a:ln w="19050" cap="flat" cmpd="sng">
            <a:solidFill>
              <a:srgbClr val="FF3300"/>
            </a:solidFill>
            <a:prstDash val="solid"/>
            <a:headEnd type="none" w="med" len="med"/>
            <a:tailEnd type="none" w="med" len="med"/>
          </a:ln>
        </p:spPr>
      </p:sp>
      <p:sp>
        <p:nvSpPr>
          <p:cNvPr id="78880" name="Line 221"/>
          <p:cNvSpPr/>
          <p:nvPr/>
        </p:nvSpPr>
        <p:spPr>
          <a:xfrm>
            <a:off x="6126163" y="3640138"/>
            <a:ext cx="0" cy="53975"/>
          </a:xfrm>
          <a:prstGeom prst="line">
            <a:avLst/>
          </a:prstGeom>
          <a:ln w="19050" cap="flat" cmpd="sng">
            <a:solidFill>
              <a:srgbClr val="FF3300"/>
            </a:solidFill>
            <a:prstDash val="solid"/>
            <a:headEnd type="none" w="med" len="med"/>
            <a:tailEnd type="none" w="med" len="med"/>
          </a:ln>
        </p:spPr>
      </p:sp>
      <p:sp>
        <p:nvSpPr>
          <p:cNvPr id="78881" name="Rectangle 222"/>
          <p:cNvSpPr/>
          <p:nvPr/>
        </p:nvSpPr>
        <p:spPr>
          <a:xfrm>
            <a:off x="5780088" y="3640138"/>
            <a:ext cx="342900" cy="53975"/>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882" name="Oval 223"/>
          <p:cNvSpPr/>
          <p:nvPr/>
        </p:nvSpPr>
        <p:spPr>
          <a:xfrm>
            <a:off x="5776913" y="3576638"/>
            <a:ext cx="346075" cy="103187"/>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883" name="Group 224"/>
          <p:cNvGrpSpPr/>
          <p:nvPr/>
        </p:nvGrpSpPr>
        <p:grpSpPr>
          <a:xfrm>
            <a:off x="5861050" y="3598863"/>
            <a:ext cx="171450" cy="60325"/>
            <a:chOff x="2848" y="848"/>
            <a:chExt cx="140" cy="98"/>
          </a:xfrm>
        </p:grpSpPr>
        <p:sp>
          <p:nvSpPr>
            <p:cNvPr id="79435" name="Line 225"/>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436" name="Line 226"/>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437" name="Line 227"/>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884" name="Group 228"/>
          <p:cNvGrpSpPr/>
          <p:nvPr/>
        </p:nvGrpSpPr>
        <p:grpSpPr>
          <a:xfrm flipV="1">
            <a:off x="5861050" y="3598863"/>
            <a:ext cx="171450" cy="58737"/>
            <a:chOff x="2848" y="848"/>
            <a:chExt cx="140" cy="98"/>
          </a:xfrm>
        </p:grpSpPr>
        <p:sp>
          <p:nvSpPr>
            <p:cNvPr id="79432" name="Line 229"/>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433" name="Line 230"/>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434" name="Line 231"/>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885" name="Line 233"/>
          <p:cNvSpPr/>
          <p:nvPr/>
        </p:nvSpPr>
        <p:spPr>
          <a:xfrm>
            <a:off x="7102475" y="3743325"/>
            <a:ext cx="163513" cy="120650"/>
          </a:xfrm>
          <a:prstGeom prst="line">
            <a:avLst/>
          </a:prstGeom>
          <a:ln w="38100" cap="flat" cmpd="sng">
            <a:solidFill>
              <a:srgbClr val="FF3300"/>
            </a:solidFill>
            <a:prstDash val="solid"/>
            <a:headEnd type="none" w="med" len="med"/>
            <a:tailEnd type="none" w="med" len="med"/>
          </a:ln>
        </p:spPr>
      </p:sp>
      <p:sp>
        <p:nvSpPr>
          <p:cNvPr id="78886" name="Line 234"/>
          <p:cNvSpPr/>
          <p:nvPr/>
        </p:nvSpPr>
        <p:spPr>
          <a:xfrm>
            <a:off x="7199313" y="3663950"/>
            <a:ext cx="279400" cy="0"/>
          </a:xfrm>
          <a:prstGeom prst="line">
            <a:avLst/>
          </a:prstGeom>
          <a:ln w="38100" cap="flat" cmpd="sng">
            <a:solidFill>
              <a:srgbClr val="FF3300"/>
            </a:solidFill>
            <a:prstDash val="solid"/>
            <a:headEnd type="none" w="med" len="med"/>
            <a:tailEnd type="none" w="med" len="med"/>
          </a:ln>
        </p:spPr>
      </p:sp>
      <p:sp>
        <p:nvSpPr>
          <p:cNvPr id="78887" name="Line 235"/>
          <p:cNvSpPr/>
          <p:nvPr/>
        </p:nvSpPr>
        <p:spPr>
          <a:xfrm flipV="1">
            <a:off x="7435850" y="3749675"/>
            <a:ext cx="134938" cy="104775"/>
          </a:xfrm>
          <a:prstGeom prst="line">
            <a:avLst/>
          </a:prstGeom>
          <a:ln w="38100" cap="flat" cmpd="sng">
            <a:solidFill>
              <a:srgbClr val="FF3300"/>
            </a:solidFill>
            <a:prstDash val="solid"/>
            <a:headEnd type="none" w="med" len="med"/>
            <a:tailEnd type="none" w="med" len="med"/>
          </a:ln>
        </p:spPr>
      </p:sp>
      <p:sp>
        <p:nvSpPr>
          <p:cNvPr id="78888" name="Line 236"/>
          <p:cNvSpPr/>
          <p:nvPr/>
        </p:nvSpPr>
        <p:spPr>
          <a:xfrm>
            <a:off x="6134100" y="3670300"/>
            <a:ext cx="701675" cy="0"/>
          </a:xfrm>
          <a:prstGeom prst="line">
            <a:avLst/>
          </a:prstGeom>
          <a:ln w="38100" cap="flat" cmpd="sng">
            <a:solidFill>
              <a:srgbClr val="FF3300"/>
            </a:solidFill>
            <a:prstDash val="solid"/>
            <a:headEnd type="none" w="med" len="med"/>
            <a:tailEnd type="none" w="med" len="med"/>
          </a:ln>
        </p:spPr>
      </p:sp>
      <p:grpSp>
        <p:nvGrpSpPr>
          <p:cNvPr id="78889" name="Group 240"/>
          <p:cNvGrpSpPr/>
          <p:nvPr/>
        </p:nvGrpSpPr>
        <p:grpSpPr>
          <a:xfrm>
            <a:off x="5426075" y="3509963"/>
            <a:ext cx="220663" cy="307975"/>
            <a:chOff x="2556" y="2689"/>
            <a:chExt cx="183" cy="255"/>
          </a:xfrm>
        </p:grpSpPr>
        <p:pic>
          <p:nvPicPr>
            <p:cNvPr id="79415" name="Picture 241" descr="31u_bnrz[1]"/>
            <p:cNvPicPr>
              <a:picLocks noChangeAspect="1"/>
            </p:cNvPicPr>
            <p:nvPr/>
          </p:nvPicPr>
          <p:blipFill>
            <a:blip r:embed="rId4"/>
            <a:stretch>
              <a:fillRect/>
            </a:stretch>
          </p:blipFill>
          <p:spPr>
            <a:xfrm>
              <a:off x="2609" y="2770"/>
              <a:ext cx="121" cy="174"/>
            </a:xfrm>
            <a:prstGeom prst="rect">
              <a:avLst/>
            </a:prstGeom>
            <a:noFill/>
            <a:ln w="9525">
              <a:noFill/>
            </a:ln>
          </p:spPr>
        </p:pic>
        <p:sp>
          <p:nvSpPr>
            <p:cNvPr id="79416" name="Freeform 242"/>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79417" name="Freeform 243"/>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79418" name="Freeform 244"/>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79419" name="Freeform 245"/>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79420" name="Freeform 246"/>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79421" name="Freeform 247"/>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79422" name="Freeform 248"/>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79423" name="Freeform 249"/>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79424" name="Freeform 250"/>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79425" name="Freeform 251"/>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79426" name="Freeform 252"/>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79427" name="Freeform 253"/>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79428" name="Freeform 254"/>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79429" name="Freeform 255"/>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79430" name="Freeform 256"/>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79431" name="Freeform 257"/>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sp>
        <p:nvSpPr>
          <p:cNvPr id="78890" name="Line 259"/>
          <p:cNvSpPr/>
          <p:nvPr/>
        </p:nvSpPr>
        <p:spPr>
          <a:xfrm>
            <a:off x="6429375" y="2517775"/>
            <a:ext cx="509588" cy="3175"/>
          </a:xfrm>
          <a:prstGeom prst="line">
            <a:avLst/>
          </a:prstGeom>
          <a:ln w="38100" cap="flat" cmpd="sng">
            <a:solidFill>
              <a:srgbClr val="FF3300"/>
            </a:solidFill>
            <a:prstDash val="solid"/>
            <a:headEnd type="none" w="med" len="med"/>
            <a:tailEnd type="none" w="med" len="med"/>
          </a:ln>
        </p:spPr>
      </p:sp>
      <p:sp>
        <p:nvSpPr>
          <p:cNvPr id="78891" name="Line 260"/>
          <p:cNvSpPr/>
          <p:nvPr/>
        </p:nvSpPr>
        <p:spPr>
          <a:xfrm>
            <a:off x="5995988" y="2346325"/>
            <a:ext cx="152400" cy="82550"/>
          </a:xfrm>
          <a:prstGeom prst="line">
            <a:avLst/>
          </a:prstGeom>
          <a:ln w="38100" cap="flat" cmpd="sng">
            <a:solidFill>
              <a:srgbClr val="FF3300"/>
            </a:solidFill>
            <a:prstDash val="solid"/>
            <a:headEnd type="none" w="med" len="med"/>
            <a:tailEnd type="none" w="med" len="med"/>
          </a:ln>
        </p:spPr>
      </p:sp>
      <p:sp>
        <p:nvSpPr>
          <p:cNvPr id="78892" name="Freeform 261"/>
          <p:cNvSpPr/>
          <p:nvPr/>
        </p:nvSpPr>
        <p:spPr>
          <a:xfrm>
            <a:off x="5314950" y="4352925"/>
            <a:ext cx="2979738" cy="1455738"/>
          </a:xfrm>
          <a:custGeom>
            <a:avLst/>
            <a:gdLst>
              <a:gd name="txL" fmla="*/ 0 w 1877"/>
              <a:gd name="txT" fmla="*/ 0 h 917"/>
              <a:gd name="txR" fmla="*/ 1877 w 1877"/>
              <a:gd name="txB" fmla="*/ 917 h 917"/>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alpha val="100000"/>
            </a:srgbClr>
          </a:solidFill>
          <a:ln w="9525">
            <a:noFill/>
          </a:ln>
        </p:spPr>
        <p:txBody>
          <a:bodyPr/>
          <a:p>
            <a:endParaRPr lang="zh-CN" altLang="en-US"/>
          </a:p>
        </p:txBody>
      </p:sp>
      <p:sp>
        <p:nvSpPr>
          <p:cNvPr id="78893" name="Line 262"/>
          <p:cNvSpPr/>
          <p:nvPr/>
        </p:nvSpPr>
        <p:spPr>
          <a:xfrm rot="-5400000">
            <a:off x="7551738" y="5089525"/>
            <a:ext cx="523875" cy="139700"/>
          </a:xfrm>
          <a:prstGeom prst="line">
            <a:avLst/>
          </a:prstGeom>
          <a:ln w="12700" cap="flat" cmpd="sng">
            <a:solidFill>
              <a:schemeClr val="bg2"/>
            </a:solidFill>
            <a:prstDash val="solid"/>
            <a:headEnd type="none" w="med" len="med"/>
            <a:tailEnd type="none" w="med" len="med"/>
          </a:ln>
        </p:spPr>
      </p:sp>
      <p:grpSp>
        <p:nvGrpSpPr>
          <p:cNvPr id="78894" name="Group 590"/>
          <p:cNvGrpSpPr/>
          <p:nvPr/>
        </p:nvGrpSpPr>
        <p:grpSpPr>
          <a:xfrm>
            <a:off x="7464425" y="5226050"/>
            <a:ext cx="198438" cy="365125"/>
            <a:chOff x="4702" y="3292"/>
            <a:chExt cx="125" cy="230"/>
          </a:xfrm>
        </p:grpSpPr>
        <p:sp>
          <p:nvSpPr>
            <p:cNvPr id="79407" name="AutoShape 264"/>
            <p:cNvSpPr/>
            <p:nvPr/>
          </p:nvSpPr>
          <p:spPr>
            <a:xfrm>
              <a:off x="4702" y="3469"/>
              <a:ext cx="125" cy="53"/>
            </a:xfrm>
            <a:prstGeom prst="parallelogram">
              <a:avLst>
                <a:gd name="adj" fmla="val 90856"/>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408" name="Rectangle 265"/>
            <p:cNvSpPr/>
            <p:nvPr/>
          </p:nvSpPr>
          <p:spPr>
            <a:xfrm>
              <a:off x="4765" y="3293"/>
              <a:ext cx="58" cy="177"/>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409" name="Rectangle 266"/>
            <p:cNvSpPr/>
            <p:nvPr/>
          </p:nvSpPr>
          <p:spPr>
            <a:xfrm>
              <a:off x="4703" y="3344"/>
              <a:ext cx="79" cy="177"/>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410" name="AutoShape 267"/>
            <p:cNvSpPr/>
            <p:nvPr/>
          </p:nvSpPr>
          <p:spPr>
            <a:xfrm>
              <a:off x="4702" y="3292"/>
              <a:ext cx="125" cy="53"/>
            </a:xfrm>
            <a:prstGeom prst="parallelogram">
              <a:avLst>
                <a:gd name="adj" fmla="val 90856"/>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411" name="Line 268"/>
            <p:cNvSpPr/>
            <p:nvPr/>
          </p:nvSpPr>
          <p:spPr>
            <a:xfrm>
              <a:off x="4827" y="3296"/>
              <a:ext cx="0" cy="173"/>
            </a:xfrm>
            <a:prstGeom prst="line">
              <a:avLst/>
            </a:prstGeom>
            <a:ln w="9525" cap="flat" cmpd="sng">
              <a:solidFill>
                <a:schemeClr val="bg2"/>
              </a:solidFill>
              <a:prstDash val="solid"/>
              <a:headEnd type="none" w="med" len="med"/>
              <a:tailEnd type="none" w="med" len="med"/>
            </a:ln>
          </p:spPr>
        </p:sp>
        <p:sp>
          <p:nvSpPr>
            <p:cNvPr id="79412" name="Line 269"/>
            <p:cNvSpPr/>
            <p:nvPr/>
          </p:nvSpPr>
          <p:spPr>
            <a:xfrm flipH="1">
              <a:off x="4782" y="3469"/>
              <a:ext cx="45" cy="52"/>
            </a:xfrm>
            <a:prstGeom prst="line">
              <a:avLst/>
            </a:prstGeom>
            <a:ln w="9525" cap="flat" cmpd="sng">
              <a:solidFill>
                <a:schemeClr val="bg2"/>
              </a:solidFill>
              <a:prstDash val="solid"/>
              <a:headEnd type="none" w="med" len="med"/>
              <a:tailEnd type="none" w="med" len="med"/>
            </a:ln>
          </p:spPr>
        </p:sp>
        <p:sp>
          <p:nvSpPr>
            <p:cNvPr id="79413" name="Rectangle 270"/>
            <p:cNvSpPr/>
            <p:nvPr/>
          </p:nvSpPr>
          <p:spPr>
            <a:xfrm>
              <a:off x="4713" y="3367"/>
              <a:ext cx="52" cy="102"/>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414" name="Rectangle 271"/>
            <p:cNvSpPr/>
            <p:nvPr/>
          </p:nvSpPr>
          <p:spPr>
            <a:xfrm>
              <a:off x="4720" y="3398"/>
              <a:ext cx="40" cy="36"/>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78895" name="Line 272"/>
          <p:cNvSpPr/>
          <p:nvPr/>
        </p:nvSpPr>
        <p:spPr>
          <a:xfrm rot="5400000" flipV="1">
            <a:off x="7697788" y="5370513"/>
            <a:ext cx="3175" cy="85725"/>
          </a:xfrm>
          <a:prstGeom prst="line">
            <a:avLst/>
          </a:prstGeom>
          <a:ln w="12700" cap="flat" cmpd="sng">
            <a:solidFill>
              <a:schemeClr val="bg2"/>
            </a:solidFill>
            <a:prstDash val="solid"/>
            <a:headEnd type="none" w="med" len="med"/>
            <a:tailEnd type="none" w="med" len="med"/>
          </a:ln>
        </p:spPr>
      </p:sp>
      <p:sp>
        <p:nvSpPr>
          <p:cNvPr id="78896" name="Line 273"/>
          <p:cNvSpPr/>
          <p:nvPr/>
        </p:nvSpPr>
        <p:spPr>
          <a:xfrm rot="-5400000">
            <a:off x="7883525" y="5046663"/>
            <a:ext cx="0" cy="114300"/>
          </a:xfrm>
          <a:prstGeom prst="line">
            <a:avLst/>
          </a:prstGeom>
          <a:ln w="12700" cap="flat" cmpd="sng">
            <a:solidFill>
              <a:schemeClr val="bg2"/>
            </a:solidFill>
            <a:prstDash val="solid"/>
            <a:headEnd type="none" w="med" len="med"/>
            <a:tailEnd type="none" w="med" len="med"/>
          </a:ln>
        </p:spPr>
      </p:sp>
      <p:sp>
        <p:nvSpPr>
          <p:cNvPr id="78897" name="Oval 275"/>
          <p:cNvSpPr/>
          <p:nvPr/>
        </p:nvSpPr>
        <p:spPr>
          <a:xfrm>
            <a:off x="7467600" y="4860925"/>
            <a:ext cx="496888" cy="130175"/>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898" name="Line 276"/>
          <p:cNvSpPr/>
          <p:nvPr/>
        </p:nvSpPr>
        <p:spPr>
          <a:xfrm>
            <a:off x="7467600" y="4849813"/>
            <a:ext cx="0" cy="80962"/>
          </a:xfrm>
          <a:prstGeom prst="line">
            <a:avLst/>
          </a:prstGeom>
          <a:ln w="19050" cap="flat" cmpd="sng">
            <a:solidFill>
              <a:srgbClr val="FF3300"/>
            </a:solidFill>
            <a:prstDash val="solid"/>
            <a:headEnd type="none" w="med" len="med"/>
            <a:tailEnd type="none" w="med" len="med"/>
          </a:ln>
        </p:spPr>
      </p:sp>
      <p:sp>
        <p:nvSpPr>
          <p:cNvPr id="78899" name="Line 277"/>
          <p:cNvSpPr/>
          <p:nvPr/>
        </p:nvSpPr>
        <p:spPr>
          <a:xfrm>
            <a:off x="7964488" y="4849813"/>
            <a:ext cx="0" cy="80962"/>
          </a:xfrm>
          <a:prstGeom prst="line">
            <a:avLst/>
          </a:prstGeom>
          <a:ln w="19050" cap="flat" cmpd="sng">
            <a:solidFill>
              <a:srgbClr val="FF3300"/>
            </a:solidFill>
            <a:prstDash val="solid"/>
            <a:headEnd type="none" w="med" len="med"/>
            <a:tailEnd type="none" w="med" len="med"/>
          </a:ln>
        </p:spPr>
      </p:sp>
      <p:sp>
        <p:nvSpPr>
          <p:cNvPr id="78900" name="Rectangle 278"/>
          <p:cNvSpPr/>
          <p:nvPr/>
        </p:nvSpPr>
        <p:spPr>
          <a:xfrm>
            <a:off x="7467600" y="4849813"/>
            <a:ext cx="492125" cy="79375"/>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01" name="Oval 279"/>
          <p:cNvSpPr/>
          <p:nvPr/>
        </p:nvSpPr>
        <p:spPr>
          <a:xfrm>
            <a:off x="7462838" y="4756150"/>
            <a:ext cx="496887" cy="152400"/>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902" name="Group 280"/>
          <p:cNvGrpSpPr/>
          <p:nvPr/>
        </p:nvGrpSpPr>
        <p:grpSpPr>
          <a:xfrm>
            <a:off x="7581900" y="4789488"/>
            <a:ext cx="247650" cy="88900"/>
            <a:chOff x="2848" y="848"/>
            <a:chExt cx="140" cy="98"/>
          </a:xfrm>
        </p:grpSpPr>
        <p:sp>
          <p:nvSpPr>
            <p:cNvPr id="79404" name="Line 281"/>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405" name="Line 282"/>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406" name="Line 283"/>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903" name="Group 284"/>
          <p:cNvGrpSpPr/>
          <p:nvPr/>
        </p:nvGrpSpPr>
        <p:grpSpPr>
          <a:xfrm flipV="1">
            <a:off x="7581900" y="4787900"/>
            <a:ext cx="247650" cy="88900"/>
            <a:chOff x="2848" y="848"/>
            <a:chExt cx="140" cy="98"/>
          </a:xfrm>
        </p:grpSpPr>
        <p:sp>
          <p:nvSpPr>
            <p:cNvPr id="79401" name="Line 285"/>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402" name="Line 286"/>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403" name="Line 287"/>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904" name="Oval 289"/>
          <p:cNvSpPr/>
          <p:nvPr/>
        </p:nvSpPr>
        <p:spPr>
          <a:xfrm>
            <a:off x="6657975" y="4584700"/>
            <a:ext cx="490538" cy="130175"/>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05" name="Line 291"/>
          <p:cNvSpPr/>
          <p:nvPr/>
        </p:nvSpPr>
        <p:spPr>
          <a:xfrm>
            <a:off x="7148513" y="4573588"/>
            <a:ext cx="0" cy="80962"/>
          </a:xfrm>
          <a:prstGeom prst="line">
            <a:avLst/>
          </a:prstGeom>
          <a:ln w="19050" cap="flat" cmpd="sng">
            <a:solidFill>
              <a:srgbClr val="FF3300"/>
            </a:solidFill>
            <a:prstDash val="solid"/>
            <a:headEnd type="none" w="med" len="med"/>
            <a:tailEnd type="none" w="med" len="med"/>
          </a:ln>
        </p:spPr>
      </p:sp>
      <p:sp>
        <p:nvSpPr>
          <p:cNvPr id="78906" name="Rectangle 292"/>
          <p:cNvSpPr/>
          <p:nvPr/>
        </p:nvSpPr>
        <p:spPr>
          <a:xfrm>
            <a:off x="6651625" y="4573588"/>
            <a:ext cx="492125" cy="79375"/>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07" name="Oval 293"/>
          <p:cNvSpPr/>
          <p:nvPr/>
        </p:nvSpPr>
        <p:spPr>
          <a:xfrm>
            <a:off x="6646863" y="4479925"/>
            <a:ext cx="496887" cy="152400"/>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908" name="Group 294"/>
          <p:cNvGrpSpPr/>
          <p:nvPr/>
        </p:nvGrpSpPr>
        <p:grpSpPr>
          <a:xfrm>
            <a:off x="6765925" y="4513263"/>
            <a:ext cx="247650" cy="88900"/>
            <a:chOff x="2848" y="848"/>
            <a:chExt cx="140" cy="98"/>
          </a:xfrm>
        </p:grpSpPr>
        <p:sp>
          <p:nvSpPr>
            <p:cNvPr id="79398" name="Line 295"/>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99" name="Line 296"/>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400" name="Line 297"/>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909" name="Group 298"/>
          <p:cNvGrpSpPr/>
          <p:nvPr/>
        </p:nvGrpSpPr>
        <p:grpSpPr>
          <a:xfrm flipV="1">
            <a:off x="6765925" y="4511675"/>
            <a:ext cx="247650" cy="88900"/>
            <a:chOff x="2848" y="848"/>
            <a:chExt cx="140" cy="98"/>
          </a:xfrm>
        </p:grpSpPr>
        <p:sp>
          <p:nvSpPr>
            <p:cNvPr id="79395" name="Line 299"/>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96" name="Line 300"/>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97" name="Line 301"/>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910" name="Oval 303"/>
          <p:cNvSpPr/>
          <p:nvPr/>
        </p:nvSpPr>
        <p:spPr>
          <a:xfrm>
            <a:off x="5986463" y="4889500"/>
            <a:ext cx="496887" cy="130175"/>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11" name="Line 304"/>
          <p:cNvSpPr/>
          <p:nvPr/>
        </p:nvSpPr>
        <p:spPr>
          <a:xfrm>
            <a:off x="5986463" y="4878388"/>
            <a:ext cx="0" cy="80962"/>
          </a:xfrm>
          <a:prstGeom prst="line">
            <a:avLst/>
          </a:prstGeom>
          <a:ln w="19050" cap="flat" cmpd="sng">
            <a:solidFill>
              <a:srgbClr val="FF3300"/>
            </a:solidFill>
            <a:prstDash val="solid"/>
            <a:headEnd type="none" w="med" len="med"/>
            <a:tailEnd type="none" w="med" len="med"/>
          </a:ln>
        </p:spPr>
      </p:sp>
      <p:sp>
        <p:nvSpPr>
          <p:cNvPr id="78912" name="Line 305"/>
          <p:cNvSpPr/>
          <p:nvPr/>
        </p:nvSpPr>
        <p:spPr>
          <a:xfrm>
            <a:off x="6483350" y="4878388"/>
            <a:ext cx="0" cy="80962"/>
          </a:xfrm>
          <a:prstGeom prst="line">
            <a:avLst/>
          </a:prstGeom>
          <a:ln w="12700" cap="flat" cmpd="sng">
            <a:solidFill>
              <a:srgbClr val="FF3300"/>
            </a:solidFill>
            <a:prstDash val="solid"/>
            <a:headEnd type="none" w="med" len="med"/>
            <a:tailEnd type="none" w="med" len="med"/>
          </a:ln>
        </p:spPr>
      </p:sp>
      <p:sp>
        <p:nvSpPr>
          <p:cNvPr id="78913" name="Rectangle 306"/>
          <p:cNvSpPr/>
          <p:nvPr/>
        </p:nvSpPr>
        <p:spPr>
          <a:xfrm>
            <a:off x="5986463" y="4878388"/>
            <a:ext cx="492125" cy="79375"/>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14" name="Oval 307"/>
          <p:cNvSpPr/>
          <p:nvPr/>
        </p:nvSpPr>
        <p:spPr>
          <a:xfrm>
            <a:off x="5981700" y="4784725"/>
            <a:ext cx="496888" cy="152400"/>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915" name="Group 308"/>
          <p:cNvGrpSpPr/>
          <p:nvPr/>
        </p:nvGrpSpPr>
        <p:grpSpPr>
          <a:xfrm>
            <a:off x="6100763" y="4818063"/>
            <a:ext cx="247650" cy="88900"/>
            <a:chOff x="2848" y="848"/>
            <a:chExt cx="140" cy="98"/>
          </a:xfrm>
        </p:grpSpPr>
        <p:sp>
          <p:nvSpPr>
            <p:cNvPr id="79392" name="Line 309"/>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93" name="Line 310"/>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94" name="Line 311"/>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916" name="Group 312"/>
          <p:cNvGrpSpPr/>
          <p:nvPr/>
        </p:nvGrpSpPr>
        <p:grpSpPr>
          <a:xfrm flipV="1">
            <a:off x="6100763" y="4816475"/>
            <a:ext cx="247650" cy="88900"/>
            <a:chOff x="2848" y="848"/>
            <a:chExt cx="140" cy="98"/>
          </a:xfrm>
        </p:grpSpPr>
        <p:sp>
          <p:nvSpPr>
            <p:cNvPr id="79389" name="Line 313"/>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90" name="Line 314"/>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91" name="Line 315"/>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917" name="Line 316"/>
          <p:cNvSpPr/>
          <p:nvPr/>
        </p:nvSpPr>
        <p:spPr>
          <a:xfrm>
            <a:off x="7096125" y="4691063"/>
            <a:ext cx="376238" cy="120650"/>
          </a:xfrm>
          <a:prstGeom prst="line">
            <a:avLst/>
          </a:prstGeom>
          <a:ln w="38100" cap="flat" cmpd="sng">
            <a:solidFill>
              <a:srgbClr val="FF3300"/>
            </a:solidFill>
            <a:prstDash val="solid"/>
            <a:headEnd type="none" w="med" len="med"/>
            <a:tailEnd type="none" w="med" len="med"/>
          </a:ln>
        </p:spPr>
      </p:sp>
      <p:sp>
        <p:nvSpPr>
          <p:cNvPr id="78918" name="Line 317"/>
          <p:cNvSpPr/>
          <p:nvPr/>
        </p:nvSpPr>
        <p:spPr>
          <a:xfrm flipV="1">
            <a:off x="6443663" y="4703763"/>
            <a:ext cx="277812" cy="109537"/>
          </a:xfrm>
          <a:prstGeom prst="line">
            <a:avLst/>
          </a:prstGeom>
          <a:ln w="38100" cap="flat" cmpd="sng">
            <a:solidFill>
              <a:srgbClr val="FF3300"/>
            </a:solidFill>
            <a:prstDash val="solid"/>
            <a:headEnd type="none" w="med" len="med"/>
            <a:tailEnd type="none" w="med" len="med"/>
          </a:ln>
        </p:spPr>
      </p:sp>
      <p:sp>
        <p:nvSpPr>
          <p:cNvPr id="78919" name="Line 318"/>
          <p:cNvSpPr/>
          <p:nvPr/>
        </p:nvSpPr>
        <p:spPr>
          <a:xfrm flipV="1">
            <a:off x="6486525" y="4906963"/>
            <a:ext cx="971550" cy="0"/>
          </a:xfrm>
          <a:prstGeom prst="line">
            <a:avLst/>
          </a:prstGeom>
          <a:ln w="38100" cap="flat" cmpd="sng">
            <a:solidFill>
              <a:srgbClr val="FF3300"/>
            </a:solidFill>
            <a:prstDash val="solid"/>
            <a:headEnd type="none" w="med" len="med"/>
            <a:tailEnd type="none" w="med" len="med"/>
          </a:ln>
        </p:spPr>
      </p:sp>
      <p:sp>
        <p:nvSpPr>
          <p:cNvPr id="78920" name="Line 319"/>
          <p:cNvSpPr/>
          <p:nvPr/>
        </p:nvSpPr>
        <p:spPr>
          <a:xfrm flipH="1">
            <a:off x="5781675" y="4652963"/>
            <a:ext cx="254000" cy="469900"/>
          </a:xfrm>
          <a:prstGeom prst="line">
            <a:avLst/>
          </a:prstGeom>
          <a:ln w="9525" cap="flat" cmpd="sng">
            <a:solidFill>
              <a:schemeClr val="bg2"/>
            </a:solidFill>
            <a:prstDash val="solid"/>
            <a:headEnd type="none" w="med" len="med"/>
            <a:tailEnd type="none" w="med" len="med"/>
          </a:ln>
        </p:spPr>
      </p:sp>
      <p:sp>
        <p:nvSpPr>
          <p:cNvPr id="78921" name="Line 320"/>
          <p:cNvSpPr/>
          <p:nvPr/>
        </p:nvSpPr>
        <p:spPr>
          <a:xfrm>
            <a:off x="5807075" y="4703763"/>
            <a:ext cx="196850" cy="0"/>
          </a:xfrm>
          <a:prstGeom prst="line">
            <a:avLst/>
          </a:prstGeom>
          <a:ln w="9525" cap="flat" cmpd="sng">
            <a:solidFill>
              <a:schemeClr val="bg2"/>
            </a:solidFill>
            <a:prstDash val="solid"/>
            <a:headEnd type="none" w="med" len="med"/>
            <a:tailEnd type="none" w="med" len="med"/>
          </a:ln>
        </p:spPr>
      </p:sp>
      <p:sp>
        <p:nvSpPr>
          <p:cNvPr id="78922" name="Line 321"/>
          <p:cNvSpPr/>
          <p:nvPr/>
        </p:nvSpPr>
        <p:spPr>
          <a:xfrm>
            <a:off x="5667375" y="5040313"/>
            <a:ext cx="153988" cy="0"/>
          </a:xfrm>
          <a:prstGeom prst="line">
            <a:avLst/>
          </a:prstGeom>
          <a:ln w="9525" cap="flat" cmpd="sng">
            <a:solidFill>
              <a:schemeClr val="bg2"/>
            </a:solidFill>
            <a:prstDash val="solid"/>
            <a:headEnd type="none" w="med" len="med"/>
            <a:tailEnd type="none" w="med" len="med"/>
          </a:ln>
        </p:spPr>
      </p:sp>
      <p:sp>
        <p:nvSpPr>
          <p:cNvPr id="78923" name="Line 322"/>
          <p:cNvSpPr/>
          <p:nvPr/>
        </p:nvSpPr>
        <p:spPr>
          <a:xfrm>
            <a:off x="5919788" y="5119688"/>
            <a:ext cx="490537" cy="0"/>
          </a:xfrm>
          <a:prstGeom prst="line">
            <a:avLst/>
          </a:prstGeom>
          <a:ln w="9525" cap="flat" cmpd="sng">
            <a:solidFill>
              <a:schemeClr val="bg2"/>
            </a:solidFill>
            <a:prstDash val="solid"/>
            <a:headEnd type="none" w="med" len="med"/>
            <a:tailEnd type="none" w="med" len="med"/>
          </a:ln>
        </p:spPr>
      </p:sp>
      <p:sp>
        <p:nvSpPr>
          <p:cNvPr id="78924" name="Line 323"/>
          <p:cNvSpPr/>
          <p:nvPr/>
        </p:nvSpPr>
        <p:spPr>
          <a:xfrm flipH="1">
            <a:off x="6159500" y="5027613"/>
            <a:ext cx="53975" cy="85725"/>
          </a:xfrm>
          <a:prstGeom prst="line">
            <a:avLst/>
          </a:prstGeom>
          <a:ln w="9525" cap="flat" cmpd="sng">
            <a:solidFill>
              <a:schemeClr val="bg2"/>
            </a:solidFill>
            <a:prstDash val="solid"/>
            <a:headEnd type="none" w="med" len="med"/>
            <a:tailEnd type="none" w="med" len="med"/>
          </a:ln>
        </p:spPr>
      </p:sp>
      <p:sp>
        <p:nvSpPr>
          <p:cNvPr id="78925" name="Line 324"/>
          <p:cNvSpPr/>
          <p:nvPr/>
        </p:nvSpPr>
        <p:spPr>
          <a:xfrm>
            <a:off x="5972175" y="5116513"/>
            <a:ext cx="1588" cy="82550"/>
          </a:xfrm>
          <a:prstGeom prst="line">
            <a:avLst/>
          </a:prstGeom>
          <a:ln w="9525" cap="flat" cmpd="sng">
            <a:solidFill>
              <a:schemeClr val="bg2"/>
            </a:solidFill>
            <a:prstDash val="solid"/>
            <a:headEnd type="none" w="med" len="med"/>
            <a:tailEnd type="none" w="med" len="med"/>
          </a:ln>
        </p:spPr>
      </p:sp>
      <p:sp>
        <p:nvSpPr>
          <p:cNvPr id="78926" name="Line 325"/>
          <p:cNvSpPr/>
          <p:nvPr/>
        </p:nvSpPr>
        <p:spPr>
          <a:xfrm flipH="1" flipV="1">
            <a:off x="6369050" y="5124450"/>
            <a:ext cx="0" cy="76200"/>
          </a:xfrm>
          <a:prstGeom prst="line">
            <a:avLst/>
          </a:prstGeom>
          <a:ln w="9525" cap="flat" cmpd="sng">
            <a:solidFill>
              <a:schemeClr val="bg2"/>
            </a:solidFill>
            <a:prstDash val="solid"/>
            <a:headEnd type="none" w="med" len="med"/>
            <a:tailEnd type="none" w="med" len="med"/>
          </a:ln>
        </p:spPr>
      </p:sp>
      <p:sp>
        <p:nvSpPr>
          <p:cNvPr id="78927" name="Line 354"/>
          <p:cNvSpPr/>
          <p:nvPr/>
        </p:nvSpPr>
        <p:spPr>
          <a:xfrm>
            <a:off x="6450013" y="4983163"/>
            <a:ext cx="503237" cy="269875"/>
          </a:xfrm>
          <a:prstGeom prst="line">
            <a:avLst/>
          </a:prstGeom>
          <a:ln w="9525" cap="flat" cmpd="sng">
            <a:solidFill>
              <a:schemeClr val="bg2"/>
            </a:solidFill>
            <a:prstDash val="solid"/>
            <a:headEnd type="none" w="med" len="med"/>
            <a:tailEnd type="none" w="med" len="med"/>
          </a:ln>
        </p:spPr>
      </p:sp>
      <p:sp>
        <p:nvSpPr>
          <p:cNvPr id="78928" name="Line 355"/>
          <p:cNvSpPr/>
          <p:nvPr/>
        </p:nvSpPr>
        <p:spPr>
          <a:xfrm>
            <a:off x="5899150" y="4918075"/>
            <a:ext cx="79375" cy="0"/>
          </a:xfrm>
          <a:prstGeom prst="line">
            <a:avLst/>
          </a:prstGeom>
          <a:ln w="9525" cap="flat" cmpd="sng">
            <a:solidFill>
              <a:schemeClr val="bg2"/>
            </a:solidFill>
            <a:prstDash val="solid"/>
            <a:headEnd type="none" w="med" len="med"/>
            <a:tailEnd type="none" w="med" len="med"/>
          </a:ln>
        </p:spPr>
      </p:sp>
      <p:sp>
        <p:nvSpPr>
          <p:cNvPr id="78929" name="Line 365"/>
          <p:cNvSpPr/>
          <p:nvPr/>
        </p:nvSpPr>
        <p:spPr>
          <a:xfrm flipH="1">
            <a:off x="5988050" y="3440113"/>
            <a:ext cx="3175" cy="134937"/>
          </a:xfrm>
          <a:prstGeom prst="line">
            <a:avLst/>
          </a:prstGeom>
          <a:ln w="9525" cap="flat" cmpd="sng">
            <a:solidFill>
              <a:schemeClr val="bg2"/>
            </a:solidFill>
            <a:prstDash val="solid"/>
            <a:headEnd type="none" w="med" len="med"/>
            <a:tailEnd type="none" w="med" len="med"/>
          </a:ln>
        </p:spPr>
      </p:sp>
      <p:sp>
        <p:nvSpPr>
          <p:cNvPr id="78930" name="Line 366"/>
          <p:cNvSpPr/>
          <p:nvPr/>
        </p:nvSpPr>
        <p:spPr>
          <a:xfrm flipV="1">
            <a:off x="7285038" y="2422525"/>
            <a:ext cx="123825" cy="87313"/>
          </a:xfrm>
          <a:prstGeom prst="line">
            <a:avLst/>
          </a:prstGeom>
          <a:ln w="38100" cap="flat" cmpd="sng">
            <a:solidFill>
              <a:srgbClr val="FF3300"/>
            </a:solidFill>
            <a:prstDash val="solid"/>
            <a:headEnd type="none" w="med" len="med"/>
            <a:tailEnd type="none" w="med" len="med"/>
          </a:ln>
        </p:spPr>
      </p:sp>
      <p:sp>
        <p:nvSpPr>
          <p:cNvPr id="78931" name="Line 367"/>
          <p:cNvSpPr/>
          <p:nvPr/>
        </p:nvSpPr>
        <p:spPr>
          <a:xfrm>
            <a:off x="7112000" y="2595563"/>
            <a:ext cx="0" cy="98425"/>
          </a:xfrm>
          <a:prstGeom prst="line">
            <a:avLst/>
          </a:prstGeom>
          <a:ln w="19050" cap="flat" cmpd="sng">
            <a:solidFill>
              <a:srgbClr val="FF3300"/>
            </a:solidFill>
            <a:prstDash val="solid"/>
            <a:headEnd type="none" w="med" len="med"/>
            <a:tailEnd type="none" w="med" len="med"/>
          </a:ln>
        </p:spPr>
      </p:sp>
      <p:sp>
        <p:nvSpPr>
          <p:cNvPr id="78932" name="Line 368"/>
          <p:cNvSpPr/>
          <p:nvPr/>
        </p:nvSpPr>
        <p:spPr>
          <a:xfrm flipV="1">
            <a:off x="7296150" y="2492375"/>
            <a:ext cx="263525" cy="288925"/>
          </a:xfrm>
          <a:prstGeom prst="line">
            <a:avLst/>
          </a:prstGeom>
          <a:ln w="38100" cap="flat" cmpd="sng">
            <a:solidFill>
              <a:srgbClr val="FF3300"/>
            </a:solidFill>
            <a:prstDash val="solid"/>
            <a:headEnd type="none" w="med" len="med"/>
            <a:tailEnd type="none" w="med" len="med"/>
          </a:ln>
        </p:spPr>
      </p:sp>
      <p:sp>
        <p:nvSpPr>
          <p:cNvPr id="78933" name="Line 369"/>
          <p:cNvSpPr/>
          <p:nvPr/>
        </p:nvSpPr>
        <p:spPr>
          <a:xfrm>
            <a:off x="7648575" y="2490788"/>
            <a:ext cx="0" cy="196850"/>
          </a:xfrm>
          <a:prstGeom prst="line">
            <a:avLst/>
          </a:prstGeom>
          <a:ln w="38100" cap="flat" cmpd="sng">
            <a:solidFill>
              <a:srgbClr val="FF3300"/>
            </a:solidFill>
            <a:prstDash val="solid"/>
            <a:headEnd type="none" w="med" len="med"/>
            <a:tailEnd type="none" w="med" len="med"/>
          </a:ln>
        </p:spPr>
      </p:sp>
      <p:sp>
        <p:nvSpPr>
          <p:cNvPr id="78934" name="Line 370"/>
          <p:cNvSpPr/>
          <p:nvPr/>
        </p:nvSpPr>
        <p:spPr>
          <a:xfrm>
            <a:off x="7302500" y="2797175"/>
            <a:ext cx="188913" cy="0"/>
          </a:xfrm>
          <a:prstGeom prst="line">
            <a:avLst/>
          </a:prstGeom>
          <a:ln w="38100" cap="flat" cmpd="sng">
            <a:solidFill>
              <a:srgbClr val="FF3300"/>
            </a:solidFill>
            <a:prstDash val="solid"/>
            <a:headEnd type="none" w="med" len="med"/>
            <a:tailEnd type="none" w="med" len="med"/>
          </a:ln>
        </p:spPr>
      </p:sp>
      <p:sp>
        <p:nvSpPr>
          <p:cNvPr id="78935" name="Line 371"/>
          <p:cNvSpPr/>
          <p:nvPr/>
        </p:nvSpPr>
        <p:spPr>
          <a:xfrm flipV="1">
            <a:off x="5597525" y="3663950"/>
            <a:ext cx="168275" cy="3175"/>
          </a:xfrm>
          <a:prstGeom prst="line">
            <a:avLst/>
          </a:prstGeom>
          <a:ln w="9525" cap="flat" cmpd="sng">
            <a:solidFill>
              <a:schemeClr val="bg2"/>
            </a:solidFill>
            <a:prstDash val="solid"/>
            <a:headEnd type="none" w="med" len="med"/>
            <a:tailEnd type="none" w="med" len="med"/>
          </a:ln>
        </p:spPr>
      </p:sp>
      <p:sp>
        <p:nvSpPr>
          <p:cNvPr id="78936" name="Line 372"/>
          <p:cNvSpPr/>
          <p:nvPr/>
        </p:nvSpPr>
        <p:spPr>
          <a:xfrm flipV="1">
            <a:off x="7716838" y="2190750"/>
            <a:ext cx="238125" cy="168275"/>
          </a:xfrm>
          <a:prstGeom prst="line">
            <a:avLst/>
          </a:prstGeom>
          <a:ln w="38100" cap="flat" cmpd="sng">
            <a:solidFill>
              <a:srgbClr val="FF3300"/>
            </a:solidFill>
            <a:prstDash val="solid"/>
            <a:headEnd type="none" w="med" len="med"/>
            <a:tailEnd type="none" w="med" len="med"/>
          </a:ln>
        </p:spPr>
      </p:sp>
      <p:sp>
        <p:nvSpPr>
          <p:cNvPr id="78937" name="Line 373"/>
          <p:cNvSpPr/>
          <p:nvPr/>
        </p:nvSpPr>
        <p:spPr>
          <a:xfrm>
            <a:off x="7848600" y="2787650"/>
            <a:ext cx="185738" cy="0"/>
          </a:xfrm>
          <a:prstGeom prst="line">
            <a:avLst/>
          </a:prstGeom>
          <a:ln w="38100" cap="flat" cmpd="sng">
            <a:solidFill>
              <a:srgbClr val="FF3300"/>
            </a:solidFill>
            <a:prstDash val="solid"/>
            <a:headEnd type="none" w="med" len="med"/>
            <a:tailEnd type="none" w="med" len="med"/>
          </a:ln>
        </p:spPr>
      </p:sp>
      <p:sp>
        <p:nvSpPr>
          <p:cNvPr id="78938" name="Line 374"/>
          <p:cNvSpPr/>
          <p:nvPr/>
        </p:nvSpPr>
        <p:spPr>
          <a:xfrm flipH="1">
            <a:off x="7002463" y="2863850"/>
            <a:ext cx="98425" cy="704850"/>
          </a:xfrm>
          <a:prstGeom prst="line">
            <a:avLst/>
          </a:prstGeom>
          <a:ln w="38100" cap="flat" cmpd="sng">
            <a:solidFill>
              <a:srgbClr val="FF3300"/>
            </a:solidFill>
            <a:prstDash val="solid"/>
            <a:headEnd type="none" w="med" len="med"/>
            <a:tailEnd type="none" w="med" len="med"/>
          </a:ln>
        </p:spPr>
      </p:sp>
      <p:sp>
        <p:nvSpPr>
          <p:cNvPr id="78939" name="Line 375"/>
          <p:cNvSpPr/>
          <p:nvPr/>
        </p:nvSpPr>
        <p:spPr>
          <a:xfrm flipH="1">
            <a:off x="7593013" y="2863850"/>
            <a:ext cx="111125" cy="727075"/>
          </a:xfrm>
          <a:prstGeom prst="line">
            <a:avLst/>
          </a:prstGeom>
          <a:ln w="38100" cap="flat" cmpd="sng">
            <a:solidFill>
              <a:srgbClr val="FF3300"/>
            </a:solidFill>
            <a:prstDash val="solid"/>
            <a:headEnd type="none" w="med" len="med"/>
            <a:tailEnd type="none" w="med" len="med"/>
          </a:ln>
        </p:spPr>
      </p:sp>
      <p:sp>
        <p:nvSpPr>
          <p:cNvPr id="78940" name="Oval 378"/>
          <p:cNvSpPr/>
          <p:nvPr/>
        </p:nvSpPr>
        <p:spPr>
          <a:xfrm>
            <a:off x="6937375" y="2498725"/>
            <a:ext cx="346075" cy="87313"/>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41" name="Line 379"/>
          <p:cNvSpPr/>
          <p:nvPr/>
        </p:nvSpPr>
        <p:spPr>
          <a:xfrm>
            <a:off x="6937375" y="2490788"/>
            <a:ext cx="0" cy="53975"/>
          </a:xfrm>
          <a:prstGeom prst="line">
            <a:avLst/>
          </a:prstGeom>
          <a:ln w="19050" cap="flat" cmpd="sng">
            <a:solidFill>
              <a:srgbClr val="FF3300"/>
            </a:solidFill>
            <a:prstDash val="solid"/>
            <a:headEnd type="none" w="med" len="med"/>
            <a:tailEnd type="none" w="med" len="med"/>
          </a:ln>
        </p:spPr>
      </p:sp>
      <p:sp>
        <p:nvSpPr>
          <p:cNvPr id="78942" name="Line 380"/>
          <p:cNvSpPr/>
          <p:nvPr/>
        </p:nvSpPr>
        <p:spPr>
          <a:xfrm>
            <a:off x="7283450" y="2490788"/>
            <a:ext cx="0" cy="53975"/>
          </a:xfrm>
          <a:prstGeom prst="line">
            <a:avLst/>
          </a:prstGeom>
          <a:ln w="19050" cap="flat" cmpd="sng">
            <a:solidFill>
              <a:srgbClr val="FF3300"/>
            </a:solidFill>
            <a:prstDash val="solid"/>
            <a:headEnd type="none" w="med" len="med"/>
            <a:tailEnd type="none" w="med" len="med"/>
          </a:ln>
        </p:spPr>
      </p:sp>
      <p:sp>
        <p:nvSpPr>
          <p:cNvPr id="78943" name="Rectangle 381"/>
          <p:cNvSpPr/>
          <p:nvPr/>
        </p:nvSpPr>
        <p:spPr>
          <a:xfrm>
            <a:off x="6937375" y="2490788"/>
            <a:ext cx="342900" cy="53975"/>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44" name="Oval 382"/>
          <p:cNvSpPr/>
          <p:nvPr/>
        </p:nvSpPr>
        <p:spPr>
          <a:xfrm>
            <a:off x="6934200" y="2427288"/>
            <a:ext cx="346075" cy="103187"/>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945" name="Group 383"/>
          <p:cNvGrpSpPr/>
          <p:nvPr/>
        </p:nvGrpSpPr>
        <p:grpSpPr>
          <a:xfrm>
            <a:off x="7018338" y="2449513"/>
            <a:ext cx="171450" cy="60325"/>
            <a:chOff x="2848" y="848"/>
            <a:chExt cx="140" cy="98"/>
          </a:xfrm>
        </p:grpSpPr>
        <p:sp>
          <p:nvSpPr>
            <p:cNvPr id="79386" name="Line 384"/>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87" name="Line 385"/>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88" name="Line 386"/>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946" name="Group 387"/>
          <p:cNvGrpSpPr/>
          <p:nvPr/>
        </p:nvGrpSpPr>
        <p:grpSpPr>
          <a:xfrm flipV="1">
            <a:off x="7018338" y="2449513"/>
            <a:ext cx="171450" cy="58737"/>
            <a:chOff x="2848" y="848"/>
            <a:chExt cx="140" cy="98"/>
          </a:xfrm>
        </p:grpSpPr>
        <p:sp>
          <p:nvSpPr>
            <p:cNvPr id="79383" name="Line 388"/>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84" name="Line 389"/>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85" name="Line 390"/>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947" name="Oval 392"/>
          <p:cNvSpPr/>
          <p:nvPr/>
        </p:nvSpPr>
        <p:spPr>
          <a:xfrm>
            <a:off x="7410450" y="2400300"/>
            <a:ext cx="346075" cy="87313"/>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48" name="Line 393"/>
          <p:cNvSpPr/>
          <p:nvPr/>
        </p:nvSpPr>
        <p:spPr>
          <a:xfrm>
            <a:off x="7410450" y="2392363"/>
            <a:ext cx="0" cy="53975"/>
          </a:xfrm>
          <a:prstGeom prst="line">
            <a:avLst/>
          </a:prstGeom>
          <a:ln w="19050" cap="flat" cmpd="sng">
            <a:solidFill>
              <a:srgbClr val="FF3300"/>
            </a:solidFill>
            <a:prstDash val="solid"/>
            <a:headEnd type="none" w="med" len="med"/>
            <a:tailEnd type="none" w="med" len="med"/>
          </a:ln>
        </p:spPr>
      </p:sp>
      <p:sp>
        <p:nvSpPr>
          <p:cNvPr id="78949" name="Line 394"/>
          <p:cNvSpPr/>
          <p:nvPr/>
        </p:nvSpPr>
        <p:spPr>
          <a:xfrm>
            <a:off x="7756525" y="2392363"/>
            <a:ext cx="0" cy="53975"/>
          </a:xfrm>
          <a:prstGeom prst="line">
            <a:avLst/>
          </a:prstGeom>
          <a:ln w="19050" cap="flat" cmpd="sng">
            <a:solidFill>
              <a:srgbClr val="FF3300"/>
            </a:solidFill>
            <a:prstDash val="solid"/>
            <a:headEnd type="none" w="med" len="med"/>
            <a:tailEnd type="none" w="med" len="med"/>
          </a:ln>
        </p:spPr>
      </p:sp>
      <p:sp>
        <p:nvSpPr>
          <p:cNvPr id="78950" name="Rectangle 395"/>
          <p:cNvSpPr/>
          <p:nvPr/>
        </p:nvSpPr>
        <p:spPr>
          <a:xfrm>
            <a:off x="7410450" y="2392363"/>
            <a:ext cx="342900" cy="53975"/>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51" name="Oval 396"/>
          <p:cNvSpPr/>
          <p:nvPr/>
        </p:nvSpPr>
        <p:spPr>
          <a:xfrm>
            <a:off x="7407275" y="2328863"/>
            <a:ext cx="346075" cy="103187"/>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952" name="Group 397"/>
          <p:cNvGrpSpPr/>
          <p:nvPr/>
        </p:nvGrpSpPr>
        <p:grpSpPr>
          <a:xfrm>
            <a:off x="7491413" y="2351088"/>
            <a:ext cx="171450" cy="60325"/>
            <a:chOff x="2848" y="848"/>
            <a:chExt cx="140" cy="98"/>
          </a:xfrm>
        </p:grpSpPr>
        <p:sp>
          <p:nvSpPr>
            <p:cNvPr id="79380" name="Line 398"/>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81" name="Line 399"/>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82" name="Line 400"/>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953" name="Group 401"/>
          <p:cNvGrpSpPr/>
          <p:nvPr/>
        </p:nvGrpSpPr>
        <p:grpSpPr>
          <a:xfrm flipV="1">
            <a:off x="7491413" y="2351088"/>
            <a:ext cx="171450" cy="58737"/>
            <a:chOff x="2848" y="848"/>
            <a:chExt cx="140" cy="98"/>
          </a:xfrm>
        </p:grpSpPr>
        <p:sp>
          <p:nvSpPr>
            <p:cNvPr id="79377" name="Line 402"/>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78" name="Line 403"/>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79" name="Line 404"/>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954" name="Oval 406"/>
          <p:cNvSpPr/>
          <p:nvPr/>
        </p:nvSpPr>
        <p:spPr>
          <a:xfrm>
            <a:off x="7497763" y="2778125"/>
            <a:ext cx="346075" cy="87313"/>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55" name="Line 407"/>
          <p:cNvSpPr/>
          <p:nvPr/>
        </p:nvSpPr>
        <p:spPr>
          <a:xfrm>
            <a:off x="7497763" y="2770188"/>
            <a:ext cx="0" cy="53975"/>
          </a:xfrm>
          <a:prstGeom prst="line">
            <a:avLst/>
          </a:prstGeom>
          <a:ln w="19050" cap="flat" cmpd="sng">
            <a:solidFill>
              <a:srgbClr val="FF3300"/>
            </a:solidFill>
            <a:prstDash val="solid"/>
            <a:headEnd type="none" w="med" len="med"/>
            <a:tailEnd type="none" w="med" len="med"/>
          </a:ln>
        </p:spPr>
      </p:sp>
      <p:sp>
        <p:nvSpPr>
          <p:cNvPr id="78956" name="Line 408"/>
          <p:cNvSpPr/>
          <p:nvPr/>
        </p:nvSpPr>
        <p:spPr>
          <a:xfrm>
            <a:off x="7843838" y="2770188"/>
            <a:ext cx="0" cy="53975"/>
          </a:xfrm>
          <a:prstGeom prst="line">
            <a:avLst/>
          </a:prstGeom>
          <a:ln w="19050" cap="flat" cmpd="sng">
            <a:solidFill>
              <a:srgbClr val="FF3300"/>
            </a:solidFill>
            <a:prstDash val="solid"/>
            <a:headEnd type="none" w="med" len="med"/>
            <a:tailEnd type="none" w="med" len="med"/>
          </a:ln>
        </p:spPr>
      </p:sp>
      <p:sp>
        <p:nvSpPr>
          <p:cNvPr id="78957" name="Rectangle 409"/>
          <p:cNvSpPr/>
          <p:nvPr/>
        </p:nvSpPr>
        <p:spPr>
          <a:xfrm>
            <a:off x="7497763" y="2770188"/>
            <a:ext cx="342900" cy="53975"/>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58" name="Oval 410"/>
          <p:cNvSpPr/>
          <p:nvPr/>
        </p:nvSpPr>
        <p:spPr>
          <a:xfrm>
            <a:off x="7494588" y="2706688"/>
            <a:ext cx="346075" cy="103187"/>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959" name="Group 411"/>
          <p:cNvGrpSpPr/>
          <p:nvPr/>
        </p:nvGrpSpPr>
        <p:grpSpPr>
          <a:xfrm>
            <a:off x="7578725" y="2728913"/>
            <a:ext cx="171450" cy="60325"/>
            <a:chOff x="2848" y="848"/>
            <a:chExt cx="140" cy="98"/>
          </a:xfrm>
        </p:grpSpPr>
        <p:sp>
          <p:nvSpPr>
            <p:cNvPr id="79374" name="Line 412"/>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75" name="Line 413"/>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76" name="Line 414"/>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960" name="Group 415"/>
          <p:cNvGrpSpPr/>
          <p:nvPr/>
        </p:nvGrpSpPr>
        <p:grpSpPr>
          <a:xfrm flipV="1">
            <a:off x="7578725" y="2728913"/>
            <a:ext cx="171450" cy="58737"/>
            <a:chOff x="2848" y="848"/>
            <a:chExt cx="140" cy="98"/>
          </a:xfrm>
        </p:grpSpPr>
        <p:sp>
          <p:nvSpPr>
            <p:cNvPr id="79371" name="Line 416"/>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72" name="Line 417"/>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73" name="Line 418"/>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961" name="Oval 434"/>
          <p:cNvSpPr/>
          <p:nvPr/>
        </p:nvSpPr>
        <p:spPr>
          <a:xfrm>
            <a:off x="6946900" y="2765425"/>
            <a:ext cx="346075" cy="87313"/>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62" name="Line 435"/>
          <p:cNvSpPr/>
          <p:nvPr/>
        </p:nvSpPr>
        <p:spPr>
          <a:xfrm>
            <a:off x="6946900" y="2757488"/>
            <a:ext cx="0" cy="53975"/>
          </a:xfrm>
          <a:prstGeom prst="line">
            <a:avLst/>
          </a:prstGeom>
          <a:ln w="19050" cap="flat" cmpd="sng">
            <a:solidFill>
              <a:srgbClr val="FF3300"/>
            </a:solidFill>
            <a:prstDash val="solid"/>
            <a:headEnd type="none" w="med" len="med"/>
            <a:tailEnd type="none" w="med" len="med"/>
          </a:ln>
        </p:spPr>
      </p:sp>
      <p:sp>
        <p:nvSpPr>
          <p:cNvPr id="78963" name="Line 436"/>
          <p:cNvSpPr/>
          <p:nvPr/>
        </p:nvSpPr>
        <p:spPr>
          <a:xfrm>
            <a:off x="7292975" y="2757488"/>
            <a:ext cx="0" cy="53975"/>
          </a:xfrm>
          <a:prstGeom prst="line">
            <a:avLst/>
          </a:prstGeom>
          <a:ln w="19050" cap="flat" cmpd="sng">
            <a:solidFill>
              <a:srgbClr val="FF3300"/>
            </a:solidFill>
            <a:prstDash val="solid"/>
            <a:headEnd type="none" w="med" len="med"/>
            <a:tailEnd type="none" w="med" len="med"/>
          </a:ln>
        </p:spPr>
      </p:sp>
      <p:sp>
        <p:nvSpPr>
          <p:cNvPr id="78964" name="Rectangle 437"/>
          <p:cNvSpPr/>
          <p:nvPr/>
        </p:nvSpPr>
        <p:spPr>
          <a:xfrm>
            <a:off x="6946900" y="2757488"/>
            <a:ext cx="342900" cy="53975"/>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65" name="Oval 438"/>
          <p:cNvSpPr/>
          <p:nvPr/>
        </p:nvSpPr>
        <p:spPr>
          <a:xfrm>
            <a:off x="6943725" y="2693988"/>
            <a:ext cx="346075" cy="103187"/>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966" name="Group 439"/>
          <p:cNvGrpSpPr/>
          <p:nvPr/>
        </p:nvGrpSpPr>
        <p:grpSpPr>
          <a:xfrm>
            <a:off x="7027863" y="2716213"/>
            <a:ext cx="171450" cy="60325"/>
            <a:chOff x="2848" y="848"/>
            <a:chExt cx="140" cy="98"/>
          </a:xfrm>
        </p:grpSpPr>
        <p:sp>
          <p:nvSpPr>
            <p:cNvPr id="79368" name="Line 440"/>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69" name="Line 441"/>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70" name="Line 442"/>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967" name="Group 443"/>
          <p:cNvGrpSpPr/>
          <p:nvPr/>
        </p:nvGrpSpPr>
        <p:grpSpPr>
          <a:xfrm flipV="1">
            <a:off x="7027863" y="2716213"/>
            <a:ext cx="171450" cy="58737"/>
            <a:chOff x="2848" y="848"/>
            <a:chExt cx="140" cy="98"/>
          </a:xfrm>
        </p:grpSpPr>
        <p:sp>
          <p:nvSpPr>
            <p:cNvPr id="79365" name="Line 444"/>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66" name="Line 445"/>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67" name="Line 446"/>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968" name="Oval 448"/>
          <p:cNvSpPr/>
          <p:nvPr/>
        </p:nvSpPr>
        <p:spPr>
          <a:xfrm>
            <a:off x="7469188" y="3654425"/>
            <a:ext cx="358775" cy="95250"/>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69" name="Line 449"/>
          <p:cNvSpPr/>
          <p:nvPr/>
        </p:nvSpPr>
        <p:spPr>
          <a:xfrm>
            <a:off x="7469188" y="3646488"/>
            <a:ext cx="0" cy="58737"/>
          </a:xfrm>
          <a:prstGeom prst="line">
            <a:avLst/>
          </a:prstGeom>
          <a:ln w="19050" cap="flat" cmpd="sng">
            <a:solidFill>
              <a:srgbClr val="FF3300"/>
            </a:solidFill>
            <a:prstDash val="solid"/>
            <a:headEnd type="none" w="med" len="med"/>
            <a:tailEnd type="none" w="med" len="med"/>
          </a:ln>
        </p:spPr>
      </p:sp>
      <p:sp>
        <p:nvSpPr>
          <p:cNvPr id="78970" name="Line 450"/>
          <p:cNvSpPr/>
          <p:nvPr/>
        </p:nvSpPr>
        <p:spPr>
          <a:xfrm>
            <a:off x="7827963" y="3646488"/>
            <a:ext cx="0" cy="58737"/>
          </a:xfrm>
          <a:prstGeom prst="line">
            <a:avLst/>
          </a:prstGeom>
          <a:ln w="19050" cap="flat" cmpd="sng">
            <a:solidFill>
              <a:srgbClr val="FF3300"/>
            </a:solidFill>
            <a:prstDash val="solid"/>
            <a:headEnd type="none" w="med" len="med"/>
            <a:tailEnd type="none" w="med" len="med"/>
          </a:ln>
        </p:spPr>
      </p:sp>
      <p:sp>
        <p:nvSpPr>
          <p:cNvPr id="78971" name="Rectangle 451"/>
          <p:cNvSpPr/>
          <p:nvPr/>
        </p:nvSpPr>
        <p:spPr>
          <a:xfrm>
            <a:off x="7469188" y="3646488"/>
            <a:ext cx="355600" cy="58737"/>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72" name="Oval 452"/>
          <p:cNvSpPr/>
          <p:nvPr/>
        </p:nvSpPr>
        <p:spPr>
          <a:xfrm>
            <a:off x="7466013" y="3578225"/>
            <a:ext cx="358775" cy="111125"/>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973" name="Group 453"/>
          <p:cNvGrpSpPr/>
          <p:nvPr/>
        </p:nvGrpSpPr>
        <p:grpSpPr>
          <a:xfrm>
            <a:off x="7551738" y="3602038"/>
            <a:ext cx="179387" cy="65087"/>
            <a:chOff x="2848" y="848"/>
            <a:chExt cx="140" cy="98"/>
          </a:xfrm>
        </p:grpSpPr>
        <p:sp>
          <p:nvSpPr>
            <p:cNvPr id="79362" name="Line 454"/>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63" name="Line 455"/>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64" name="Line 456"/>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974" name="Group 457"/>
          <p:cNvGrpSpPr/>
          <p:nvPr/>
        </p:nvGrpSpPr>
        <p:grpSpPr>
          <a:xfrm flipV="1">
            <a:off x="7551738" y="3602038"/>
            <a:ext cx="179387" cy="65087"/>
            <a:chOff x="2848" y="848"/>
            <a:chExt cx="140" cy="98"/>
          </a:xfrm>
        </p:grpSpPr>
        <p:sp>
          <p:nvSpPr>
            <p:cNvPr id="79359" name="Line 458"/>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60" name="Line 459"/>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61" name="Line 460"/>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975" name="Oval 462"/>
          <p:cNvSpPr/>
          <p:nvPr/>
        </p:nvSpPr>
        <p:spPr>
          <a:xfrm>
            <a:off x="7172325" y="3929063"/>
            <a:ext cx="358775" cy="95250"/>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76" name="Line 463"/>
          <p:cNvSpPr/>
          <p:nvPr/>
        </p:nvSpPr>
        <p:spPr>
          <a:xfrm>
            <a:off x="7172325" y="3921125"/>
            <a:ext cx="0" cy="58738"/>
          </a:xfrm>
          <a:prstGeom prst="line">
            <a:avLst/>
          </a:prstGeom>
          <a:ln w="12700" cap="flat" cmpd="sng">
            <a:solidFill>
              <a:srgbClr val="FF3300"/>
            </a:solidFill>
            <a:prstDash val="solid"/>
            <a:headEnd type="none" w="med" len="med"/>
            <a:tailEnd type="none" w="med" len="med"/>
          </a:ln>
        </p:spPr>
      </p:sp>
      <p:sp>
        <p:nvSpPr>
          <p:cNvPr id="78977" name="Line 464"/>
          <p:cNvSpPr/>
          <p:nvPr/>
        </p:nvSpPr>
        <p:spPr>
          <a:xfrm>
            <a:off x="7531100" y="3921125"/>
            <a:ext cx="0" cy="58738"/>
          </a:xfrm>
          <a:prstGeom prst="line">
            <a:avLst/>
          </a:prstGeom>
          <a:ln w="19050" cap="flat" cmpd="sng">
            <a:solidFill>
              <a:srgbClr val="FF3300"/>
            </a:solidFill>
            <a:prstDash val="solid"/>
            <a:headEnd type="none" w="med" len="med"/>
            <a:tailEnd type="none" w="med" len="med"/>
          </a:ln>
        </p:spPr>
      </p:sp>
      <p:sp>
        <p:nvSpPr>
          <p:cNvPr id="78978" name="Rectangle 465"/>
          <p:cNvSpPr/>
          <p:nvPr/>
        </p:nvSpPr>
        <p:spPr>
          <a:xfrm>
            <a:off x="7178675" y="3921125"/>
            <a:ext cx="349250" cy="58738"/>
          </a:xfrm>
          <a:prstGeom prst="rect">
            <a:avLst/>
          </a:prstGeom>
          <a:solidFill>
            <a:srgbClr val="FFCC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8979" name="Oval 466"/>
          <p:cNvSpPr/>
          <p:nvPr/>
        </p:nvSpPr>
        <p:spPr>
          <a:xfrm>
            <a:off x="7169150" y="3852863"/>
            <a:ext cx="358775" cy="111125"/>
          </a:xfrm>
          <a:prstGeom prst="ellipse">
            <a:avLst/>
          </a:prstGeom>
          <a:solidFill>
            <a:srgbClr val="FFCCFF"/>
          </a:solidFill>
          <a:ln w="19050" cap="flat" cmpd="sng">
            <a:solidFill>
              <a:srgbClr val="FF33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78980" name="Group 467"/>
          <p:cNvGrpSpPr/>
          <p:nvPr/>
        </p:nvGrpSpPr>
        <p:grpSpPr>
          <a:xfrm>
            <a:off x="7254875" y="3876675"/>
            <a:ext cx="179388" cy="65088"/>
            <a:chOff x="2848" y="848"/>
            <a:chExt cx="140" cy="98"/>
          </a:xfrm>
        </p:grpSpPr>
        <p:sp>
          <p:nvSpPr>
            <p:cNvPr id="79356" name="Line 468"/>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57" name="Line 469"/>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58" name="Line 470"/>
            <p:cNvSpPr/>
            <p:nvPr/>
          </p:nvSpPr>
          <p:spPr>
            <a:xfrm>
              <a:off x="2894" y="850"/>
              <a:ext cx="52" cy="96"/>
            </a:xfrm>
            <a:prstGeom prst="line">
              <a:avLst/>
            </a:prstGeom>
            <a:ln w="28575" cap="flat" cmpd="sng">
              <a:solidFill>
                <a:srgbClr val="FF3300"/>
              </a:solidFill>
              <a:prstDash val="solid"/>
              <a:headEnd type="none" w="med" len="med"/>
              <a:tailEnd type="none" w="med" len="med"/>
            </a:ln>
          </p:spPr>
        </p:sp>
      </p:grpSp>
      <p:grpSp>
        <p:nvGrpSpPr>
          <p:cNvPr id="78981" name="Group 471"/>
          <p:cNvGrpSpPr/>
          <p:nvPr/>
        </p:nvGrpSpPr>
        <p:grpSpPr>
          <a:xfrm flipV="1">
            <a:off x="7254875" y="3876675"/>
            <a:ext cx="179388" cy="65088"/>
            <a:chOff x="2848" y="848"/>
            <a:chExt cx="140" cy="98"/>
          </a:xfrm>
        </p:grpSpPr>
        <p:sp>
          <p:nvSpPr>
            <p:cNvPr id="79353" name="Line 472"/>
            <p:cNvSpPr/>
            <p:nvPr/>
          </p:nvSpPr>
          <p:spPr>
            <a:xfrm flipV="1">
              <a:off x="2848" y="848"/>
              <a:ext cx="50" cy="2"/>
            </a:xfrm>
            <a:prstGeom prst="line">
              <a:avLst/>
            </a:prstGeom>
            <a:ln w="28575" cap="flat" cmpd="sng">
              <a:solidFill>
                <a:srgbClr val="FF3300"/>
              </a:solidFill>
              <a:prstDash val="solid"/>
              <a:headEnd type="none" w="med" len="med"/>
              <a:tailEnd type="none" w="med" len="med"/>
            </a:ln>
          </p:spPr>
        </p:sp>
        <p:sp>
          <p:nvSpPr>
            <p:cNvPr id="79354" name="Line 473"/>
            <p:cNvSpPr/>
            <p:nvPr/>
          </p:nvSpPr>
          <p:spPr>
            <a:xfrm>
              <a:off x="2944" y="946"/>
              <a:ext cx="44" cy="0"/>
            </a:xfrm>
            <a:prstGeom prst="line">
              <a:avLst/>
            </a:prstGeom>
            <a:ln w="28575" cap="flat" cmpd="sng">
              <a:solidFill>
                <a:srgbClr val="FF3300"/>
              </a:solidFill>
              <a:prstDash val="solid"/>
              <a:headEnd type="none" w="med" len="med"/>
              <a:tailEnd type="none" w="med" len="med"/>
            </a:ln>
          </p:spPr>
        </p:sp>
        <p:sp>
          <p:nvSpPr>
            <p:cNvPr id="79355" name="Line 474"/>
            <p:cNvSpPr/>
            <p:nvPr/>
          </p:nvSpPr>
          <p:spPr>
            <a:xfrm>
              <a:off x="2894" y="850"/>
              <a:ext cx="52" cy="96"/>
            </a:xfrm>
            <a:prstGeom prst="line">
              <a:avLst/>
            </a:prstGeom>
            <a:ln w="28575" cap="flat" cmpd="sng">
              <a:solidFill>
                <a:srgbClr val="FF3300"/>
              </a:solidFill>
              <a:prstDash val="solid"/>
              <a:headEnd type="none" w="med" len="med"/>
              <a:tailEnd type="none" w="med" len="med"/>
            </a:ln>
          </p:spPr>
        </p:sp>
      </p:grpSp>
      <p:sp>
        <p:nvSpPr>
          <p:cNvPr id="78982" name="Line 232"/>
          <p:cNvSpPr/>
          <p:nvPr/>
        </p:nvSpPr>
        <p:spPr>
          <a:xfrm flipV="1">
            <a:off x="6942138" y="4005263"/>
            <a:ext cx="263525" cy="482600"/>
          </a:xfrm>
          <a:prstGeom prst="line">
            <a:avLst/>
          </a:prstGeom>
          <a:ln w="38100" cap="flat" cmpd="sng">
            <a:solidFill>
              <a:srgbClr val="FF3300"/>
            </a:solidFill>
            <a:prstDash val="solid"/>
            <a:headEnd type="none" w="med" len="med"/>
            <a:tailEnd type="none" w="med" len="med"/>
          </a:ln>
        </p:spPr>
      </p:sp>
      <p:grpSp>
        <p:nvGrpSpPr>
          <p:cNvPr id="78983" name="Group 517"/>
          <p:cNvGrpSpPr/>
          <p:nvPr/>
        </p:nvGrpSpPr>
        <p:grpSpPr>
          <a:xfrm>
            <a:off x="5481638" y="3602038"/>
            <a:ext cx="173037" cy="219075"/>
            <a:chOff x="3774" y="2423"/>
            <a:chExt cx="189" cy="286"/>
          </a:xfrm>
        </p:grpSpPr>
        <p:sp>
          <p:nvSpPr>
            <p:cNvPr id="79347" name="Rectangle 511"/>
            <p:cNvSpPr/>
            <p:nvPr/>
          </p:nvSpPr>
          <p:spPr>
            <a:xfrm>
              <a:off x="3790" y="2610"/>
              <a:ext cx="153"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48" name="Rectangle 512"/>
            <p:cNvSpPr/>
            <p:nvPr/>
          </p:nvSpPr>
          <p:spPr>
            <a:xfrm>
              <a:off x="3774" y="2653"/>
              <a:ext cx="189"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49" name="Rectangle 513"/>
            <p:cNvSpPr/>
            <p:nvPr/>
          </p:nvSpPr>
          <p:spPr>
            <a:xfrm>
              <a:off x="3808" y="2564"/>
              <a:ext cx="119"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50" name="Rectangle 514"/>
            <p:cNvSpPr/>
            <p:nvPr/>
          </p:nvSpPr>
          <p:spPr>
            <a:xfrm>
              <a:off x="3818" y="2518"/>
              <a:ext cx="97"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51" name="Rectangle 515"/>
            <p:cNvSpPr/>
            <p:nvPr/>
          </p:nvSpPr>
          <p:spPr>
            <a:xfrm>
              <a:off x="3828" y="2472"/>
              <a:ext cx="74"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52" name="Rectangle 516"/>
            <p:cNvSpPr/>
            <p:nvPr/>
          </p:nvSpPr>
          <p:spPr>
            <a:xfrm>
              <a:off x="3839" y="2423"/>
              <a:ext cx="51"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78984" name="Group 805"/>
          <p:cNvGrpSpPr/>
          <p:nvPr/>
        </p:nvGrpSpPr>
        <p:grpSpPr>
          <a:xfrm>
            <a:off x="6810375" y="4968875"/>
            <a:ext cx="293688" cy="411163"/>
            <a:chOff x="4290" y="3130"/>
            <a:chExt cx="185" cy="259"/>
          </a:xfrm>
        </p:grpSpPr>
        <p:pic>
          <p:nvPicPr>
            <p:cNvPr id="79328" name="Picture 337" descr="31u_bnrz[1]"/>
            <p:cNvPicPr>
              <a:picLocks noChangeAspect="1"/>
            </p:cNvPicPr>
            <p:nvPr/>
          </p:nvPicPr>
          <p:blipFill>
            <a:blip r:embed="rId4"/>
            <a:stretch>
              <a:fillRect/>
            </a:stretch>
          </p:blipFill>
          <p:spPr>
            <a:xfrm>
              <a:off x="4343" y="3211"/>
              <a:ext cx="121" cy="174"/>
            </a:xfrm>
            <a:prstGeom prst="rect">
              <a:avLst/>
            </a:prstGeom>
            <a:noFill/>
            <a:ln w="9525">
              <a:noFill/>
            </a:ln>
          </p:spPr>
        </p:pic>
        <p:sp>
          <p:nvSpPr>
            <p:cNvPr id="79329" name="Freeform 343"/>
            <p:cNvSpPr/>
            <p:nvPr/>
          </p:nvSpPr>
          <p:spPr>
            <a:xfrm>
              <a:off x="4432" y="3130"/>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79330" name="Freeform 344"/>
            <p:cNvSpPr/>
            <p:nvPr/>
          </p:nvSpPr>
          <p:spPr>
            <a:xfrm>
              <a:off x="4387" y="3191"/>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31" name="Freeform 345"/>
            <p:cNvSpPr/>
            <p:nvPr/>
          </p:nvSpPr>
          <p:spPr>
            <a:xfrm>
              <a:off x="4381" y="3174"/>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32" name="Freeform 346"/>
            <p:cNvSpPr/>
            <p:nvPr/>
          </p:nvSpPr>
          <p:spPr>
            <a:xfrm>
              <a:off x="4375" y="3163"/>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79333" name="Freeform 347"/>
            <p:cNvSpPr/>
            <p:nvPr/>
          </p:nvSpPr>
          <p:spPr>
            <a:xfrm>
              <a:off x="4370" y="3155"/>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34" name="Freeform 348"/>
            <p:cNvSpPr/>
            <p:nvPr/>
          </p:nvSpPr>
          <p:spPr>
            <a:xfrm>
              <a:off x="4330" y="3145"/>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35" name="Freeform 349"/>
            <p:cNvSpPr/>
            <p:nvPr/>
          </p:nvSpPr>
          <p:spPr>
            <a:xfrm>
              <a:off x="4386" y="3145"/>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36" name="Freeform 350"/>
            <p:cNvSpPr/>
            <p:nvPr/>
          </p:nvSpPr>
          <p:spPr>
            <a:xfrm>
              <a:off x="4309" y="3138"/>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37" name="Freeform 351"/>
            <p:cNvSpPr/>
            <p:nvPr/>
          </p:nvSpPr>
          <p:spPr>
            <a:xfrm>
              <a:off x="4384" y="3136"/>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38" name="Freeform 352"/>
            <p:cNvSpPr/>
            <p:nvPr/>
          </p:nvSpPr>
          <p:spPr>
            <a:xfrm>
              <a:off x="4290" y="3159"/>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39" name="Freeform 353"/>
            <p:cNvSpPr/>
            <p:nvPr/>
          </p:nvSpPr>
          <p:spPr>
            <a:xfrm>
              <a:off x="4423" y="3133"/>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grpSp>
          <p:nvGrpSpPr>
            <p:cNvPr id="79340" name="Group 518"/>
            <p:cNvGrpSpPr/>
            <p:nvPr/>
          </p:nvGrpSpPr>
          <p:grpSpPr>
            <a:xfrm>
              <a:off x="4332" y="3207"/>
              <a:ext cx="143" cy="182"/>
              <a:chOff x="3774" y="2423"/>
              <a:chExt cx="189" cy="286"/>
            </a:xfrm>
          </p:grpSpPr>
          <p:sp>
            <p:nvSpPr>
              <p:cNvPr id="79341" name="Rectangle 519"/>
              <p:cNvSpPr/>
              <p:nvPr/>
            </p:nvSpPr>
            <p:spPr>
              <a:xfrm>
                <a:off x="3790" y="2610"/>
                <a:ext cx="153"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42" name="Rectangle 520"/>
              <p:cNvSpPr/>
              <p:nvPr/>
            </p:nvSpPr>
            <p:spPr>
              <a:xfrm>
                <a:off x="3774" y="2653"/>
                <a:ext cx="189"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43" name="Rectangle 521"/>
              <p:cNvSpPr/>
              <p:nvPr/>
            </p:nvSpPr>
            <p:spPr>
              <a:xfrm>
                <a:off x="3808" y="2564"/>
                <a:ext cx="119"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44" name="Rectangle 522"/>
              <p:cNvSpPr/>
              <p:nvPr/>
            </p:nvSpPr>
            <p:spPr>
              <a:xfrm>
                <a:off x="3818" y="2518"/>
                <a:ext cx="97"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45" name="Rectangle 523"/>
              <p:cNvSpPr/>
              <p:nvPr/>
            </p:nvSpPr>
            <p:spPr>
              <a:xfrm>
                <a:off x="3828" y="2472"/>
                <a:ext cx="74"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46" name="Rectangle 524"/>
              <p:cNvSpPr/>
              <p:nvPr/>
            </p:nvSpPr>
            <p:spPr>
              <a:xfrm>
                <a:off x="3839" y="2423"/>
                <a:ext cx="51" cy="56"/>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grpSp>
        <p:nvGrpSpPr>
          <p:cNvPr id="78985" name="Group 591"/>
          <p:cNvGrpSpPr/>
          <p:nvPr/>
        </p:nvGrpSpPr>
        <p:grpSpPr>
          <a:xfrm>
            <a:off x="7926388" y="4949825"/>
            <a:ext cx="198437" cy="365125"/>
            <a:chOff x="4702" y="3292"/>
            <a:chExt cx="125" cy="230"/>
          </a:xfrm>
        </p:grpSpPr>
        <p:sp>
          <p:nvSpPr>
            <p:cNvPr id="79320" name="AutoShape 592"/>
            <p:cNvSpPr/>
            <p:nvPr/>
          </p:nvSpPr>
          <p:spPr>
            <a:xfrm>
              <a:off x="4702" y="3469"/>
              <a:ext cx="125" cy="53"/>
            </a:xfrm>
            <a:prstGeom prst="parallelogram">
              <a:avLst>
                <a:gd name="adj" fmla="val 90856"/>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21" name="Rectangle 593"/>
            <p:cNvSpPr/>
            <p:nvPr/>
          </p:nvSpPr>
          <p:spPr>
            <a:xfrm>
              <a:off x="4765" y="3293"/>
              <a:ext cx="58" cy="177"/>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22" name="Rectangle 594"/>
            <p:cNvSpPr/>
            <p:nvPr/>
          </p:nvSpPr>
          <p:spPr>
            <a:xfrm>
              <a:off x="4703" y="3344"/>
              <a:ext cx="79" cy="177"/>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23" name="AutoShape 595"/>
            <p:cNvSpPr/>
            <p:nvPr/>
          </p:nvSpPr>
          <p:spPr>
            <a:xfrm>
              <a:off x="4702" y="3292"/>
              <a:ext cx="125" cy="53"/>
            </a:xfrm>
            <a:prstGeom prst="parallelogram">
              <a:avLst>
                <a:gd name="adj" fmla="val 90856"/>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24" name="Line 596"/>
            <p:cNvSpPr/>
            <p:nvPr/>
          </p:nvSpPr>
          <p:spPr>
            <a:xfrm>
              <a:off x="4827" y="3296"/>
              <a:ext cx="0" cy="173"/>
            </a:xfrm>
            <a:prstGeom prst="line">
              <a:avLst/>
            </a:prstGeom>
            <a:ln w="9525" cap="flat" cmpd="sng">
              <a:solidFill>
                <a:schemeClr val="bg2"/>
              </a:solidFill>
              <a:prstDash val="solid"/>
              <a:headEnd type="none" w="med" len="med"/>
              <a:tailEnd type="none" w="med" len="med"/>
            </a:ln>
          </p:spPr>
        </p:sp>
        <p:sp>
          <p:nvSpPr>
            <p:cNvPr id="79325" name="Line 597"/>
            <p:cNvSpPr/>
            <p:nvPr/>
          </p:nvSpPr>
          <p:spPr>
            <a:xfrm flipH="1">
              <a:off x="4782" y="3469"/>
              <a:ext cx="45" cy="52"/>
            </a:xfrm>
            <a:prstGeom prst="line">
              <a:avLst/>
            </a:prstGeom>
            <a:ln w="9525" cap="flat" cmpd="sng">
              <a:solidFill>
                <a:schemeClr val="bg2"/>
              </a:solidFill>
              <a:prstDash val="solid"/>
              <a:headEnd type="none" w="med" len="med"/>
              <a:tailEnd type="none" w="med" len="med"/>
            </a:ln>
          </p:spPr>
        </p:sp>
        <p:sp>
          <p:nvSpPr>
            <p:cNvPr id="79326" name="Rectangle 598"/>
            <p:cNvSpPr/>
            <p:nvPr/>
          </p:nvSpPr>
          <p:spPr>
            <a:xfrm>
              <a:off x="4713" y="3367"/>
              <a:ext cx="52" cy="102"/>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327" name="Rectangle 599"/>
            <p:cNvSpPr/>
            <p:nvPr/>
          </p:nvSpPr>
          <p:spPr>
            <a:xfrm>
              <a:off x="4720" y="3398"/>
              <a:ext cx="40" cy="36"/>
            </a:xfrm>
            <a:prstGeom prst="rect">
              <a:avLst/>
            </a:prstGeom>
            <a:solidFill>
              <a:schemeClr val="folHlink"/>
            </a:solidFill>
            <a:ln w="9525" cap="flat" cmpd="sng">
              <a:solidFill>
                <a:schemeClr val="bg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78986" name="Group 609"/>
          <p:cNvGrpSpPr/>
          <p:nvPr/>
        </p:nvGrpSpPr>
        <p:grpSpPr>
          <a:xfrm>
            <a:off x="7104063" y="5305425"/>
            <a:ext cx="273050" cy="341313"/>
            <a:chOff x="4475" y="3342"/>
            <a:chExt cx="172" cy="215"/>
          </a:xfrm>
        </p:grpSpPr>
        <p:sp>
          <p:nvSpPr>
            <p:cNvPr id="79289" name="AutoShape 475"/>
            <p:cNvSpPr>
              <a:spLocks noChangeAspect="1" noTextEdit="1"/>
            </p:cNvSpPr>
            <p:nvPr/>
          </p:nvSpPr>
          <p:spPr>
            <a:xfrm>
              <a:off x="4500" y="3398"/>
              <a:ext cx="147" cy="159"/>
            </a:xfrm>
            <a:prstGeom prst="rect">
              <a:avLst/>
            </a:prstGeom>
            <a:noFill/>
            <a:ln w="9525">
              <a:noFill/>
            </a:ln>
          </p:spPr>
          <p:txBody>
            <a:bodyPr/>
            <a:p>
              <a:endParaRPr lang="zh-CN" altLang="en-US"/>
            </a:p>
          </p:txBody>
        </p:sp>
        <p:sp>
          <p:nvSpPr>
            <p:cNvPr id="79290" name="Freeform 477"/>
            <p:cNvSpPr/>
            <p:nvPr/>
          </p:nvSpPr>
          <p:spPr>
            <a:xfrm>
              <a:off x="4501" y="3398"/>
              <a:ext cx="146" cy="159"/>
            </a:xfrm>
            <a:custGeom>
              <a:avLst/>
              <a:gdLst>
                <a:gd name="txL" fmla="*/ 0 w 1894"/>
                <a:gd name="txT" fmla="*/ 0 h 1904"/>
                <a:gd name="txR" fmla="*/ 1894 w 1894"/>
                <a:gd name="txB" fmla="*/ 1904 h 19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alpha val="100000"/>
              </a:scheme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291" name="Freeform 482"/>
            <p:cNvSpPr/>
            <p:nvPr/>
          </p:nvSpPr>
          <p:spPr>
            <a:xfrm>
              <a:off x="4519" y="3499"/>
              <a:ext cx="85" cy="27"/>
            </a:xfrm>
            <a:custGeom>
              <a:avLst/>
              <a:gdLst>
                <a:gd name="txL" fmla="*/ 0 w 1106"/>
                <a:gd name="txT" fmla="*/ 0 h 331"/>
                <a:gd name="txR" fmla="*/ 1106 w 1106"/>
                <a:gd name="txB" fmla="*/ 331 h 331"/>
              </a:gdLst>
              <a:ahLst/>
              <a:cxnLst>
                <a:cxn ang="0">
                  <a:pos x="0" y="0"/>
                </a:cxn>
                <a:cxn ang="0">
                  <a:pos x="0" y="0"/>
                </a:cxn>
                <a:cxn ang="0">
                  <a:pos x="0" y="0"/>
                </a:cxn>
                <a:cxn ang="0">
                  <a:pos x="0" y="0"/>
                </a:cxn>
                <a:cxn ang="0">
                  <a:pos x="0" y="0"/>
                </a:cxn>
              </a:cxnLst>
              <a:rect l="txL" t="txT" r="txR" b="txB"/>
              <a:pathLst>
                <a:path w="1106" h="331">
                  <a:moveTo>
                    <a:pt x="40" y="0"/>
                  </a:moveTo>
                  <a:lnTo>
                    <a:pt x="1106" y="277"/>
                  </a:lnTo>
                  <a:lnTo>
                    <a:pt x="1071" y="331"/>
                  </a:lnTo>
                  <a:lnTo>
                    <a:pt x="0" y="36"/>
                  </a:lnTo>
                  <a:lnTo>
                    <a:pt x="40" y="0"/>
                  </a:lnTo>
                  <a:close/>
                </a:path>
              </a:pathLst>
            </a:custGeom>
            <a:solidFill>
              <a:srgbClr val="7F7F7F">
                <a:alpha val="100000"/>
              </a:srgbClr>
            </a:solidFill>
            <a:ln w="9525">
              <a:noFill/>
            </a:ln>
          </p:spPr>
          <p:txBody>
            <a:bodyPr/>
            <a:p>
              <a:endParaRPr lang="zh-CN" altLang="en-US"/>
            </a:p>
          </p:txBody>
        </p:sp>
        <p:sp>
          <p:nvSpPr>
            <p:cNvPr id="79292" name="Freeform 485"/>
            <p:cNvSpPr/>
            <p:nvPr/>
          </p:nvSpPr>
          <p:spPr>
            <a:xfrm>
              <a:off x="4505" y="3511"/>
              <a:ext cx="99" cy="42"/>
            </a:xfrm>
            <a:custGeom>
              <a:avLst/>
              <a:gdLst>
                <a:gd name="txL" fmla="*/ 0 w 1285"/>
                <a:gd name="txT" fmla="*/ 0 h 505"/>
                <a:gd name="txR" fmla="*/ 1285 w 1285"/>
                <a:gd name="txB" fmla="*/ 505 h 50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alpha val="100000"/>
              </a:schemeClr>
            </a:solidFill>
            <a:ln w="9525">
              <a:noFill/>
            </a:ln>
          </p:spPr>
          <p:txBody>
            <a:bodyPr/>
            <a:p>
              <a:endParaRPr lang="zh-CN" altLang="en-US"/>
            </a:p>
          </p:txBody>
        </p:sp>
        <p:sp>
          <p:nvSpPr>
            <p:cNvPr id="79293" name="AutoShape 525"/>
            <p:cNvSpPr>
              <a:spLocks noChangeAspect="1" noTextEdit="1"/>
            </p:cNvSpPr>
            <p:nvPr/>
          </p:nvSpPr>
          <p:spPr>
            <a:xfrm>
              <a:off x="4475" y="3342"/>
              <a:ext cx="160" cy="189"/>
            </a:xfrm>
            <a:prstGeom prst="rect">
              <a:avLst/>
            </a:prstGeom>
            <a:noFill/>
            <a:ln w="9525">
              <a:noFill/>
            </a:ln>
          </p:spPr>
          <p:txBody>
            <a:bodyPr/>
            <a:p>
              <a:endParaRPr lang="zh-CN" altLang="en-US"/>
            </a:p>
          </p:txBody>
        </p:sp>
        <p:sp>
          <p:nvSpPr>
            <p:cNvPr id="79294" name="Freeform 542"/>
            <p:cNvSpPr/>
            <p:nvPr/>
          </p:nvSpPr>
          <p:spPr>
            <a:xfrm>
              <a:off x="4508" y="3354"/>
              <a:ext cx="23" cy="31"/>
            </a:xfrm>
            <a:custGeom>
              <a:avLst/>
              <a:gdLst>
                <a:gd name="txL" fmla="*/ 0 w 179"/>
                <a:gd name="txT" fmla="*/ 0 h 216"/>
                <a:gd name="txR" fmla="*/ 179 w 179"/>
                <a:gd name="txB" fmla="*/ 216 h 21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295" name="Freeform 543"/>
            <p:cNvSpPr/>
            <p:nvPr/>
          </p:nvSpPr>
          <p:spPr>
            <a:xfrm>
              <a:off x="4547" y="3353"/>
              <a:ext cx="14" cy="24"/>
            </a:xfrm>
            <a:custGeom>
              <a:avLst/>
              <a:gdLst>
                <a:gd name="txL" fmla="*/ 0 w 114"/>
                <a:gd name="txT" fmla="*/ 0 h 168"/>
                <a:gd name="txR" fmla="*/ 114 w 114"/>
                <a:gd name="txB" fmla="*/ 168 h 1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alpha val="100000"/>
              </a:srgbClr>
            </a:solidFill>
            <a:ln w="9525">
              <a:noFill/>
            </a:ln>
          </p:spPr>
          <p:txBody>
            <a:bodyPr/>
            <a:p>
              <a:endParaRPr lang="zh-CN" altLang="en-US"/>
            </a:p>
          </p:txBody>
        </p:sp>
        <p:sp>
          <p:nvSpPr>
            <p:cNvPr id="79296" name="Freeform 544"/>
            <p:cNvSpPr/>
            <p:nvPr/>
          </p:nvSpPr>
          <p:spPr>
            <a:xfrm>
              <a:off x="4494" y="3348"/>
              <a:ext cx="37" cy="50"/>
            </a:xfrm>
            <a:custGeom>
              <a:avLst/>
              <a:gdLst>
                <a:gd name="txL" fmla="*/ 0 w 289"/>
                <a:gd name="txT" fmla="*/ 0 h 351"/>
                <a:gd name="txR" fmla="*/ 289 w 289"/>
                <a:gd name="txB" fmla="*/ 351 h 35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alpha val="100000"/>
              </a:srgbClr>
            </a:solidFill>
            <a:ln w="9525">
              <a:noFill/>
            </a:ln>
          </p:spPr>
          <p:txBody>
            <a:bodyPr/>
            <a:p>
              <a:endParaRPr lang="zh-CN" altLang="en-US"/>
            </a:p>
          </p:txBody>
        </p:sp>
        <p:sp>
          <p:nvSpPr>
            <p:cNvPr id="79297" name="Freeform 545"/>
            <p:cNvSpPr/>
            <p:nvPr/>
          </p:nvSpPr>
          <p:spPr>
            <a:xfrm>
              <a:off x="4545" y="3346"/>
              <a:ext cx="32" cy="34"/>
            </a:xfrm>
            <a:custGeom>
              <a:avLst/>
              <a:gdLst>
                <a:gd name="txL" fmla="*/ 0 w 254"/>
                <a:gd name="txT" fmla="*/ 0 h 234"/>
                <a:gd name="txR" fmla="*/ 254 w 254"/>
                <a:gd name="txB" fmla="*/ 234 h 23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alpha val="100000"/>
              </a:srgbClr>
            </a:solidFill>
            <a:ln w="9525">
              <a:noFill/>
            </a:ln>
          </p:spPr>
          <p:txBody>
            <a:bodyPr/>
            <a:p>
              <a:endParaRPr lang="zh-CN" altLang="en-US"/>
            </a:p>
          </p:txBody>
        </p:sp>
        <p:sp>
          <p:nvSpPr>
            <p:cNvPr id="79298" name="Freeform 546"/>
            <p:cNvSpPr/>
            <p:nvPr/>
          </p:nvSpPr>
          <p:spPr>
            <a:xfrm>
              <a:off x="4481" y="3362"/>
              <a:ext cx="13" cy="31"/>
            </a:xfrm>
            <a:custGeom>
              <a:avLst/>
              <a:gdLst>
                <a:gd name="txL" fmla="*/ 0 w 103"/>
                <a:gd name="txT" fmla="*/ 0 h 221"/>
                <a:gd name="txR" fmla="*/ 103 w 103"/>
                <a:gd name="txB" fmla="*/ 221 h 22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alpha val="100000"/>
              </a:srgbClr>
            </a:solidFill>
            <a:ln w="9525">
              <a:noFill/>
            </a:ln>
          </p:spPr>
          <p:txBody>
            <a:bodyPr/>
            <a:p>
              <a:endParaRPr lang="zh-CN" altLang="en-US"/>
            </a:p>
          </p:txBody>
        </p:sp>
        <p:sp>
          <p:nvSpPr>
            <p:cNvPr id="79299" name="Freeform 547"/>
            <p:cNvSpPr/>
            <p:nvPr/>
          </p:nvSpPr>
          <p:spPr>
            <a:xfrm>
              <a:off x="4571" y="3344"/>
              <a:ext cx="28" cy="41"/>
            </a:xfrm>
            <a:custGeom>
              <a:avLst/>
              <a:gdLst>
                <a:gd name="txL" fmla="*/ 0 w 221"/>
                <a:gd name="txT" fmla="*/ 0 h 288"/>
                <a:gd name="txR" fmla="*/ 221 w 221"/>
                <a:gd name="txB" fmla="*/ 288 h 28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alpha val="100000"/>
              </a:srgbClr>
            </a:solidFill>
            <a:ln w="9525">
              <a:noFill/>
            </a:ln>
          </p:spPr>
          <p:txBody>
            <a:bodyPr/>
            <a:p>
              <a:endParaRPr lang="zh-CN" altLang="en-US"/>
            </a:p>
          </p:txBody>
        </p:sp>
        <p:sp>
          <p:nvSpPr>
            <p:cNvPr id="79300" name="Freeform 551"/>
            <p:cNvSpPr/>
            <p:nvPr/>
          </p:nvSpPr>
          <p:spPr>
            <a:xfrm>
              <a:off x="4541" y="3392"/>
              <a:ext cx="9" cy="25"/>
            </a:xfrm>
            <a:custGeom>
              <a:avLst/>
              <a:gdLst>
                <a:gd name="txL" fmla="*/ 0 w 74"/>
                <a:gd name="txT" fmla="*/ 0 h 174"/>
                <a:gd name="txR" fmla="*/ 74 w 74"/>
                <a:gd name="txB" fmla="*/ 174 h 17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alpha val="100000"/>
              </a:srgbClr>
            </a:solidFill>
            <a:ln w="9525">
              <a:noFill/>
            </a:ln>
          </p:spPr>
          <p:txBody>
            <a:bodyPr/>
            <a:p>
              <a:endParaRPr lang="zh-CN" altLang="en-US"/>
            </a:p>
          </p:txBody>
        </p:sp>
        <p:sp>
          <p:nvSpPr>
            <p:cNvPr id="79301" name="Freeform 552"/>
            <p:cNvSpPr/>
            <p:nvPr/>
          </p:nvSpPr>
          <p:spPr>
            <a:xfrm>
              <a:off x="4537" y="3379"/>
              <a:ext cx="5" cy="12"/>
            </a:xfrm>
            <a:custGeom>
              <a:avLst/>
              <a:gdLst>
                <a:gd name="txL" fmla="*/ 0 w 39"/>
                <a:gd name="txT" fmla="*/ 0 h 87"/>
                <a:gd name="txR" fmla="*/ 39 w 39"/>
                <a:gd name="txB" fmla="*/ 87 h 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alpha val="100000"/>
              </a:srgbClr>
            </a:solidFill>
            <a:ln w="9525">
              <a:noFill/>
            </a:ln>
          </p:spPr>
          <p:txBody>
            <a:bodyPr/>
            <a:p>
              <a:endParaRPr lang="zh-CN" altLang="en-US"/>
            </a:p>
          </p:txBody>
        </p:sp>
        <p:sp>
          <p:nvSpPr>
            <p:cNvPr id="79302" name="Freeform 553"/>
            <p:cNvSpPr/>
            <p:nvPr/>
          </p:nvSpPr>
          <p:spPr>
            <a:xfrm>
              <a:off x="4533" y="3370"/>
              <a:ext cx="4" cy="7"/>
            </a:xfrm>
            <a:custGeom>
              <a:avLst/>
              <a:gdLst>
                <a:gd name="txL" fmla="*/ 0 w 34"/>
                <a:gd name="txT" fmla="*/ 0 h 51"/>
                <a:gd name="txR" fmla="*/ 34 w 34"/>
                <a:gd name="txB" fmla="*/ 51 h 5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alpha val="100000"/>
              </a:srgbClr>
            </a:solidFill>
            <a:ln w="9525">
              <a:noFill/>
            </a:ln>
          </p:spPr>
          <p:txBody>
            <a:bodyPr/>
            <a:p>
              <a:endParaRPr lang="zh-CN" altLang="en-US"/>
            </a:p>
          </p:txBody>
        </p:sp>
        <p:sp>
          <p:nvSpPr>
            <p:cNvPr id="79303" name="Freeform 554"/>
            <p:cNvSpPr/>
            <p:nvPr/>
          </p:nvSpPr>
          <p:spPr>
            <a:xfrm>
              <a:off x="4529" y="3364"/>
              <a:ext cx="6" cy="4"/>
            </a:xfrm>
            <a:custGeom>
              <a:avLst/>
              <a:gdLst>
                <a:gd name="txL" fmla="*/ 0 w 46"/>
                <a:gd name="txT" fmla="*/ 0 h 33"/>
                <a:gd name="txR" fmla="*/ 46 w 46"/>
                <a:gd name="txB" fmla="*/ 33 h 3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alpha val="100000"/>
              </a:srgbClr>
            </a:solidFill>
            <a:ln w="9525">
              <a:noFill/>
            </a:ln>
          </p:spPr>
          <p:txBody>
            <a:bodyPr/>
            <a:p>
              <a:endParaRPr lang="zh-CN" altLang="en-US"/>
            </a:p>
          </p:txBody>
        </p:sp>
        <p:sp>
          <p:nvSpPr>
            <p:cNvPr id="79304" name="Freeform 583"/>
            <p:cNvSpPr/>
            <p:nvPr/>
          </p:nvSpPr>
          <p:spPr>
            <a:xfrm>
              <a:off x="4502" y="3356"/>
              <a:ext cx="23" cy="31"/>
            </a:xfrm>
            <a:custGeom>
              <a:avLst/>
              <a:gdLst>
                <a:gd name="txL" fmla="*/ 0 w 177"/>
                <a:gd name="txT" fmla="*/ 0 h 219"/>
                <a:gd name="txR" fmla="*/ 177 w 177"/>
                <a:gd name="txB" fmla="*/ 219 h 21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alpha val="100000"/>
              </a:srgbClr>
            </a:solidFill>
            <a:ln w="9525">
              <a:noFill/>
            </a:ln>
          </p:spPr>
          <p:txBody>
            <a:bodyPr/>
            <a:p>
              <a:endParaRPr lang="zh-CN" altLang="en-US"/>
            </a:p>
          </p:txBody>
        </p:sp>
        <p:sp>
          <p:nvSpPr>
            <p:cNvPr id="79305" name="Freeform 584"/>
            <p:cNvSpPr/>
            <p:nvPr/>
          </p:nvSpPr>
          <p:spPr>
            <a:xfrm>
              <a:off x="4540" y="3355"/>
              <a:ext cx="15" cy="25"/>
            </a:xfrm>
            <a:custGeom>
              <a:avLst/>
              <a:gdLst>
                <a:gd name="txL" fmla="*/ 0 w 115"/>
                <a:gd name="txT" fmla="*/ 0 h 170"/>
                <a:gd name="txR" fmla="*/ 115 w 115"/>
                <a:gd name="txB" fmla="*/ 170 h 17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06" name="Freeform 585"/>
            <p:cNvSpPr/>
            <p:nvPr/>
          </p:nvSpPr>
          <p:spPr>
            <a:xfrm>
              <a:off x="4488" y="3350"/>
              <a:ext cx="36" cy="50"/>
            </a:xfrm>
            <a:custGeom>
              <a:avLst/>
              <a:gdLst>
                <a:gd name="txL" fmla="*/ 0 w 289"/>
                <a:gd name="txT" fmla="*/ 0 h 352"/>
                <a:gd name="txR" fmla="*/ 289 w 289"/>
                <a:gd name="txB" fmla="*/ 352 h 3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07" name="Freeform 586"/>
            <p:cNvSpPr/>
            <p:nvPr/>
          </p:nvSpPr>
          <p:spPr>
            <a:xfrm>
              <a:off x="4539" y="3348"/>
              <a:ext cx="32" cy="34"/>
            </a:xfrm>
            <a:custGeom>
              <a:avLst/>
              <a:gdLst>
                <a:gd name="txL" fmla="*/ 0 w 252"/>
                <a:gd name="txT" fmla="*/ 0 h 235"/>
                <a:gd name="txR" fmla="*/ 252 w 252"/>
                <a:gd name="txB" fmla="*/ 235 h 23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08" name="Freeform 587"/>
            <p:cNvSpPr/>
            <p:nvPr/>
          </p:nvSpPr>
          <p:spPr>
            <a:xfrm>
              <a:off x="4476" y="3366"/>
              <a:ext cx="13" cy="32"/>
            </a:xfrm>
            <a:custGeom>
              <a:avLst/>
              <a:gdLst>
                <a:gd name="txL" fmla="*/ 0 w 103"/>
                <a:gd name="txT" fmla="*/ 0 h 220"/>
                <a:gd name="txR" fmla="*/ 103 w 103"/>
                <a:gd name="txB" fmla="*/ 220 h 22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09" name="Freeform 588"/>
            <p:cNvSpPr/>
            <p:nvPr/>
          </p:nvSpPr>
          <p:spPr>
            <a:xfrm>
              <a:off x="4565" y="3346"/>
              <a:ext cx="28" cy="41"/>
            </a:xfrm>
            <a:custGeom>
              <a:avLst/>
              <a:gdLst>
                <a:gd name="txL" fmla="*/ 0 w 220"/>
                <a:gd name="txT" fmla="*/ 0 h 288"/>
                <a:gd name="txR" fmla="*/ 220 w 220"/>
                <a:gd name="txB" fmla="*/ 288 h 28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310" name="Freeform 496"/>
            <p:cNvSpPr/>
            <p:nvPr/>
          </p:nvSpPr>
          <p:spPr>
            <a:xfrm>
              <a:off x="4538" y="3409"/>
              <a:ext cx="107" cy="71"/>
            </a:xfrm>
            <a:custGeom>
              <a:avLst/>
              <a:gdLst>
                <a:gd name="txL" fmla="*/ 0 w 1070"/>
                <a:gd name="txT" fmla="*/ 0 h 844"/>
                <a:gd name="txR" fmla="*/ 1070 w 1070"/>
                <a:gd name="txB" fmla="*/ 844 h 844"/>
              </a:gdLst>
              <a:ahLst/>
              <a:cxnLst>
                <a:cxn ang="0">
                  <a:pos x="0" y="0"/>
                </a:cxn>
                <a:cxn ang="0">
                  <a:pos x="0" y="0"/>
                </a:cxn>
                <a:cxn ang="0">
                  <a:pos x="0" y="0"/>
                </a:cxn>
                <a:cxn ang="0">
                  <a:pos x="0" y="0"/>
                </a:cxn>
                <a:cxn ang="0">
                  <a:pos x="0" y="0"/>
                </a:cxn>
              </a:cxnLst>
              <a:rect l="txL" t="txT" r="txR" b="txB"/>
              <a:pathLst>
                <a:path w="1070" h="844">
                  <a:moveTo>
                    <a:pt x="141" y="0"/>
                  </a:moveTo>
                  <a:lnTo>
                    <a:pt x="1070" y="194"/>
                  </a:lnTo>
                  <a:lnTo>
                    <a:pt x="919" y="844"/>
                  </a:lnTo>
                  <a:lnTo>
                    <a:pt x="0" y="624"/>
                  </a:lnTo>
                  <a:lnTo>
                    <a:pt x="141" y="0"/>
                  </a:lnTo>
                  <a:close/>
                </a:path>
              </a:pathLst>
            </a:custGeom>
            <a:solidFill>
              <a:schemeClr val="folHlink">
                <a:alpha val="100000"/>
              </a:schemeClr>
            </a:solidFill>
            <a:ln w="9525">
              <a:noFill/>
            </a:ln>
          </p:spPr>
          <p:txBody>
            <a:bodyPr/>
            <a:p>
              <a:endParaRPr lang="zh-CN" altLang="en-US"/>
            </a:p>
          </p:txBody>
        </p:sp>
        <p:sp>
          <p:nvSpPr>
            <p:cNvPr id="79311" name="Freeform 589"/>
            <p:cNvSpPr/>
            <p:nvPr/>
          </p:nvSpPr>
          <p:spPr>
            <a:xfrm>
              <a:off x="4547" y="3411"/>
              <a:ext cx="82" cy="28"/>
            </a:xfrm>
            <a:custGeom>
              <a:avLst/>
              <a:gdLst>
                <a:gd name="txL" fmla="*/ 0 w 819"/>
                <a:gd name="txT" fmla="*/ 0 h 333"/>
                <a:gd name="txR" fmla="*/ 819 w 819"/>
                <a:gd name="txB" fmla="*/ 333 h 333"/>
              </a:gdLst>
              <a:ahLst/>
              <a:cxnLst>
                <a:cxn ang="0">
                  <a:pos x="0" y="0"/>
                </a:cxn>
                <a:cxn ang="0">
                  <a:pos x="0" y="0"/>
                </a:cxn>
                <a:cxn ang="0">
                  <a:pos x="0" y="0"/>
                </a:cxn>
                <a:cxn ang="0">
                  <a:pos x="0" y="0"/>
                </a:cxn>
                <a:cxn ang="0">
                  <a:pos x="0" y="0"/>
                </a:cxn>
              </a:cxnLst>
              <a:rect l="txL" t="txT" r="txR" b="txB"/>
              <a:pathLst>
                <a:path w="819" h="333">
                  <a:moveTo>
                    <a:pt x="97" y="0"/>
                  </a:moveTo>
                  <a:lnTo>
                    <a:pt x="819" y="139"/>
                  </a:lnTo>
                  <a:lnTo>
                    <a:pt x="172" y="98"/>
                  </a:lnTo>
                  <a:lnTo>
                    <a:pt x="0" y="333"/>
                  </a:lnTo>
                  <a:lnTo>
                    <a:pt x="97" y="0"/>
                  </a:lnTo>
                  <a:close/>
                </a:path>
              </a:pathLst>
            </a:custGeom>
            <a:solidFill>
              <a:srgbClr val="FFFFFF">
                <a:alpha val="100000"/>
              </a:srgbClr>
            </a:solidFill>
            <a:ln w="9525">
              <a:noFill/>
            </a:ln>
          </p:spPr>
          <p:txBody>
            <a:bodyPr/>
            <a:p>
              <a:endParaRPr lang="zh-CN" altLang="en-US"/>
            </a:p>
          </p:txBody>
        </p:sp>
        <p:sp>
          <p:nvSpPr>
            <p:cNvPr id="79312" name="Freeform 600"/>
            <p:cNvSpPr/>
            <p:nvPr/>
          </p:nvSpPr>
          <p:spPr>
            <a:xfrm>
              <a:off x="4527" y="3494"/>
              <a:ext cx="108" cy="26"/>
            </a:xfrm>
            <a:custGeom>
              <a:avLst/>
              <a:gdLst>
                <a:gd name="txL" fmla="*/ 0 w 1083"/>
                <a:gd name="txT" fmla="*/ 0 h 306"/>
                <a:gd name="txR" fmla="*/ 1083 w 1083"/>
                <a:gd name="txB" fmla="*/ 306 h 306"/>
              </a:gdLst>
              <a:ahLst/>
              <a:cxnLst>
                <a:cxn ang="0">
                  <a:pos x="0" y="0"/>
                </a:cxn>
                <a:cxn ang="0">
                  <a:pos x="0" y="0"/>
                </a:cxn>
                <a:cxn ang="0">
                  <a:pos x="0" y="0"/>
                </a:cxn>
                <a:cxn ang="0">
                  <a:pos x="0" y="0"/>
                </a:cxn>
                <a:cxn ang="0">
                  <a:pos x="0" y="0"/>
                </a:cxn>
              </a:cxnLst>
              <a:rect l="txL" t="txT" r="txR" b="txB"/>
              <a:pathLst>
                <a:path w="1083" h="306">
                  <a:moveTo>
                    <a:pt x="34" y="0"/>
                  </a:moveTo>
                  <a:lnTo>
                    <a:pt x="1083" y="261"/>
                  </a:lnTo>
                  <a:lnTo>
                    <a:pt x="1055" y="306"/>
                  </a:lnTo>
                  <a:lnTo>
                    <a:pt x="0" y="28"/>
                  </a:lnTo>
                  <a:lnTo>
                    <a:pt x="34" y="0"/>
                  </a:lnTo>
                  <a:close/>
                </a:path>
              </a:pathLst>
            </a:custGeom>
            <a:solidFill>
              <a:srgbClr val="7F7F7F">
                <a:alpha val="100000"/>
              </a:srgbClr>
            </a:solidFill>
            <a:ln w="9525">
              <a:noFill/>
            </a:ln>
          </p:spPr>
          <p:txBody>
            <a:bodyPr/>
            <a:p>
              <a:endParaRPr lang="zh-CN" altLang="en-US"/>
            </a:p>
          </p:txBody>
        </p:sp>
        <p:sp>
          <p:nvSpPr>
            <p:cNvPr id="79313" name="Freeform 601"/>
            <p:cNvSpPr/>
            <p:nvPr/>
          </p:nvSpPr>
          <p:spPr>
            <a:xfrm>
              <a:off x="4517" y="3502"/>
              <a:ext cx="109" cy="26"/>
            </a:xfrm>
            <a:custGeom>
              <a:avLst/>
              <a:gdLst>
                <a:gd name="txL" fmla="*/ 0 w 1088"/>
                <a:gd name="txT" fmla="*/ 0 h 311"/>
                <a:gd name="txR" fmla="*/ 1088 w 1088"/>
                <a:gd name="txB" fmla="*/ 311 h 311"/>
              </a:gdLst>
              <a:ahLst/>
              <a:cxnLst>
                <a:cxn ang="0">
                  <a:pos x="0" y="0"/>
                </a:cxn>
                <a:cxn ang="0">
                  <a:pos x="0" y="0"/>
                </a:cxn>
                <a:cxn ang="0">
                  <a:pos x="0" y="0"/>
                </a:cxn>
                <a:cxn ang="0">
                  <a:pos x="0" y="0"/>
                </a:cxn>
                <a:cxn ang="0">
                  <a:pos x="0" y="0"/>
                </a:cxn>
              </a:cxnLst>
              <a:rect l="txL" t="txT" r="txR" b="txB"/>
              <a:pathLst>
                <a:path w="1088" h="311">
                  <a:moveTo>
                    <a:pt x="39" y="0"/>
                  </a:moveTo>
                  <a:lnTo>
                    <a:pt x="1088" y="260"/>
                  </a:lnTo>
                  <a:lnTo>
                    <a:pt x="1055" y="311"/>
                  </a:lnTo>
                  <a:lnTo>
                    <a:pt x="0" y="34"/>
                  </a:lnTo>
                  <a:lnTo>
                    <a:pt x="39" y="0"/>
                  </a:lnTo>
                  <a:close/>
                </a:path>
              </a:pathLst>
            </a:custGeom>
            <a:solidFill>
              <a:srgbClr val="7F7F7F">
                <a:alpha val="100000"/>
              </a:srgbClr>
            </a:solidFill>
            <a:ln w="9525">
              <a:noFill/>
            </a:ln>
          </p:spPr>
          <p:txBody>
            <a:bodyPr/>
            <a:p>
              <a:endParaRPr lang="zh-CN" altLang="en-US"/>
            </a:p>
          </p:txBody>
        </p:sp>
        <p:sp>
          <p:nvSpPr>
            <p:cNvPr id="79314" name="Freeform 602"/>
            <p:cNvSpPr/>
            <p:nvPr/>
          </p:nvSpPr>
          <p:spPr>
            <a:xfrm>
              <a:off x="4534" y="3526"/>
              <a:ext cx="16" cy="6"/>
            </a:xfrm>
            <a:custGeom>
              <a:avLst/>
              <a:gdLst>
                <a:gd name="txL" fmla="*/ 0 w 164"/>
                <a:gd name="txT" fmla="*/ 0 h 72"/>
                <a:gd name="txR" fmla="*/ 164 w 164"/>
                <a:gd name="txB" fmla="*/ 72 h 7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alpha val="100000"/>
              </a:srgbClr>
            </a:solidFill>
            <a:ln w="9525">
              <a:noFill/>
            </a:ln>
          </p:spPr>
          <p:txBody>
            <a:bodyPr/>
            <a:p>
              <a:endParaRPr lang="zh-CN" altLang="en-US"/>
            </a:p>
          </p:txBody>
        </p:sp>
        <p:sp>
          <p:nvSpPr>
            <p:cNvPr id="79315" name="Freeform 604"/>
            <p:cNvSpPr/>
            <p:nvPr/>
          </p:nvSpPr>
          <p:spPr>
            <a:xfrm>
              <a:off x="4537" y="3483"/>
              <a:ext cx="15" cy="9"/>
            </a:xfrm>
            <a:custGeom>
              <a:avLst/>
              <a:gdLst>
                <a:gd name="txL" fmla="*/ 0 w 146"/>
                <a:gd name="txT" fmla="*/ 0 h 109"/>
                <a:gd name="txR" fmla="*/ 146 w 146"/>
                <a:gd name="txB" fmla="*/ 109 h 10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alpha val="100000"/>
              </a:srgbClr>
            </a:solidFill>
            <a:ln w="9525">
              <a:noFill/>
            </a:ln>
          </p:spPr>
          <p:txBody>
            <a:bodyPr/>
            <a:p>
              <a:endParaRPr lang="zh-CN" altLang="en-US"/>
            </a:p>
          </p:txBody>
        </p:sp>
        <p:sp>
          <p:nvSpPr>
            <p:cNvPr id="79316" name="Freeform 605"/>
            <p:cNvSpPr/>
            <p:nvPr/>
          </p:nvSpPr>
          <p:spPr>
            <a:xfrm>
              <a:off x="4620" y="3499"/>
              <a:ext cx="15" cy="9"/>
            </a:xfrm>
            <a:custGeom>
              <a:avLst/>
              <a:gdLst>
                <a:gd name="txL" fmla="*/ 0 w 146"/>
                <a:gd name="txT" fmla="*/ 0 h 107"/>
                <a:gd name="txR" fmla="*/ 146 w 146"/>
                <a:gd name="txB" fmla="*/ 107 h 10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alpha val="100000"/>
              </a:srgbClr>
            </a:solidFill>
            <a:ln w="9525">
              <a:noFill/>
            </a:ln>
          </p:spPr>
          <p:txBody>
            <a:bodyPr/>
            <a:p>
              <a:endParaRPr lang="zh-CN" altLang="en-US"/>
            </a:p>
          </p:txBody>
        </p:sp>
        <p:sp>
          <p:nvSpPr>
            <p:cNvPr id="79317" name="Freeform 606"/>
            <p:cNvSpPr/>
            <p:nvPr/>
          </p:nvSpPr>
          <p:spPr>
            <a:xfrm>
              <a:off x="4553" y="3485"/>
              <a:ext cx="63" cy="16"/>
            </a:xfrm>
            <a:custGeom>
              <a:avLst/>
              <a:gdLst>
                <a:gd name="txL" fmla="*/ 0 w 629"/>
                <a:gd name="txT" fmla="*/ 0 h 182"/>
                <a:gd name="txR" fmla="*/ 629 w 629"/>
                <a:gd name="txB" fmla="*/ 182 h 182"/>
              </a:gdLst>
              <a:ahLst/>
              <a:cxnLst>
                <a:cxn ang="0">
                  <a:pos x="0" y="0"/>
                </a:cxn>
                <a:cxn ang="0">
                  <a:pos x="0" y="0"/>
                </a:cxn>
                <a:cxn ang="0">
                  <a:pos x="0" y="0"/>
                </a:cxn>
                <a:cxn ang="0">
                  <a:pos x="0" y="0"/>
                </a:cxn>
                <a:cxn ang="0">
                  <a:pos x="0" y="0"/>
                </a:cxn>
              </a:cxnLst>
              <a:rect l="txL" t="txT" r="txR" b="txB"/>
              <a:pathLst>
                <a:path w="629" h="182">
                  <a:moveTo>
                    <a:pt x="0" y="40"/>
                  </a:moveTo>
                  <a:lnTo>
                    <a:pt x="601" y="182"/>
                  </a:lnTo>
                  <a:lnTo>
                    <a:pt x="629" y="142"/>
                  </a:lnTo>
                  <a:lnTo>
                    <a:pt x="29" y="0"/>
                  </a:lnTo>
                  <a:lnTo>
                    <a:pt x="0" y="40"/>
                  </a:lnTo>
                  <a:close/>
                </a:path>
              </a:pathLst>
            </a:custGeom>
            <a:solidFill>
              <a:schemeClr val="folHlink">
                <a:alpha val="100000"/>
              </a:schemeClr>
            </a:solidFill>
            <a:ln w="9525">
              <a:noFill/>
            </a:ln>
          </p:spPr>
          <p:txBody>
            <a:bodyPr/>
            <a:p>
              <a:endParaRPr lang="zh-CN" altLang="en-US"/>
            </a:p>
          </p:txBody>
        </p:sp>
        <p:sp>
          <p:nvSpPr>
            <p:cNvPr id="79318" name="Freeform 607"/>
            <p:cNvSpPr/>
            <p:nvPr/>
          </p:nvSpPr>
          <p:spPr>
            <a:xfrm>
              <a:off x="4553" y="3492"/>
              <a:ext cx="60" cy="14"/>
            </a:xfrm>
            <a:custGeom>
              <a:avLst/>
              <a:gdLst>
                <a:gd name="txL" fmla="*/ 0 w 606"/>
                <a:gd name="txT" fmla="*/ 0 h 170"/>
                <a:gd name="txR" fmla="*/ 606 w 606"/>
                <a:gd name="txB" fmla="*/ 170 h 170"/>
              </a:gdLst>
              <a:ahLst/>
              <a:cxnLst>
                <a:cxn ang="0">
                  <a:pos x="0" y="0"/>
                </a:cxn>
                <a:cxn ang="0">
                  <a:pos x="0" y="0"/>
                </a:cxn>
                <a:cxn ang="0">
                  <a:pos x="0" y="0"/>
                </a:cxn>
                <a:cxn ang="0">
                  <a:pos x="0" y="0"/>
                </a:cxn>
                <a:cxn ang="0">
                  <a:pos x="0" y="0"/>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79319" name="Freeform 608"/>
            <p:cNvSpPr/>
            <p:nvPr/>
          </p:nvSpPr>
          <p:spPr>
            <a:xfrm>
              <a:off x="4553" y="3482"/>
              <a:ext cx="60" cy="14"/>
            </a:xfrm>
            <a:custGeom>
              <a:avLst/>
              <a:gdLst>
                <a:gd name="txL" fmla="*/ 0 w 606"/>
                <a:gd name="txT" fmla="*/ 0 h 170"/>
                <a:gd name="txR" fmla="*/ 606 w 606"/>
                <a:gd name="txB" fmla="*/ 170 h 170"/>
              </a:gdLst>
              <a:ahLst/>
              <a:cxnLst>
                <a:cxn ang="0">
                  <a:pos x="0" y="0"/>
                </a:cxn>
                <a:cxn ang="0">
                  <a:pos x="0" y="0"/>
                </a:cxn>
                <a:cxn ang="0">
                  <a:pos x="0" y="0"/>
                </a:cxn>
                <a:cxn ang="0">
                  <a:pos x="0" y="0"/>
                </a:cxn>
                <a:cxn ang="0">
                  <a:pos x="0" y="0"/>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grpSp>
      <p:grpSp>
        <p:nvGrpSpPr>
          <p:cNvPr id="78987" name="Group 610"/>
          <p:cNvGrpSpPr/>
          <p:nvPr/>
        </p:nvGrpSpPr>
        <p:grpSpPr>
          <a:xfrm>
            <a:off x="6646863" y="5322888"/>
            <a:ext cx="273050" cy="341312"/>
            <a:chOff x="4475" y="3342"/>
            <a:chExt cx="172" cy="215"/>
          </a:xfrm>
        </p:grpSpPr>
        <p:sp>
          <p:nvSpPr>
            <p:cNvPr id="79258" name="AutoShape 611"/>
            <p:cNvSpPr>
              <a:spLocks noChangeAspect="1" noTextEdit="1"/>
            </p:cNvSpPr>
            <p:nvPr/>
          </p:nvSpPr>
          <p:spPr>
            <a:xfrm>
              <a:off x="4500" y="3398"/>
              <a:ext cx="147" cy="159"/>
            </a:xfrm>
            <a:prstGeom prst="rect">
              <a:avLst/>
            </a:prstGeom>
            <a:noFill/>
            <a:ln w="9525">
              <a:noFill/>
            </a:ln>
          </p:spPr>
          <p:txBody>
            <a:bodyPr/>
            <a:p>
              <a:endParaRPr lang="zh-CN" altLang="en-US"/>
            </a:p>
          </p:txBody>
        </p:sp>
        <p:sp>
          <p:nvSpPr>
            <p:cNvPr id="79259" name="Freeform 612"/>
            <p:cNvSpPr/>
            <p:nvPr/>
          </p:nvSpPr>
          <p:spPr>
            <a:xfrm>
              <a:off x="4501" y="3398"/>
              <a:ext cx="146" cy="159"/>
            </a:xfrm>
            <a:custGeom>
              <a:avLst/>
              <a:gdLst>
                <a:gd name="txL" fmla="*/ 0 w 1894"/>
                <a:gd name="txT" fmla="*/ 0 h 1904"/>
                <a:gd name="txR" fmla="*/ 1894 w 1894"/>
                <a:gd name="txB" fmla="*/ 1904 h 19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alpha val="100000"/>
              </a:scheme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260" name="Freeform 613"/>
            <p:cNvSpPr/>
            <p:nvPr/>
          </p:nvSpPr>
          <p:spPr>
            <a:xfrm>
              <a:off x="4519" y="3499"/>
              <a:ext cx="85" cy="27"/>
            </a:xfrm>
            <a:custGeom>
              <a:avLst/>
              <a:gdLst>
                <a:gd name="txL" fmla="*/ 0 w 1106"/>
                <a:gd name="txT" fmla="*/ 0 h 331"/>
                <a:gd name="txR" fmla="*/ 1106 w 1106"/>
                <a:gd name="txB" fmla="*/ 331 h 331"/>
              </a:gdLst>
              <a:ahLst/>
              <a:cxnLst>
                <a:cxn ang="0">
                  <a:pos x="0" y="0"/>
                </a:cxn>
                <a:cxn ang="0">
                  <a:pos x="0" y="0"/>
                </a:cxn>
                <a:cxn ang="0">
                  <a:pos x="0" y="0"/>
                </a:cxn>
                <a:cxn ang="0">
                  <a:pos x="0" y="0"/>
                </a:cxn>
                <a:cxn ang="0">
                  <a:pos x="0" y="0"/>
                </a:cxn>
              </a:cxnLst>
              <a:rect l="txL" t="txT" r="txR" b="txB"/>
              <a:pathLst>
                <a:path w="1106" h="331">
                  <a:moveTo>
                    <a:pt x="40" y="0"/>
                  </a:moveTo>
                  <a:lnTo>
                    <a:pt x="1106" y="277"/>
                  </a:lnTo>
                  <a:lnTo>
                    <a:pt x="1071" y="331"/>
                  </a:lnTo>
                  <a:lnTo>
                    <a:pt x="0" y="36"/>
                  </a:lnTo>
                  <a:lnTo>
                    <a:pt x="40" y="0"/>
                  </a:lnTo>
                  <a:close/>
                </a:path>
              </a:pathLst>
            </a:custGeom>
            <a:solidFill>
              <a:srgbClr val="7F7F7F">
                <a:alpha val="100000"/>
              </a:srgbClr>
            </a:solidFill>
            <a:ln w="9525">
              <a:noFill/>
            </a:ln>
          </p:spPr>
          <p:txBody>
            <a:bodyPr/>
            <a:p>
              <a:endParaRPr lang="zh-CN" altLang="en-US"/>
            </a:p>
          </p:txBody>
        </p:sp>
        <p:sp>
          <p:nvSpPr>
            <p:cNvPr id="79261" name="Freeform 614"/>
            <p:cNvSpPr/>
            <p:nvPr/>
          </p:nvSpPr>
          <p:spPr>
            <a:xfrm>
              <a:off x="4505" y="3511"/>
              <a:ext cx="99" cy="42"/>
            </a:xfrm>
            <a:custGeom>
              <a:avLst/>
              <a:gdLst>
                <a:gd name="txL" fmla="*/ 0 w 1285"/>
                <a:gd name="txT" fmla="*/ 0 h 505"/>
                <a:gd name="txR" fmla="*/ 1285 w 1285"/>
                <a:gd name="txB" fmla="*/ 505 h 50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alpha val="100000"/>
              </a:schemeClr>
            </a:solidFill>
            <a:ln w="9525">
              <a:noFill/>
            </a:ln>
          </p:spPr>
          <p:txBody>
            <a:bodyPr/>
            <a:p>
              <a:endParaRPr lang="zh-CN" altLang="en-US"/>
            </a:p>
          </p:txBody>
        </p:sp>
        <p:sp>
          <p:nvSpPr>
            <p:cNvPr id="79262" name="AutoShape 615"/>
            <p:cNvSpPr>
              <a:spLocks noChangeAspect="1" noTextEdit="1"/>
            </p:cNvSpPr>
            <p:nvPr/>
          </p:nvSpPr>
          <p:spPr>
            <a:xfrm>
              <a:off x="4475" y="3342"/>
              <a:ext cx="160" cy="189"/>
            </a:xfrm>
            <a:prstGeom prst="rect">
              <a:avLst/>
            </a:prstGeom>
            <a:noFill/>
            <a:ln w="9525">
              <a:noFill/>
            </a:ln>
          </p:spPr>
          <p:txBody>
            <a:bodyPr/>
            <a:p>
              <a:endParaRPr lang="zh-CN" altLang="en-US"/>
            </a:p>
          </p:txBody>
        </p:sp>
        <p:sp>
          <p:nvSpPr>
            <p:cNvPr id="79263" name="Freeform 616"/>
            <p:cNvSpPr/>
            <p:nvPr/>
          </p:nvSpPr>
          <p:spPr>
            <a:xfrm>
              <a:off x="4508" y="3354"/>
              <a:ext cx="23" cy="31"/>
            </a:xfrm>
            <a:custGeom>
              <a:avLst/>
              <a:gdLst>
                <a:gd name="txL" fmla="*/ 0 w 179"/>
                <a:gd name="txT" fmla="*/ 0 h 216"/>
                <a:gd name="txR" fmla="*/ 179 w 179"/>
                <a:gd name="txB" fmla="*/ 216 h 21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264" name="Freeform 617"/>
            <p:cNvSpPr/>
            <p:nvPr/>
          </p:nvSpPr>
          <p:spPr>
            <a:xfrm>
              <a:off x="4547" y="3353"/>
              <a:ext cx="14" cy="24"/>
            </a:xfrm>
            <a:custGeom>
              <a:avLst/>
              <a:gdLst>
                <a:gd name="txL" fmla="*/ 0 w 114"/>
                <a:gd name="txT" fmla="*/ 0 h 168"/>
                <a:gd name="txR" fmla="*/ 114 w 114"/>
                <a:gd name="txB" fmla="*/ 168 h 1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alpha val="100000"/>
              </a:srgbClr>
            </a:solidFill>
            <a:ln w="9525">
              <a:noFill/>
            </a:ln>
          </p:spPr>
          <p:txBody>
            <a:bodyPr/>
            <a:p>
              <a:endParaRPr lang="zh-CN" altLang="en-US"/>
            </a:p>
          </p:txBody>
        </p:sp>
        <p:sp>
          <p:nvSpPr>
            <p:cNvPr id="79265" name="Freeform 618"/>
            <p:cNvSpPr/>
            <p:nvPr/>
          </p:nvSpPr>
          <p:spPr>
            <a:xfrm>
              <a:off x="4494" y="3348"/>
              <a:ext cx="37" cy="50"/>
            </a:xfrm>
            <a:custGeom>
              <a:avLst/>
              <a:gdLst>
                <a:gd name="txL" fmla="*/ 0 w 289"/>
                <a:gd name="txT" fmla="*/ 0 h 351"/>
                <a:gd name="txR" fmla="*/ 289 w 289"/>
                <a:gd name="txB" fmla="*/ 351 h 35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alpha val="100000"/>
              </a:srgbClr>
            </a:solidFill>
            <a:ln w="9525">
              <a:noFill/>
            </a:ln>
          </p:spPr>
          <p:txBody>
            <a:bodyPr/>
            <a:p>
              <a:endParaRPr lang="zh-CN" altLang="en-US"/>
            </a:p>
          </p:txBody>
        </p:sp>
        <p:sp>
          <p:nvSpPr>
            <p:cNvPr id="79266" name="Freeform 619"/>
            <p:cNvSpPr/>
            <p:nvPr/>
          </p:nvSpPr>
          <p:spPr>
            <a:xfrm>
              <a:off x="4545" y="3346"/>
              <a:ext cx="32" cy="34"/>
            </a:xfrm>
            <a:custGeom>
              <a:avLst/>
              <a:gdLst>
                <a:gd name="txL" fmla="*/ 0 w 254"/>
                <a:gd name="txT" fmla="*/ 0 h 234"/>
                <a:gd name="txR" fmla="*/ 254 w 254"/>
                <a:gd name="txB" fmla="*/ 234 h 23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alpha val="100000"/>
              </a:srgbClr>
            </a:solidFill>
            <a:ln w="9525">
              <a:noFill/>
            </a:ln>
          </p:spPr>
          <p:txBody>
            <a:bodyPr/>
            <a:p>
              <a:endParaRPr lang="zh-CN" altLang="en-US"/>
            </a:p>
          </p:txBody>
        </p:sp>
        <p:sp>
          <p:nvSpPr>
            <p:cNvPr id="79267" name="Freeform 620"/>
            <p:cNvSpPr/>
            <p:nvPr/>
          </p:nvSpPr>
          <p:spPr>
            <a:xfrm>
              <a:off x="4481" y="3362"/>
              <a:ext cx="13" cy="31"/>
            </a:xfrm>
            <a:custGeom>
              <a:avLst/>
              <a:gdLst>
                <a:gd name="txL" fmla="*/ 0 w 103"/>
                <a:gd name="txT" fmla="*/ 0 h 221"/>
                <a:gd name="txR" fmla="*/ 103 w 103"/>
                <a:gd name="txB" fmla="*/ 221 h 22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alpha val="100000"/>
              </a:srgbClr>
            </a:solidFill>
            <a:ln w="9525">
              <a:noFill/>
            </a:ln>
          </p:spPr>
          <p:txBody>
            <a:bodyPr/>
            <a:p>
              <a:endParaRPr lang="zh-CN" altLang="en-US"/>
            </a:p>
          </p:txBody>
        </p:sp>
        <p:sp>
          <p:nvSpPr>
            <p:cNvPr id="79268" name="Freeform 621"/>
            <p:cNvSpPr/>
            <p:nvPr/>
          </p:nvSpPr>
          <p:spPr>
            <a:xfrm>
              <a:off x="4571" y="3344"/>
              <a:ext cx="28" cy="41"/>
            </a:xfrm>
            <a:custGeom>
              <a:avLst/>
              <a:gdLst>
                <a:gd name="txL" fmla="*/ 0 w 221"/>
                <a:gd name="txT" fmla="*/ 0 h 288"/>
                <a:gd name="txR" fmla="*/ 221 w 221"/>
                <a:gd name="txB" fmla="*/ 288 h 28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alpha val="100000"/>
              </a:srgbClr>
            </a:solidFill>
            <a:ln w="9525">
              <a:noFill/>
            </a:ln>
          </p:spPr>
          <p:txBody>
            <a:bodyPr/>
            <a:p>
              <a:endParaRPr lang="zh-CN" altLang="en-US"/>
            </a:p>
          </p:txBody>
        </p:sp>
        <p:sp>
          <p:nvSpPr>
            <p:cNvPr id="79269" name="Freeform 622"/>
            <p:cNvSpPr/>
            <p:nvPr/>
          </p:nvSpPr>
          <p:spPr>
            <a:xfrm>
              <a:off x="4541" y="3392"/>
              <a:ext cx="9" cy="25"/>
            </a:xfrm>
            <a:custGeom>
              <a:avLst/>
              <a:gdLst>
                <a:gd name="txL" fmla="*/ 0 w 74"/>
                <a:gd name="txT" fmla="*/ 0 h 174"/>
                <a:gd name="txR" fmla="*/ 74 w 74"/>
                <a:gd name="txB" fmla="*/ 174 h 17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alpha val="100000"/>
              </a:srgbClr>
            </a:solidFill>
            <a:ln w="9525">
              <a:noFill/>
            </a:ln>
          </p:spPr>
          <p:txBody>
            <a:bodyPr/>
            <a:p>
              <a:endParaRPr lang="zh-CN" altLang="en-US"/>
            </a:p>
          </p:txBody>
        </p:sp>
        <p:sp>
          <p:nvSpPr>
            <p:cNvPr id="79270" name="Freeform 623"/>
            <p:cNvSpPr/>
            <p:nvPr/>
          </p:nvSpPr>
          <p:spPr>
            <a:xfrm>
              <a:off x="4537" y="3379"/>
              <a:ext cx="5" cy="12"/>
            </a:xfrm>
            <a:custGeom>
              <a:avLst/>
              <a:gdLst>
                <a:gd name="txL" fmla="*/ 0 w 39"/>
                <a:gd name="txT" fmla="*/ 0 h 87"/>
                <a:gd name="txR" fmla="*/ 39 w 39"/>
                <a:gd name="txB" fmla="*/ 87 h 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alpha val="100000"/>
              </a:srgbClr>
            </a:solidFill>
            <a:ln w="9525">
              <a:noFill/>
            </a:ln>
          </p:spPr>
          <p:txBody>
            <a:bodyPr/>
            <a:p>
              <a:endParaRPr lang="zh-CN" altLang="en-US"/>
            </a:p>
          </p:txBody>
        </p:sp>
        <p:sp>
          <p:nvSpPr>
            <p:cNvPr id="79271" name="Freeform 624"/>
            <p:cNvSpPr/>
            <p:nvPr/>
          </p:nvSpPr>
          <p:spPr>
            <a:xfrm>
              <a:off x="4533" y="3370"/>
              <a:ext cx="4" cy="7"/>
            </a:xfrm>
            <a:custGeom>
              <a:avLst/>
              <a:gdLst>
                <a:gd name="txL" fmla="*/ 0 w 34"/>
                <a:gd name="txT" fmla="*/ 0 h 51"/>
                <a:gd name="txR" fmla="*/ 34 w 34"/>
                <a:gd name="txB" fmla="*/ 51 h 5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alpha val="100000"/>
              </a:srgbClr>
            </a:solidFill>
            <a:ln w="9525">
              <a:noFill/>
            </a:ln>
          </p:spPr>
          <p:txBody>
            <a:bodyPr/>
            <a:p>
              <a:endParaRPr lang="zh-CN" altLang="en-US"/>
            </a:p>
          </p:txBody>
        </p:sp>
        <p:sp>
          <p:nvSpPr>
            <p:cNvPr id="79272" name="Freeform 625"/>
            <p:cNvSpPr/>
            <p:nvPr/>
          </p:nvSpPr>
          <p:spPr>
            <a:xfrm>
              <a:off x="4529" y="3364"/>
              <a:ext cx="6" cy="4"/>
            </a:xfrm>
            <a:custGeom>
              <a:avLst/>
              <a:gdLst>
                <a:gd name="txL" fmla="*/ 0 w 46"/>
                <a:gd name="txT" fmla="*/ 0 h 33"/>
                <a:gd name="txR" fmla="*/ 46 w 46"/>
                <a:gd name="txB" fmla="*/ 33 h 3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alpha val="100000"/>
              </a:srgbClr>
            </a:solidFill>
            <a:ln w="9525">
              <a:noFill/>
            </a:ln>
          </p:spPr>
          <p:txBody>
            <a:bodyPr/>
            <a:p>
              <a:endParaRPr lang="zh-CN" altLang="en-US"/>
            </a:p>
          </p:txBody>
        </p:sp>
        <p:sp>
          <p:nvSpPr>
            <p:cNvPr id="79273" name="Freeform 626"/>
            <p:cNvSpPr/>
            <p:nvPr/>
          </p:nvSpPr>
          <p:spPr>
            <a:xfrm>
              <a:off x="4502" y="3356"/>
              <a:ext cx="23" cy="31"/>
            </a:xfrm>
            <a:custGeom>
              <a:avLst/>
              <a:gdLst>
                <a:gd name="txL" fmla="*/ 0 w 177"/>
                <a:gd name="txT" fmla="*/ 0 h 219"/>
                <a:gd name="txR" fmla="*/ 177 w 177"/>
                <a:gd name="txB" fmla="*/ 219 h 21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alpha val="100000"/>
              </a:srgbClr>
            </a:solidFill>
            <a:ln w="9525">
              <a:noFill/>
            </a:ln>
          </p:spPr>
          <p:txBody>
            <a:bodyPr/>
            <a:p>
              <a:endParaRPr lang="zh-CN" altLang="en-US"/>
            </a:p>
          </p:txBody>
        </p:sp>
        <p:sp>
          <p:nvSpPr>
            <p:cNvPr id="79274" name="Freeform 627"/>
            <p:cNvSpPr/>
            <p:nvPr/>
          </p:nvSpPr>
          <p:spPr>
            <a:xfrm>
              <a:off x="4540" y="3355"/>
              <a:ext cx="15" cy="25"/>
            </a:xfrm>
            <a:custGeom>
              <a:avLst/>
              <a:gdLst>
                <a:gd name="txL" fmla="*/ 0 w 115"/>
                <a:gd name="txT" fmla="*/ 0 h 170"/>
                <a:gd name="txR" fmla="*/ 115 w 115"/>
                <a:gd name="txB" fmla="*/ 170 h 17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275" name="Freeform 628"/>
            <p:cNvSpPr/>
            <p:nvPr/>
          </p:nvSpPr>
          <p:spPr>
            <a:xfrm>
              <a:off x="4488" y="3350"/>
              <a:ext cx="36" cy="50"/>
            </a:xfrm>
            <a:custGeom>
              <a:avLst/>
              <a:gdLst>
                <a:gd name="txL" fmla="*/ 0 w 289"/>
                <a:gd name="txT" fmla="*/ 0 h 352"/>
                <a:gd name="txR" fmla="*/ 289 w 289"/>
                <a:gd name="txB" fmla="*/ 352 h 3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276" name="Freeform 629"/>
            <p:cNvSpPr/>
            <p:nvPr/>
          </p:nvSpPr>
          <p:spPr>
            <a:xfrm>
              <a:off x="4539" y="3348"/>
              <a:ext cx="32" cy="34"/>
            </a:xfrm>
            <a:custGeom>
              <a:avLst/>
              <a:gdLst>
                <a:gd name="txL" fmla="*/ 0 w 252"/>
                <a:gd name="txT" fmla="*/ 0 h 235"/>
                <a:gd name="txR" fmla="*/ 252 w 252"/>
                <a:gd name="txB" fmla="*/ 235 h 23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277" name="Freeform 630"/>
            <p:cNvSpPr/>
            <p:nvPr/>
          </p:nvSpPr>
          <p:spPr>
            <a:xfrm>
              <a:off x="4476" y="3366"/>
              <a:ext cx="13" cy="32"/>
            </a:xfrm>
            <a:custGeom>
              <a:avLst/>
              <a:gdLst>
                <a:gd name="txL" fmla="*/ 0 w 103"/>
                <a:gd name="txT" fmla="*/ 0 h 220"/>
                <a:gd name="txR" fmla="*/ 103 w 103"/>
                <a:gd name="txB" fmla="*/ 220 h 22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278" name="Freeform 631"/>
            <p:cNvSpPr/>
            <p:nvPr/>
          </p:nvSpPr>
          <p:spPr>
            <a:xfrm>
              <a:off x="4565" y="3346"/>
              <a:ext cx="28" cy="41"/>
            </a:xfrm>
            <a:custGeom>
              <a:avLst/>
              <a:gdLst>
                <a:gd name="txL" fmla="*/ 0 w 220"/>
                <a:gd name="txT" fmla="*/ 0 h 288"/>
                <a:gd name="txR" fmla="*/ 220 w 220"/>
                <a:gd name="txB" fmla="*/ 288 h 28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279" name="Freeform 632"/>
            <p:cNvSpPr/>
            <p:nvPr/>
          </p:nvSpPr>
          <p:spPr>
            <a:xfrm>
              <a:off x="4538" y="3409"/>
              <a:ext cx="107" cy="71"/>
            </a:xfrm>
            <a:custGeom>
              <a:avLst/>
              <a:gdLst>
                <a:gd name="txL" fmla="*/ 0 w 1070"/>
                <a:gd name="txT" fmla="*/ 0 h 844"/>
                <a:gd name="txR" fmla="*/ 1070 w 1070"/>
                <a:gd name="txB" fmla="*/ 844 h 844"/>
              </a:gdLst>
              <a:ahLst/>
              <a:cxnLst>
                <a:cxn ang="0">
                  <a:pos x="0" y="0"/>
                </a:cxn>
                <a:cxn ang="0">
                  <a:pos x="0" y="0"/>
                </a:cxn>
                <a:cxn ang="0">
                  <a:pos x="0" y="0"/>
                </a:cxn>
                <a:cxn ang="0">
                  <a:pos x="0" y="0"/>
                </a:cxn>
                <a:cxn ang="0">
                  <a:pos x="0" y="0"/>
                </a:cxn>
              </a:cxnLst>
              <a:rect l="txL" t="txT" r="txR" b="txB"/>
              <a:pathLst>
                <a:path w="1070" h="844">
                  <a:moveTo>
                    <a:pt x="141" y="0"/>
                  </a:moveTo>
                  <a:lnTo>
                    <a:pt x="1070" y="194"/>
                  </a:lnTo>
                  <a:lnTo>
                    <a:pt x="919" y="844"/>
                  </a:lnTo>
                  <a:lnTo>
                    <a:pt x="0" y="624"/>
                  </a:lnTo>
                  <a:lnTo>
                    <a:pt x="141" y="0"/>
                  </a:lnTo>
                  <a:close/>
                </a:path>
              </a:pathLst>
            </a:custGeom>
            <a:solidFill>
              <a:schemeClr val="folHlink">
                <a:alpha val="100000"/>
              </a:schemeClr>
            </a:solidFill>
            <a:ln w="9525">
              <a:noFill/>
            </a:ln>
          </p:spPr>
          <p:txBody>
            <a:bodyPr/>
            <a:p>
              <a:endParaRPr lang="zh-CN" altLang="en-US"/>
            </a:p>
          </p:txBody>
        </p:sp>
        <p:sp>
          <p:nvSpPr>
            <p:cNvPr id="79280" name="Freeform 633"/>
            <p:cNvSpPr/>
            <p:nvPr/>
          </p:nvSpPr>
          <p:spPr>
            <a:xfrm>
              <a:off x="4547" y="3411"/>
              <a:ext cx="82" cy="28"/>
            </a:xfrm>
            <a:custGeom>
              <a:avLst/>
              <a:gdLst>
                <a:gd name="txL" fmla="*/ 0 w 819"/>
                <a:gd name="txT" fmla="*/ 0 h 333"/>
                <a:gd name="txR" fmla="*/ 819 w 819"/>
                <a:gd name="txB" fmla="*/ 333 h 333"/>
              </a:gdLst>
              <a:ahLst/>
              <a:cxnLst>
                <a:cxn ang="0">
                  <a:pos x="0" y="0"/>
                </a:cxn>
                <a:cxn ang="0">
                  <a:pos x="0" y="0"/>
                </a:cxn>
                <a:cxn ang="0">
                  <a:pos x="0" y="0"/>
                </a:cxn>
                <a:cxn ang="0">
                  <a:pos x="0" y="0"/>
                </a:cxn>
                <a:cxn ang="0">
                  <a:pos x="0" y="0"/>
                </a:cxn>
              </a:cxnLst>
              <a:rect l="txL" t="txT" r="txR" b="txB"/>
              <a:pathLst>
                <a:path w="819" h="333">
                  <a:moveTo>
                    <a:pt x="97" y="0"/>
                  </a:moveTo>
                  <a:lnTo>
                    <a:pt x="819" y="139"/>
                  </a:lnTo>
                  <a:lnTo>
                    <a:pt x="172" y="98"/>
                  </a:lnTo>
                  <a:lnTo>
                    <a:pt x="0" y="333"/>
                  </a:lnTo>
                  <a:lnTo>
                    <a:pt x="97" y="0"/>
                  </a:lnTo>
                  <a:close/>
                </a:path>
              </a:pathLst>
            </a:custGeom>
            <a:solidFill>
              <a:srgbClr val="FFFFFF">
                <a:alpha val="100000"/>
              </a:srgbClr>
            </a:solidFill>
            <a:ln w="9525">
              <a:noFill/>
            </a:ln>
          </p:spPr>
          <p:txBody>
            <a:bodyPr/>
            <a:p>
              <a:endParaRPr lang="zh-CN" altLang="en-US"/>
            </a:p>
          </p:txBody>
        </p:sp>
        <p:sp>
          <p:nvSpPr>
            <p:cNvPr id="79281" name="Freeform 634"/>
            <p:cNvSpPr/>
            <p:nvPr/>
          </p:nvSpPr>
          <p:spPr>
            <a:xfrm>
              <a:off x="4527" y="3494"/>
              <a:ext cx="108" cy="26"/>
            </a:xfrm>
            <a:custGeom>
              <a:avLst/>
              <a:gdLst>
                <a:gd name="txL" fmla="*/ 0 w 1083"/>
                <a:gd name="txT" fmla="*/ 0 h 306"/>
                <a:gd name="txR" fmla="*/ 1083 w 1083"/>
                <a:gd name="txB" fmla="*/ 306 h 306"/>
              </a:gdLst>
              <a:ahLst/>
              <a:cxnLst>
                <a:cxn ang="0">
                  <a:pos x="0" y="0"/>
                </a:cxn>
                <a:cxn ang="0">
                  <a:pos x="0" y="0"/>
                </a:cxn>
                <a:cxn ang="0">
                  <a:pos x="0" y="0"/>
                </a:cxn>
                <a:cxn ang="0">
                  <a:pos x="0" y="0"/>
                </a:cxn>
                <a:cxn ang="0">
                  <a:pos x="0" y="0"/>
                </a:cxn>
              </a:cxnLst>
              <a:rect l="txL" t="txT" r="txR" b="txB"/>
              <a:pathLst>
                <a:path w="1083" h="306">
                  <a:moveTo>
                    <a:pt x="34" y="0"/>
                  </a:moveTo>
                  <a:lnTo>
                    <a:pt x="1083" y="261"/>
                  </a:lnTo>
                  <a:lnTo>
                    <a:pt x="1055" y="306"/>
                  </a:lnTo>
                  <a:lnTo>
                    <a:pt x="0" y="28"/>
                  </a:lnTo>
                  <a:lnTo>
                    <a:pt x="34" y="0"/>
                  </a:lnTo>
                  <a:close/>
                </a:path>
              </a:pathLst>
            </a:custGeom>
            <a:solidFill>
              <a:srgbClr val="7F7F7F">
                <a:alpha val="100000"/>
              </a:srgbClr>
            </a:solidFill>
            <a:ln w="9525">
              <a:noFill/>
            </a:ln>
          </p:spPr>
          <p:txBody>
            <a:bodyPr/>
            <a:p>
              <a:endParaRPr lang="zh-CN" altLang="en-US"/>
            </a:p>
          </p:txBody>
        </p:sp>
        <p:sp>
          <p:nvSpPr>
            <p:cNvPr id="79282" name="Freeform 635"/>
            <p:cNvSpPr/>
            <p:nvPr/>
          </p:nvSpPr>
          <p:spPr>
            <a:xfrm>
              <a:off x="4517" y="3502"/>
              <a:ext cx="109" cy="26"/>
            </a:xfrm>
            <a:custGeom>
              <a:avLst/>
              <a:gdLst>
                <a:gd name="txL" fmla="*/ 0 w 1088"/>
                <a:gd name="txT" fmla="*/ 0 h 311"/>
                <a:gd name="txR" fmla="*/ 1088 w 1088"/>
                <a:gd name="txB" fmla="*/ 311 h 311"/>
              </a:gdLst>
              <a:ahLst/>
              <a:cxnLst>
                <a:cxn ang="0">
                  <a:pos x="0" y="0"/>
                </a:cxn>
                <a:cxn ang="0">
                  <a:pos x="0" y="0"/>
                </a:cxn>
                <a:cxn ang="0">
                  <a:pos x="0" y="0"/>
                </a:cxn>
                <a:cxn ang="0">
                  <a:pos x="0" y="0"/>
                </a:cxn>
                <a:cxn ang="0">
                  <a:pos x="0" y="0"/>
                </a:cxn>
              </a:cxnLst>
              <a:rect l="txL" t="txT" r="txR" b="txB"/>
              <a:pathLst>
                <a:path w="1088" h="311">
                  <a:moveTo>
                    <a:pt x="39" y="0"/>
                  </a:moveTo>
                  <a:lnTo>
                    <a:pt x="1088" y="260"/>
                  </a:lnTo>
                  <a:lnTo>
                    <a:pt x="1055" y="311"/>
                  </a:lnTo>
                  <a:lnTo>
                    <a:pt x="0" y="34"/>
                  </a:lnTo>
                  <a:lnTo>
                    <a:pt x="39" y="0"/>
                  </a:lnTo>
                  <a:close/>
                </a:path>
              </a:pathLst>
            </a:custGeom>
            <a:solidFill>
              <a:srgbClr val="7F7F7F">
                <a:alpha val="100000"/>
              </a:srgbClr>
            </a:solidFill>
            <a:ln w="9525">
              <a:noFill/>
            </a:ln>
          </p:spPr>
          <p:txBody>
            <a:bodyPr/>
            <a:p>
              <a:endParaRPr lang="zh-CN" altLang="en-US"/>
            </a:p>
          </p:txBody>
        </p:sp>
        <p:sp>
          <p:nvSpPr>
            <p:cNvPr id="79283" name="Freeform 636"/>
            <p:cNvSpPr/>
            <p:nvPr/>
          </p:nvSpPr>
          <p:spPr>
            <a:xfrm>
              <a:off x="4534" y="3526"/>
              <a:ext cx="16" cy="6"/>
            </a:xfrm>
            <a:custGeom>
              <a:avLst/>
              <a:gdLst>
                <a:gd name="txL" fmla="*/ 0 w 164"/>
                <a:gd name="txT" fmla="*/ 0 h 72"/>
                <a:gd name="txR" fmla="*/ 164 w 164"/>
                <a:gd name="txB" fmla="*/ 72 h 7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alpha val="100000"/>
              </a:srgbClr>
            </a:solidFill>
            <a:ln w="9525">
              <a:noFill/>
            </a:ln>
          </p:spPr>
          <p:txBody>
            <a:bodyPr/>
            <a:p>
              <a:endParaRPr lang="zh-CN" altLang="en-US"/>
            </a:p>
          </p:txBody>
        </p:sp>
        <p:sp>
          <p:nvSpPr>
            <p:cNvPr id="79284" name="Freeform 637"/>
            <p:cNvSpPr/>
            <p:nvPr/>
          </p:nvSpPr>
          <p:spPr>
            <a:xfrm>
              <a:off x="4537" y="3483"/>
              <a:ext cx="15" cy="9"/>
            </a:xfrm>
            <a:custGeom>
              <a:avLst/>
              <a:gdLst>
                <a:gd name="txL" fmla="*/ 0 w 146"/>
                <a:gd name="txT" fmla="*/ 0 h 109"/>
                <a:gd name="txR" fmla="*/ 146 w 146"/>
                <a:gd name="txB" fmla="*/ 109 h 10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alpha val="100000"/>
              </a:srgbClr>
            </a:solidFill>
            <a:ln w="9525">
              <a:noFill/>
            </a:ln>
          </p:spPr>
          <p:txBody>
            <a:bodyPr/>
            <a:p>
              <a:endParaRPr lang="zh-CN" altLang="en-US"/>
            </a:p>
          </p:txBody>
        </p:sp>
        <p:sp>
          <p:nvSpPr>
            <p:cNvPr id="79285" name="Freeform 638"/>
            <p:cNvSpPr/>
            <p:nvPr/>
          </p:nvSpPr>
          <p:spPr>
            <a:xfrm>
              <a:off x="4620" y="3499"/>
              <a:ext cx="15" cy="9"/>
            </a:xfrm>
            <a:custGeom>
              <a:avLst/>
              <a:gdLst>
                <a:gd name="txL" fmla="*/ 0 w 146"/>
                <a:gd name="txT" fmla="*/ 0 h 107"/>
                <a:gd name="txR" fmla="*/ 146 w 146"/>
                <a:gd name="txB" fmla="*/ 107 h 10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alpha val="100000"/>
              </a:srgbClr>
            </a:solidFill>
            <a:ln w="9525">
              <a:noFill/>
            </a:ln>
          </p:spPr>
          <p:txBody>
            <a:bodyPr/>
            <a:p>
              <a:endParaRPr lang="zh-CN" altLang="en-US"/>
            </a:p>
          </p:txBody>
        </p:sp>
        <p:sp>
          <p:nvSpPr>
            <p:cNvPr id="79286" name="Freeform 639"/>
            <p:cNvSpPr/>
            <p:nvPr/>
          </p:nvSpPr>
          <p:spPr>
            <a:xfrm>
              <a:off x="4553" y="3485"/>
              <a:ext cx="63" cy="16"/>
            </a:xfrm>
            <a:custGeom>
              <a:avLst/>
              <a:gdLst>
                <a:gd name="txL" fmla="*/ 0 w 629"/>
                <a:gd name="txT" fmla="*/ 0 h 182"/>
                <a:gd name="txR" fmla="*/ 629 w 629"/>
                <a:gd name="txB" fmla="*/ 182 h 182"/>
              </a:gdLst>
              <a:ahLst/>
              <a:cxnLst>
                <a:cxn ang="0">
                  <a:pos x="0" y="0"/>
                </a:cxn>
                <a:cxn ang="0">
                  <a:pos x="0" y="0"/>
                </a:cxn>
                <a:cxn ang="0">
                  <a:pos x="0" y="0"/>
                </a:cxn>
                <a:cxn ang="0">
                  <a:pos x="0" y="0"/>
                </a:cxn>
                <a:cxn ang="0">
                  <a:pos x="0" y="0"/>
                </a:cxn>
              </a:cxnLst>
              <a:rect l="txL" t="txT" r="txR" b="txB"/>
              <a:pathLst>
                <a:path w="629" h="182">
                  <a:moveTo>
                    <a:pt x="0" y="40"/>
                  </a:moveTo>
                  <a:lnTo>
                    <a:pt x="601" y="182"/>
                  </a:lnTo>
                  <a:lnTo>
                    <a:pt x="629" y="142"/>
                  </a:lnTo>
                  <a:lnTo>
                    <a:pt x="29" y="0"/>
                  </a:lnTo>
                  <a:lnTo>
                    <a:pt x="0" y="40"/>
                  </a:lnTo>
                  <a:close/>
                </a:path>
              </a:pathLst>
            </a:custGeom>
            <a:solidFill>
              <a:schemeClr val="folHlink">
                <a:alpha val="100000"/>
              </a:schemeClr>
            </a:solidFill>
            <a:ln w="9525">
              <a:noFill/>
            </a:ln>
          </p:spPr>
          <p:txBody>
            <a:bodyPr/>
            <a:p>
              <a:endParaRPr lang="zh-CN" altLang="en-US"/>
            </a:p>
          </p:txBody>
        </p:sp>
        <p:sp>
          <p:nvSpPr>
            <p:cNvPr id="79287" name="Freeform 640"/>
            <p:cNvSpPr/>
            <p:nvPr/>
          </p:nvSpPr>
          <p:spPr>
            <a:xfrm>
              <a:off x="4553" y="3492"/>
              <a:ext cx="60" cy="14"/>
            </a:xfrm>
            <a:custGeom>
              <a:avLst/>
              <a:gdLst>
                <a:gd name="txL" fmla="*/ 0 w 606"/>
                <a:gd name="txT" fmla="*/ 0 h 170"/>
                <a:gd name="txR" fmla="*/ 606 w 606"/>
                <a:gd name="txB" fmla="*/ 170 h 170"/>
              </a:gdLst>
              <a:ahLst/>
              <a:cxnLst>
                <a:cxn ang="0">
                  <a:pos x="0" y="0"/>
                </a:cxn>
                <a:cxn ang="0">
                  <a:pos x="0" y="0"/>
                </a:cxn>
                <a:cxn ang="0">
                  <a:pos x="0" y="0"/>
                </a:cxn>
                <a:cxn ang="0">
                  <a:pos x="0" y="0"/>
                </a:cxn>
                <a:cxn ang="0">
                  <a:pos x="0" y="0"/>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79288" name="Freeform 641"/>
            <p:cNvSpPr/>
            <p:nvPr/>
          </p:nvSpPr>
          <p:spPr>
            <a:xfrm>
              <a:off x="4553" y="3482"/>
              <a:ext cx="60" cy="14"/>
            </a:xfrm>
            <a:custGeom>
              <a:avLst/>
              <a:gdLst>
                <a:gd name="txL" fmla="*/ 0 w 606"/>
                <a:gd name="txT" fmla="*/ 0 h 170"/>
                <a:gd name="txR" fmla="*/ 606 w 606"/>
                <a:gd name="txB" fmla="*/ 170 h 170"/>
              </a:gdLst>
              <a:ahLst/>
              <a:cxnLst>
                <a:cxn ang="0">
                  <a:pos x="0" y="0"/>
                </a:cxn>
                <a:cxn ang="0">
                  <a:pos x="0" y="0"/>
                </a:cxn>
                <a:cxn ang="0">
                  <a:pos x="0" y="0"/>
                </a:cxn>
                <a:cxn ang="0">
                  <a:pos x="0" y="0"/>
                </a:cxn>
                <a:cxn ang="0">
                  <a:pos x="0" y="0"/>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grpSp>
      <p:grpSp>
        <p:nvGrpSpPr>
          <p:cNvPr id="78988" name="Group 683"/>
          <p:cNvGrpSpPr/>
          <p:nvPr/>
        </p:nvGrpSpPr>
        <p:grpSpPr>
          <a:xfrm>
            <a:off x="6189663" y="5181600"/>
            <a:ext cx="338137" cy="282575"/>
            <a:chOff x="3899" y="3264"/>
            <a:chExt cx="213" cy="178"/>
          </a:xfrm>
        </p:grpSpPr>
        <p:sp>
          <p:nvSpPr>
            <p:cNvPr id="79219" name="Freeform 644"/>
            <p:cNvSpPr/>
            <p:nvPr/>
          </p:nvSpPr>
          <p:spPr>
            <a:xfrm>
              <a:off x="3899" y="3264"/>
              <a:ext cx="213" cy="178"/>
            </a:xfrm>
            <a:custGeom>
              <a:avLst/>
              <a:gdLst>
                <a:gd name="txL" fmla="*/ 0 w 1913"/>
                <a:gd name="txT" fmla="*/ 0 h 1606"/>
                <a:gd name="txR" fmla="*/ 1913 w 1913"/>
                <a:gd name="txB" fmla="*/ 1606 h 160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alpha val="100000"/>
              </a:schemeClr>
            </a:solidFill>
            <a:ln w="9525">
              <a:noFill/>
            </a:ln>
          </p:spPr>
          <p:txBody>
            <a:bodyPr/>
            <a:p>
              <a:endParaRPr lang="zh-CN" altLang="en-US"/>
            </a:p>
          </p:txBody>
        </p:sp>
        <p:sp>
          <p:nvSpPr>
            <p:cNvPr id="79220" name="Freeform 645"/>
            <p:cNvSpPr/>
            <p:nvPr/>
          </p:nvSpPr>
          <p:spPr>
            <a:xfrm>
              <a:off x="3977" y="3278"/>
              <a:ext cx="68" cy="78"/>
            </a:xfrm>
            <a:custGeom>
              <a:avLst/>
              <a:gdLst>
                <a:gd name="txL" fmla="*/ 0 w 614"/>
                <a:gd name="txT" fmla="*/ 0 h 697"/>
                <a:gd name="txR" fmla="*/ 614 w 614"/>
                <a:gd name="txB" fmla="*/ 697 h 69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alpha val="100000"/>
              </a:srgbClr>
            </a:solidFill>
            <a:ln w="9525">
              <a:noFill/>
            </a:ln>
          </p:spPr>
          <p:txBody>
            <a:bodyPr/>
            <a:p>
              <a:endParaRPr lang="zh-CN" altLang="en-US"/>
            </a:p>
          </p:txBody>
        </p:sp>
        <p:sp>
          <p:nvSpPr>
            <p:cNvPr id="79221" name="Freeform 646"/>
            <p:cNvSpPr/>
            <p:nvPr/>
          </p:nvSpPr>
          <p:spPr>
            <a:xfrm>
              <a:off x="3984" y="3299"/>
              <a:ext cx="113" cy="77"/>
            </a:xfrm>
            <a:custGeom>
              <a:avLst/>
              <a:gdLst>
                <a:gd name="txL" fmla="*/ 0 w 1014"/>
                <a:gd name="txT" fmla="*/ 0 h 693"/>
                <a:gd name="txR" fmla="*/ 1014 w 1014"/>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alpha val="100000"/>
              </a:srgbClr>
            </a:solidFill>
            <a:ln w="9525">
              <a:noFill/>
            </a:ln>
          </p:spPr>
          <p:txBody>
            <a:bodyPr/>
            <a:p>
              <a:endParaRPr lang="zh-CN" altLang="en-US"/>
            </a:p>
          </p:txBody>
        </p:sp>
        <p:sp>
          <p:nvSpPr>
            <p:cNvPr id="79222" name="Freeform 647"/>
            <p:cNvSpPr/>
            <p:nvPr/>
          </p:nvSpPr>
          <p:spPr>
            <a:xfrm>
              <a:off x="3970" y="3375"/>
              <a:ext cx="83" cy="27"/>
            </a:xfrm>
            <a:custGeom>
              <a:avLst/>
              <a:gdLst>
                <a:gd name="txL" fmla="*/ 0 w 745"/>
                <a:gd name="txT" fmla="*/ 0 h 240"/>
                <a:gd name="txR" fmla="*/ 745 w 745"/>
                <a:gd name="txB" fmla="*/ 240 h 240"/>
              </a:gdLst>
              <a:ahLst/>
              <a:cxnLst>
                <a:cxn ang="0">
                  <a:pos x="0" y="0"/>
                </a:cxn>
                <a:cxn ang="0">
                  <a:pos x="0" y="0"/>
                </a:cxn>
                <a:cxn ang="0">
                  <a:pos x="0" y="0"/>
                </a:cxn>
                <a:cxn ang="0">
                  <a:pos x="0" y="0"/>
                </a:cxn>
                <a:cxn ang="0">
                  <a:pos x="0" y="0"/>
                </a:cxn>
              </a:cxnLst>
              <a:rect l="txL" t="txT" r="txR" b="txB"/>
              <a:pathLst>
                <a:path w="745" h="240">
                  <a:moveTo>
                    <a:pt x="745" y="86"/>
                  </a:moveTo>
                  <a:lnTo>
                    <a:pt x="11" y="0"/>
                  </a:lnTo>
                  <a:lnTo>
                    <a:pt x="0" y="86"/>
                  </a:lnTo>
                  <a:lnTo>
                    <a:pt x="722" y="240"/>
                  </a:lnTo>
                  <a:lnTo>
                    <a:pt x="745" y="86"/>
                  </a:lnTo>
                  <a:close/>
                </a:path>
              </a:pathLst>
            </a:custGeom>
            <a:solidFill>
              <a:srgbClr val="DDDDDD">
                <a:alpha val="100000"/>
              </a:srgbClr>
            </a:solidFill>
            <a:ln w="9525">
              <a:noFill/>
            </a:ln>
          </p:spPr>
          <p:txBody>
            <a:bodyPr/>
            <a:p>
              <a:endParaRPr lang="zh-CN" altLang="en-US"/>
            </a:p>
          </p:txBody>
        </p:sp>
        <p:sp>
          <p:nvSpPr>
            <p:cNvPr id="79223" name="Freeform 648"/>
            <p:cNvSpPr/>
            <p:nvPr/>
          </p:nvSpPr>
          <p:spPr>
            <a:xfrm>
              <a:off x="4011" y="3384"/>
              <a:ext cx="36" cy="12"/>
            </a:xfrm>
            <a:custGeom>
              <a:avLst/>
              <a:gdLst>
                <a:gd name="txL" fmla="*/ 0 w 319"/>
                <a:gd name="txT" fmla="*/ 0 h 109"/>
                <a:gd name="txR" fmla="*/ 319 w 319"/>
                <a:gd name="txB" fmla="*/ 109 h 109"/>
              </a:gdLst>
              <a:ahLst/>
              <a:cxnLst>
                <a:cxn ang="0">
                  <a:pos x="0" y="0"/>
                </a:cxn>
                <a:cxn ang="0">
                  <a:pos x="0" y="0"/>
                </a:cxn>
                <a:cxn ang="0">
                  <a:pos x="0" y="0"/>
                </a:cxn>
                <a:cxn ang="0">
                  <a:pos x="0" y="0"/>
                </a:cxn>
                <a:cxn ang="0">
                  <a:pos x="0" y="0"/>
                </a:cxn>
              </a:cxnLst>
              <a:rect l="txL" t="txT" r="txR" b="txB"/>
              <a:pathLst>
                <a:path w="319" h="109">
                  <a:moveTo>
                    <a:pt x="319" y="47"/>
                  </a:moveTo>
                  <a:lnTo>
                    <a:pt x="4" y="0"/>
                  </a:lnTo>
                  <a:lnTo>
                    <a:pt x="0" y="45"/>
                  </a:lnTo>
                  <a:lnTo>
                    <a:pt x="309" y="109"/>
                  </a:lnTo>
                  <a:lnTo>
                    <a:pt x="319" y="47"/>
                  </a:lnTo>
                  <a:close/>
                </a:path>
              </a:pathLst>
            </a:custGeom>
            <a:solidFill>
              <a:srgbClr val="DDDDDD">
                <a:alpha val="100000"/>
              </a:srgbClr>
            </a:solidFill>
            <a:ln w="9525">
              <a:noFill/>
            </a:ln>
          </p:spPr>
          <p:txBody>
            <a:bodyPr/>
            <a:p>
              <a:endParaRPr lang="zh-CN" altLang="en-US"/>
            </a:p>
          </p:txBody>
        </p:sp>
        <p:sp>
          <p:nvSpPr>
            <p:cNvPr id="79224" name="Freeform 649"/>
            <p:cNvSpPr/>
            <p:nvPr/>
          </p:nvSpPr>
          <p:spPr>
            <a:xfrm>
              <a:off x="3975" y="3378"/>
              <a:ext cx="24" cy="9"/>
            </a:xfrm>
            <a:custGeom>
              <a:avLst/>
              <a:gdLst>
                <a:gd name="txL" fmla="*/ 0 w 213"/>
                <a:gd name="txT" fmla="*/ 0 h 81"/>
                <a:gd name="txR" fmla="*/ 213 w 213"/>
                <a:gd name="txB" fmla="*/ 81 h 81"/>
              </a:gdLst>
              <a:ahLst/>
              <a:cxnLst>
                <a:cxn ang="0">
                  <a:pos x="0" y="0"/>
                </a:cxn>
                <a:cxn ang="0">
                  <a:pos x="0" y="0"/>
                </a:cxn>
                <a:cxn ang="0">
                  <a:pos x="0" y="0"/>
                </a:cxn>
                <a:cxn ang="0">
                  <a:pos x="0" y="0"/>
                </a:cxn>
                <a:cxn ang="0">
                  <a:pos x="0" y="0"/>
                </a:cxn>
              </a:cxnLst>
              <a:rect l="txL" t="txT" r="txR" b="txB"/>
              <a:pathLst>
                <a:path w="213" h="81">
                  <a:moveTo>
                    <a:pt x="213" y="37"/>
                  </a:moveTo>
                  <a:lnTo>
                    <a:pt x="0" y="0"/>
                  </a:lnTo>
                  <a:lnTo>
                    <a:pt x="2" y="39"/>
                  </a:lnTo>
                  <a:lnTo>
                    <a:pt x="206" y="81"/>
                  </a:lnTo>
                  <a:lnTo>
                    <a:pt x="213" y="37"/>
                  </a:lnTo>
                  <a:close/>
                </a:path>
              </a:pathLst>
            </a:custGeom>
            <a:solidFill>
              <a:srgbClr val="DDDDDD">
                <a:alpha val="100000"/>
              </a:srgbClr>
            </a:solidFill>
            <a:ln w="9525">
              <a:noFill/>
            </a:ln>
          </p:spPr>
          <p:txBody>
            <a:bodyPr/>
            <a:p>
              <a:endParaRPr lang="zh-CN" altLang="en-US"/>
            </a:p>
          </p:txBody>
        </p:sp>
        <p:sp>
          <p:nvSpPr>
            <p:cNvPr id="79225" name="Freeform 650"/>
            <p:cNvSpPr/>
            <p:nvPr/>
          </p:nvSpPr>
          <p:spPr>
            <a:xfrm>
              <a:off x="3916" y="3386"/>
              <a:ext cx="139" cy="47"/>
            </a:xfrm>
            <a:custGeom>
              <a:avLst/>
              <a:gdLst>
                <a:gd name="txL" fmla="*/ 0 w 1254"/>
                <a:gd name="txT" fmla="*/ 0 h 415"/>
                <a:gd name="txR" fmla="*/ 1254 w 1254"/>
                <a:gd name="txB" fmla="*/ 415 h 41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alpha val="100000"/>
              </a:srgbClr>
            </a:solidFill>
            <a:ln w="9525">
              <a:noFill/>
            </a:ln>
          </p:spPr>
          <p:txBody>
            <a:bodyPr/>
            <a:p>
              <a:endParaRPr lang="zh-CN" altLang="en-US"/>
            </a:p>
          </p:txBody>
        </p:sp>
        <p:sp>
          <p:nvSpPr>
            <p:cNvPr id="79226" name="Freeform 651"/>
            <p:cNvSpPr/>
            <p:nvPr/>
          </p:nvSpPr>
          <p:spPr>
            <a:xfrm>
              <a:off x="4055" y="3381"/>
              <a:ext cx="49" cy="22"/>
            </a:xfrm>
            <a:custGeom>
              <a:avLst/>
              <a:gdLst>
                <a:gd name="txL" fmla="*/ 0 w 447"/>
                <a:gd name="txT" fmla="*/ 0 h 198"/>
                <a:gd name="txR" fmla="*/ 447 w 447"/>
                <a:gd name="txB" fmla="*/ 198 h 198"/>
              </a:gdLst>
              <a:ahLst/>
              <a:cxnLst>
                <a:cxn ang="0">
                  <a:pos x="0" y="0"/>
                </a:cxn>
                <a:cxn ang="0">
                  <a:pos x="0" y="0"/>
                </a:cxn>
                <a:cxn ang="0">
                  <a:pos x="0" y="0"/>
                </a:cxn>
                <a:cxn ang="0">
                  <a:pos x="0" y="0"/>
                </a:cxn>
                <a:cxn ang="0">
                  <a:pos x="0" y="0"/>
                </a:cxn>
                <a:cxn ang="0">
                  <a:pos x="0" y="0"/>
                </a:cxn>
              </a:cxnLst>
              <a:rect l="txL" t="txT" r="txR" b="txB"/>
              <a:pathLst>
                <a:path w="447" h="198">
                  <a:moveTo>
                    <a:pt x="45" y="198"/>
                  </a:moveTo>
                  <a:lnTo>
                    <a:pt x="447" y="79"/>
                  </a:lnTo>
                  <a:lnTo>
                    <a:pt x="203" y="0"/>
                  </a:lnTo>
                  <a:lnTo>
                    <a:pt x="5" y="22"/>
                  </a:lnTo>
                  <a:lnTo>
                    <a:pt x="0" y="187"/>
                  </a:lnTo>
                  <a:lnTo>
                    <a:pt x="45" y="198"/>
                  </a:lnTo>
                  <a:close/>
                </a:path>
              </a:pathLst>
            </a:custGeom>
            <a:solidFill>
              <a:srgbClr val="DDDDDD">
                <a:alpha val="100000"/>
              </a:srgbClr>
            </a:solidFill>
            <a:ln w="9525">
              <a:noFill/>
            </a:ln>
          </p:spPr>
          <p:txBody>
            <a:bodyPr/>
            <a:p>
              <a:endParaRPr lang="zh-CN" altLang="en-US"/>
            </a:p>
          </p:txBody>
        </p:sp>
        <p:sp>
          <p:nvSpPr>
            <p:cNvPr id="79227" name="Freeform 652"/>
            <p:cNvSpPr/>
            <p:nvPr/>
          </p:nvSpPr>
          <p:spPr>
            <a:xfrm>
              <a:off x="3926" y="3287"/>
              <a:ext cx="27" cy="105"/>
            </a:xfrm>
            <a:custGeom>
              <a:avLst/>
              <a:gdLst>
                <a:gd name="txL" fmla="*/ 0 w 238"/>
                <a:gd name="txT" fmla="*/ 0 h 947"/>
                <a:gd name="txR" fmla="*/ 238 w 238"/>
                <a:gd name="txB" fmla="*/ 947 h 9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alpha val="100000"/>
              </a:srgbClr>
            </a:solidFill>
            <a:ln w="9525">
              <a:noFill/>
            </a:ln>
          </p:spPr>
          <p:txBody>
            <a:bodyPr/>
            <a:p>
              <a:endParaRPr lang="zh-CN" altLang="en-US"/>
            </a:p>
          </p:txBody>
        </p:sp>
        <p:sp>
          <p:nvSpPr>
            <p:cNvPr id="79228" name="Freeform 653"/>
            <p:cNvSpPr/>
            <p:nvPr/>
          </p:nvSpPr>
          <p:spPr>
            <a:xfrm>
              <a:off x="3927" y="3288"/>
              <a:ext cx="23" cy="89"/>
            </a:xfrm>
            <a:custGeom>
              <a:avLst/>
              <a:gdLst>
                <a:gd name="txL" fmla="*/ 0 w 203"/>
                <a:gd name="txT" fmla="*/ 0 h 799"/>
                <a:gd name="txR" fmla="*/ 203 w 203"/>
                <a:gd name="txB" fmla="*/ 799 h 79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alpha val="100000"/>
              </a:srgbClr>
            </a:solidFill>
            <a:ln w="9525">
              <a:noFill/>
            </a:ln>
          </p:spPr>
          <p:txBody>
            <a:bodyPr/>
            <a:p>
              <a:endParaRPr lang="zh-CN" altLang="en-US"/>
            </a:p>
          </p:txBody>
        </p:sp>
        <p:sp>
          <p:nvSpPr>
            <p:cNvPr id="79229" name="Freeform 654"/>
            <p:cNvSpPr/>
            <p:nvPr/>
          </p:nvSpPr>
          <p:spPr>
            <a:xfrm>
              <a:off x="3928" y="3289"/>
              <a:ext cx="19" cy="72"/>
            </a:xfrm>
            <a:custGeom>
              <a:avLst/>
              <a:gdLst>
                <a:gd name="txL" fmla="*/ 0 w 171"/>
                <a:gd name="txT" fmla="*/ 0 h 650"/>
                <a:gd name="txR" fmla="*/ 171 w 171"/>
                <a:gd name="txB" fmla="*/ 650 h 65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alpha val="100000"/>
              </a:srgbClr>
            </a:solidFill>
            <a:ln w="9525">
              <a:noFill/>
            </a:ln>
          </p:spPr>
          <p:txBody>
            <a:bodyPr/>
            <a:p>
              <a:endParaRPr lang="zh-CN" altLang="en-US"/>
            </a:p>
          </p:txBody>
        </p:sp>
        <p:sp>
          <p:nvSpPr>
            <p:cNvPr id="79230" name="Freeform 655"/>
            <p:cNvSpPr/>
            <p:nvPr/>
          </p:nvSpPr>
          <p:spPr>
            <a:xfrm>
              <a:off x="3929" y="3289"/>
              <a:ext cx="15" cy="56"/>
            </a:xfrm>
            <a:custGeom>
              <a:avLst/>
              <a:gdLst>
                <a:gd name="txL" fmla="*/ 0 w 138"/>
                <a:gd name="txT" fmla="*/ 0 h 502"/>
                <a:gd name="txR" fmla="*/ 138 w 138"/>
                <a:gd name="txB" fmla="*/ 502 h 5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alpha val="100000"/>
              </a:srgbClr>
            </a:solidFill>
            <a:ln w="9525">
              <a:noFill/>
            </a:ln>
          </p:spPr>
          <p:txBody>
            <a:bodyPr/>
            <a:p>
              <a:endParaRPr lang="zh-CN" altLang="en-US"/>
            </a:p>
          </p:txBody>
        </p:sp>
        <p:sp>
          <p:nvSpPr>
            <p:cNvPr id="79231" name="Freeform 656"/>
            <p:cNvSpPr/>
            <p:nvPr/>
          </p:nvSpPr>
          <p:spPr>
            <a:xfrm>
              <a:off x="3929" y="3290"/>
              <a:ext cx="12" cy="40"/>
            </a:xfrm>
            <a:custGeom>
              <a:avLst/>
              <a:gdLst>
                <a:gd name="txL" fmla="*/ 0 w 104"/>
                <a:gd name="txT" fmla="*/ 0 h 353"/>
                <a:gd name="txR" fmla="*/ 104 w 104"/>
                <a:gd name="txB" fmla="*/ 353 h 3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alpha val="100000"/>
              </a:srgbClr>
            </a:solidFill>
            <a:ln w="9525">
              <a:noFill/>
            </a:ln>
          </p:spPr>
          <p:txBody>
            <a:bodyPr/>
            <a:p>
              <a:endParaRPr lang="zh-CN" altLang="en-US"/>
            </a:p>
          </p:txBody>
        </p:sp>
        <p:sp>
          <p:nvSpPr>
            <p:cNvPr id="79232" name="Freeform 657"/>
            <p:cNvSpPr/>
            <p:nvPr/>
          </p:nvSpPr>
          <p:spPr>
            <a:xfrm>
              <a:off x="3930" y="3291"/>
              <a:ext cx="8" cy="23"/>
            </a:xfrm>
            <a:custGeom>
              <a:avLst/>
              <a:gdLst>
                <a:gd name="txL" fmla="*/ 0 w 72"/>
                <a:gd name="txT" fmla="*/ 0 h 204"/>
                <a:gd name="txR" fmla="*/ 72 w 72"/>
                <a:gd name="txB" fmla="*/ 204 h 2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alpha val="100000"/>
              </a:srgbClr>
            </a:solidFill>
            <a:ln w="9525">
              <a:noFill/>
            </a:ln>
          </p:spPr>
          <p:txBody>
            <a:bodyPr/>
            <a:p>
              <a:endParaRPr lang="zh-CN" altLang="en-US"/>
            </a:p>
          </p:txBody>
        </p:sp>
        <p:sp>
          <p:nvSpPr>
            <p:cNvPr id="79233" name="Freeform 658"/>
            <p:cNvSpPr/>
            <p:nvPr/>
          </p:nvSpPr>
          <p:spPr>
            <a:xfrm>
              <a:off x="4025" y="3357"/>
              <a:ext cx="12" cy="11"/>
            </a:xfrm>
            <a:custGeom>
              <a:avLst/>
              <a:gdLst>
                <a:gd name="txL" fmla="*/ 0 w 104"/>
                <a:gd name="txT" fmla="*/ 0 h 104"/>
                <a:gd name="txR" fmla="*/ 104 w 104"/>
                <a:gd name="txB" fmla="*/ 104 h 1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alpha val="100000"/>
              </a:srgbClr>
            </a:solidFill>
            <a:ln w="9525">
              <a:noFill/>
            </a:ln>
          </p:spPr>
          <p:txBody>
            <a:bodyPr/>
            <a:p>
              <a:endParaRPr lang="zh-CN" altLang="en-US"/>
            </a:p>
          </p:txBody>
        </p:sp>
        <p:sp>
          <p:nvSpPr>
            <p:cNvPr id="79234" name="Freeform 659"/>
            <p:cNvSpPr/>
            <p:nvPr/>
          </p:nvSpPr>
          <p:spPr>
            <a:xfrm>
              <a:off x="3990" y="3357"/>
              <a:ext cx="6"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alpha val="100000"/>
              </a:srgbClr>
            </a:solidFill>
            <a:ln w="9525">
              <a:noFill/>
            </a:ln>
          </p:spPr>
          <p:txBody>
            <a:bodyPr/>
            <a:p>
              <a:endParaRPr lang="zh-CN" altLang="en-US"/>
            </a:p>
          </p:txBody>
        </p:sp>
        <p:sp>
          <p:nvSpPr>
            <p:cNvPr id="79235" name="Freeform 660"/>
            <p:cNvSpPr/>
            <p:nvPr/>
          </p:nvSpPr>
          <p:spPr>
            <a:xfrm>
              <a:off x="4000" y="3357"/>
              <a:ext cx="5"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alpha val="100000"/>
              </a:srgbClr>
            </a:solidFill>
            <a:ln w="9525">
              <a:noFill/>
            </a:ln>
          </p:spPr>
          <p:txBody>
            <a:bodyPr/>
            <a:p>
              <a:endParaRPr lang="zh-CN" altLang="en-US"/>
            </a:p>
          </p:txBody>
        </p:sp>
        <p:sp>
          <p:nvSpPr>
            <p:cNvPr id="79236" name="Freeform 661"/>
            <p:cNvSpPr/>
            <p:nvPr/>
          </p:nvSpPr>
          <p:spPr>
            <a:xfrm>
              <a:off x="3961" y="3278"/>
              <a:ext cx="16" cy="79"/>
            </a:xfrm>
            <a:custGeom>
              <a:avLst/>
              <a:gdLst>
                <a:gd name="txL" fmla="*/ 0 w 148"/>
                <a:gd name="txT" fmla="*/ 0 h 712"/>
                <a:gd name="txR" fmla="*/ 148 w 148"/>
                <a:gd name="txB" fmla="*/ 712 h 71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alpha val="100000"/>
              </a:srgbClr>
            </a:solidFill>
            <a:ln w="9525">
              <a:noFill/>
            </a:ln>
          </p:spPr>
          <p:txBody>
            <a:bodyPr/>
            <a:p>
              <a:endParaRPr lang="zh-CN" altLang="en-US"/>
            </a:p>
          </p:txBody>
        </p:sp>
        <p:sp>
          <p:nvSpPr>
            <p:cNvPr id="79237" name="Freeform 662"/>
            <p:cNvSpPr/>
            <p:nvPr/>
          </p:nvSpPr>
          <p:spPr>
            <a:xfrm>
              <a:off x="4045" y="3268"/>
              <a:ext cx="23" cy="88"/>
            </a:xfrm>
            <a:custGeom>
              <a:avLst/>
              <a:gdLst>
                <a:gd name="txL" fmla="*/ 0 w 201"/>
                <a:gd name="txT" fmla="*/ 0 h 795"/>
                <a:gd name="txR" fmla="*/ 201 w 201"/>
                <a:gd name="txB" fmla="*/ 795 h 79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alpha val="100000"/>
              </a:srgbClr>
            </a:solidFill>
            <a:ln w="9525">
              <a:noFill/>
            </a:ln>
          </p:spPr>
          <p:txBody>
            <a:bodyPr/>
            <a:p>
              <a:endParaRPr lang="zh-CN" altLang="en-US"/>
            </a:p>
          </p:txBody>
        </p:sp>
        <p:sp>
          <p:nvSpPr>
            <p:cNvPr id="79238" name="Freeform 663"/>
            <p:cNvSpPr/>
            <p:nvPr/>
          </p:nvSpPr>
          <p:spPr>
            <a:xfrm>
              <a:off x="3961" y="3282"/>
              <a:ext cx="15" cy="69"/>
            </a:xfrm>
            <a:custGeom>
              <a:avLst/>
              <a:gdLst>
                <a:gd name="txL" fmla="*/ 0 w 129"/>
                <a:gd name="txT" fmla="*/ 0 h 622"/>
                <a:gd name="txR" fmla="*/ 129 w 129"/>
                <a:gd name="txB" fmla="*/ 622 h 62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alpha val="100000"/>
              </a:srgbClr>
            </a:solidFill>
            <a:ln w="9525">
              <a:noFill/>
            </a:ln>
          </p:spPr>
          <p:txBody>
            <a:bodyPr/>
            <a:p>
              <a:endParaRPr lang="zh-CN" altLang="en-US"/>
            </a:p>
          </p:txBody>
        </p:sp>
        <p:sp>
          <p:nvSpPr>
            <p:cNvPr id="79239" name="Freeform 664"/>
            <p:cNvSpPr/>
            <p:nvPr/>
          </p:nvSpPr>
          <p:spPr>
            <a:xfrm>
              <a:off x="3962" y="3287"/>
              <a:ext cx="12" cy="59"/>
            </a:xfrm>
            <a:custGeom>
              <a:avLst/>
              <a:gdLst>
                <a:gd name="txL" fmla="*/ 0 w 110"/>
                <a:gd name="txT" fmla="*/ 0 h 531"/>
                <a:gd name="txR" fmla="*/ 110 w 110"/>
                <a:gd name="txB" fmla="*/ 531 h 53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alpha val="100000"/>
              </a:srgbClr>
            </a:solidFill>
            <a:ln w="9525">
              <a:noFill/>
            </a:ln>
          </p:spPr>
          <p:txBody>
            <a:bodyPr/>
            <a:p>
              <a:endParaRPr lang="zh-CN" altLang="en-US"/>
            </a:p>
          </p:txBody>
        </p:sp>
        <p:sp>
          <p:nvSpPr>
            <p:cNvPr id="79240" name="Freeform 665"/>
            <p:cNvSpPr/>
            <p:nvPr/>
          </p:nvSpPr>
          <p:spPr>
            <a:xfrm>
              <a:off x="3963" y="3292"/>
              <a:ext cx="10" cy="48"/>
            </a:xfrm>
            <a:custGeom>
              <a:avLst/>
              <a:gdLst>
                <a:gd name="txL" fmla="*/ 0 w 92"/>
                <a:gd name="txT" fmla="*/ 0 h 438"/>
                <a:gd name="txR" fmla="*/ 92 w 92"/>
                <a:gd name="txB" fmla="*/ 438 h 4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alpha val="100000"/>
              </a:srgbClr>
            </a:solidFill>
            <a:ln w="9525">
              <a:noFill/>
            </a:ln>
          </p:spPr>
          <p:txBody>
            <a:bodyPr/>
            <a:p>
              <a:endParaRPr lang="zh-CN" altLang="en-US"/>
            </a:p>
          </p:txBody>
        </p:sp>
        <p:sp>
          <p:nvSpPr>
            <p:cNvPr id="79241" name="Freeform 666"/>
            <p:cNvSpPr/>
            <p:nvPr/>
          </p:nvSpPr>
          <p:spPr>
            <a:xfrm>
              <a:off x="3963" y="3296"/>
              <a:ext cx="8" cy="39"/>
            </a:xfrm>
            <a:custGeom>
              <a:avLst/>
              <a:gdLst>
                <a:gd name="txL" fmla="*/ 0 w 73"/>
                <a:gd name="txT" fmla="*/ 0 h 347"/>
                <a:gd name="txR" fmla="*/ 73 w 73"/>
                <a:gd name="txB" fmla="*/ 347 h 3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alpha val="100000"/>
              </a:srgbClr>
            </a:solidFill>
            <a:ln w="9525">
              <a:noFill/>
            </a:ln>
          </p:spPr>
          <p:txBody>
            <a:bodyPr/>
            <a:p>
              <a:endParaRPr lang="zh-CN" altLang="en-US"/>
            </a:p>
          </p:txBody>
        </p:sp>
        <p:sp>
          <p:nvSpPr>
            <p:cNvPr id="79242" name="Freeform 667"/>
            <p:cNvSpPr/>
            <p:nvPr/>
          </p:nvSpPr>
          <p:spPr>
            <a:xfrm>
              <a:off x="3964" y="3301"/>
              <a:ext cx="6" cy="28"/>
            </a:xfrm>
            <a:custGeom>
              <a:avLst/>
              <a:gdLst>
                <a:gd name="txL" fmla="*/ 0 w 52"/>
                <a:gd name="txT" fmla="*/ 0 h 256"/>
                <a:gd name="txR" fmla="*/ 52 w 52"/>
                <a:gd name="txB" fmla="*/ 256 h 25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alpha val="100000"/>
              </a:srgbClr>
            </a:solidFill>
            <a:ln w="9525">
              <a:noFill/>
            </a:ln>
          </p:spPr>
          <p:txBody>
            <a:bodyPr/>
            <a:p>
              <a:endParaRPr lang="zh-CN" altLang="en-US"/>
            </a:p>
          </p:txBody>
        </p:sp>
        <p:sp>
          <p:nvSpPr>
            <p:cNvPr id="79243" name="Freeform 668"/>
            <p:cNvSpPr/>
            <p:nvPr/>
          </p:nvSpPr>
          <p:spPr>
            <a:xfrm>
              <a:off x="4046" y="3273"/>
              <a:ext cx="20" cy="77"/>
            </a:xfrm>
            <a:custGeom>
              <a:avLst/>
              <a:gdLst>
                <a:gd name="txL" fmla="*/ 0 w 176"/>
                <a:gd name="txT" fmla="*/ 0 h 693"/>
                <a:gd name="txR" fmla="*/ 176 w 176"/>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alpha val="100000"/>
              </a:srgbClr>
            </a:solidFill>
            <a:ln w="9525">
              <a:noFill/>
            </a:ln>
          </p:spPr>
          <p:txBody>
            <a:bodyPr/>
            <a:p>
              <a:endParaRPr lang="zh-CN" altLang="en-US"/>
            </a:p>
          </p:txBody>
        </p:sp>
        <p:sp>
          <p:nvSpPr>
            <p:cNvPr id="79244" name="Freeform 669"/>
            <p:cNvSpPr/>
            <p:nvPr/>
          </p:nvSpPr>
          <p:spPr>
            <a:xfrm>
              <a:off x="4047" y="3279"/>
              <a:ext cx="16" cy="65"/>
            </a:xfrm>
            <a:custGeom>
              <a:avLst/>
              <a:gdLst>
                <a:gd name="txL" fmla="*/ 0 w 149"/>
                <a:gd name="txT" fmla="*/ 0 h 592"/>
                <a:gd name="txR" fmla="*/ 149 w 149"/>
                <a:gd name="txB" fmla="*/ 592 h 59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alpha val="100000"/>
              </a:srgbClr>
            </a:solidFill>
            <a:ln w="9525">
              <a:noFill/>
            </a:ln>
          </p:spPr>
          <p:txBody>
            <a:bodyPr/>
            <a:p>
              <a:endParaRPr lang="zh-CN" altLang="en-US"/>
            </a:p>
          </p:txBody>
        </p:sp>
        <p:sp>
          <p:nvSpPr>
            <p:cNvPr id="79245" name="Freeform 670"/>
            <p:cNvSpPr/>
            <p:nvPr/>
          </p:nvSpPr>
          <p:spPr>
            <a:xfrm>
              <a:off x="4048" y="3284"/>
              <a:ext cx="13" cy="54"/>
            </a:xfrm>
            <a:custGeom>
              <a:avLst/>
              <a:gdLst>
                <a:gd name="txL" fmla="*/ 0 w 124"/>
                <a:gd name="txT" fmla="*/ 0 h 490"/>
                <a:gd name="txR" fmla="*/ 124 w 124"/>
                <a:gd name="txB" fmla="*/ 490 h 4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alpha val="100000"/>
              </a:srgbClr>
            </a:solidFill>
            <a:ln w="9525">
              <a:noFill/>
            </a:ln>
          </p:spPr>
          <p:txBody>
            <a:bodyPr/>
            <a:p>
              <a:endParaRPr lang="zh-CN" altLang="en-US"/>
            </a:p>
          </p:txBody>
        </p:sp>
        <p:sp>
          <p:nvSpPr>
            <p:cNvPr id="79246" name="Freeform 671"/>
            <p:cNvSpPr/>
            <p:nvPr/>
          </p:nvSpPr>
          <p:spPr>
            <a:xfrm>
              <a:off x="4048" y="3289"/>
              <a:ext cx="11" cy="43"/>
            </a:xfrm>
            <a:custGeom>
              <a:avLst/>
              <a:gdLst>
                <a:gd name="txL" fmla="*/ 0 w 99"/>
                <a:gd name="txT" fmla="*/ 0 h 389"/>
                <a:gd name="txR" fmla="*/ 99 w 99"/>
                <a:gd name="txB" fmla="*/ 389 h 38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alpha val="100000"/>
              </a:srgbClr>
            </a:solidFill>
            <a:ln w="9525">
              <a:noFill/>
            </a:ln>
          </p:spPr>
          <p:txBody>
            <a:bodyPr/>
            <a:p>
              <a:endParaRPr lang="zh-CN" altLang="en-US"/>
            </a:p>
          </p:txBody>
        </p:sp>
        <p:sp>
          <p:nvSpPr>
            <p:cNvPr id="79247" name="Freeform 672"/>
            <p:cNvSpPr/>
            <p:nvPr/>
          </p:nvSpPr>
          <p:spPr>
            <a:xfrm>
              <a:off x="4049" y="3295"/>
              <a:ext cx="8" cy="31"/>
            </a:xfrm>
            <a:custGeom>
              <a:avLst/>
              <a:gdLst>
                <a:gd name="txL" fmla="*/ 0 w 72"/>
                <a:gd name="txT" fmla="*/ 0 h 287"/>
                <a:gd name="txR" fmla="*/ 72 w 72"/>
                <a:gd name="txB" fmla="*/ 287 h 2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alpha val="100000"/>
              </a:srgbClr>
            </a:solidFill>
            <a:ln w="9525">
              <a:noFill/>
            </a:ln>
          </p:spPr>
          <p:txBody>
            <a:bodyPr/>
            <a:p>
              <a:endParaRPr lang="zh-CN" altLang="en-US"/>
            </a:p>
          </p:txBody>
        </p:sp>
        <p:sp>
          <p:nvSpPr>
            <p:cNvPr id="79248" name="Rectangle 673"/>
            <p:cNvSpPr/>
            <p:nvPr/>
          </p:nvSpPr>
          <p:spPr>
            <a:xfrm>
              <a:off x="3944" y="3287"/>
              <a:ext cx="3" cy="101"/>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249" name="Freeform 674"/>
            <p:cNvSpPr/>
            <p:nvPr/>
          </p:nvSpPr>
          <p:spPr>
            <a:xfrm>
              <a:off x="3980" y="3285"/>
              <a:ext cx="39" cy="47"/>
            </a:xfrm>
            <a:custGeom>
              <a:avLst/>
              <a:gdLst>
                <a:gd name="txL" fmla="*/ 0 w 354"/>
                <a:gd name="txT" fmla="*/ 0 h 418"/>
                <a:gd name="txR" fmla="*/ 354 w 354"/>
                <a:gd name="txB" fmla="*/ 418 h 4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alpha val="100000"/>
              </a:srgbClr>
            </a:solidFill>
            <a:ln w="9525">
              <a:noFill/>
            </a:ln>
          </p:spPr>
          <p:txBody>
            <a:bodyPr/>
            <a:p>
              <a:endParaRPr lang="zh-CN" altLang="en-US"/>
            </a:p>
          </p:txBody>
        </p:sp>
        <p:sp>
          <p:nvSpPr>
            <p:cNvPr id="79250" name="Freeform 675"/>
            <p:cNvSpPr/>
            <p:nvPr/>
          </p:nvSpPr>
          <p:spPr>
            <a:xfrm>
              <a:off x="3925" y="3320"/>
              <a:ext cx="32" cy="8"/>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79251" name="Freeform 676"/>
            <p:cNvSpPr/>
            <p:nvPr/>
          </p:nvSpPr>
          <p:spPr>
            <a:xfrm>
              <a:off x="3925" y="3299"/>
              <a:ext cx="32" cy="9"/>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79252" name="Freeform 677"/>
            <p:cNvSpPr/>
            <p:nvPr/>
          </p:nvSpPr>
          <p:spPr>
            <a:xfrm>
              <a:off x="3955" y="3289"/>
              <a:ext cx="52" cy="96"/>
            </a:xfrm>
            <a:custGeom>
              <a:avLst/>
              <a:gdLst>
                <a:gd name="txL" fmla="*/ 0 w 469"/>
                <a:gd name="txT" fmla="*/ 0 h 868"/>
                <a:gd name="txR" fmla="*/ 469 w 469"/>
                <a:gd name="txB" fmla="*/ 868 h 8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alpha val="100000"/>
              </a:srgbClr>
            </a:solidFill>
            <a:ln w="9525">
              <a:noFill/>
            </a:ln>
          </p:spPr>
          <p:txBody>
            <a:bodyPr/>
            <a:p>
              <a:endParaRPr lang="zh-CN" altLang="en-US"/>
            </a:p>
          </p:txBody>
        </p:sp>
        <p:sp>
          <p:nvSpPr>
            <p:cNvPr id="79253" name="Freeform 678"/>
            <p:cNvSpPr/>
            <p:nvPr/>
          </p:nvSpPr>
          <p:spPr>
            <a:xfrm>
              <a:off x="3981" y="3267"/>
              <a:ext cx="67" cy="13"/>
            </a:xfrm>
            <a:custGeom>
              <a:avLst/>
              <a:gdLst>
                <a:gd name="txL" fmla="*/ 0 w 604"/>
                <a:gd name="txT" fmla="*/ 0 h 118"/>
                <a:gd name="txR" fmla="*/ 604 w 604"/>
                <a:gd name="txB" fmla="*/ 118 h 1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alpha val="100000"/>
              </a:srgbClr>
            </a:solidFill>
            <a:ln w="9525">
              <a:noFill/>
            </a:ln>
          </p:spPr>
          <p:txBody>
            <a:bodyPr/>
            <a:p>
              <a:endParaRPr lang="zh-CN" altLang="en-US"/>
            </a:p>
          </p:txBody>
        </p:sp>
        <p:sp>
          <p:nvSpPr>
            <p:cNvPr id="79254" name="Freeform 679"/>
            <p:cNvSpPr/>
            <p:nvPr/>
          </p:nvSpPr>
          <p:spPr>
            <a:xfrm>
              <a:off x="3942" y="3387"/>
              <a:ext cx="113" cy="38"/>
            </a:xfrm>
            <a:custGeom>
              <a:avLst/>
              <a:gdLst>
                <a:gd name="txL" fmla="*/ 0 w 1017"/>
                <a:gd name="txT" fmla="*/ 0 h 337"/>
                <a:gd name="txR" fmla="*/ 1017 w 1017"/>
                <a:gd name="txB" fmla="*/ 337 h 33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alpha val="100000"/>
              </a:srgbClr>
            </a:solidFill>
            <a:ln w="9525">
              <a:noFill/>
            </a:ln>
          </p:spPr>
          <p:txBody>
            <a:bodyPr/>
            <a:p>
              <a:endParaRPr lang="zh-CN" altLang="en-US"/>
            </a:p>
          </p:txBody>
        </p:sp>
        <p:sp>
          <p:nvSpPr>
            <p:cNvPr id="79255" name="Freeform 680"/>
            <p:cNvSpPr/>
            <p:nvPr/>
          </p:nvSpPr>
          <p:spPr>
            <a:xfrm>
              <a:off x="3918" y="3397"/>
              <a:ext cx="116" cy="34"/>
            </a:xfrm>
            <a:custGeom>
              <a:avLst/>
              <a:gdLst>
                <a:gd name="txL" fmla="*/ 0 w 1036"/>
                <a:gd name="txT" fmla="*/ 0 h 303"/>
                <a:gd name="txR" fmla="*/ 1036 w 1036"/>
                <a:gd name="txB" fmla="*/ 303 h 303"/>
              </a:gdLst>
              <a:ahLst/>
              <a:cxnLst>
                <a:cxn ang="0">
                  <a:pos x="0" y="0"/>
                </a:cxn>
                <a:cxn ang="0">
                  <a:pos x="0" y="0"/>
                </a:cxn>
                <a:cxn ang="0">
                  <a:pos x="0" y="0"/>
                </a:cxn>
                <a:cxn ang="0">
                  <a:pos x="0" y="0"/>
                </a:cxn>
                <a:cxn ang="0">
                  <a:pos x="0" y="0"/>
                </a:cxn>
              </a:cxnLst>
              <a:rect l="txL" t="txT" r="txR" b="txB"/>
              <a:pathLst>
                <a:path w="1036" h="303">
                  <a:moveTo>
                    <a:pt x="0" y="0"/>
                  </a:moveTo>
                  <a:lnTo>
                    <a:pt x="1013" y="303"/>
                  </a:lnTo>
                  <a:lnTo>
                    <a:pt x="1036" y="303"/>
                  </a:lnTo>
                  <a:lnTo>
                    <a:pt x="31" y="0"/>
                  </a:lnTo>
                  <a:lnTo>
                    <a:pt x="0" y="0"/>
                  </a:lnTo>
                  <a:close/>
                </a:path>
              </a:pathLst>
            </a:custGeom>
            <a:solidFill>
              <a:srgbClr val="DDDDDD">
                <a:alpha val="100000"/>
              </a:srgbClr>
            </a:solidFill>
            <a:ln w="9525">
              <a:noFill/>
            </a:ln>
          </p:spPr>
          <p:txBody>
            <a:bodyPr/>
            <a:p>
              <a:endParaRPr lang="zh-CN" altLang="en-US"/>
            </a:p>
          </p:txBody>
        </p:sp>
        <p:sp>
          <p:nvSpPr>
            <p:cNvPr id="79256" name="Freeform 681"/>
            <p:cNvSpPr/>
            <p:nvPr/>
          </p:nvSpPr>
          <p:spPr>
            <a:xfrm>
              <a:off x="3938" y="3393"/>
              <a:ext cx="113" cy="30"/>
            </a:xfrm>
            <a:custGeom>
              <a:avLst/>
              <a:gdLst>
                <a:gd name="txL" fmla="*/ 0 w 1023"/>
                <a:gd name="txT" fmla="*/ 0 h 270"/>
                <a:gd name="txR" fmla="*/ 1023 w 1023"/>
                <a:gd name="txB" fmla="*/ 270 h 270"/>
              </a:gdLst>
              <a:ahLst/>
              <a:cxnLst>
                <a:cxn ang="0">
                  <a:pos x="0" y="0"/>
                </a:cxn>
                <a:cxn ang="0">
                  <a:pos x="0" y="0"/>
                </a:cxn>
                <a:cxn ang="0">
                  <a:pos x="0" y="0"/>
                </a:cxn>
                <a:cxn ang="0">
                  <a:pos x="0" y="0"/>
                </a:cxn>
                <a:cxn ang="0">
                  <a:pos x="0" y="0"/>
                </a:cxn>
              </a:cxnLst>
              <a:rect l="txL" t="txT" r="txR" b="txB"/>
              <a:pathLst>
                <a:path w="1023" h="270">
                  <a:moveTo>
                    <a:pt x="0" y="1"/>
                  </a:moveTo>
                  <a:lnTo>
                    <a:pt x="1001" y="270"/>
                  </a:lnTo>
                  <a:lnTo>
                    <a:pt x="1023" y="269"/>
                  </a:lnTo>
                  <a:lnTo>
                    <a:pt x="31" y="0"/>
                  </a:lnTo>
                  <a:lnTo>
                    <a:pt x="0" y="1"/>
                  </a:lnTo>
                  <a:close/>
                </a:path>
              </a:pathLst>
            </a:custGeom>
            <a:solidFill>
              <a:srgbClr val="DDDDDD">
                <a:alpha val="100000"/>
              </a:srgbClr>
            </a:solidFill>
            <a:ln w="9525">
              <a:noFill/>
            </a:ln>
          </p:spPr>
          <p:txBody>
            <a:bodyPr/>
            <a:p>
              <a:endParaRPr lang="zh-CN" altLang="en-US"/>
            </a:p>
          </p:txBody>
        </p:sp>
        <p:sp>
          <p:nvSpPr>
            <p:cNvPr id="79257" name="Freeform 682"/>
            <p:cNvSpPr/>
            <p:nvPr/>
          </p:nvSpPr>
          <p:spPr>
            <a:xfrm>
              <a:off x="3929" y="3394"/>
              <a:ext cx="114" cy="33"/>
            </a:xfrm>
            <a:custGeom>
              <a:avLst/>
              <a:gdLst>
                <a:gd name="txL" fmla="*/ 0 w 1028"/>
                <a:gd name="txT" fmla="*/ 0 h 299"/>
                <a:gd name="txR" fmla="*/ 1028 w 1028"/>
                <a:gd name="txB" fmla="*/ 299 h 299"/>
              </a:gdLst>
              <a:ahLst/>
              <a:cxnLst>
                <a:cxn ang="0">
                  <a:pos x="0" y="0"/>
                </a:cxn>
                <a:cxn ang="0">
                  <a:pos x="0" y="0"/>
                </a:cxn>
                <a:cxn ang="0">
                  <a:pos x="0" y="0"/>
                </a:cxn>
                <a:cxn ang="0">
                  <a:pos x="0" y="0"/>
                </a:cxn>
                <a:cxn ang="0">
                  <a:pos x="0" y="0"/>
                </a:cxn>
              </a:cxnLst>
              <a:rect l="txL" t="txT" r="txR" b="txB"/>
              <a:pathLst>
                <a:path w="1028" h="299">
                  <a:moveTo>
                    <a:pt x="0" y="0"/>
                  </a:moveTo>
                  <a:lnTo>
                    <a:pt x="1009" y="299"/>
                  </a:lnTo>
                  <a:lnTo>
                    <a:pt x="1028" y="292"/>
                  </a:lnTo>
                  <a:lnTo>
                    <a:pt x="30" y="0"/>
                  </a:lnTo>
                  <a:lnTo>
                    <a:pt x="0" y="0"/>
                  </a:lnTo>
                  <a:close/>
                </a:path>
              </a:pathLst>
            </a:custGeom>
            <a:solidFill>
              <a:srgbClr val="DDDDDD">
                <a:alpha val="100000"/>
              </a:srgbClr>
            </a:solidFill>
            <a:ln w="9525">
              <a:noFill/>
            </a:ln>
          </p:spPr>
          <p:txBody>
            <a:bodyPr/>
            <a:p>
              <a:endParaRPr lang="zh-CN" altLang="en-US"/>
            </a:p>
          </p:txBody>
        </p:sp>
      </p:grpSp>
      <p:grpSp>
        <p:nvGrpSpPr>
          <p:cNvPr id="78989" name="Group 684"/>
          <p:cNvGrpSpPr/>
          <p:nvPr/>
        </p:nvGrpSpPr>
        <p:grpSpPr>
          <a:xfrm>
            <a:off x="5843588" y="5184775"/>
            <a:ext cx="338137" cy="282575"/>
            <a:chOff x="3899" y="3264"/>
            <a:chExt cx="213" cy="178"/>
          </a:xfrm>
        </p:grpSpPr>
        <p:sp>
          <p:nvSpPr>
            <p:cNvPr id="79180" name="Freeform 685"/>
            <p:cNvSpPr/>
            <p:nvPr/>
          </p:nvSpPr>
          <p:spPr>
            <a:xfrm>
              <a:off x="3899" y="3264"/>
              <a:ext cx="213" cy="178"/>
            </a:xfrm>
            <a:custGeom>
              <a:avLst/>
              <a:gdLst>
                <a:gd name="txL" fmla="*/ 0 w 1913"/>
                <a:gd name="txT" fmla="*/ 0 h 1606"/>
                <a:gd name="txR" fmla="*/ 1913 w 1913"/>
                <a:gd name="txB" fmla="*/ 1606 h 160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alpha val="100000"/>
              </a:schemeClr>
            </a:solidFill>
            <a:ln w="9525">
              <a:noFill/>
            </a:ln>
          </p:spPr>
          <p:txBody>
            <a:bodyPr/>
            <a:p>
              <a:endParaRPr lang="zh-CN" altLang="en-US"/>
            </a:p>
          </p:txBody>
        </p:sp>
        <p:sp>
          <p:nvSpPr>
            <p:cNvPr id="79181" name="Freeform 686"/>
            <p:cNvSpPr/>
            <p:nvPr/>
          </p:nvSpPr>
          <p:spPr>
            <a:xfrm>
              <a:off x="3977" y="3278"/>
              <a:ext cx="68" cy="78"/>
            </a:xfrm>
            <a:custGeom>
              <a:avLst/>
              <a:gdLst>
                <a:gd name="txL" fmla="*/ 0 w 614"/>
                <a:gd name="txT" fmla="*/ 0 h 697"/>
                <a:gd name="txR" fmla="*/ 614 w 614"/>
                <a:gd name="txB" fmla="*/ 697 h 69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alpha val="100000"/>
              </a:srgbClr>
            </a:solidFill>
            <a:ln w="9525">
              <a:noFill/>
            </a:ln>
          </p:spPr>
          <p:txBody>
            <a:bodyPr/>
            <a:p>
              <a:endParaRPr lang="zh-CN" altLang="en-US"/>
            </a:p>
          </p:txBody>
        </p:sp>
        <p:sp>
          <p:nvSpPr>
            <p:cNvPr id="79182" name="Freeform 687"/>
            <p:cNvSpPr/>
            <p:nvPr/>
          </p:nvSpPr>
          <p:spPr>
            <a:xfrm>
              <a:off x="3984" y="3299"/>
              <a:ext cx="113" cy="77"/>
            </a:xfrm>
            <a:custGeom>
              <a:avLst/>
              <a:gdLst>
                <a:gd name="txL" fmla="*/ 0 w 1014"/>
                <a:gd name="txT" fmla="*/ 0 h 693"/>
                <a:gd name="txR" fmla="*/ 1014 w 1014"/>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alpha val="100000"/>
              </a:srgbClr>
            </a:solidFill>
            <a:ln w="9525">
              <a:noFill/>
            </a:ln>
          </p:spPr>
          <p:txBody>
            <a:bodyPr/>
            <a:p>
              <a:endParaRPr lang="zh-CN" altLang="en-US"/>
            </a:p>
          </p:txBody>
        </p:sp>
        <p:sp>
          <p:nvSpPr>
            <p:cNvPr id="79183" name="Freeform 688"/>
            <p:cNvSpPr/>
            <p:nvPr/>
          </p:nvSpPr>
          <p:spPr>
            <a:xfrm>
              <a:off x="3970" y="3375"/>
              <a:ext cx="83" cy="27"/>
            </a:xfrm>
            <a:custGeom>
              <a:avLst/>
              <a:gdLst>
                <a:gd name="txL" fmla="*/ 0 w 745"/>
                <a:gd name="txT" fmla="*/ 0 h 240"/>
                <a:gd name="txR" fmla="*/ 745 w 745"/>
                <a:gd name="txB" fmla="*/ 240 h 240"/>
              </a:gdLst>
              <a:ahLst/>
              <a:cxnLst>
                <a:cxn ang="0">
                  <a:pos x="0" y="0"/>
                </a:cxn>
                <a:cxn ang="0">
                  <a:pos x="0" y="0"/>
                </a:cxn>
                <a:cxn ang="0">
                  <a:pos x="0" y="0"/>
                </a:cxn>
                <a:cxn ang="0">
                  <a:pos x="0" y="0"/>
                </a:cxn>
                <a:cxn ang="0">
                  <a:pos x="0" y="0"/>
                </a:cxn>
              </a:cxnLst>
              <a:rect l="txL" t="txT" r="txR" b="txB"/>
              <a:pathLst>
                <a:path w="745" h="240">
                  <a:moveTo>
                    <a:pt x="745" y="86"/>
                  </a:moveTo>
                  <a:lnTo>
                    <a:pt x="11" y="0"/>
                  </a:lnTo>
                  <a:lnTo>
                    <a:pt x="0" y="86"/>
                  </a:lnTo>
                  <a:lnTo>
                    <a:pt x="722" y="240"/>
                  </a:lnTo>
                  <a:lnTo>
                    <a:pt x="745" y="86"/>
                  </a:lnTo>
                  <a:close/>
                </a:path>
              </a:pathLst>
            </a:custGeom>
            <a:solidFill>
              <a:srgbClr val="DDDDDD">
                <a:alpha val="100000"/>
              </a:srgbClr>
            </a:solidFill>
            <a:ln w="9525">
              <a:noFill/>
            </a:ln>
          </p:spPr>
          <p:txBody>
            <a:bodyPr/>
            <a:p>
              <a:endParaRPr lang="zh-CN" altLang="en-US"/>
            </a:p>
          </p:txBody>
        </p:sp>
        <p:sp>
          <p:nvSpPr>
            <p:cNvPr id="79184" name="Freeform 689"/>
            <p:cNvSpPr/>
            <p:nvPr/>
          </p:nvSpPr>
          <p:spPr>
            <a:xfrm>
              <a:off x="4011" y="3384"/>
              <a:ext cx="36" cy="12"/>
            </a:xfrm>
            <a:custGeom>
              <a:avLst/>
              <a:gdLst>
                <a:gd name="txL" fmla="*/ 0 w 319"/>
                <a:gd name="txT" fmla="*/ 0 h 109"/>
                <a:gd name="txR" fmla="*/ 319 w 319"/>
                <a:gd name="txB" fmla="*/ 109 h 109"/>
              </a:gdLst>
              <a:ahLst/>
              <a:cxnLst>
                <a:cxn ang="0">
                  <a:pos x="0" y="0"/>
                </a:cxn>
                <a:cxn ang="0">
                  <a:pos x="0" y="0"/>
                </a:cxn>
                <a:cxn ang="0">
                  <a:pos x="0" y="0"/>
                </a:cxn>
                <a:cxn ang="0">
                  <a:pos x="0" y="0"/>
                </a:cxn>
                <a:cxn ang="0">
                  <a:pos x="0" y="0"/>
                </a:cxn>
              </a:cxnLst>
              <a:rect l="txL" t="txT" r="txR" b="txB"/>
              <a:pathLst>
                <a:path w="319" h="109">
                  <a:moveTo>
                    <a:pt x="319" y="47"/>
                  </a:moveTo>
                  <a:lnTo>
                    <a:pt x="4" y="0"/>
                  </a:lnTo>
                  <a:lnTo>
                    <a:pt x="0" y="45"/>
                  </a:lnTo>
                  <a:lnTo>
                    <a:pt x="309" y="109"/>
                  </a:lnTo>
                  <a:lnTo>
                    <a:pt x="319" y="47"/>
                  </a:lnTo>
                  <a:close/>
                </a:path>
              </a:pathLst>
            </a:custGeom>
            <a:solidFill>
              <a:srgbClr val="DDDDDD">
                <a:alpha val="100000"/>
              </a:srgbClr>
            </a:solidFill>
            <a:ln w="9525">
              <a:noFill/>
            </a:ln>
          </p:spPr>
          <p:txBody>
            <a:bodyPr/>
            <a:p>
              <a:endParaRPr lang="zh-CN" altLang="en-US"/>
            </a:p>
          </p:txBody>
        </p:sp>
        <p:sp>
          <p:nvSpPr>
            <p:cNvPr id="79185" name="Freeform 690"/>
            <p:cNvSpPr/>
            <p:nvPr/>
          </p:nvSpPr>
          <p:spPr>
            <a:xfrm>
              <a:off x="3975" y="3378"/>
              <a:ext cx="24" cy="9"/>
            </a:xfrm>
            <a:custGeom>
              <a:avLst/>
              <a:gdLst>
                <a:gd name="txL" fmla="*/ 0 w 213"/>
                <a:gd name="txT" fmla="*/ 0 h 81"/>
                <a:gd name="txR" fmla="*/ 213 w 213"/>
                <a:gd name="txB" fmla="*/ 81 h 81"/>
              </a:gdLst>
              <a:ahLst/>
              <a:cxnLst>
                <a:cxn ang="0">
                  <a:pos x="0" y="0"/>
                </a:cxn>
                <a:cxn ang="0">
                  <a:pos x="0" y="0"/>
                </a:cxn>
                <a:cxn ang="0">
                  <a:pos x="0" y="0"/>
                </a:cxn>
                <a:cxn ang="0">
                  <a:pos x="0" y="0"/>
                </a:cxn>
                <a:cxn ang="0">
                  <a:pos x="0" y="0"/>
                </a:cxn>
              </a:cxnLst>
              <a:rect l="txL" t="txT" r="txR" b="txB"/>
              <a:pathLst>
                <a:path w="213" h="81">
                  <a:moveTo>
                    <a:pt x="213" y="37"/>
                  </a:moveTo>
                  <a:lnTo>
                    <a:pt x="0" y="0"/>
                  </a:lnTo>
                  <a:lnTo>
                    <a:pt x="2" y="39"/>
                  </a:lnTo>
                  <a:lnTo>
                    <a:pt x="206" y="81"/>
                  </a:lnTo>
                  <a:lnTo>
                    <a:pt x="213" y="37"/>
                  </a:lnTo>
                  <a:close/>
                </a:path>
              </a:pathLst>
            </a:custGeom>
            <a:solidFill>
              <a:srgbClr val="DDDDDD">
                <a:alpha val="100000"/>
              </a:srgbClr>
            </a:solidFill>
            <a:ln w="9525">
              <a:noFill/>
            </a:ln>
          </p:spPr>
          <p:txBody>
            <a:bodyPr/>
            <a:p>
              <a:endParaRPr lang="zh-CN" altLang="en-US"/>
            </a:p>
          </p:txBody>
        </p:sp>
        <p:sp>
          <p:nvSpPr>
            <p:cNvPr id="79186" name="Freeform 691"/>
            <p:cNvSpPr/>
            <p:nvPr/>
          </p:nvSpPr>
          <p:spPr>
            <a:xfrm>
              <a:off x="3916" y="3386"/>
              <a:ext cx="139" cy="47"/>
            </a:xfrm>
            <a:custGeom>
              <a:avLst/>
              <a:gdLst>
                <a:gd name="txL" fmla="*/ 0 w 1254"/>
                <a:gd name="txT" fmla="*/ 0 h 415"/>
                <a:gd name="txR" fmla="*/ 1254 w 1254"/>
                <a:gd name="txB" fmla="*/ 415 h 41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alpha val="100000"/>
              </a:srgbClr>
            </a:solidFill>
            <a:ln w="9525">
              <a:noFill/>
            </a:ln>
          </p:spPr>
          <p:txBody>
            <a:bodyPr/>
            <a:p>
              <a:endParaRPr lang="zh-CN" altLang="en-US"/>
            </a:p>
          </p:txBody>
        </p:sp>
        <p:sp>
          <p:nvSpPr>
            <p:cNvPr id="79187" name="Freeform 692"/>
            <p:cNvSpPr/>
            <p:nvPr/>
          </p:nvSpPr>
          <p:spPr>
            <a:xfrm>
              <a:off x="4055" y="3381"/>
              <a:ext cx="49" cy="22"/>
            </a:xfrm>
            <a:custGeom>
              <a:avLst/>
              <a:gdLst>
                <a:gd name="txL" fmla="*/ 0 w 447"/>
                <a:gd name="txT" fmla="*/ 0 h 198"/>
                <a:gd name="txR" fmla="*/ 447 w 447"/>
                <a:gd name="txB" fmla="*/ 198 h 198"/>
              </a:gdLst>
              <a:ahLst/>
              <a:cxnLst>
                <a:cxn ang="0">
                  <a:pos x="0" y="0"/>
                </a:cxn>
                <a:cxn ang="0">
                  <a:pos x="0" y="0"/>
                </a:cxn>
                <a:cxn ang="0">
                  <a:pos x="0" y="0"/>
                </a:cxn>
                <a:cxn ang="0">
                  <a:pos x="0" y="0"/>
                </a:cxn>
                <a:cxn ang="0">
                  <a:pos x="0" y="0"/>
                </a:cxn>
                <a:cxn ang="0">
                  <a:pos x="0" y="0"/>
                </a:cxn>
              </a:cxnLst>
              <a:rect l="txL" t="txT" r="txR" b="txB"/>
              <a:pathLst>
                <a:path w="447" h="198">
                  <a:moveTo>
                    <a:pt x="45" y="198"/>
                  </a:moveTo>
                  <a:lnTo>
                    <a:pt x="447" y="79"/>
                  </a:lnTo>
                  <a:lnTo>
                    <a:pt x="203" y="0"/>
                  </a:lnTo>
                  <a:lnTo>
                    <a:pt x="5" y="22"/>
                  </a:lnTo>
                  <a:lnTo>
                    <a:pt x="0" y="187"/>
                  </a:lnTo>
                  <a:lnTo>
                    <a:pt x="45" y="198"/>
                  </a:lnTo>
                  <a:close/>
                </a:path>
              </a:pathLst>
            </a:custGeom>
            <a:solidFill>
              <a:srgbClr val="DDDDDD">
                <a:alpha val="100000"/>
              </a:srgbClr>
            </a:solidFill>
            <a:ln w="9525">
              <a:noFill/>
            </a:ln>
          </p:spPr>
          <p:txBody>
            <a:bodyPr/>
            <a:p>
              <a:endParaRPr lang="zh-CN" altLang="en-US"/>
            </a:p>
          </p:txBody>
        </p:sp>
        <p:sp>
          <p:nvSpPr>
            <p:cNvPr id="79188" name="Freeform 693"/>
            <p:cNvSpPr/>
            <p:nvPr/>
          </p:nvSpPr>
          <p:spPr>
            <a:xfrm>
              <a:off x="3926" y="3287"/>
              <a:ext cx="27" cy="105"/>
            </a:xfrm>
            <a:custGeom>
              <a:avLst/>
              <a:gdLst>
                <a:gd name="txL" fmla="*/ 0 w 238"/>
                <a:gd name="txT" fmla="*/ 0 h 947"/>
                <a:gd name="txR" fmla="*/ 238 w 238"/>
                <a:gd name="txB" fmla="*/ 947 h 9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alpha val="100000"/>
              </a:srgbClr>
            </a:solidFill>
            <a:ln w="9525">
              <a:noFill/>
            </a:ln>
          </p:spPr>
          <p:txBody>
            <a:bodyPr/>
            <a:p>
              <a:endParaRPr lang="zh-CN" altLang="en-US"/>
            </a:p>
          </p:txBody>
        </p:sp>
        <p:sp>
          <p:nvSpPr>
            <p:cNvPr id="79189" name="Freeform 694"/>
            <p:cNvSpPr/>
            <p:nvPr/>
          </p:nvSpPr>
          <p:spPr>
            <a:xfrm>
              <a:off x="3927" y="3288"/>
              <a:ext cx="23" cy="89"/>
            </a:xfrm>
            <a:custGeom>
              <a:avLst/>
              <a:gdLst>
                <a:gd name="txL" fmla="*/ 0 w 203"/>
                <a:gd name="txT" fmla="*/ 0 h 799"/>
                <a:gd name="txR" fmla="*/ 203 w 203"/>
                <a:gd name="txB" fmla="*/ 799 h 79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alpha val="100000"/>
              </a:srgbClr>
            </a:solidFill>
            <a:ln w="9525">
              <a:noFill/>
            </a:ln>
          </p:spPr>
          <p:txBody>
            <a:bodyPr/>
            <a:p>
              <a:endParaRPr lang="zh-CN" altLang="en-US"/>
            </a:p>
          </p:txBody>
        </p:sp>
        <p:sp>
          <p:nvSpPr>
            <p:cNvPr id="79190" name="Freeform 695"/>
            <p:cNvSpPr/>
            <p:nvPr/>
          </p:nvSpPr>
          <p:spPr>
            <a:xfrm>
              <a:off x="3928" y="3289"/>
              <a:ext cx="19" cy="72"/>
            </a:xfrm>
            <a:custGeom>
              <a:avLst/>
              <a:gdLst>
                <a:gd name="txL" fmla="*/ 0 w 171"/>
                <a:gd name="txT" fmla="*/ 0 h 650"/>
                <a:gd name="txR" fmla="*/ 171 w 171"/>
                <a:gd name="txB" fmla="*/ 650 h 65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alpha val="100000"/>
              </a:srgbClr>
            </a:solidFill>
            <a:ln w="9525">
              <a:noFill/>
            </a:ln>
          </p:spPr>
          <p:txBody>
            <a:bodyPr/>
            <a:p>
              <a:endParaRPr lang="zh-CN" altLang="en-US"/>
            </a:p>
          </p:txBody>
        </p:sp>
        <p:sp>
          <p:nvSpPr>
            <p:cNvPr id="79191" name="Freeform 696"/>
            <p:cNvSpPr/>
            <p:nvPr/>
          </p:nvSpPr>
          <p:spPr>
            <a:xfrm>
              <a:off x="3929" y="3289"/>
              <a:ext cx="15" cy="56"/>
            </a:xfrm>
            <a:custGeom>
              <a:avLst/>
              <a:gdLst>
                <a:gd name="txL" fmla="*/ 0 w 138"/>
                <a:gd name="txT" fmla="*/ 0 h 502"/>
                <a:gd name="txR" fmla="*/ 138 w 138"/>
                <a:gd name="txB" fmla="*/ 502 h 5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alpha val="100000"/>
              </a:srgbClr>
            </a:solidFill>
            <a:ln w="9525">
              <a:noFill/>
            </a:ln>
          </p:spPr>
          <p:txBody>
            <a:bodyPr/>
            <a:p>
              <a:endParaRPr lang="zh-CN" altLang="en-US"/>
            </a:p>
          </p:txBody>
        </p:sp>
        <p:sp>
          <p:nvSpPr>
            <p:cNvPr id="79192" name="Freeform 697"/>
            <p:cNvSpPr/>
            <p:nvPr/>
          </p:nvSpPr>
          <p:spPr>
            <a:xfrm>
              <a:off x="3929" y="3290"/>
              <a:ext cx="12" cy="40"/>
            </a:xfrm>
            <a:custGeom>
              <a:avLst/>
              <a:gdLst>
                <a:gd name="txL" fmla="*/ 0 w 104"/>
                <a:gd name="txT" fmla="*/ 0 h 353"/>
                <a:gd name="txR" fmla="*/ 104 w 104"/>
                <a:gd name="txB" fmla="*/ 353 h 3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alpha val="100000"/>
              </a:srgbClr>
            </a:solidFill>
            <a:ln w="9525">
              <a:noFill/>
            </a:ln>
          </p:spPr>
          <p:txBody>
            <a:bodyPr/>
            <a:p>
              <a:endParaRPr lang="zh-CN" altLang="en-US"/>
            </a:p>
          </p:txBody>
        </p:sp>
        <p:sp>
          <p:nvSpPr>
            <p:cNvPr id="79193" name="Freeform 698"/>
            <p:cNvSpPr/>
            <p:nvPr/>
          </p:nvSpPr>
          <p:spPr>
            <a:xfrm>
              <a:off x="3930" y="3291"/>
              <a:ext cx="8" cy="23"/>
            </a:xfrm>
            <a:custGeom>
              <a:avLst/>
              <a:gdLst>
                <a:gd name="txL" fmla="*/ 0 w 72"/>
                <a:gd name="txT" fmla="*/ 0 h 204"/>
                <a:gd name="txR" fmla="*/ 72 w 72"/>
                <a:gd name="txB" fmla="*/ 204 h 2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alpha val="100000"/>
              </a:srgbClr>
            </a:solidFill>
            <a:ln w="9525">
              <a:noFill/>
            </a:ln>
          </p:spPr>
          <p:txBody>
            <a:bodyPr/>
            <a:p>
              <a:endParaRPr lang="zh-CN" altLang="en-US"/>
            </a:p>
          </p:txBody>
        </p:sp>
        <p:sp>
          <p:nvSpPr>
            <p:cNvPr id="79194" name="Freeform 699"/>
            <p:cNvSpPr/>
            <p:nvPr/>
          </p:nvSpPr>
          <p:spPr>
            <a:xfrm>
              <a:off x="4025" y="3357"/>
              <a:ext cx="12" cy="11"/>
            </a:xfrm>
            <a:custGeom>
              <a:avLst/>
              <a:gdLst>
                <a:gd name="txL" fmla="*/ 0 w 104"/>
                <a:gd name="txT" fmla="*/ 0 h 104"/>
                <a:gd name="txR" fmla="*/ 104 w 104"/>
                <a:gd name="txB" fmla="*/ 104 h 1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alpha val="100000"/>
              </a:srgbClr>
            </a:solidFill>
            <a:ln w="9525">
              <a:noFill/>
            </a:ln>
          </p:spPr>
          <p:txBody>
            <a:bodyPr/>
            <a:p>
              <a:endParaRPr lang="zh-CN" altLang="en-US"/>
            </a:p>
          </p:txBody>
        </p:sp>
        <p:sp>
          <p:nvSpPr>
            <p:cNvPr id="79195" name="Freeform 700"/>
            <p:cNvSpPr/>
            <p:nvPr/>
          </p:nvSpPr>
          <p:spPr>
            <a:xfrm>
              <a:off x="3990" y="3357"/>
              <a:ext cx="6"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alpha val="100000"/>
              </a:srgbClr>
            </a:solidFill>
            <a:ln w="9525">
              <a:noFill/>
            </a:ln>
          </p:spPr>
          <p:txBody>
            <a:bodyPr/>
            <a:p>
              <a:endParaRPr lang="zh-CN" altLang="en-US"/>
            </a:p>
          </p:txBody>
        </p:sp>
        <p:sp>
          <p:nvSpPr>
            <p:cNvPr id="79196" name="Freeform 701"/>
            <p:cNvSpPr/>
            <p:nvPr/>
          </p:nvSpPr>
          <p:spPr>
            <a:xfrm>
              <a:off x="4000" y="3357"/>
              <a:ext cx="5"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alpha val="100000"/>
              </a:srgbClr>
            </a:solidFill>
            <a:ln w="9525">
              <a:noFill/>
            </a:ln>
          </p:spPr>
          <p:txBody>
            <a:bodyPr/>
            <a:p>
              <a:endParaRPr lang="zh-CN" altLang="en-US"/>
            </a:p>
          </p:txBody>
        </p:sp>
        <p:sp>
          <p:nvSpPr>
            <p:cNvPr id="79197" name="Freeform 702"/>
            <p:cNvSpPr/>
            <p:nvPr/>
          </p:nvSpPr>
          <p:spPr>
            <a:xfrm>
              <a:off x="3961" y="3278"/>
              <a:ext cx="16" cy="79"/>
            </a:xfrm>
            <a:custGeom>
              <a:avLst/>
              <a:gdLst>
                <a:gd name="txL" fmla="*/ 0 w 148"/>
                <a:gd name="txT" fmla="*/ 0 h 712"/>
                <a:gd name="txR" fmla="*/ 148 w 148"/>
                <a:gd name="txB" fmla="*/ 712 h 71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alpha val="100000"/>
              </a:srgbClr>
            </a:solidFill>
            <a:ln w="9525">
              <a:noFill/>
            </a:ln>
          </p:spPr>
          <p:txBody>
            <a:bodyPr/>
            <a:p>
              <a:endParaRPr lang="zh-CN" altLang="en-US"/>
            </a:p>
          </p:txBody>
        </p:sp>
        <p:sp>
          <p:nvSpPr>
            <p:cNvPr id="79198" name="Freeform 703"/>
            <p:cNvSpPr/>
            <p:nvPr/>
          </p:nvSpPr>
          <p:spPr>
            <a:xfrm>
              <a:off x="4045" y="3268"/>
              <a:ext cx="23" cy="88"/>
            </a:xfrm>
            <a:custGeom>
              <a:avLst/>
              <a:gdLst>
                <a:gd name="txL" fmla="*/ 0 w 201"/>
                <a:gd name="txT" fmla="*/ 0 h 795"/>
                <a:gd name="txR" fmla="*/ 201 w 201"/>
                <a:gd name="txB" fmla="*/ 795 h 79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alpha val="100000"/>
              </a:srgbClr>
            </a:solidFill>
            <a:ln w="9525">
              <a:noFill/>
            </a:ln>
          </p:spPr>
          <p:txBody>
            <a:bodyPr/>
            <a:p>
              <a:endParaRPr lang="zh-CN" altLang="en-US"/>
            </a:p>
          </p:txBody>
        </p:sp>
        <p:sp>
          <p:nvSpPr>
            <p:cNvPr id="79199" name="Freeform 704"/>
            <p:cNvSpPr/>
            <p:nvPr/>
          </p:nvSpPr>
          <p:spPr>
            <a:xfrm>
              <a:off x="3961" y="3282"/>
              <a:ext cx="15" cy="69"/>
            </a:xfrm>
            <a:custGeom>
              <a:avLst/>
              <a:gdLst>
                <a:gd name="txL" fmla="*/ 0 w 129"/>
                <a:gd name="txT" fmla="*/ 0 h 622"/>
                <a:gd name="txR" fmla="*/ 129 w 129"/>
                <a:gd name="txB" fmla="*/ 622 h 62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alpha val="100000"/>
              </a:srgbClr>
            </a:solidFill>
            <a:ln w="9525">
              <a:noFill/>
            </a:ln>
          </p:spPr>
          <p:txBody>
            <a:bodyPr/>
            <a:p>
              <a:endParaRPr lang="zh-CN" altLang="en-US"/>
            </a:p>
          </p:txBody>
        </p:sp>
        <p:sp>
          <p:nvSpPr>
            <p:cNvPr id="79200" name="Freeform 705"/>
            <p:cNvSpPr/>
            <p:nvPr/>
          </p:nvSpPr>
          <p:spPr>
            <a:xfrm>
              <a:off x="3962" y="3287"/>
              <a:ext cx="12" cy="59"/>
            </a:xfrm>
            <a:custGeom>
              <a:avLst/>
              <a:gdLst>
                <a:gd name="txL" fmla="*/ 0 w 110"/>
                <a:gd name="txT" fmla="*/ 0 h 531"/>
                <a:gd name="txR" fmla="*/ 110 w 110"/>
                <a:gd name="txB" fmla="*/ 531 h 53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alpha val="100000"/>
              </a:srgbClr>
            </a:solidFill>
            <a:ln w="9525">
              <a:noFill/>
            </a:ln>
          </p:spPr>
          <p:txBody>
            <a:bodyPr/>
            <a:p>
              <a:endParaRPr lang="zh-CN" altLang="en-US"/>
            </a:p>
          </p:txBody>
        </p:sp>
        <p:sp>
          <p:nvSpPr>
            <p:cNvPr id="79201" name="Freeform 706"/>
            <p:cNvSpPr/>
            <p:nvPr/>
          </p:nvSpPr>
          <p:spPr>
            <a:xfrm>
              <a:off x="3963" y="3292"/>
              <a:ext cx="10" cy="48"/>
            </a:xfrm>
            <a:custGeom>
              <a:avLst/>
              <a:gdLst>
                <a:gd name="txL" fmla="*/ 0 w 92"/>
                <a:gd name="txT" fmla="*/ 0 h 438"/>
                <a:gd name="txR" fmla="*/ 92 w 92"/>
                <a:gd name="txB" fmla="*/ 438 h 4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alpha val="100000"/>
              </a:srgbClr>
            </a:solidFill>
            <a:ln w="9525">
              <a:noFill/>
            </a:ln>
          </p:spPr>
          <p:txBody>
            <a:bodyPr/>
            <a:p>
              <a:endParaRPr lang="zh-CN" altLang="en-US"/>
            </a:p>
          </p:txBody>
        </p:sp>
        <p:sp>
          <p:nvSpPr>
            <p:cNvPr id="79202" name="Freeform 707"/>
            <p:cNvSpPr/>
            <p:nvPr/>
          </p:nvSpPr>
          <p:spPr>
            <a:xfrm>
              <a:off x="3963" y="3296"/>
              <a:ext cx="8" cy="39"/>
            </a:xfrm>
            <a:custGeom>
              <a:avLst/>
              <a:gdLst>
                <a:gd name="txL" fmla="*/ 0 w 73"/>
                <a:gd name="txT" fmla="*/ 0 h 347"/>
                <a:gd name="txR" fmla="*/ 73 w 73"/>
                <a:gd name="txB" fmla="*/ 347 h 3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alpha val="100000"/>
              </a:srgbClr>
            </a:solidFill>
            <a:ln w="9525">
              <a:noFill/>
            </a:ln>
          </p:spPr>
          <p:txBody>
            <a:bodyPr/>
            <a:p>
              <a:endParaRPr lang="zh-CN" altLang="en-US"/>
            </a:p>
          </p:txBody>
        </p:sp>
        <p:sp>
          <p:nvSpPr>
            <p:cNvPr id="79203" name="Freeform 708"/>
            <p:cNvSpPr/>
            <p:nvPr/>
          </p:nvSpPr>
          <p:spPr>
            <a:xfrm>
              <a:off x="3964" y="3301"/>
              <a:ext cx="6" cy="28"/>
            </a:xfrm>
            <a:custGeom>
              <a:avLst/>
              <a:gdLst>
                <a:gd name="txL" fmla="*/ 0 w 52"/>
                <a:gd name="txT" fmla="*/ 0 h 256"/>
                <a:gd name="txR" fmla="*/ 52 w 52"/>
                <a:gd name="txB" fmla="*/ 256 h 25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alpha val="100000"/>
              </a:srgbClr>
            </a:solidFill>
            <a:ln w="9525">
              <a:noFill/>
            </a:ln>
          </p:spPr>
          <p:txBody>
            <a:bodyPr/>
            <a:p>
              <a:endParaRPr lang="zh-CN" altLang="en-US"/>
            </a:p>
          </p:txBody>
        </p:sp>
        <p:sp>
          <p:nvSpPr>
            <p:cNvPr id="79204" name="Freeform 709"/>
            <p:cNvSpPr/>
            <p:nvPr/>
          </p:nvSpPr>
          <p:spPr>
            <a:xfrm>
              <a:off x="4046" y="3273"/>
              <a:ext cx="20" cy="77"/>
            </a:xfrm>
            <a:custGeom>
              <a:avLst/>
              <a:gdLst>
                <a:gd name="txL" fmla="*/ 0 w 176"/>
                <a:gd name="txT" fmla="*/ 0 h 693"/>
                <a:gd name="txR" fmla="*/ 176 w 176"/>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alpha val="100000"/>
              </a:srgbClr>
            </a:solidFill>
            <a:ln w="9525">
              <a:noFill/>
            </a:ln>
          </p:spPr>
          <p:txBody>
            <a:bodyPr/>
            <a:p>
              <a:endParaRPr lang="zh-CN" altLang="en-US"/>
            </a:p>
          </p:txBody>
        </p:sp>
        <p:sp>
          <p:nvSpPr>
            <p:cNvPr id="79205" name="Freeform 710"/>
            <p:cNvSpPr/>
            <p:nvPr/>
          </p:nvSpPr>
          <p:spPr>
            <a:xfrm>
              <a:off x="4047" y="3279"/>
              <a:ext cx="16" cy="65"/>
            </a:xfrm>
            <a:custGeom>
              <a:avLst/>
              <a:gdLst>
                <a:gd name="txL" fmla="*/ 0 w 149"/>
                <a:gd name="txT" fmla="*/ 0 h 592"/>
                <a:gd name="txR" fmla="*/ 149 w 149"/>
                <a:gd name="txB" fmla="*/ 592 h 59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alpha val="100000"/>
              </a:srgbClr>
            </a:solidFill>
            <a:ln w="9525">
              <a:noFill/>
            </a:ln>
          </p:spPr>
          <p:txBody>
            <a:bodyPr/>
            <a:p>
              <a:endParaRPr lang="zh-CN" altLang="en-US"/>
            </a:p>
          </p:txBody>
        </p:sp>
        <p:sp>
          <p:nvSpPr>
            <p:cNvPr id="79206" name="Freeform 711"/>
            <p:cNvSpPr/>
            <p:nvPr/>
          </p:nvSpPr>
          <p:spPr>
            <a:xfrm>
              <a:off x="4048" y="3284"/>
              <a:ext cx="13" cy="54"/>
            </a:xfrm>
            <a:custGeom>
              <a:avLst/>
              <a:gdLst>
                <a:gd name="txL" fmla="*/ 0 w 124"/>
                <a:gd name="txT" fmla="*/ 0 h 490"/>
                <a:gd name="txR" fmla="*/ 124 w 124"/>
                <a:gd name="txB" fmla="*/ 490 h 4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alpha val="100000"/>
              </a:srgbClr>
            </a:solidFill>
            <a:ln w="9525">
              <a:noFill/>
            </a:ln>
          </p:spPr>
          <p:txBody>
            <a:bodyPr/>
            <a:p>
              <a:endParaRPr lang="zh-CN" altLang="en-US"/>
            </a:p>
          </p:txBody>
        </p:sp>
        <p:sp>
          <p:nvSpPr>
            <p:cNvPr id="79207" name="Freeform 712"/>
            <p:cNvSpPr/>
            <p:nvPr/>
          </p:nvSpPr>
          <p:spPr>
            <a:xfrm>
              <a:off x="4048" y="3289"/>
              <a:ext cx="11" cy="43"/>
            </a:xfrm>
            <a:custGeom>
              <a:avLst/>
              <a:gdLst>
                <a:gd name="txL" fmla="*/ 0 w 99"/>
                <a:gd name="txT" fmla="*/ 0 h 389"/>
                <a:gd name="txR" fmla="*/ 99 w 99"/>
                <a:gd name="txB" fmla="*/ 389 h 38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alpha val="100000"/>
              </a:srgbClr>
            </a:solidFill>
            <a:ln w="9525">
              <a:noFill/>
            </a:ln>
          </p:spPr>
          <p:txBody>
            <a:bodyPr/>
            <a:p>
              <a:endParaRPr lang="zh-CN" altLang="en-US"/>
            </a:p>
          </p:txBody>
        </p:sp>
        <p:sp>
          <p:nvSpPr>
            <p:cNvPr id="79208" name="Freeform 713"/>
            <p:cNvSpPr/>
            <p:nvPr/>
          </p:nvSpPr>
          <p:spPr>
            <a:xfrm>
              <a:off x="4049" y="3295"/>
              <a:ext cx="8" cy="31"/>
            </a:xfrm>
            <a:custGeom>
              <a:avLst/>
              <a:gdLst>
                <a:gd name="txL" fmla="*/ 0 w 72"/>
                <a:gd name="txT" fmla="*/ 0 h 287"/>
                <a:gd name="txR" fmla="*/ 72 w 72"/>
                <a:gd name="txB" fmla="*/ 287 h 2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alpha val="100000"/>
              </a:srgbClr>
            </a:solidFill>
            <a:ln w="9525">
              <a:noFill/>
            </a:ln>
          </p:spPr>
          <p:txBody>
            <a:bodyPr/>
            <a:p>
              <a:endParaRPr lang="zh-CN" altLang="en-US"/>
            </a:p>
          </p:txBody>
        </p:sp>
        <p:sp>
          <p:nvSpPr>
            <p:cNvPr id="79209" name="Rectangle 714"/>
            <p:cNvSpPr/>
            <p:nvPr/>
          </p:nvSpPr>
          <p:spPr>
            <a:xfrm>
              <a:off x="3944" y="3287"/>
              <a:ext cx="3" cy="101"/>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210" name="Freeform 715"/>
            <p:cNvSpPr/>
            <p:nvPr/>
          </p:nvSpPr>
          <p:spPr>
            <a:xfrm>
              <a:off x="3980" y="3285"/>
              <a:ext cx="39" cy="47"/>
            </a:xfrm>
            <a:custGeom>
              <a:avLst/>
              <a:gdLst>
                <a:gd name="txL" fmla="*/ 0 w 354"/>
                <a:gd name="txT" fmla="*/ 0 h 418"/>
                <a:gd name="txR" fmla="*/ 354 w 354"/>
                <a:gd name="txB" fmla="*/ 418 h 4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alpha val="100000"/>
              </a:srgbClr>
            </a:solidFill>
            <a:ln w="9525">
              <a:noFill/>
            </a:ln>
          </p:spPr>
          <p:txBody>
            <a:bodyPr/>
            <a:p>
              <a:endParaRPr lang="zh-CN" altLang="en-US"/>
            </a:p>
          </p:txBody>
        </p:sp>
        <p:sp>
          <p:nvSpPr>
            <p:cNvPr id="79211" name="Freeform 716"/>
            <p:cNvSpPr/>
            <p:nvPr/>
          </p:nvSpPr>
          <p:spPr>
            <a:xfrm>
              <a:off x="3925" y="3320"/>
              <a:ext cx="32" cy="8"/>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79212" name="Freeform 717"/>
            <p:cNvSpPr/>
            <p:nvPr/>
          </p:nvSpPr>
          <p:spPr>
            <a:xfrm>
              <a:off x="3925" y="3299"/>
              <a:ext cx="32" cy="9"/>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79213" name="Freeform 718"/>
            <p:cNvSpPr/>
            <p:nvPr/>
          </p:nvSpPr>
          <p:spPr>
            <a:xfrm>
              <a:off x="3955" y="3289"/>
              <a:ext cx="52" cy="96"/>
            </a:xfrm>
            <a:custGeom>
              <a:avLst/>
              <a:gdLst>
                <a:gd name="txL" fmla="*/ 0 w 469"/>
                <a:gd name="txT" fmla="*/ 0 h 868"/>
                <a:gd name="txR" fmla="*/ 469 w 469"/>
                <a:gd name="txB" fmla="*/ 868 h 8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alpha val="100000"/>
              </a:srgbClr>
            </a:solidFill>
            <a:ln w="9525">
              <a:noFill/>
            </a:ln>
          </p:spPr>
          <p:txBody>
            <a:bodyPr/>
            <a:p>
              <a:endParaRPr lang="zh-CN" altLang="en-US"/>
            </a:p>
          </p:txBody>
        </p:sp>
        <p:sp>
          <p:nvSpPr>
            <p:cNvPr id="79214" name="Freeform 719"/>
            <p:cNvSpPr/>
            <p:nvPr/>
          </p:nvSpPr>
          <p:spPr>
            <a:xfrm>
              <a:off x="3981" y="3267"/>
              <a:ext cx="67" cy="13"/>
            </a:xfrm>
            <a:custGeom>
              <a:avLst/>
              <a:gdLst>
                <a:gd name="txL" fmla="*/ 0 w 604"/>
                <a:gd name="txT" fmla="*/ 0 h 118"/>
                <a:gd name="txR" fmla="*/ 604 w 604"/>
                <a:gd name="txB" fmla="*/ 118 h 1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alpha val="100000"/>
              </a:srgbClr>
            </a:solidFill>
            <a:ln w="9525">
              <a:noFill/>
            </a:ln>
          </p:spPr>
          <p:txBody>
            <a:bodyPr/>
            <a:p>
              <a:endParaRPr lang="zh-CN" altLang="en-US"/>
            </a:p>
          </p:txBody>
        </p:sp>
        <p:sp>
          <p:nvSpPr>
            <p:cNvPr id="79215" name="Freeform 720"/>
            <p:cNvSpPr/>
            <p:nvPr/>
          </p:nvSpPr>
          <p:spPr>
            <a:xfrm>
              <a:off x="3942" y="3387"/>
              <a:ext cx="113" cy="38"/>
            </a:xfrm>
            <a:custGeom>
              <a:avLst/>
              <a:gdLst>
                <a:gd name="txL" fmla="*/ 0 w 1017"/>
                <a:gd name="txT" fmla="*/ 0 h 337"/>
                <a:gd name="txR" fmla="*/ 1017 w 1017"/>
                <a:gd name="txB" fmla="*/ 337 h 33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alpha val="100000"/>
              </a:srgbClr>
            </a:solidFill>
            <a:ln w="9525">
              <a:noFill/>
            </a:ln>
          </p:spPr>
          <p:txBody>
            <a:bodyPr/>
            <a:p>
              <a:endParaRPr lang="zh-CN" altLang="en-US"/>
            </a:p>
          </p:txBody>
        </p:sp>
        <p:sp>
          <p:nvSpPr>
            <p:cNvPr id="79216" name="Freeform 721"/>
            <p:cNvSpPr/>
            <p:nvPr/>
          </p:nvSpPr>
          <p:spPr>
            <a:xfrm>
              <a:off x="3918" y="3397"/>
              <a:ext cx="116" cy="34"/>
            </a:xfrm>
            <a:custGeom>
              <a:avLst/>
              <a:gdLst>
                <a:gd name="txL" fmla="*/ 0 w 1036"/>
                <a:gd name="txT" fmla="*/ 0 h 303"/>
                <a:gd name="txR" fmla="*/ 1036 w 1036"/>
                <a:gd name="txB" fmla="*/ 303 h 303"/>
              </a:gdLst>
              <a:ahLst/>
              <a:cxnLst>
                <a:cxn ang="0">
                  <a:pos x="0" y="0"/>
                </a:cxn>
                <a:cxn ang="0">
                  <a:pos x="0" y="0"/>
                </a:cxn>
                <a:cxn ang="0">
                  <a:pos x="0" y="0"/>
                </a:cxn>
                <a:cxn ang="0">
                  <a:pos x="0" y="0"/>
                </a:cxn>
                <a:cxn ang="0">
                  <a:pos x="0" y="0"/>
                </a:cxn>
              </a:cxnLst>
              <a:rect l="txL" t="txT" r="txR" b="txB"/>
              <a:pathLst>
                <a:path w="1036" h="303">
                  <a:moveTo>
                    <a:pt x="0" y="0"/>
                  </a:moveTo>
                  <a:lnTo>
                    <a:pt x="1013" y="303"/>
                  </a:lnTo>
                  <a:lnTo>
                    <a:pt x="1036" y="303"/>
                  </a:lnTo>
                  <a:lnTo>
                    <a:pt x="31" y="0"/>
                  </a:lnTo>
                  <a:lnTo>
                    <a:pt x="0" y="0"/>
                  </a:lnTo>
                  <a:close/>
                </a:path>
              </a:pathLst>
            </a:custGeom>
            <a:solidFill>
              <a:srgbClr val="DDDDDD">
                <a:alpha val="100000"/>
              </a:srgbClr>
            </a:solidFill>
            <a:ln w="9525">
              <a:noFill/>
            </a:ln>
          </p:spPr>
          <p:txBody>
            <a:bodyPr/>
            <a:p>
              <a:endParaRPr lang="zh-CN" altLang="en-US"/>
            </a:p>
          </p:txBody>
        </p:sp>
        <p:sp>
          <p:nvSpPr>
            <p:cNvPr id="79217" name="Freeform 722"/>
            <p:cNvSpPr/>
            <p:nvPr/>
          </p:nvSpPr>
          <p:spPr>
            <a:xfrm>
              <a:off x="3938" y="3393"/>
              <a:ext cx="113" cy="30"/>
            </a:xfrm>
            <a:custGeom>
              <a:avLst/>
              <a:gdLst>
                <a:gd name="txL" fmla="*/ 0 w 1023"/>
                <a:gd name="txT" fmla="*/ 0 h 270"/>
                <a:gd name="txR" fmla="*/ 1023 w 1023"/>
                <a:gd name="txB" fmla="*/ 270 h 270"/>
              </a:gdLst>
              <a:ahLst/>
              <a:cxnLst>
                <a:cxn ang="0">
                  <a:pos x="0" y="0"/>
                </a:cxn>
                <a:cxn ang="0">
                  <a:pos x="0" y="0"/>
                </a:cxn>
                <a:cxn ang="0">
                  <a:pos x="0" y="0"/>
                </a:cxn>
                <a:cxn ang="0">
                  <a:pos x="0" y="0"/>
                </a:cxn>
                <a:cxn ang="0">
                  <a:pos x="0" y="0"/>
                </a:cxn>
              </a:cxnLst>
              <a:rect l="txL" t="txT" r="txR" b="txB"/>
              <a:pathLst>
                <a:path w="1023" h="270">
                  <a:moveTo>
                    <a:pt x="0" y="1"/>
                  </a:moveTo>
                  <a:lnTo>
                    <a:pt x="1001" y="270"/>
                  </a:lnTo>
                  <a:lnTo>
                    <a:pt x="1023" y="269"/>
                  </a:lnTo>
                  <a:lnTo>
                    <a:pt x="31" y="0"/>
                  </a:lnTo>
                  <a:lnTo>
                    <a:pt x="0" y="1"/>
                  </a:lnTo>
                  <a:close/>
                </a:path>
              </a:pathLst>
            </a:custGeom>
            <a:solidFill>
              <a:srgbClr val="DDDDDD">
                <a:alpha val="100000"/>
              </a:srgbClr>
            </a:solidFill>
            <a:ln w="9525">
              <a:noFill/>
            </a:ln>
          </p:spPr>
          <p:txBody>
            <a:bodyPr/>
            <a:p>
              <a:endParaRPr lang="zh-CN" altLang="en-US"/>
            </a:p>
          </p:txBody>
        </p:sp>
        <p:sp>
          <p:nvSpPr>
            <p:cNvPr id="79218" name="Freeform 723"/>
            <p:cNvSpPr/>
            <p:nvPr/>
          </p:nvSpPr>
          <p:spPr>
            <a:xfrm>
              <a:off x="3929" y="3394"/>
              <a:ext cx="114" cy="33"/>
            </a:xfrm>
            <a:custGeom>
              <a:avLst/>
              <a:gdLst>
                <a:gd name="txL" fmla="*/ 0 w 1028"/>
                <a:gd name="txT" fmla="*/ 0 h 299"/>
                <a:gd name="txR" fmla="*/ 1028 w 1028"/>
                <a:gd name="txB" fmla="*/ 299 h 299"/>
              </a:gdLst>
              <a:ahLst/>
              <a:cxnLst>
                <a:cxn ang="0">
                  <a:pos x="0" y="0"/>
                </a:cxn>
                <a:cxn ang="0">
                  <a:pos x="0" y="0"/>
                </a:cxn>
                <a:cxn ang="0">
                  <a:pos x="0" y="0"/>
                </a:cxn>
                <a:cxn ang="0">
                  <a:pos x="0" y="0"/>
                </a:cxn>
                <a:cxn ang="0">
                  <a:pos x="0" y="0"/>
                </a:cxn>
              </a:cxnLst>
              <a:rect l="txL" t="txT" r="txR" b="txB"/>
              <a:pathLst>
                <a:path w="1028" h="299">
                  <a:moveTo>
                    <a:pt x="0" y="0"/>
                  </a:moveTo>
                  <a:lnTo>
                    <a:pt x="1009" y="299"/>
                  </a:lnTo>
                  <a:lnTo>
                    <a:pt x="1028" y="292"/>
                  </a:lnTo>
                  <a:lnTo>
                    <a:pt x="30" y="0"/>
                  </a:lnTo>
                  <a:lnTo>
                    <a:pt x="0" y="0"/>
                  </a:lnTo>
                  <a:close/>
                </a:path>
              </a:pathLst>
            </a:custGeom>
            <a:solidFill>
              <a:srgbClr val="DDDDDD">
                <a:alpha val="100000"/>
              </a:srgbClr>
            </a:solidFill>
            <a:ln w="9525">
              <a:noFill/>
            </a:ln>
          </p:spPr>
          <p:txBody>
            <a:bodyPr/>
            <a:p>
              <a:endParaRPr lang="zh-CN" altLang="en-US"/>
            </a:p>
          </p:txBody>
        </p:sp>
      </p:grpSp>
      <p:grpSp>
        <p:nvGrpSpPr>
          <p:cNvPr id="78990" name="Group 724"/>
          <p:cNvGrpSpPr/>
          <p:nvPr/>
        </p:nvGrpSpPr>
        <p:grpSpPr>
          <a:xfrm>
            <a:off x="5424488" y="4926013"/>
            <a:ext cx="338137" cy="282575"/>
            <a:chOff x="3899" y="3264"/>
            <a:chExt cx="213" cy="178"/>
          </a:xfrm>
        </p:grpSpPr>
        <p:sp>
          <p:nvSpPr>
            <p:cNvPr id="79141" name="Freeform 725"/>
            <p:cNvSpPr/>
            <p:nvPr/>
          </p:nvSpPr>
          <p:spPr>
            <a:xfrm>
              <a:off x="3899" y="3264"/>
              <a:ext cx="213" cy="178"/>
            </a:xfrm>
            <a:custGeom>
              <a:avLst/>
              <a:gdLst>
                <a:gd name="txL" fmla="*/ 0 w 1913"/>
                <a:gd name="txT" fmla="*/ 0 h 1606"/>
                <a:gd name="txR" fmla="*/ 1913 w 1913"/>
                <a:gd name="txB" fmla="*/ 1606 h 160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alpha val="100000"/>
              </a:schemeClr>
            </a:solidFill>
            <a:ln w="9525">
              <a:noFill/>
            </a:ln>
          </p:spPr>
          <p:txBody>
            <a:bodyPr/>
            <a:p>
              <a:endParaRPr lang="zh-CN" altLang="en-US"/>
            </a:p>
          </p:txBody>
        </p:sp>
        <p:sp>
          <p:nvSpPr>
            <p:cNvPr id="79142" name="Freeform 726"/>
            <p:cNvSpPr/>
            <p:nvPr/>
          </p:nvSpPr>
          <p:spPr>
            <a:xfrm>
              <a:off x="3977" y="3278"/>
              <a:ext cx="68" cy="78"/>
            </a:xfrm>
            <a:custGeom>
              <a:avLst/>
              <a:gdLst>
                <a:gd name="txL" fmla="*/ 0 w 614"/>
                <a:gd name="txT" fmla="*/ 0 h 697"/>
                <a:gd name="txR" fmla="*/ 614 w 614"/>
                <a:gd name="txB" fmla="*/ 697 h 69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alpha val="100000"/>
              </a:srgbClr>
            </a:solidFill>
            <a:ln w="9525">
              <a:noFill/>
            </a:ln>
          </p:spPr>
          <p:txBody>
            <a:bodyPr/>
            <a:p>
              <a:endParaRPr lang="zh-CN" altLang="en-US"/>
            </a:p>
          </p:txBody>
        </p:sp>
        <p:sp>
          <p:nvSpPr>
            <p:cNvPr id="79143" name="Freeform 727"/>
            <p:cNvSpPr/>
            <p:nvPr/>
          </p:nvSpPr>
          <p:spPr>
            <a:xfrm>
              <a:off x="3984" y="3299"/>
              <a:ext cx="113" cy="77"/>
            </a:xfrm>
            <a:custGeom>
              <a:avLst/>
              <a:gdLst>
                <a:gd name="txL" fmla="*/ 0 w 1014"/>
                <a:gd name="txT" fmla="*/ 0 h 693"/>
                <a:gd name="txR" fmla="*/ 1014 w 1014"/>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alpha val="100000"/>
              </a:srgbClr>
            </a:solidFill>
            <a:ln w="9525">
              <a:noFill/>
            </a:ln>
          </p:spPr>
          <p:txBody>
            <a:bodyPr/>
            <a:p>
              <a:endParaRPr lang="zh-CN" altLang="en-US"/>
            </a:p>
          </p:txBody>
        </p:sp>
        <p:sp>
          <p:nvSpPr>
            <p:cNvPr id="79144" name="Freeform 728"/>
            <p:cNvSpPr/>
            <p:nvPr/>
          </p:nvSpPr>
          <p:spPr>
            <a:xfrm>
              <a:off x="3970" y="3375"/>
              <a:ext cx="83" cy="27"/>
            </a:xfrm>
            <a:custGeom>
              <a:avLst/>
              <a:gdLst>
                <a:gd name="txL" fmla="*/ 0 w 745"/>
                <a:gd name="txT" fmla="*/ 0 h 240"/>
                <a:gd name="txR" fmla="*/ 745 w 745"/>
                <a:gd name="txB" fmla="*/ 240 h 240"/>
              </a:gdLst>
              <a:ahLst/>
              <a:cxnLst>
                <a:cxn ang="0">
                  <a:pos x="0" y="0"/>
                </a:cxn>
                <a:cxn ang="0">
                  <a:pos x="0" y="0"/>
                </a:cxn>
                <a:cxn ang="0">
                  <a:pos x="0" y="0"/>
                </a:cxn>
                <a:cxn ang="0">
                  <a:pos x="0" y="0"/>
                </a:cxn>
                <a:cxn ang="0">
                  <a:pos x="0" y="0"/>
                </a:cxn>
              </a:cxnLst>
              <a:rect l="txL" t="txT" r="txR" b="txB"/>
              <a:pathLst>
                <a:path w="745" h="240">
                  <a:moveTo>
                    <a:pt x="745" y="86"/>
                  </a:moveTo>
                  <a:lnTo>
                    <a:pt x="11" y="0"/>
                  </a:lnTo>
                  <a:lnTo>
                    <a:pt x="0" y="86"/>
                  </a:lnTo>
                  <a:lnTo>
                    <a:pt x="722" y="240"/>
                  </a:lnTo>
                  <a:lnTo>
                    <a:pt x="745" y="86"/>
                  </a:lnTo>
                  <a:close/>
                </a:path>
              </a:pathLst>
            </a:custGeom>
            <a:solidFill>
              <a:srgbClr val="DDDDDD">
                <a:alpha val="100000"/>
              </a:srgbClr>
            </a:solidFill>
            <a:ln w="9525">
              <a:noFill/>
            </a:ln>
          </p:spPr>
          <p:txBody>
            <a:bodyPr/>
            <a:p>
              <a:endParaRPr lang="zh-CN" altLang="en-US"/>
            </a:p>
          </p:txBody>
        </p:sp>
        <p:sp>
          <p:nvSpPr>
            <p:cNvPr id="79145" name="Freeform 729"/>
            <p:cNvSpPr/>
            <p:nvPr/>
          </p:nvSpPr>
          <p:spPr>
            <a:xfrm>
              <a:off x="4011" y="3384"/>
              <a:ext cx="36" cy="12"/>
            </a:xfrm>
            <a:custGeom>
              <a:avLst/>
              <a:gdLst>
                <a:gd name="txL" fmla="*/ 0 w 319"/>
                <a:gd name="txT" fmla="*/ 0 h 109"/>
                <a:gd name="txR" fmla="*/ 319 w 319"/>
                <a:gd name="txB" fmla="*/ 109 h 109"/>
              </a:gdLst>
              <a:ahLst/>
              <a:cxnLst>
                <a:cxn ang="0">
                  <a:pos x="0" y="0"/>
                </a:cxn>
                <a:cxn ang="0">
                  <a:pos x="0" y="0"/>
                </a:cxn>
                <a:cxn ang="0">
                  <a:pos x="0" y="0"/>
                </a:cxn>
                <a:cxn ang="0">
                  <a:pos x="0" y="0"/>
                </a:cxn>
                <a:cxn ang="0">
                  <a:pos x="0" y="0"/>
                </a:cxn>
              </a:cxnLst>
              <a:rect l="txL" t="txT" r="txR" b="txB"/>
              <a:pathLst>
                <a:path w="319" h="109">
                  <a:moveTo>
                    <a:pt x="319" y="47"/>
                  </a:moveTo>
                  <a:lnTo>
                    <a:pt x="4" y="0"/>
                  </a:lnTo>
                  <a:lnTo>
                    <a:pt x="0" y="45"/>
                  </a:lnTo>
                  <a:lnTo>
                    <a:pt x="309" y="109"/>
                  </a:lnTo>
                  <a:lnTo>
                    <a:pt x="319" y="47"/>
                  </a:lnTo>
                  <a:close/>
                </a:path>
              </a:pathLst>
            </a:custGeom>
            <a:solidFill>
              <a:srgbClr val="DDDDDD">
                <a:alpha val="100000"/>
              </a:srgbClr>
            </a:solidFill>
            <a:ln w="9525">
              <a:noFill/>
            </a:ln>
          </p:spPr>
          <p:txBody>
            <a:bodyPr/>
            <a:p>
              <a:endParaRPr lang="zh-CN" altLang="en-US"/>
            </a:p>
          </p:txBody>
        </p:sp>
        <p:sp>
          <p:nvSpPr>
            <p:cNvPr id="79146" name="Freeform 730"/>
            <p:cNvSpPr/>
            <p:nvPr/>
          </p:nvSpPr>
          <p:spPr>
            <a:xfrm>
              <a:off x="3975" y="3378"/>
              <a:ext cx="24" cy="9"/>
            </a:xfrm>
            <a:custGeom>
              <a:avLst/>
              <a:gdLst>
                <a:gd name="txL" fmla="*/ 0 w 213"/>
                <a:gd name="txT" fmla="*/ 0 h 81"/>
                <a:gd name="txR" fmla="*/ 213 w 213"/>
                <a:gd name="txB" fmla="*/ 81 h 81"/>
              </a:gdLst>
              <a:ahLst/>
              <a:cxnLst>
                <a:cxn ang="0">
                  <a:pos x="0" y="0"/>
                </a:cxn>
                <a:cxn ang="0">
                  <a:pos x="0" y="0"/>
                </a:cxn>
                <a:cxn ang="0">
                  <a:pos x="0" y="0"/>
                </a:cxn>
                <a:cxn ang="0">
                  <a:pos x="0" y="0"/>
                </a:cxn>
                <a:cxn ang="0">
                  <a:pos x="0" y="0"/>
                </a:cxn>
              </a:cxnLst>
              <a:rect l="txL" t="txT" r="txR" b="txB"/>
              <a:pathLst>
                <a:path w="213" h="81">
                  <a:moveTo>
                    <a:pt x="213" y="37"/>
                  </a:moveTo>
                  <a:lnTo>
                    <a:pt x="0" y="0"/>
                  </a:lnTo>
                  <a:lnTo>
                    <a:pt x="2" y="39"/>
                  </a:lnTo>
                  <a:lnTo>
                    <a:pt x="206" y="81"/>
                  </a:lnTo>
                  <a:lnTo>
                    <a:pt x="213" y="37"/>
                  </a:lnTo>
                  <a:close/>
                </a:path>
              </a:pathLst>
            </a:custGeom>
            <a:solidFill>
              <a:srgbClr val="DDDDDD">
                <a:alpha val="100000"/>
              </a:srgbClr>
            </a:solidFill>
            <a:ln w="9525">
              <a:noFill/>
            </a:ln>
          </p:spPr>
          <p:txBody>
            <a:bodyPr/>
            <a:p>
              <a:endParaRPr lang="zh-CN" altLang="en-US"/>
            </a:p>
          </p:txBody>
        </p:sp>
        <p:sp>
          <p:nvSpPr>
            <p:cNvPr id="79147" name="Freeform 731"/>
            <p:cNvSpPr/>
            <p:nvPr/>
          </p:nvSpPr>
          <p:spPr>
            <a:xfrm>
              <a:off x="3916" y="3386"/>
              <a:ext cx="139" cy="47"/>
            </a:xfrm>
            <a:custGeom>
              <a:avLst/>
              <a:gdLst>
                <a:gd name="txL" fmla="*/ 0 w 1254"/>
                <a:gd name="txT" fmla="*/ 0 h 415"/>
                <a:gd name="txR" fmla="*/ 1254 w 1254"/>
                <a:gd name="txB" fmla="*/ 415 h 41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alpha val="100000"/>
              </a:srgbClr>
            </a:solidFill>
            <a:ln w="9525">
              <a:noFill/>
            </a:ln>
          </p:spPr>
          <p:txBody>
            <a:bodyPr/>
            <a:p>
              <a:endParaRPr lang="zh-CN" altLang="en-US"/>
            </a:p>
          </p:txBody>
        </p:sp>
        <p:sp>
          <p:nvSpPr>
            <p:cNvPr id="79148" name="Freeform 732"/>
            <p:cNvSpPr/>
            <p:nvPr/>
          </p:nvSpPr>
          <p:spPr>
            <a:xfrm>
              <a:off x="4055" y="3381"/>
              <a:ext cx="49" cy="22"/>
            </a:xfrm>
            <a:custGeom>
              <a:avLst/>
              <a:gdLst>
                <a:gd name="txL" fmla="*/ 0 w 447"/>
                <a:gd name="txT" fmla="*/ 0 h 198"/>
                <a:gd name="txR" fmla="*/ 447 w 447"/>
                <a:gd name="txB" fmla="*/ 198 h 198"/>
              </a:gdLst>
              <a:ahLst/>
              <a:cxnLst>
                <a:cxn ang="0">
                  <a:pos x="0" y="0"/>
                </a:cxn>
                <a:cxn ang="0">
                  <a:pos x="0" y="0"/>
                </a:cxn>
                <a:cxn ang="0">
                  <a:pos x="0" y="0"/>
                </a:cxn>
                <a:cxn ang="0">
                  <a:pos x="0" y="0"/>
                </a:cxn>
                <a:cxn ang="0">
                  <a:pos x="0" y="0"/>
                </a:cxn>
                <a:cxn ang="0">
                  <a:pos x="0" y="0"/>
                </a:cxn>
              </a:cxnLst>
              <a:rect l="txL" t="txT" r="txR" b="txB"/>
              <a:pathLst>
                <a:path w="447" h="198">
                  <a:moveTo>
                    <a:pt x="45" y="198"/>
                  </a:moveTo>
                  <a:lnTo>
                    <a:pt x="447" y="79"/>
                  </a:lnTo>
                  <a:lnTo>
                    <a:pt x="203" y="0"/>
                  </a:lnTo>
                  <a:lnTo>
                    <a:pt x="5" y="22"/>
                  </a:lnTo>
                  <a:lnTo>
                    <a:pt x="0" y="187"/>
                  </a:lnTo>
                  <a:lnTo>
                    <a:pt x="45" y="198"/>
                  </a:lnTo>
                  <a:close/>
                </a:path>
              </a:pathLst>
            </a:custGeom>
            <a:solidFill>
              <a:srgbClr val="DDDDDD">
                <a:alpha val="100000"/>
              </a:srgbClr>
            </a:solidFill>
            <a:ln w="9525">
              <a:noFill/>
            </a:ln>
          </p:spPr>
          <p:txBody>
            <a:bodyPr/>
            <a:p>
              <a:endParaRPr lang="zh-CN" altLang="en-US"/>
            </a:p>
          </p:txBody>
        </p:sp>
        <p:sp>
          <p:nvSpPr>
            <p:cNvPr id="79149" name="Freeform 733"/>
            <p:cNvSpPr/>
            <p:nvPr/>
          </p:nvSpPr>
          <p:spPr>
            <a:xfrm>
              <a:off x="3926" y="3287"/>
              <a:ext cx="27" cy="105"/>
            </a:xfrm>
            <a:custGeom>
              <a:avLst/>
              <a:gdLst>
                <a:gd name="txL" fmla="*/ 0 w 238"/>
                <a:gd name="txT" fmla="*/ 0 h 947"/>
                <a:gd name="txR" fmla="*/ 238 w 238"/>
                <a:gd name="txB" fmla="*/ 947 h 9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alpha val="100000"/>
              </a:srgbClr>
            </a:solidFill>
            <a:ln w="9525">
              <a:noFill/>
            </a:ln>
          </p:spPr>
          <p:txBody>
            <a:bodyPr/>
            <a:p>
              <a:endParaRPr lang="zh-CN" altLang="en-US"/>
            </a:p>
          </p:txBody>
        </p:sp>
        <p:sp>
          <p:nvSpPr>
            <p:cNvPr id="79150" name="Freeform 734"/>
            <p:cNvSpPr/>
            <p:nvPr/>
          </p:nvSpPr>
          <p:spPr>
            <a:xfrm>
              <a:off x="3927" y="3288"/>
              <a:ext cx="23" cy="89"/>
            </a:xfrm>
            <a:custGeom>
              <a:avLst/>
              <a:gdLst>
                <a:gd name="txL" fmla="*/ 0 w 203"/>
                <a:gd name="txT" fmla="*/ 0 h 799"/>
                <a:gd name="txR" fmla="*/ 203 w 203"/>
                <a:gd name="txB" fmla="*/ 799 h 79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alpha val="100000"/>
              </a:srgbClr>
            </a:solidFill>
            <a:ln w="9525">
              <a:noFill/>
            </a:ln>
          </p:spPr>
          <p:txBody>
            <a:bodyPr/>
            <a:p>
              <a:endParaRPr lang="zh-CN" altLang="en-US"/>
            </a:p>
          </p:txBody>
        </p:sp>
        <p:sp>
          <p:nvSpPr>
            <p:cNvPr id="79151" name="Freeform 735"/>
            <p:cNvSpPr/>
            <p:nvPr/>
          </p:nvSpPr>
          <p:spPr>
            <a:xfrm>
              <a:off x="3928" y="3289"/>
              <a:ext cx="19" cy="72"/>
            </a:xfrm>
            <a:custGeom>
              <a:avLst/>
              <a:gdLst>
                <a:gd name="txL" fmla="*/ 0 w 171"/>
                <a:gd name="txT" fmla="*/ 0 h 650"/>
                <a:gd name="txR" fmla="*/ 171 w 171"/>
                <a:gd name="txB" fmla="*/ 650 h 65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alpha val="100000"/>
              </a:srgbClr>
            </a:solidFill>
            <a:ln w="9525">
              <a:noFill/>
            </a:ln>
          </p:spPr>
          <p:txBody>
            <a:bodyPr/>
            <a:p>
              <a:endParaRPr lang="zh-CN" altLang="en-US"/>
            </a:p>
          </p:txBody>
        </p:sp>
        <p:sp>
          <p:nvSpPr>
            <p:cNvPr id="79152" name="Freeform 736"/>
            <p:cNvSpPr/>
            <p:nvPr/>
          </p:nvSpPr>
          <p:spPr>
            <a:xfrm>
              <a:off x="3929" y="3289"/>
              <a:ext cx="15" cy="56"/>
            </a:xfrm>
            <a:custGeom>
              <a:avLst/>
              <a:gdLst>
                <a:gd name="txL" fmla="*/ 0 w 138"/>
                <a:gd name="txT" fmla="*/ 0 h 502"/>
                <a:gd name="txR" fmla="*/ 138 w 138"/>
                <a:gd name="txB" fmla="*/ 502 h 5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alpha val="100000"/>
              </a:srgbClr>
            </a:solidFill>
            <a:ln w="9525">
              <a:noFill/>
            </a:ln>
          </p:spPr>
          <p:txBody>
            <a:bodyPr/>
            <a:p>
              <a:endParaRPr lang="zh-CN" altLang="en-US"/>
            </a:p>
          </p:txBody>
        </p:sp>
        <p:sp>
          <p:nvSpPr>
            <p:cNvPr id="79153" name="Freeform 737"/>
            <p:cNvSpPr/>
            <p:nvPr/>
          </p:nvSpPr>
          <p:spPr>
            <a:xfrm>
              <a:off x="3929" y="3290"/>
              <a:ext cx="12" cy="40"/>
            </a:xfrm>
            <a:custGeom>
              <a:avLst/>
              <a:gdLst>
                <a:gd name="txL" fmla="*/ 0 w 104"/>
                <a:gd name="txT" fmla="*/ 0 h 353"/>
                <a:gd name="txR" fmla="*/ 104 w 104"/>
                <a:gd name="txB" fmla="*/ 353 h 3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alpha val="100000"/>
              </a:srgbClr>
            </a:solidFill>
            <a:ln w="9525">
              <a:noFill/>
            </a:ln>
          </p:spPr>
          <p:txBody>
            <a:bodyPr/>
            <a:p>
              <a:endParaRPr lang="zh-CN" altLang="en-US"/>
            </a:p>
          </p:txBody>
        </p:sp>
        <p:sp>
          <p:nvSpPr>
            <p:cNvPr id="79154" name="Freeform 738"/>
            <p:cNvSpPr/>
            <p:nvPr/>
          </p:nvSpPr>
          <p:spPr>
            <a:xfrm>
              <a:off x="3930" y="3291"/>
              <a:ext cx="8" cy="23"/>
            </a:xfrm>
            <a:custGeom>
              <a:avLst/>
              <a:gdLst>
                <a:gd name="txL" fmla="*/ 0 w 72"/>
                <a:gd name="txT" fmla="*/ 0 h 204"/>
                <a:gd name="txR" fmla="*/ 72 w 72"/>
                <a:gd name="txB" fmla="*/ 204 h 2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alpha val="100000"/>
              </a:srgbClr>
            </a:solidFill>
            <a:ln w="9525">
              <a:noFill/>
            </a:ln>
          </p:spPr>
          <p:txBody>
            <a:bodyPr/>
            <a:p>
              <a:endParaRPr lang="zh-CN" altLang="en-US"/>
            </a:p>
          </p:txBody>
        </p:sp>
        <p:sp>
          <p:nvSpPr>
            <p:cNvPr id="79155" name="Freeform 739"/>
            <p:cNvSpPr/>
            <p:nvPr/>
          </p:nvSpPr>
          <p:spPr>
            <a:xfrm>
              <a:off x="4025" y="3357"/>
              <a:ext cx="12" cy="11"/>
            </a:xfrm>
            <a:custGeom>
              <a:avLst/>
              <a:gdLst>
                <a:gd name="txL" fmla="*/ 0 w 104"/>
                <a:gd name="txT" fmla="*/ 0 h 104"/>
                <a:gd name="txR" fmla="*/ 104 w 104"/>
                <a:gd name="txB" fmla="*/ 104 h 1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alpha val="100000"/>
              </a:srgbClr>
            </a:solidFill>
            <a:ln w="9525">
              <a:noFill/>
            </a:ln>
          </p:spPr>
          <p:txBody>
            <a:bodyPr/>
            <a:p>
              <a:endParaRPr lang="zh-CN" altLang="en-US"/>
            </a:p>
          </p:txBody>
        </p:sp>
        <p:sp>
          <p:nvSpPr>
            <p:cNvPr id="79156" name="Freeform 740"/>
            <p:cNvSpPr/>
            <p:nvPr/>
          </p:nvSpPr>
          <p:spPr>
            <a:xfrm>
              <a:off x="3990" y="3357"/>
              <a:ext cx="6"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alpha val="100000"/>
              </a:srgbClr>
            </a:solidFill>
            <a:ln w="9525">
              <a:noFill/>
            </a:ln>
          </p:spPr>
          <p:txBody>
            <a:bodyPr/>
            <a:p>
              <a:endParaRPr lang="zh-CN" altLang="en-US"/>
            </a:p>
          </p:txBody>
        </p:sp>
        <p:sp>
          <p:nvSpPr>
            <p:cNvPr id="79157" name="Freeform 741"/>
            <p:cNvSpPr/>
            <p:nvPr/>
          </p:nvSpPr>
          <p:spPr>
            <a:xfrm>
              <a:off x="4000" y="3357"/>
              <a:ext cx="5"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alpha val="100000"/>
              </a:srgbClr>
            </a:solidFill>
            <a:ln w="9525">
              <a:noFill/>
            </a:ln>
          </p:spPr>
          <p:txBody>
            <a:bodyPr/>
            <a:p>
              <a:endParaRPr lang="zh-CN" altLang="en-US"/>
            </a:p>
          </p:txBody>
        </p:sp>
        <p:sp>
          <p:nvSpPr>
            <p:cNvPr id="79158" name="Freeform 742"/>
            <p:cNvSpPr/>
            <p:nvPr/>
          </p:nvSpPr>
          <p:spPr>
            <a:xfrm>
              <a:off x="3961" y="3278"/>
              <a:ext cx="16" cy="79"/>
            </a:xfrm>
            <a:custGeom>
              <a:avLst/>
              <a:gdLst>
                <a:gd name="txL" fmla="*/ 0 w 148"/>
                <a:gd name="txT" fmla="*/ 0 h 712"/>
                <a:gd name="txR" fmla="*/ 148 w 148"/>
                <a:gd name="txB" fmla="*/ 712 h 71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alpha val="100000"/>
              </a:srgbClr>
            </a:solidFill>
            <a:ln w="9525">
              <a:noFill/>
            </a:ln>
          </p:spPr>
          <p:txBody>
            <a:bodyPr/>
            <a:p>
              <a:endParaRPr lang="zh-CN" altLang="en-US"/>
            </a:p>
          </p:txBody>
        </p:sp>
        <p:sp>
          <p:nvSpPr>
            <p:cNvPr id="79159" name="Freeform 743"/>
            <p:cNvSpPr/>
            <p:nvPr/>
          </p:nvSpPr>
          <p:spPr>
            <a:xfrm>
              <a:off x="4045" y="3268"/>
              <a:ext cx="23" cy="88"/>
            </a:xfrm>
            <a:custGeom>
              <a:avLst/>
              <a:gdLst>
                <a:gd name="txL" fmla="*/ 0 w 201"/>
                <a:gd name="txT" fmla="*/ 0 h 795"/>
                <a:gd name="txR" fmla="*/ 201 w 201"/>
                <a:gd name="txB" fmla="*/ 795 h 79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alpha val="100000"/>
              </a:srgbClr>
            </a:solidFill>
            <a:ln w="9525">
              <a:noFill/>
            </a:ln>
          </p:spPr>
          <p:txBody>
            <a:bodyPr/>
            <a:p>
              <a:endParaRPr lang="zh-CN" altLang="en-US"/>
            </a:p>
          </p:txBody>
        </p:sp>
        <p:sp>
          <p:nvSpPr>
            <p:cNvPr id="79160" name="Freeform 744"/>
            <p:cNvSpPr/>
            <p:nvPr/>
          </p:nvSpPr>
          <p:spPr>
            <a:xfrm>
              <a:off x="3961" y="3282"/>
              <a:ext cx="15" cy="69"/>
            </a:xfrm>
            <a:custGeom>
              <a:avLst/>
              <a:gdLst>
                <a:gd name="txL" fmla="*/ 0 w 129"/>
                <a:gd name="txT" fmla="*/ 0 h 622"/>
                <a:gd name="txR" fmla="*/ 129 w 129"/>
                <a:gd name="txB" fmla="*/ 622 h 62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alpha val="100000"/>
              </a:srgbClr>
            </a:solidFill>
            <a:ln w="9525">
              <a:noFill/>
            </a:ln>
          </p:spPr>
          <p:txBody>
            <a:bodyPr/>
            <a:p>
              <a:endParaRPr lang="zh-CN" altLang="en-US"/>
            </a:p>
          </p:txBody>
        </p:sp>
        <p:sp>
          <p:nvSpPr>
            <p:cNvPr id="79161" name="Freeform 745"/>
            <p:cNvSpPr/>
            <p:nvPr/>
          </p:nvSpPr>
          <p:spPr>
            <a:xfrm>
              <a:off x="3962" y="3287"/>
              <a:ext cx="12" cy="59"/>
            </a:xfrm>
            <a:custGeom>
              <a:avLst/>
              <a:gdLst>
                <a:gd name="txL" fmla="*/ 0 w 110"/>
                <a:gd name="txT" fmla="*/ 0 h 531"/>
                <a:gd name="txR" fmla="*/ 110 w 110"/>
                <a:gd name="txB" fmla="*/ 531 h 53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alpha val="100000"/>
              </a:srgbClr>
            </a:solidFill>
            <a:ln w="9525">
              <a:noFill/>
            </a:ln>
          </p:spPr>
          <p:txBody>
            <a:bodyPr/>
            <a:p>
              <a:endParaRPr lang="zh-CN" altLang="en-US"/>
            </a:p>
          </p:txBody>
        </p:sp>
        <p:sp>
          <p:nvSpPr>
            <p:cNvPr id="79162" name="Freeform 746"/>
            <p:cNvSpPr/>
            <p:nvPr/>
          </p:nvSpPr>
          <p:spPr>
            <a:xfrm>
              <a:off x="3963" y="3292"/>
              <a:ext cx="10" cy="48"/>
            </a:xfrm>
            <a:custGeom>
              <a:avLst/>
              <a:gdLst>
                <a:gd name="txL" fmla="*/ 0 w 92"/>
                <a:gd name="txT" fmla="*/ 0 h 438"/>
                <a:gd name="txR" fmla="*/ 92 w 92"/>
                <a:gd name="txB" fmla="*/ 438 h 4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alpha val="100000"/>
              </a:srgbClr>
            </a:solidFill>
            <a:ln w="9525">
              <a:noFill/>
            </a:ln>
          </p:spPr>
          <p:txBody>
            <a:bodyPr/>
            <a:p>
              <a:endParaRPr lang="zh-CN" altLang="en-US"/>
            </a:p>
          </p:txBody>
        </p:sp>
        <p:sp>
          <p:nvSpPr>
            <p:cNvPr id="79163" name="Freeform 747"/>
            <p:cNvSpPr/>
            <p:nvPr/>
          </p:nvSpPr>
          <p:spPr>
            <a:xfrm>
              <a:off x="3963" y="3296"/>
              <a:ext cx="8" cy="39"/>
            </a:xfrm>
            <a:custGeom>
              <a:avLst/>
              <a:gdLst>
                <a:gd name="txL" fmla="*/ 0 w 73"/>
                <a:gd name="txT" fmla="*/ 0 h 347"/>
                <a:gd name="txR" fmla="*/ 73 w 73"/>
                <a:gd name="txB" fmla="*/ 347 h 3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alpha val="100000"/>
              </a:srgbClr>
            </a:solidFill>
            <a:ln w="9525">
              <a:noFill/>
            </a:ln>
          </p:spPr>
          <p:txBody>
            <a:bodyPr/>
            <a:p>
              <a:endParaRPr lang="zh-CN" altLang="en-US"/>
            </a:p>
          </p:txBody>
        </p:sp>
        <p:sp>
          <p:nvSpPr>
            <p:cNvPr id="79164" name="Freeform 748"/>
            <p:cNvSpPr/>
            <p:nvPr/>
          </p:nvSpPr>
          <p:spPr>
            <a:xfrm>
              <a:off x="3964" y="3301"/>
              <a:ext cx="6" cy="28"/>
            </a:xfrm>
            <a:custGeom>
              <a:avLst/>
              <a:gdLst>
                <a:gd name="txL" fmla="*/ 0 w 52"/>
                <a:gd name="txT" fmla="*/ 0 h 256"/>
                <a:gd name="txR" fmla="*/ 52 w 52"/>
                <a:gd name="txB" fmla="*/ 256 h 25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alpha val="100000"/>
              </a:srgbClr>
            </a:solidFill>
            <a:ln w="9525">
              <a:noFill/>
            </a:ln>
          </p:spPr>
          <p:txBody>
            <a:bodyPr/>
            <a:p>
              <a:endParaRPr lang="zh-CN" altLang="en-US"/>
            </a:p>
          </p:txBody>
        </p:sp>
        <p:sp>
          <p:nvSpPr>
            <p:cNvPr id="79165" name="Freeform 749"/>
            <p:cNvSpPr/>
            <p:nvPr/>
          </p:nvSpPr>
          <p:spPr>
            <a:xfrm>
              <a:off x="4046" y="3273"/>
              <a:ext cx="20" cy="77"/>
            </a:xfrm>
            <a:custGeom>
              <a:avLst/>
              <a:gdLst>
                <a:gd name="txL" fmla="*/ 0 w 176"/>
                <a:gd name="txT" fmla="*/ 0 h 693"/>
                <a:gd name="txR" fmla="*/ 176 w 176"/>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alpha val="100000"/>
              </a:srgbClr>
            </a:solidFill>
            <a:ln w="9525">
              <a:noFill/>
            </a:ln>
          </p:spPr>
          <p:txBody>
            <a:bodyPr/>
            <a:p>
              <a:endParaRPr lang="zh-CN" altLang="en-US"/>
            </a:p>
          </p:txBody>
        </p:sp>
        <p:sp>
          <p:nvSpPr>
            <p:cNvPr id="79166" name="Freeform 750"/>
            <p:cNvSpPr/>
            <p:nvPr/>
          </p:nvSpPr>
          <p:spPr>
            <a:xfrm>
              <a:off x="4047" y="3279"/>
              <a:ext cx="16" cy="65"/>
            </a:xfrm>
            <a:custGeom>
              <a:avLst/>
              <a:gdLst>
                <a:gd name="txL" fmla="*/ 0 w 149"/>
                <a:gd name="txT" fmla="*/ 0 h 592"/>
                <a:gd name="txR" fmla="*/ 149 w 149"/>
                <a:gd name="txB" fmla="*/ 592 h 59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alpha val="100000"/>
              </a:srgbClr>
            </a:solidFill>
            <a:ln w="9525">
              <a:noFill/>
            </a:ln>
          </p:spPr>
          <p:txBody>
            <a:bodyPr/>
            <a:p>
              <a:endParaRPr lang="zh-CN" altLang="en-US"/>
            </a:p>
          </p:txBody>
        </p:sp>
        <p:sp>
          <p:nvSpPr>
            <p:cNvPr id="79167" name="Freeform 751"/>
            <p:cNvSpPr/>
            <p:nvPr/>
          </p:nvSpPr>
          <p:spPr>
            <a:xfrm>
              <a:off x="4048" y="3284"/>
              <a:ext cx="13" cy="54"/>
            </a:xfrm>
            <a:custGeom>
              <a:avLst/>
              <a:gdLst>
                <a:gd name="txL" fmla="*/ 0 w 124"/>
                <a:gd name="txT" fmla="*/ 0 h 490"/>
                <a:gd name="txR" fmla="*/ 124 w 124"/>
                <a:gd name="txB" fmla="*/ 490 h 4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alpha val="100000"/>
              </a:srgbClr>
            </a:solidFill>
            <a:ln w="9525">
              <a:noFill/>
            </a:ln>
          </p:spPr>
          <p:txBody>
            <a:bodyPr/>
            <a:p>
              <a:endParaRPr lang="zh-CN" altLang="en-US"/>
            </a:p>
          </p:txBody>
        </p:sp>
        <p:sp>
          <p:nvSpPr>
            <p:cNvPr id="79168" name="Freeform 752"/>
            <p:cNvSpPr/>
            <p:nvPr/>
          </p:nvSpPr>
          <p:spPr>
            <a:xfrm>
              <a:off x="4048" y="3289"/>
              <a:ext cx="11" cy="43"/>
            </a:xfrm>
            <a:custGeom>
              <a:avLst/>
              <a:gdLst>
                <a:gd name="txL" fmla="*/ 0 w 99"/>
                <a:gd name="txT" fmla="*/ 0 h 389"/>
                <a:gd name="txR" fmla="*/ 99 w 99"/>
                <a:gd name="txB" fmla="*/ 389 h 38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alpha val="100000"/>
              </a:srgbClr>
            </a:solidFill>
            <a:ln w="9525">
              <a:noFill/>
            </a:ln>
          </p:spPr>
          <p:txBody>
            <a:bodyPr/>
            <a:p>
              <a:endParaRPr lang="zh-CN" altLang="en-US"/>
            </a:p>
          </p:txBody>
        </p:sp>
        <p:sp>
          <p:nvSpPr>
            <p:cNvPr id="79169" name="Freeform 753"/>
            <p:cNvSpPr/>
            <p:nvPr/>
          </p:nvSpPr>
          <p:spPr>
            <a:xfrm>
              <a:off x="4049" y="3295"/>
              <a:ext cx="8" cy="31"/>
            </a:xfrm>
            <a:custGeom>
              <a:avLst/>
              <a:gdLst>
                <a:gd name="txL" fmla="*/ 0 w 72"/>
                <a:gd name="txT" fmla="*/ 0 h 287"/>
                <a:gd name="txR" fmla="*/ 72 w 72"/>
                <a:gd name="txB" fmla="*/ 287 h 2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alpha val="100000"/>
              </a:srgbClr>
            </a:solidFill>
            <a:ln w="9525">
              <a:noFill/>
            </a:ln>
          </p:spPr>
          <p:txBody>
            <a:bodyPr/>
            <a:p>
              <a:endParaRPr lang="zh-CN" altLang="en-US"/>
            </a:p>
          </p:txBody>
        </p:sp>
        <p:sp>
          <p:nvSpPr>
            <p:cNvPr id="79170" name="Rectangle 754"/>
            <p:cNvSpPr/>
            <p:nvPr/>
          </p:nvSpPr>
          <p:spPr>
            <a:xfrm>
              <a:off x="3944" y="3287"/>
              <a:ext cx="3" cy="101"/>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171" name="Freeform 755"/>
            <p:cNvSpPr/>
            <p:nvPr/>
          </p:nvSpPr>
          <p:spPr>
            <a:xfrm>
              <a:off x="3980" y="3285"/>
              <a:ext cx="39" cy="47"/>
            </a:xfrm>
            <a:custGeom>
              <a:avLst/>
              <a:gdLst>
                <a:gd name="txL" fmla="*/ 0 w 354"/>
                <a:gd name="txT" fmla="*/ 0 h 418"/>
                <a:gd name="txR" fmla="*/ 354 w 354"/>
                <a:gd name="txB" fmla="*/ 418 h 4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alpha val="100000"/>
              </a:srgbClr>
            </a:solidFill>
            <a:ln w="9525">
              <a:noFill/>
            </a:ln>
          </p:spPr>
          <p:txBody>
            <a:bodyPr/>
            <a:p>
              <a:endParaRPr lang="zh-CN" altLang="en-US"/>
            </a:p>
          </p:txBody>
        </p:sp>
        <p:sp>
          <p:nvSpPr>
            <p:cNvPr id="79172" name="Freeform 756"/>
            <p:cNvSpPr/>
            <p:nvPr/>
          </p:nvSpPr>
          <p:spPr>
            <a:xfrm>
              <a:off x="3925" y="3320"/>
              <a:ext cx="32" cy="8"/>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79173" name="Freeform 757"/>
            <p:cNvSpPr/>
            <p:nvPr/>
          </p:nvSpPr>
          <p:spPr>
            <a:xfrm>
              <a:off x="3925" y="3299"/>
              <a:ext cx="32" cy="9"/>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79174" name="Freeform 758"/>
            <p:cNvSpPr/>
            <p:nvPr/>
          </p:nvSpPr>
          <p:spPr>
            <a:xfrm>
              <a:off x="3955" y="3289"/>
              <a:ext cx="52" cy="96"/>
            </a:xfrm>
            <a:custGeom>
              <a:avLst/>
              <a:gdLst>
                <a:gd name="txL" fmla="*/ 0 w 469"/>
                <a:gd name="txT" fmla="*/ 0 h 868"/>
                <a:gd name="txR" fmla="*/ 469 w 469"/>
                <a:gd name="txB" fmla="*/ 868 h 8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alpha val="100000"/>
              </a:srgbClr>
            </a:solidFill>
            <a:ln w="9525">
              <a:noFill/>
            </a:ln>
          </p:spPr>
          <p:txBody>
            <a:bodyPr/>
            <a:p>
              <a:endParaRPr lang="zh-CN" altLang="en-US"/>
            </a:p>
          </p:txBody>
        </p:sp>
        <p:sp>
          <p:nvSpPr>
            <p:cNvPr id="79175" name="Freeform 759"/>
            <p:cNvSpPr/>
            <p:nvPr/>
          </p:nvSpPr>
          <p:spPr>
            <a:xfrm>
              <a:off x="3981" y="3267"/>
              <a:ext cx="67" cy="13"/>
            </a:xfrm>
            <a:custGeom>
              <a:avLst/>
              <a:gdLst>
                <a:gd name="txL" fmla="*/ 0 w 604"/>
                <a:gd name="txT" fmla="*/ 0 h 118"/>
                <a:gd name="txR" fmla="*/ 604 w 604"/>
                <a:gd name="txB" fmla="*/ 118 h 1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alpha val="100000"/>
              </a:srgbClr>
            </a:solidFill>
            <a:ln w="9525">
              <a:noFill/>
            </a:ln>
          </p:spPr>
          <p:txBody>
            <a:bodyPr/>
            <a:p>
              <a:endParaRPr lang="zh-CN" altLang="en-US"/>
            </a:p>
          </p:txBody>
        </p:sp>
        <p:sp>
          <p:nvSpPr>
            <p:cNvPr id="79176" name="Freeform 760"/>
            <p:cNvSpPr/>
            <p:nvPr/>
          </p:nvSpPr>
          <p:spPr>
            <a:xfrm>
              <a:off x="3942" y="3387"/>
              <a:ext cx="113" cy="38"/>
            </a:xfrm>
            <a:custGeom>
              <a:avLst/>
              <a:gdLst>
                <a:gd name="txL" fmla="*/ 0 w 1017"/>
                <a:gd name="txT" fmla="*/ 0 h 337"/>
                <a:gd name="txR" fmla="*/ 1017 w 1017"/>
                <a:gd name="txB" fmla="*/ 337 h 33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alpha val="100000"/>
              </a:srgbClr>
            </a:solidFill>
            <a:ln w="9525">
              <a:noFill/>
            </a:ln>
          </p:spPr>
          <p:txBody>
            <a:bodyPr/>
            <a:p>
              <a:endParaRPr lang="zh-CN" altLang="en-US"/>
            </a:p>
          </p:txBody>
        </p:sp>
        <p:sp>
          <p:nvSpPr>
            <p:cNvPr id="79177" name="Freeform 761"/>
            <p:cNvSpPr/>
            <p:nvPr/>
          </p:nvSpPr>
          <p:spPr>
            <a:xfrm>
              <a:off x="3918" y="3397"/>
              <a:ext cx="116" cy="34"/>
            </a:xfrm>
            <a:custGeom>
              <a:avLst/>
              <a:gdLst>
                <a:gd name="txL" fmla="*/ 0 w 1036"/>
                <a:gd name="txT" fmla="*/ 0 h 303"/>
                <a:gd name="txR" fmla="*/ 1036 w 1036"/>
                <a:gd name="txB" fmla="*/ 303 h 303"/>
              </a:gdLst>
              <a:ahLst/>
              <a:cxnLst>
                <a:cxn ang="0">
                  <a:pos x="0" y="0"/>
                </a:cxn>
                <a:cxn ang="0">
                  <a:pos x="0" y="0"/>
                </a:cxn>
                <a:cxn ang="0">
                  <a:pos x="0" y="0"/>
                </a:cxn>
                <a:cxn ang="0">
                  <a:pos x="0" y="0"/>
                </a:cxn>
                <a:cxn ang="0">
                  <a:pos x="0" y="0"/>
                </a:cxn>
              </a:cxnLst>
              <a:rect l="txL" t="txT" r="txR" b="txB"/>
              <a:pathLst>
                <a:path w="1036" h="303">
                  <a:moveTo>
                    <a:pt x="0" y="0"/>
                  </a:moveTo>
                  <a:lnTo>
                    <a:pt x="1013" y="303"/>
                  </a:lnTo>
                  <a:lnTo>
                    <a:pt x="1036" y="303"/>
                  </a:lnTo>
                  <a:lnTo>
                    <a:pt x="31" y="0"/>
                  </a:lnTo>
                  <a:lnTo>
                    <a:pt x="0" y="0"/>
                  </a:lnTo>
                  <a:close/>
                </a:path>
              </a:pathLst>
            </a:custGeom>
            <a:solidFill>
              <a:srgbClr val="DDDDDD">
                <a:alpha val="100000"/>
              </a:srgbClr>
            </a:solidFill>
            <a:ln w="9525">
              <a:noFill/>
            </a:ln>
          </p:spPr>
          <p:txBody>
            <a:bodyPr/>
            <a:p>
              <a:endParaRPr lang="zh-CN" altLang="en-US"/>
            </a:p>
          </p:txBody>
        </p:sp>
        <p:sp>
          <p:nvSpPr>
            <p:cNvPr id="79178" name="Freeform 762"/>
            <p:cNvSpPr/>
            <p:nvPr/>
          </p:nvSpPr>
          <p:spPr>
            <a:xfrm>
              <a:off x="3938" y="3393"/>
              <a:ext cx="113" cy="30"/>
            </a:xfrm>
            <a:custGeom>
              <a:avLst/>
              <a:gdLst>
                <a:gd name="txL" fmla="*/ 0 w 1023"/>
                <a:gd name="txT" fmla="*/ 0 h 270"/>
                <a:gd name="txR" fmla="*/ 1023 w 1023"/>
                <a:gd name="txB" fmla="*/ 270 h 270"/>
              </a:gdLst>
              <a:ahLst/>
              <a:cxnLst>
                <a:cxn ang="0">
                  <a:pos x="0" y="0"/>
                </a:cxn>
                <a:cxn ang="0">
                  <a:pos x="0" y="0"/>
                </a:cxn>
                <a:cxn ang="0">
                  <a:pos x="0" y="0"/>
                </a:cxn>
                <a:cxn ang="0">
                  <a:pos x="0" y="0"/>
                </a:cxn>
                <a:cxn ang="0">
                  <a:pos x="0" y="0"/>
                </a:cxn>
              </a:cxnLst>
              <a:rect l="txL" t="txT" r="txR" b="txB"/>
              <a:pathLst>
                <a:path w="1023" h="270">
                  <a:moveTo>
                    <a:pt x="0" y="1"/>
                  </a:moveTo>
                  <a:lnTo>
                    <a:pt x="1001" y="270"/>
                  </a:lnTo>
                  <a:lnTo>
                    <a:pt x="1023" y="269"/>
                  </a:lnTo>
                  <a:lnTo>
                    <a:pt x="31" y="0"/>
                  </a:lnTo>
                  <a:lnTo>
                    <a:pt x="0" y="1"/>
                  </a:lnTo>
                  <a:close/>
                </a:path>
              </a:pathLst>
            </a:custGeom>
            <a:solidFill>
              <a:srgbClr val="DDDDDD">
                <a:alpha val="100000"/>
              </a:srgbClr>
            </a:solidFill>
            <a:ln w="9525">
              <a:noFill/>
            </a:ln>
          </p:spPr>
          <p:txBody>
            <a:bodyPr/>
            <a:p>
              <a:endParaRPr lang="zh-CN" altLang="en-US"/>
            </a:p>
          </p:txBody>
        </p:sp>
        <p:sp>
          <p:nvSpPr>
            <p:cNvPr id="79179" name="Freeform 763"/>
            <p:cNvSpPr/>
            <p:nvPr/>
          </p:nvSpPr>
          <p:spPr>
            <a:xfrm>
              <a:off x="3929" y="3394"/>
              <a:ext cx="114" cy="33"/>
            </a:xfrm>
            <a:custGeom>
              <a:avLst/>
              <a:gdLst>
                <a:gd name="txL" fmla="*/ 0 w 1028"/>
                <a:gd name="txT" fmla="*/ 0 h 299"/>
                <a:gd name="txR" fmla="*/ 1028 w 1028"/>
                <a:gd name="txB" fmla="*/ 299 h 299"/>
              </a:gdLst>
              <a:ahLst/>
              <a:cxnLst>
                <a:cxn ang="0">
                  <a:pos x="0" y="0"/>
                </a:cxn>
                <a:cxn ang="0">
                  <a:pos x="0" y="0"/>
                </a:cxn>
                <a:cxn ang="0">
                  <a:pos x="0" y="0"/>
                </a:cxn>
                <a:cxn ang="0">
                  <a:pos x="0" y="0"/>
                </a:cxn>
                <a:cxn ang="0">
                  <a:pos x="0" y="0"/>
                </a:cxn>
              </a:cxnLst>
              <a:rect l="txL" t="txT" r="txR" b="txB"/>
              <a:pathLst>
                <a:path w="1028" h="299">
                  <a:moveTo>
                    <a:pt x="0" y="0"/>
                  </a:moveTo>
                  <a:lnTo>
                    <a:pt x="1009" y="299"/>
                  </a:lnTo>
                  <a:lnTo>
                    <a:pt x="1028" y="292"/>
                  </a:lnTo>
                  <a:lnTo>
                    <a:pt x="30" y="0"/>
                  </a:lnTo>
                  <a:lnTo>
                    <a:pt x="0" y="0"/>
                  </a:lnTo>
                  <a:close/>
                </a:path>
              </a:pathLst>
            </a:custGeom>
            <a:solidFill>
              <a:srgbClr val="DDDDDD">
                <a:alpha val="100000"/>
              </a:srgbClr>
            </a:solidFill>
            <a:ln w="9525">
              <a:noFill/>
            </a:ln>
          </p:spPr>
          <p:txBody>
            <a:bodyPr/>
            <a:p>
              <a:endParaRPr lang="zh-CN" altLang="en-US"/>
            </a:p>
          </p:txBody>
        </p:sp>
      </p:grpSp>
      <p:grpSp>
        <p:nvGrpSpPr>
          <p:cNvPr id="78991" name="Group 764"/>
          <p:cNvGrpSpPr/>
          <p:nvPr/>
        </p:nvGrpSpPr>
        <p:grpSpPr>
          <a:xfrm>
            <a:off x="5588000" y="4610100"/>
            <a:ext cx="338138" cy="282575"/>
            <a:chOff x="3899" y="3264"/>
            <a:chExt cx="213" cy="178"/>
          </a:xfrm>
        </p:grpSpPr>
        <p:sp>
          <p:nvSpPr>
            <p:cNvPr id="79102" name="Freeform 765"/>
            <p:cNvSpPr/>
            <p:nvPr/>
          </p:nvSpPr>
          <p:spPr>
            <a:xfrm>
              <a:off x="3899" y="3264"/>
              <a:ext cx="213" cy="178"/>
            </a:xfrm>
            <a:custGeom>
              <a:avLst/>
              <a:gdLst>
                <a:gd name="txL" fmla="*/ 0 w 1913"/>
                <a:gd name="txT" fmla="*/ 0 h 1606"/>
                <a:gd name="txR" fmla="*/ 1913 w 1913"/>
                <a:gd name="txB" fmla="*/ 1606 h 160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alpha val="100000"/>
              </a:schemeClr>
            </a:solidFill>
            <a:ln w="9525">
              <a:noFill/>
            </a:ln>
          </p:spPr>
          <p:txBody>
            <a:bodyPr/>
            <a:p>
              <a:endParaRPr lang="zh-CN" altLang="en-US"/>
            </a:p>
          </p:txBody>
        </p:sp>
        <p:sp>
          <p:nvSpPr>
            <p:cNvPr id="79103" name="Freeform 766"/>
            <p:cNvSpPr/>
            <p:nvPr/>
          </p:nvSpPr>
          <p:spPr>
            <a:xfrm>
              <a:off x="3977" y="3278"/>
              <a:ext cx="68" cy="78"/>
            </a:xfrm>
            <a:custGeom>
              <a:avLst/>
              <a:gdLst>
                <a:gd name="txL" fmla="*/ 0 w 614"/>
                <a:gd name="txT" fmla="*/ 0 h 697"/>
                <a:gd name="txR" fmla="*/ 614 w 614"/>
                <a:gd name="txB" fmla="*/ 697 h 69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alpha val="100000"/>
              </a:srgbClr>
            </a:solidFill>
            <a:ln w="9525">
              <a:noFill/>
            </a:ln>
          </p:spPr>
          <p:txBody>
            <a:bodyPr/>
            <a:p>
              <a:endParaRPr lang="zh-CN" altLang="en-US"/>
            </a:p>
          </p:txBody>
        </p:sp>
        <p:sp>
          <p:nvSpPr>
            <p:cNvPr id="79104" name="Freeform 767"/>
            <p:cNvSpPr/>
            <p:nvPr/>
          </p:nvSpPr>
          <p:spPr>
            <a:xfrm>
              <a:off x="3984" y="3299"/>
              <a:ext cx="113" cy="77"/>
            </a:xfrm>
            <a:custGeom>
              <a:avLst/>
              <a:gdLst>
                <a:gd name="txL" fmla="*/ 0 w 1014"/>
                <a:gd name="txT" fmla="*/ 0 h 693"/>
                <a:gd name="txR" fmla="*/ 1014 w 1014"/>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alpha val="100000"/>
              </a:srgbClr>
            </a:solidFill>
            <a:ln w="9525">
              <a:noFill/>
            </a:ln>
          </p:spPr>
          <p:txBody>
            <a:bodyPr/>
            <a:p>
              <a:endParaRPr lang="zh-CN" altLang="en-US"/>
            </a:p>
          </p:txBody>
        </p:sp>
        <p:sp>
          <p:nvSpPr>
            <p:cNvPr id="79105" name="Freeform 768"/>
            <p:cNvSpPr/>
            <p:nvPr/>
          </p:nvSpPr>
          <p:spPr>
            <a:xfrm>
              <a:off x="3970" y="3375"/>
              <a:ext cx="83" cy="27"/>
            </a:xfrm>
            <a:custGeom>
              <a:avLst/>
              <a:gdLst>
                <a:gd name="txL" fmla="*/ 0 w 745"/>
                <a:gd name="txT" fmla="*/ 0 h 240"/>
                <a:gd name="txR" fmla="*/ 745 w 745"/>
                <a:gd name="txB" fmla="*/ 240 h 240"/>
              </a:gdLst>
              <a:ahLst/>
              <a:cxnLst>
                <a:cxn ang="0">
                  <a:pos x="0" y="0"/>
                </a:cxn>
                <a:cxn ang="0">
                  <a:pos x="0" y="0"/>
                </a:cxn>
                <a:cxn ang="0">
                  <a:pos x="0" y="0"/>
                </a:cxn>
                <a:cxn ang="0">
                  <a:pos x="0" y="0"/>
                </a:cxn>
                <a:cxn ang="0">
                  <a:pos x="0" y="0"/>
                </a:cxn>
              </a:cxnLst>
              <a:rect l="txL" t="txT" r="txR" b="txB"/>
              <a:pathLst>
                <a:path w="745" h="240">
                  <a:moveTo>
                    <a:pt x="745" y="86"/>
                  </a:moveTo>
                  <a:lnTo>
                    <a:pt x="11" y="0"/>
                  </a:lnTo>
                  <a:lnTo>
                    <a:pt x="0" y="86"/>
                  </a:lnTo>
                  <a:lnTo>
                    <a:pt x="722" y="240"/>
                  </a:lnTo>
                  <a:lnTo>
                    <a:pt x="745" y="86"/>
                  </a:lnTo>
                  <a:close/>
                </a:path>
              </a:pathLst>
            </a:custGeom>
            <a:solidFill>
              <a:srgbClr val="DDDDDD">
                <a:alpha val="100000"/>
              </a:srgbClr>
            </a:solidFill>
            <a:ln w="9525">
              <a:noFill/>
            </a:ln>
          </p:spPr>
          <p:txBody>
            <a:bodyPr/>
            <a:p>
              <a:endParaRPr lang="zh-CN" altLang="en-US"/>
            </a:p>
          </p:txBody>
        </p:sp>
        <p:sp>
          <p:nvSpPr>
            <p:cNvPr id="79106" name="Freeform 769"/>
            <p:cNvSpPr/>
            <p:nvPr/>
          </p:nvSpPr>
          <p:spPr>
            <a:xfrm>
              <a:off x="4011" y="3384"/>
              <a:ext cx="36" cy="12"/>
            </a:xfrm>
            <a:custGeom>
              <a:avLst/>
              <a:gdLst>
                <a:gd name="txL" fmla="*/ 0 w 319"/>
                <a:gd name="txT" fmla="*/ 0 h 109"/>
                <a:gd name="txR" fmla="*/ 319 w 319"/>
                <a:gd name="txB" fmla="*/ 109 h 109"/>
              </a:gdLst>
              <a:ahLst/>
              <a:cxnLst>
                <a:cxn ang="0">
                  <a:pos x="0" y="0"/>
                </a:cxn>
                <a:cxn ang="0">
                  <a:pos x="0" y="0"/>
                </a:cxn>
                <a:cxn ang="0">
                  <a:pos x="0" y="0"/>
                </a:cxn>
                <a:cxn ang="0">
                  <a:pos x="0" y="0"/>
                </a:cxn>
                <a:cxn ang="0">
                  <a:pos x="0" y="0"/>
                </a:cxn>
              </a:cxnLst>
              <a:rect l="txL" t="txT" r="txR" b="txB"/>
              <a:pathLst>
                <a:path w="319" h="109">
                  <a:moveTo>
                    <a:pt x="319" y="47"/>
                  </a:moveTo>
                  <a:lnTo>
                    <a:pt x="4" y="0"/>
                  </a:lnTo>
                  <a:lnTo>
                    <a:pt x="0" y="45"/>
                  </a:lnTo>
                  <a:lnTo>
                    <a:pt x="309" y="109"/>
                  </a:lnTo>
                  <a:lnTo>
                    <a:pt x="319" y="47"/>
                  </a:lnTo>
                  <a:close/>
                </a:path>
              </a:pathLst>
            </a:custGeom>
            <a:solidFill>
              <a:srgbClr val="DDDDDD">
                <a:alpha val="100000"/>
              </a:srgbClr>
            </a:solidFill>
            <a:ln w="9525">
              <a:noFill/>
            </a:ln>
          </p:spPr>
          <p:txBody>
            <a:bodyPr/>
            <a:p>
              <a:endParaRPr lang="zh-CN" altLang="en-US"/>
            </a:p>
          </p:txBody>
        </p:sp>
        <p:sp>
          <p:nvSpPr>
            <p:cNvPr id="79107" name="Freeform 770"/>
            <p:cNvSpPr/>
            <p:nvPr/>
          </p:nvSpPr>
          <p:spPr>
            <a:xfrm>
              <a:off x="3975" y="3378"/>
              <a:ext cx="24" cy="9"/>
            </a:xfrm>
            <a:custGeom>
              <a:avLst/>
              <a:gdLst>
                <a:gd name="txL" fmla="*/ 0 w 213"/>
                <a:gd name="txT" fmla="*/ 0 h 81"/>
                <a:gd name="txR" fmla="*/ 213 w 213"/>
                <a:gd name="txB" fmla="*/ 81 h 81"/>
              </a:gdLst>
              <a:ahLst/>
              <a:cxnLst>
                <a:cxn ang="0">
                  <a:pos x="0" y="0"/>
                </a:cxn>
                <a:cxn ang="0">
                  <a:pos x="0" y="0"/>
                </a:cxn>
                <a:cxn ang="0">
                  <a:pos x="0" y="0"/>
                </a:cxn>
                <a:cxn ang="0">
                  <a:pos x="0" y="0"/>
                </a:cxn>
                <a:cxn ang="0">
                  <a:pos x="0" y="0"/>
                </a:cxn>
              </a:cxnLst>
              <a:rect l="txL" t="txT" r="txR" b="txB"/>
              <a:pathLst>
                <a:path w="213" h="81">
                  <a:moveTo>
                    <a:pt x="213" y="37"/>
                  </a:moveTo>
                  <a:lnTo>
                    <a:pt x="0" y="0"/>
                  </a:lnTo>
                  <a:lnTo>
                    <a:pt x="2" y="39"/>
                  </a:lnTo>
                  <a:lnTo>
                    <a:pt x="206" y="81"/>
                  </a:lnTo>
                  <a:lnTo>
                    <a:pt x="213" y="37"/>
                  </a:lnTo>
                  <a:close/>
                </a:path>
              </a:pathLst>
            </a:custGeom>
            <a:solidFill>
              <a:srgbClr val="DDDDDD">
                <a:alpha val="100000"/>
              </a:srgbClr>
            </a:solidFill>
            <a:ln w="9525">
              <a:noFill/>
            </a:ln>
          </p:spPr>
          <p:txBody>
            <a:bodyPr/>
            <a:p>
              <a:endParaRPr lang="zh-CN" altLang="en-US"/>
            </a:p>
          </p:txBody>
        </p:sp>
        <p:sp>
          <p:nvSpPr>
            <p:cNvPr id="79108" name="Freeform 771"/>
            <p:cNvSpPr/>
            <p:nvPr/>
          </p:nvSpPr>
          <p:spPr>
            <a:xfrm>
              <a:off x="3916" y="3386"/>
              <a:ext cx="139" cy="47"/>
            </a:xfrm>
            <a:custGeom>
              <a:avLst/>
              <a:gdLst>
                <a:gd name="txL" fmla="*/ 0 w 1254"/>
                <a:gd name="txT" fmla="*/ 0 h 415"/>
                <a:gd name="txR" fmla="*/ 1254 w 1254"/>
                <a:gd name="txB" fmla="*/ 415 h 41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alpha val="100000"/>
              </a:srgbClr>
            </a:solidFill>
            <a:ln w="9525">
              <a:noFill/>
            </a:ln>
          </p:spPr>
          <p:txBody>
            <a:bodyPr/>
            <a:p>
              <a:endParaRPr lang="zh-CN" altLang="en-US"/>
            </a:p>
          </p:txBody>
        </p:sp>
        <p:sp>
          <p:nvSpPr>
            <p:cNvPr id="79109" name="Freeform 772"/>
            <p:cNvSpPr/>
            <p:nvPr/>
          </p:nvSpPr>
          <p:spPr>
            <a:xfrm>
              <a:off x="4055" y="3381"/>
              <a:ext cx="49" cy="22"/>
            </a:xfrm>
            <a:custGeom>
              <a:avLst/>
              <a:gdLst>
                <a:gd name="txL" fmla="*/ 0 w 447"/>
                <a:gd name="txT" fmla="*/ 0 h 198"/>
                <a:gd name="txR" fmla="*/ 447 w 447"/>
                <a:gd name="txB" fmla="*/ 198 h 198"/>
              </a:gdLst>
              <a:ahLst/>
              <a:cxnLst>
                <a:cxn ang="0">
                  <a:pos x="0" y="0"/>
                </a:cxn>
                <a:cxn ang="0">
                  <a:pos x="0" y="0"/>
                </a:cxn>
                <a:cxn ang="0">
                  <a:pos x="0" y="0"/>
                </a:cxn>
                <a:cxn ang="0">
                  <a:pos x="0" y="0"/>
                </a:cxn>
                <a:cxn ang="0">
                  <a:pos x="0" y="0"/>
                </a:cxn>
                <a:cxn ang="0">
                  <a:pos x="0" y="0"/>
                </a:cxn>
              </a:cxnLst>
              <a:rect l="txL" t="txT" r="txR" b="txB"/>
              <a:pathLst>
                <a:path w="447" h="198">
                  <a:moveTo>
                    <a:pt x="45" y="198"/>
                  </a:moveTo>
                  <a:lnTo>
                    <a:pt x="447" y="79"/>
                  </a:lnTo>
                  <a:lnTo>
                    <a:pt x="203" y="0"/>
                  </a:lnTo>
                  <a:lnTo>
                    <a:pt x="5" y="22"/>
                  </a:lnTo>
                  <a:lnTo>
                    <a:pt x="0" y="187"/>
                  </a:lnTo>
                  <a:lnTo>
                    <a:pt x="45" y="198"/>
                  </a:lnTo>
                  <a:close/>
                </a:path>
              </a:pathLst>
            </a:custGeom>
            <a:solidFill>
              <a:srgbClr val="DDDDDD">
                <a:alpha val="100000"/>
              </a:srgbClr>
            </a:solidFill>
            <a:ln w="9525">
              <a:noFill/>
            </a:ln>
          </p:spPr>
          <p:txBody>
            <a:bodyPr/>
            <a:p>
              <a:endParaRPr lang="zh-CN" altLang="en-US"/>
            </a:p>
          </p:txBody>
        </p:sp>
        <p:sp>
          <p:nvSpPr>
            <p:cNvPr id="79110" name="Freeform 773"/>
            <p:cNvSpPr/>
            <p:nvPr/>
          </p:nvSpPr>
          <p:spPr>
            <a:xfrm>
              <a:off x="3926" y="3287"/>
              <a:ext cx="27" cy="105"/>
            </a:xfrm>
            <a:custGeom>
              <a:avLst/>
              <a:gdLst>
                <a:gd name="txL" fmla="*/ 0 w 238"/>
                <a:gd name="txT" fmla="*/ 0 h 947"/>
                <a:gd name="txR" fmla="*/ 238 w 238"/>
                <a:gd name="txB" fmla="*/ 947 h 9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alpha val="100000"/>
              </a:srgbClr>
            </a:solidFill>
            <a:ln w="9525">
              <a:noFill/>
            </a:ln>
          </p:spPr>
          <p:txBody>
            <a:bodyPr/>
            <a:p>
              <a:endParaRPr lang="zh-CN" altLang="en-US"/>
            </a:p>
          </p:txBody>
        </p:sp>
        <p:sp>
          <p:nvSpPr>
            <p:cNvPr id="79111" name="Freeform 774"/>
            <p:cNvSpPr/>
            <p:nvPr/>
          </p:nvSpPr>
          <p:spPr>
            <a:xfrm>
              <a:off x="3927" y="3288"/>
              <a:ext cx="23" cy="89"/>
            </a:xfrm>
            <a:custGeom>
              <a:avLst/>
              <a:gdLst>
                <a:gd name="txL" fmla="*/ 0 w 203"/>
                <a:gd name="txT" fmla="*/ 0 h 799"/>
                <a:gd name="txR" fmla="*/ 203 w 203"/>
                <a:gd name="txB" fmla="*/ 799 h 79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alpha val="100000"/>
              </a:srgbClr>
            </a:solidFill>
            <a:ln w="9525">
              <a:noFill/>
            </a:ln>
          </p:spPr>
          <p:txBody>
            <a:bodyPr/>
            <a:p>
              <a:endParaRPr lang="zh-CN" altLang="en-US"/>
            </a:p>
          </p:txBody>
        </p:sp>
        <p:sp>
          <p:nvSpPr>
            <p:cNvPr id="79112" name="Freeform 775"/>
            <p:cNvSpPr/>
            <p:nvPr/>
          </p:nvSpPr>
          <p:spPr>
            <a:xfrm>
              <a:off x="3928" y="3289"/>
              <a:ext cx="19" cy="72"/>
            </a:xfrm>
            <a:custGeom>
              <a:avLst/>
              <a:gdLst>
                <a:gd name="txL" fmla="*/ 0 w 171"/>
                <a:gd name="txT" fmla="*/ 0 h 650"/>
                <a:gd name="txR" fmla="*/ 171 w 171"/>
                <a:gd name="txB" fmla="*/ 650 h 65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alpha val="100000"/>
              </a:srgbClr>
            </a:solidFill>
            <a:ln w="9525">
              <a:noFill/>
            </a:ln>
          </p:spPr>
          <p:txBody>
            <a:bodyPr/>
            <a:p>
              <a:endParaRPr lang="zh-CN" altLang="en-US"/>
            </a:p>
          </p:txBody>
        </p:sp>
        <p:sp>
          <p:nvSpPr>
            <p:cNvPr id="79113" name="Freeform 776"/>
            <p:cNvSpPr/>
            <p:nvPr/>
          </p:nvSpPr>
          <p:spPr>
            <a:xfrm>
              <a:off x="3929" y="3289"/>
              <a:ext cx="15" cy="56"/>
            </a:xfrm>
            <a:custGeom>
              <a:avLst/>
              <a:gdLst>
                <a:gd name="txL" fmla="*/ 0 w 138"/>
                <a:gd name="txT" fmla="*/ 0 h 502"/>
                <a:gd name="txR" fmla="*/ 138 w 138"/>
                <a:gd name="txB" fmla="*/ 502 h 5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alpha val="100000"/>
              </a:srgbClr>
            </a:solidFill>
            <a:ln w="9525">
              <a:noFill/>
            </a:ln>
          </p:spPr>
          <p:txBody>
            <a:bodyPr/>
            <a:p>
              <a:endParaRPr lang="zh-CN" altLang="en-US"/>
            </a:p>
          </p:txBody>
        </p:sp>
        <p:sp>
          <p:nvSpPr>
            <p:cNvPr id="79114" name="Freeform 777"/>
            <p:cNvSpPr/>
            <p:nvPr/>
          </p:nvSpPr>
          <p:spPr>
            <a:xfrm>
              <a:off x="3929" y="3290"/>
              <a:ext cx="12" cy="40"/>
            </a:xfrm>
            <a:custGeom>
              <a:avLst/>
              <a:gdLst>
                <a:gd name="txL" fmla="*/ 0 w 104"/>
                <a:gd name="txT" fmla="*/ 0 h 353"/>
                <a:gd name="txR" fmla="*/ 104 w 104"/>
                <a:gd name="txB" fmla="*/ 353 h 3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alpha val="100000"/>
              </a:srgbClr>
            </a:solidFill>
            <a:ln w="9525">
              <a:noFill/>
            </a:ln>
          </p:spPr>
          <p:txBody>
            <a:bodyPr/>
            <a:p>
              <a:endParaRPr lang="zh-CN" altLang="en-US"/>
            </a:p>
          </p:txBody>
        </p:sp>
        <p:sp>
          <p:nvSpPr>
            <p:cNvPr id="79115" name="Freeform 778"/>
            <p:cNvSpPr/>
            <p:nvPr/>
          </p:nvSpPr>
          <p:spPr>
            <a:xfrm>
              <a:off x="3930" y="3291"/>
              <a:ext cx="8" cy="23"/>
            </a:xfrm>
            <a:custGeom>
              <a:avLst/>
              <a:gdLst>
                <a:gd name="txL" fmla="*/ 0 w 72"/>
                <a:gd name="txT" fmla="*/ 0 h 204"/>
                <a:gd name="txR" fmla="*/ 72 w 72"/>
                <a:gd name="txB" fmla="*/ 204 h 2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alpha val="100000"/>
              </a:srgbClr>
            </a:solidFill>
            <a:ln w="9525">
              <a:noFill/>
            </a:ln>
          </p:spPr>
          <p:txBody>
            <a:bodyPr/>
            <a:p>
              <a:endParaRPr lang="zh-CN" altLang="en-US"/>
            </a:p>
          </p:txBody>
        </p:sp>
        <p:sp>
          <p:nvSpPr>
            <p:cNvPr id="79116" name="Freeform 779"/>
            <p:cNvSpPr/>
            <p:nvPr/>
          </p:nvSpPr>
          <p:spPr>
            <a:xfrm>
              <a:off x="4025" y="3357"/>
              <a:ext cx="12" cy="11"/>
            </a:xfrm>
            <a:custGeom>
              <a:avLst/>
              <a:gdLst>
                <a:gd name="txL" fmla="*/ 0 w 104"/>
                <a:gd name="txT" fmla="*/ 0 h 104"/>
                <a:gd name="txR" fmla="*/ 104 w 104"/>
                <a:gd name="txB" fmla="*/ 104 h 1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alpha val="100000"/>
              </a:srgbClr>
            </a:solidFill>
            <a:ln w="9525">
              <a:noFill/>
            </a:ln>
          </p:spPr>
          <p:txBody>
            <a:bodyPr/>
            <a:p>
              <a:endParaRPr lang="zh-CN" altLang="en-US"/>
            </a:p>
          </p:txBody>
        </p:sp>
        <p:sp>
          <p:nvSpPr>
            <p:cNvPr id="79117" name="Freeform 780"/>
            <p:cNvSpPr/>
            <p:nvPr/>
          </p:nvSpPr>
          <p:spPr>
            <a:xfrm>
              <a:off x="3990" y="3357"/>
              <a:ext cx="6"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alpha val="100000"/>
              </a:srgbClr>
            </a:solidFill>
            <a:ln w="9525">
              <a:noFill/>
            </a:ln>
          </p:spPr>
          <p:txBody>
            <a:bodyPr/>
            <a:p>
              <a:endParaRPr lang="zh-CN" altLang="en-US"/>
            </a:p>
          </p:txBody>
        </p:sp>
        <p:sp>
          <p:nvSpPr>
            <p:cNvPr id="79118" name="Freeform 781"/>
            <p:cNvSpPr/>
            <p:nvPr/>
          </p:nvSpPr>
          <p:spPr>
            <a:xfrm>
              <a:off x="4000" y="3357"/>
              <a:ext cx="5"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alpha val="100000"/>
              </a:srgbClr>
            </a:solidFill>
            <a:ln w="9525">
              <a:noFill/>
            </a:ln>
          </p:spPr>
          <p:txBody>
            <a:bodyPr/>
            <a:p>
              <a:endParaRPr lang="zh-CN" altLang="en-US"/>
            </a:p>
          </p:txBody>
        </p:sp>
        <p:sp>
          <p:nvSpPr>
            <p:cNvPr id="79119" name="Freeform 782"/>
            <p:cNvSpPr/>
            <p:nvPr/>
          </p:nvSpPr>
          <p:spPr>
            <a:xfrm>
              <a:off x="3961" y="3278"/>
              <a:ext cx="16" cy="79"/>
            </a:xfrm>
            <a:custGeom>
              <a:avLst/>
              <a:gdLst>
                <a:gd name="txL" fmla="*/ 0 w 148"/>
                <a:gd name="txT" fmla="*/ 0 h 712"/>
                <a:gd name="txR" fmla="*/ 148 w 148"/>
                <a:gd name="txB" fmla="*/ 712 h 71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alpha val="100000"/>
              </a:srgbClr>
            </a:solidFill>
            <a:ln w="9525">
              <a:noFill/>
            </a:ln>
          </p:spPr>
          <p:txBody>
            <a:bodyPr/>
            <a:p>
              <a:endParaRPr lang="zh-CN" altLang="en-US"/>
            </a:p>
          </p:txBody>
        </p:sp>
        <p:sp>
          <p:nvSpPr>
            <p:cNvPr id="79120" name="Freeform 783"/>
            <p:cNvSpPr/>
            <p:nvPr/>
          </p:nvSpPr>
          <p:spPr>
            <a:xfrm>
              <a:off x="4045" y="3268"/>
              <a:ext cx="23" cy="88"/>
            </a:xfrm>
            <a:custGeom>
              <a:avLst/>
              <a:gdLst>
                <a:gd name="txL" fmla="*/ 0 w 201"/>
                <a:gd name="txT" fmla="*/ 0 h 795"/>
                <a:gd name="txR" fmla="*/ 201 w 201"/>
                <a:gd name="txB" fmla="*/ 795 h 79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alpha val="100000"/>
              </a:srgbClr>
            </a:solidFill>
            <a:ln w="9525">
              <a:noFill/>
            </a:ln>
          </p:spPr>
          <p:txBody>
            <a:bodyPr/>
            <a:p>
              <a:endParaRPr lang="zh-CN" altLang="en-US"/>
            </a:p>
          </p:txBody>
        </p:sp>
        <p:sp>
          <p:nvSpPr>
            <p:cNvPr id="79121" name="Freeform 784"/>
            <p:cNvSpPr/>
            <p:nvPr/>
          </p:nvSpPr>
          <p:spPr>
            <a:xfrm>
              <a:off x="3961" y="3282"/>
              <a:ext cx="15" cy="69"/>
            </a:xfrm>
            <a:custGeom>
              <a:avLst/>
              <a:gdLst>
                <a:gd name="txL" fmla="*/ 0 w 129"/>
                <a:gd name="txT" fmla="*/ 0 h 622"/>
                <a:gd name="txR" fmla="*/ 129 w 129"/>
                <a:gd name="txB" fmla="*/ 622 h 62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alpha val="100000"/>
              </a:srgbClr>
            </a:solidFill>
            <a:ln w="9525">
              <a:noFill/>
            </a:ln>
          </p:spPr>
          <p:txBody>
            <a:bodyPr/>
            <a:p>
              <a:endParaRPr lang="zh-CN" altLang="en-US"/>
            </a:p>
          </p:txBody>
        </p:sp>
        <p:sp>
          <p:nvSpPr>
            <p:cNvPr id="79122" name="Freeform 785"/>
            <p:cNvSpPr/>
            <p:nvPr/>
          </p:nvSpPr>
          <p:spPr>
            <a:xfrm>
              <a:off x="3962" y="3287"/>
              <a:ext cx="12" cy="59"/>
            </a:xfrm>
            <a:custGeom>
              <a:avLst/>
              <a:gdLst>
                <a:gd name="txL" fmla="*/ 0 w 110"/>
                <a:gd name="txT" fmla="*/ 0 h 531"/>
                <a:gd name="txR" fmla="*/ 110 w 110"/>
                <a:gd name="txB" fmla="*/ 531 h 53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alpha val="100000"/>
              </a:srgbClr>
            </a:solidFill>
            <a:ln w="9525">
              <a:noFill/>
            </a:ln>
          </p:spPr>
          <p:txBody>
            <a:bodyPr/>
            <a:p>
              <a:endParaRPr lang="zh-CN" altLang="en-US"/>
            </a:p>
          </p:txBody>
        </p:sp>
        <p:sp>
          <p:nvSpPr>
            <p:cNvPr id="79123" name="Freeform 786"/>
            <p:cNvSpPr/>
            <p:nvPr/>
          </p:nvSpPr>
          <p:spPr>
            <a:xfrm>
              <a:off x="3963" y="3292"/>
              <a:ext cx="10" cy="48"/>
            </a:xfrm>
            <a:custGeom>
              <a:avLst/>
              <a:gdLst>
                <a:gd name="txL" fmla="*/ 0 w 92"/>
                <a:gd name="txT" fmla="*/ 0 h 438"/>
                <a:gd name="txR" fmla="*/ 92 w 92"/>
                <a:gd name="txB" fmla="*/ 438 h 4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alpha val="100000"/>
              </a:srgbClr>
            </a:solidFill>
            <a:ln w="9525">
              <a:noFill/>
            </a:ln>
          </p:spPr>
          <p:txBody>
            <a:bodyPr/>
            <a:p>
              <a:endParaRPr lang="zh-CN" altLang="en-US"/>
            </a:p>
          </p:txBody>
        </p:sp>
        <p:sp>
          <p:nvSpPr>
            <p:cNvPr id="79124" name="Freeform 787"/>
            <p:cNvSpPr/>
            <p:nvPr/>
          </p:nvSpPr>
          <p:spPr>
            <a:xfrm>
              <a:off x="3963" y="3296"/>
              <a:ext cx="8" cy="39"/>
            </a:xfrm>
            <a:custGeom>
              <a:avLst/>
              <a:gdLst>
                <a:gd name="txL" fmla="*/ 0 w 73"/>
                <a:gd name="txT" fmla="*/ 0 h 347"/>
                <a:gd name="txR" fmla="*/ 73 w 73"/>
                <a:gd name="txB" fmla="*/ 347 h 3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alpha val="100000"/>
              </a:srgbClr>
            </a:solidFill>
            <a:ln w="9525">
              <a:noFill/>
            </a:ln>
          </p:spPr>
          <p:txBody>
            <a:bodyPr/>
            <a:p>
              <a:endParaRPr lang="zh-CN" altLang="en-US"/>
            </a:p>
          </p:txBody>
        </p:sp>
        <p:sp>
          <p:nvSpPr>
            <p:cNvPr id="79125" name="Freeform 788"/>
            <p:cNvSpPr/>
            <p:nvPr/>
          </p:nvSpPr>
          <p:spPr>
            <a:xfrm>
              <a:off x="3964" y="3301"/>
              <a:ext cx="6" cy="28"/>
            </a:xfrm>
            <a:custGeom>
              <a:avLst/>
              <a:gdLst>
                <a:gd name="txL" fmla="*/ 0 w 52"/>
                <a:gd name="txT" fmla="*/ 0 h 256"/>
                <a:gd name="txR" fmla="*/ 52 w 52"/>
                <a:gd name="txB" fmla="*/ 256 h 25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alpha val="100000"/>
              </a:srgbClr>
            </a:solidFill>
            <a:ln w="9525">
              <a:noFill/>
            </a:ln>
          </p:spPr>
          <p:txBody>
            <a:bodyPr/>
            <a:p>
              <a:endParaRPr lang="zh-CN" altLang="en-US"/>
            </a:p>
          </p:txBody>
        </p:sp>
        <p:sp>
          <p:nvSpPr>
            <p:cNvPr id="79126" name="Freeform 789"/>
            <p:cNvSpPr/>
            <p:nvPr/>
          </p:nvSpPr>
          <p:spPr>
            <a:xfrm>
              <a:off x="4046" y="3273"/>
              <a:ext cx="20" cy="77"/>
            </a:xfrm>
            <a:custGeom>
              <a:avLst/>
              <a:gdLst>
                <a:gd name="txL" fmla="*/ 0 w 176"/>
                <a:gd name="txT" fmla="*/ 0 h 693"/>
                <a:gd name="txR" fmla="*/ 176 w 176"/>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alpha val="100000"/>
              </a:srgbClr>
            </a:solidFill>
            <a:ln w="9525">
              <a:noFill/>
            </a:ln>
          </p:spPr>
          <p:txBody>
            <a:bodyPr/>
            <a:p>
              <a:endParaRPr lang="zh-CN" altLang="en-US"/>
            </a:p>
          </p:txBody>
        </p:sp>
        <p:sp>
          <p:nvSpPr>
            <p:cNvPr id="79127" name="Freeform 790"/>
            <p:cNvSpPr/>
            <p:nvPr/>
          </p:nvSpPr>
          <p:spPr>
            <a:xfrm>
              <a:off x="4047" y="3279"/>
              <a:ext cx="16" cy="65"/>
            </a:xfrm>
            <a:custGeom>
              <a:avLst/>
              <a:gdLst>
                <a:gd name="txL" fmla="*/ 0 w 149"/>
                <a:gd name="txT" fmla="*/ 0 h 592"/>
                <a:gd name="txR" fmla="*/ 149 w 149"/>
                <a:gd name="txB" fmla="*/ 592 h 59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alpha val="100000"/>
              </a:srgbClr>
            </a:solidFill>
            <a:ln w="9525">
              <a:noFill/>
            </a:ln>
          </p:spPr>
          <p:txBody>
            <a:bodyPr/>
            <a:p>
              <a:endParaRPr lang="zh-CN" altLang="en-US"/>
            </a:p>
          </p:txBody>
        </p:sp>
        <p:sp>
          <p:nvSpPr>
            <p:cNvPr id="79128" name="Freeform 791"/>
            <p:cNvSpPr/>
            <p:nvPr/>
          </p:nvSpPr>
          <p:spPr>
            <a:xfrm>
              <a:off x="4048" y="3284"/>
              <a:ext cx="13" cy="54"/>
            </a:xfrm>
            <a:custGeom>
              <a:avLst/>
              <a:gdLst>
                <a:gd name="txL" fmla="*/ 0 w 124"/>
                <a:gd name="txT" fmla="*/ 0 h 490"/>
                <a:gd name="txR" fmla="*/ 124 w 124"/>
                <a:gd name="txB" fmla="*/ 490 h 4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alpha val="100000"/>
              </a:srgbClr>
            </a:solidFill>
            <a:ln w="9525">
              <a:noFill/>
            </a:ln>
          </p:spPr>
          <p:txBody>
            <a:bodyPr/>
            <a:p>
              <a:endParaRPr lang="zh-CN" altLang="en-US"/>
            </a:p>
          </p:txBody>
        </p:sp>
        <p:sp>
          <p:nvSpPr>
            <p:cNvPr id="79129" name="Freeform 792"/>
            <p:cNvSpPr/>
            <p:nvPr/>
          </p:nvSpPr>
          <p:spPr>
            <a:xfrm>
              <a:off x="4048" y="3289"/>
              <a:ext cx="11" cy="43"/>
            </a:xfrm>
            <a:custGeom>
              <a:avLst/>
              <a:gdLst>
                <a:gd name="txL" fmla="*/ 0 w 99"/>
                <a:gd name="txT" fmla="*/ 0 h 389"/>
                <a:gd name="txR" fmla="*/ 99 w 99"/>
                <a:gd name="txB" fmla="*/ 389 h 38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alpha val="100000"/>
              </a:srgbClr>
            </a:solidFill>
            <a:ln w="9525">
              <a:noFill/>
            </a:ln>
          </p:spPr>
          <p:txBody>
            <a:bodyPr/>
            <a:p>
              <a:endParaRPr lang="zh-CN" altLang="en-US"/>
            </a:p>
          </p:txBody>
        </p:sp>
        <p:sp>
          <p:nvSpPr>
            <p:cNvPr id="79130" name="Freeform 793"/>
            <p:cNvSpPr/>
            <p:nvPr/>
          </p:nvSpPr>
          <p:spPr>
            <a:xfrm>
              <a:off x="4049" y="3295"/>
              <a:ext cx="8" cy="31"/>
            </a:xfrm>
            <a:custGeom>
              <a:avLst/>
              <a:gdLst>
                <a:gd name="txL" fmla="*/ 0 w 72"/>
                <a:gd name="txT" fmla="*/ 0 h 287"/>
                <a:gd name="txR" fmla="*/ 72 w 72"/>
                <a:gd name="txB" fmla="*/ 287 h 2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alpha val="100000"/>
              </a:srgbClr>
            </a:solidFill>
            <a:ln w="9525">
              <a:noFill/>
            </a:ln>
          </p:spPr>
          <p:txBody>
            <a:bodyPr/>
            <a:p>
              <a:endParaRPr lang="zh-CN" altLang="en-US"/>
            </a:p>
          </p:txBody>
        </p:sp>
        <p:sp>
          <p:nvSpPr>
            <p:cNvPr id="79131" name="Rectangle 794"/>
            <p:cNvSpPr/>
            <p:nvPr/>
          </p:nvSpPr>
          <p:spPr>
            <a:xfrm>
              <a:off x="3944" y="3287"/>
              <a:ext cx="3" cy="101"/>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132" name="Freeform 795"/>
            <p:cNvSpPr/>
            <p:nvPr/>
          </p:nvSpPr>
          <p:spPr>
            <a:xfrm>
              <a:off x="3980" y="3285"/>
              <a:ext cx="39" cy="47"/>
            </a:xfrm>
            <a:custGeom>
              <a:avLst/>
              <a:gdLst>
                <a:gd name="txL" fmla="*/ 0 w 354"/>
                <a:gd name="txT" fmla="*/ 0 h 418"/>
                <a:gd name="txR" fmla="*/ 354 w 354"/>
                <a:gd name="txB" fmla="*/ 418 h 4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alpha val="100000"/>
              </a:srgbClr>
            </a:solidFill>
            <a:ln w="9525">
              <a:noFill/>
            </a:ln>
          </p:spPr>
          <p:txBody>
            <a:bodyPr/>
            <a:p>
              <a:endParaRPr lang="zh-CN" altLang="en-US"/>
            </a:p>
          </p:txBody>
        </p:sp>
        <p:sp>
          <p:nvSpPr>
            <p:cNvPr id="79133" name="Freeform 796"/>
            <p:cNvSpPr/>
            <p:nvPr/>
          </p:nvSpPr>
          <p:spPr>
            <a:xfrm>
              <a:off x="3925" y="3320"/>
              <a:ext cx="32" cy="8"/>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79134" name="Freeform 797"/>
            <p:cNvSpPr/>
            <p:nvPr/>
          </p:nvSpPr>
          <p:spPr>
            <a:xfrm>
              <a:off x="3925" y="3299"/>
              <a:ext cx="32" cy="9"/>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79135" name="Freeform 798"/>
            <p:cNvSpPr/>
            <p:nvPr/>
          </p:nvSpPr>
          <p:spPr>
            <a:xfrm>
              <a:off x="3955" y="3289"/>
              <a:ext cx="52" cy="96"/>
            </a:xfrm>
            <a:custGeom>
              <a:avLst/>
              <a:gdLst>
                <a:gd name="txL" fmla="*/ 0 w 469"/>
                <a:gd name="txT" fmla="*/ 0 h 868"/>
                <a:gd name="txR" fmla="*/ 469 w 469"/>
                <a:gd name="txB" fmla="*/ 868 h 8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alpha val="100000"/>
              </a:srgbClr>
            </a:solidFill>
            <a:ln w="9525">
              <a:noFill/>
            </a:ln>
          </p:spPr>
          <p:txBody>
            <a:bodyPr/>
            <a:p>
              <a:endParaRPr lang="zh-CN" altLang="en-US"/>
            </a:p>
          </p:txBody>
        </p:sp>
        <p:sp>
          <p:nvSpPr>
            <p:cNvPr id="79136" name="Freeform 799"/>
            <p:cNvSpPr/>
            <p:nvPr/>
          </p:nvSpPr>
          <p:spPr>
            <a:xfrm>
              <a:off x="3981" y="3267"/>
              <a:ext cx="67" cy="13"/>
            </a:xfrm>
            <a:custGeom>
              <a:avLst/>
              <a:gdLst>
                <a:gd name="txL" fmla="*/ 0 w 604"/>
                <a:gd name="txT" fmla="*/ 0 h 118"/>
                <a:gd name="txR" fmla="*/ 604 w 604"/>
                <a:gd name="txB" fmla="*/ 118 h 1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alpha val="100000"/>
              </a:srgbClr>
            </a:solidFill>
            <a:ln w="9525">
              <a:noFill/>
            </a:ln>
          </p:spPr>
          <p:txBody>
            <a:bodyPr/>
            <a:p>
              <a:endParaRPr lang="zh-CN" altLang="en-US"/>
            </a:p>
          </p:txBody>
        </p:sp>
        <p:sp>
          <p:nvSpPr>
            <p:cNvPr id="79137" name="Freeform 800"/>
            <p:cNvSpPr/>
            <p:nvPr/>
          </p:nvSpPr>
          <p:spPr>
            <a:xfrm>
              <a:off x="3942" y="3387"/>
              <a:ext cx="113" cy="38"/>
            </a:xfrm>
            <a:custGeom>
              <a:avLst/>
              <a:gdLst>
                <a:gd name="txL" fmla="*/ 0 w 1017"/>
                <a:gd name="txT" fmla="*/ 0 h 337"/>
                <a:gd name="txR" fmla="*/ 1017 w 1017"/>
                <a:gd name="txB" fmla="*/ 337 h 33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alpha val="100000"/>
              </a:srgbClr>
            </a:solidFill>
            <a:ln w="9525">
              <a:noFill/>
            </a:ln>
          </p:spPr>
          <p:txBody>
            <a:bodyPr/>
            <a:p>
              <a:endParaRPr lang="zh-CN" altLang="en-US"/>
            </a:p>
          </p:txBody>
        </p:sp>
        <p:sp>
          <p:nvSpPr>
            <p:cNvPr id="79138" name="Freeform 801"/>
            <p:cNvSpPr/>
            <p:nvPr/>
          </p:nvSpPr>
          <p:spPr>
            <a:xfrm>
              <a:off x="3918" y="3397"/>
              <a:ext cx="116" cy="34"/>
            </a:xfrm>
            <a:custGeom>
              <a:avLst/>
              <a:gdLst>
                <a:gd name="txL" fmla="*/ 0 w 1036"/>
                <a:gd name="txT" fmla="*/ 0 h 303"/>
                <a:gd name="txR" fmla="*/ 1036 w 1036"/>
                <a:gd name="txB" fmla="*/ 303 h 303"/>
              </a:gdLst>
              <a:ahLst/>
              <a:cxnLst>
                <a:cxn ang="0">
                  <a:pos x="0" y="0"/>
                </a:cxn>
                <a:cxn ang="0">
                  <a:pos x="0" y="0"/>
                </a:cxn>
                <a:cxn ang="0">
                  <a:pos x="0" y="0"/>
                </a:cxn>
                <a:cxn ang="0">
                  <a:pos x="0" y="0"/>
                </a:cxn>
                <a:cxn ang="0">
                  <a:pos x="0" y="0"/>
                </a:cxn>
              </a:cxnLst>
              <a:rect l="txL" t="txT" r="txR" b="txB"/>
              <a:pathLst>
                <a:path w="1036" h="303">
                  <a:moveTo>
                    <a:pt x="0" y="0"/>
                  </a:moveTo>
                  <a:lnTo>
                    <a:pt x="1013" y="303"/>
                  </a:lnTo>
                  <a:lnTo>
                    <a:pt x="1036" y="303"/>
                  </a:lnTo>
                  <a:lnTo>
                    <a:pt x="31" y="0"/>
                  </a:lnTo>
                  <a:lnTo>
                    <a:pt x="0" y="0"/>
                  </a:lnTo>
                  <a:close/>
                </a:path>
              </a:pathLst>
            </a:custGeom>
            <a:solidFill>
              <a:srgbClr val="DDDDDD">
                <a:alpha val="100000"/>
              </a:srgbClr>
            </a:solidFill>
            <a:ln w="9525">
              <a:noFill/>
            </a:ln>
          </p:spPr>
          <p:txBody>
            <a:bodyPr/>
            <a:p>
              <a:endParaRPr lang="zh-CN" altLang="en-US"/>
            </a:p>
          </p:txBody>
        </p:sp>
        <p:sp>
          <p:nvSpPr>
            <p:cNvPr id="79139" name="Freeform 802"/>
            <p:cNvSpPr/>
            <p:nvPr/>
          </p:nvSpPr>
          <p:spPr>
            <a:xfrm>
              <a:off x="3938" y="3393"/>
              <a:ext cx="113" cy="30"/>
            </a:xfrm>
            <a:custGeom>
              <a:avLst/>
              <a:gdLst>
                <a:gd name="txL" fmla="*/ 0 w 1023"/>
                <a:gd name="txT" fmla="*/ 0 h 270"/>
                <a:gd name="txR" fmla="*/ 1023 w 1023"/>
                <a:gd name="txB" fmla="*/ 270 h 270"/>
              </a:gdLst>
              <a:ahLst/>
              <a:cxnLst>
                <a:cxn ang="0">
                  <a:pos x="0" y="0"/>
                </a:cxn>
                <a:cxn ang="0">
                  <a:pos x="0" y="0"/>
                </a:cxn>
                <a:cxn ang="0">
                  <a:pos x="0" y="0"/>
                </a:cxn>
                <a:cxn ang="0">
                  <a:pos x="0" y="0"/>
                </a:cxn>
                <a:cxn ang="0">
                  <a:pos x="0" y="0"/>
                </a:cxn>
              </a:cxnLst>
              <a:rect l="txL" t="txT" r="txR" b="txB"/>
              <a:pathLst>
                <a:path w="1023" h="270">
                  <a:moveTo>
                    <a:pt x="0" y="1"/>
                  </a:moveTo>
                  <a:lnTo>
                    <a:pt x="1001" y="270"/>
                  </a:lnTo>
                  <a:lnTo>
                    <a:pt x="1023" y="269"/>
                  </a:lnTo>
                  <a:lnTo>
                    <a:pt x="31" y="0"/>
                  </a:lnTo>
                  <a:lnTo>
                    <a:pt x="0" y="1"/>
                  </a:lnTo>
                  <a:close/>
                </a:path>
              </a:pathLst>
            </a:custGeom>
            <a:solidFill>
              <a:srgbClr val="DDDDDD">
                <a:alpha val="100000"/>
              </a:srgbClr>
            </a:solidFill>
            <a:ln w="9525">
              <a:noFill/>
            </a:ln>
          </p:spPr>
          <p:txBody>
            <a:bodyPr/>
            <a:p>
              <a:endParaRPr lang="zh-CN" altLang="en-US"/>
            </a:p>
          </p:txBody>
        </p:sp>
        <p:sp>
          <p:nvSpPr>
            <p:cNvPr id="79140" name="Freeform 803"/>
            <p:cNvSpPr/>
            <p:nvPr/>
          </p:nvSpPr>
          <p:spPr>
            <a:xfrm>
              <a:off x="3929" y="3394"/>
              <a:ext cx="114" cy="33"/>
            </a:xfrm>
            <a:custGeom>
              <a:avLst/>
              <a:gdLst>
                <a:gd name="txL" fmla="*/ 0 w 1028"/>
                <a:gd name="txT" fmla="*/ 0 h 299"/>
                <a:gd name="txR" fmla="*/ 1028 w 1028"/>
                <a:gd name="txB" fmla="*/ 299 h 299"/>
              </a:gdLst>
              <a:ahLst/>
              <a:cxnLst>
                <a:cxn ang="0">
                  <a:pos x="0" y="0"/>
                </a:cxn>
                <a:cxn ang="0">
                  <a:pos x="0" y="0"/>
                </a:cxn>
                <a:cxn ang="0">
                  <a:pos x="0" y="0"/>
                </a:cxn>
                <a:cxn ang="0">
                  <a:pos x="0" y="0"/>
                </a:cxn>
                <a:cxn ang="0">
                  <a:pos x="0" y="0"/>
                </a:cxn>
              </a:cxnLst>
              <a:rect l="txL" t="txT" r="txR" b="txB"/>
              <a:pathLst>
                <a:path w="1028" h="299">
                  <a:moveTo>
                    <a:pt x="0" y="0"/>
                  </a:moveTo>
                  <a:lnTo>
                    <a:pt x="1009" y="299"/>
                  </a:lnTo>
                  <a:lnTo>
                    <a:pt x="1028" y="292"/>
                  </a:lnTo>
                  <a:lnTo>
                    <a:pt x="30" y="0"/>
                  </a:lnTo>
                  <a:lnTo>
                    <a:pt x="0" y="0"/>
                  </a:lnTo>
                  <a:close/>
                </a:path>
              </a:pathLst>
            </a:custGeom>
            <a:solidFill>
              <a:srgbClr val="DDDDDD">
                <a:alpha val="100000"/>
              </a:srgbClr>
            </a:solidFill>
            <a:ln w="9525">
              <a:noFill/>
            </a:ln>
          </p:spPr>
          <p:txBody>
            <a:bodyPr/>
            <a:p>
              <a:endParaRPr lang="zh-CN" altLang="en-US"/>
            </a:p>
          </p:txBody>
        </p:sp>
      </p:grpSp>
      <p:sp>
        <p:nvSpPr>
          <p:cNvPr id="78992" name="Line 290"/>
          <p:cNvSpPr/>
          <p:nvPr/>
        </p:nvSpPr>
        <p:spPr>
          <a:xfrm>
            <a:off x="6651625" y="4576763"/>
            <a:ext cx="0" cy="80962"/>
          </a:xfrm>
          <a:prstGeom prst="line">
            <a:avLst/>
          </a:prstGeom>
          <a:ln w="19050" cap="flat" cmpd="sng">
            <a:solidFill>
              <a:srgbClr val="FF3300"/>
            </a:solidFill>
            <a:prstDash val="solid"/>
            <a:headEnd type="none" w="med" len="med"/>
            <a:tailEnd type="none" w="med" len="med"/>
          </a:ln>
        </p:spPr>
      </p:sp>
      <p:grpSp>
        <p:nvGrpSpPr>
          <p:cNvPr id="78993" name="Group 806"/>
          <p:cNvGrpSpPr/>
          <p:nvPr/>
        </p:nvGrpSpPr>
        <p:grpSpPr>
          <a:xfrm>
            <a:off x="5792788" y="3178175"/>
            <a:ext cx="338137" cy="282575"/>
            <a:chOff x="3899" y="3264"/>
            <a:chExt cx="213" cy="178"/>
          </a:xfrm>
        </p:grpSpPr>
        <p:sp>
          <p:nvSpPr>
            <p:cNvPr id="79063" name="Freeform 807"/>
            <p:cNvSpPr/>
            <p:nvPr/>
          </p:nvSpPr>
          <p:spPr>
            <a:xfrm>
              <a:off x="3899" y="3264"/>
              <a:ext cx="213" cy="178"/>
            </a:xfrm>
            <a:custGeom>
              <a:avLst/>
              <a:gdLst>
                <a:gd name="txL" fmla="*/ 0 w 1913"/>
                <a:gd name="txT" fmla="*/ 0 h 1606"/>
                <a:gd name="txR" fmla="*/ 1913 w 1913"/>
                <a:gd name="txB" fmla="*/ 1606 h 160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13" h="1606">
                  <a:moveTo>
                    <a:pt x="518" y="213"/>
                  </a:moveTo>
                  <a:lnTo>
                    <a:pt x="539" y="115"/>
                  </a:lnTo>
                  <a:lnTo>
                    <a:pt x="540" y="115"/>
                  </a:lnTo>
                  <a:lnTo>
                    <a:pt x="544" y="114"/>
                  </a:lnTo>
                  <a:lnTo>
                    <a:pt x="549" y="112"/>
                  </a:lnTo>
                  <a:lnTo>
                    <a:pt x="555" y="110"/>
                  </a:lnTo>
                  <a:lnTo>
                    <a:pt x="564" y="107"/>
                  </a:lnTo>
                  <a:lnTo>
                    <a:pt x="574" y="103"/>
                  </a:lnTo>
                  <a:lnTo>
                    <a:pt x="586" y="100"/>
                  </a:lnTo>
                  <a:lnTo>
                    <a:pt x="602" y="95"/>
                  </a:lnTo>
                  <a:lnTo>
                    <a:pt x="618" y="90"/>
                  </a:lnTo>
                  <a:lnTo>
                    <a:pt x="636" y="85"/>
                  </a:lnTo>
                  <a:lnTo>
                    <a:pt x="656" y="80"/>
                  </a:lnTo>
                  <a:lnTo>
                    <a:pt x="679" y="75"/>
                  </a:lnTo>
                  <a:lnTo>
                    <a:pt x="703" y="70"/>
                  </a:lnTo>
                  <a:lnTo>
                    <a:pt x="730" y="64"/>
                  </a:lnTo>
                  <a:lnTo>
                    <a:pt x="758" y="58"/>
                  </a:lnTo>
                  <a:lnTo>
                    <a:pt x="789" y="52"/>
                  </a:lnTo>
                  <a:lnTo>
                    <a:pt x="820" y="46"/>
                  </a:lnTo>
                  <a:lnTo>
                    <a:pt x="855" y="41"/>
                  </a:lnTo>
                  <a:lnTo>
                    <a:pt x="892" y="36"/>
                  </a:lnTo>
                  <a:lnTo>
                    <a:pt x="929" y="31"/>
                  </a:lnTo>
                  <a:lnTo>
                    <a:pt x="970" y="26"/>
                  </a:lnTo>
                  <a:lnTo>
                    <a:pt x="1013" y="21"/>
                  </a:lnTo>
                  <a:lnTo>
                    <a:pt x="1056" y="17"/>
                  </a:lnTo>
                  <a:lnTo>
                    <a:pt x="1103" y="13"/>
                  </a:lnTo>
                  <a:lnTo>
                    <a:pt x="1152" y="10"/>
                  </a:lnTo>
                  <a:lnTo>
                    <a:pt x="1202" y="6"/>
                  </a:lnTo>
                  <a:lnTo>
                    <a:pt x="1255" y="3"/>
                  </a:lnTo>
                  <a:lnTo>
                    <a:pt x="1309" y="1"/>
                  </a:lnTo>
                  <a:lnTo>
                    <a:pt x="1366" y="0"/>
                  </a:lnTo>
                  <a:lnTo>
                    <a:pt x="1425" y="0"/>
                  </a:lnTo>
                  <a:lnTo>
                    <a:pt x="1485" y="0"/>
                  </a:lnTo>
                  <a:lnTo>
                    <a:pt x="1548" y="1"/>
                  </a:lnTo>
                  <a:lnTo>
                    <a:pt x="1616" y="39"/>
                  </a:lnTo>
                  <a:lnTo>
                    <a:pt x="1601" y="221"/>
                  </a:lnTo>
                  <a:lnTo>
                    <a:pt x="1606" y="223"/>
                  </a:lnTo>
                  <a:lnTo>
                    <a:pt x="1620" y="230"/>
                  </a:lnTo>
                  <a:lnTo>
                    <a:pt x="1640" y="243"/>
                  </a:lnTo>
                  <a:lnTo>
                    <a:pt x="1663" y="260"/>
                  </a:lnTo>
                  <a:lnTo>
                    <a:pt x="1688" y="284"/>
                  </a:lnTo>
                  <a:lnTo>
                    <a:pt x="1709" y="312"/>
                  </a:lnTo>
                  <a:lnTo>
                    <a:pt x="1726" y="347"/>
                  </a:lnTo>
                  <a:lnTo>
                    <a:pt x="1736" y="388"/>
                  </a:lnTo>
                  <a:lnTo>
                    <a:pt x="1891" y="528"/>
                  </a:lnTo>
                  <a:lnTo>
                    <a:pt x="1849" y="898"/>
                  </a:lnTo>
                  <a:lnTo>
                    <a:pt x="1601" y="1023"/>
                  </a:lnTo>
                  <a:lnTo>
                    <a:pt x="1895" y="1110"/>
                  </a:lnTo>
                  <a:lnTo>
                    <a:pt x="1897" y="1114"/>
                  </a:lnTo>
                  <a:lnTo>
                    <a:pt x="1902" y="1125"/>
                  </a:lnTo>
                  <a:lnTo>
                    <a:pt x="1907" y="1143"/>
                  </a:lnTo>
                  <a:lnTo>
                    <a:pt x="1912" y="1166"/>
                  </a:lnTo>
                  <a:lnTo>
                    <a:pt x="1913" y="1195"/>
                  </a:lnTo>
                  <a:lnTo>
                    <a:pt x="1911" y="1229"/>
                  </a:lnTo>
                  <a:lnTo>
                    <a:pt x="1901" y="1266"/>
                  </a:lnTo>
                  <a:lnTo>
                    <a:pt x="1884" y="1307"/>
                  </a:lnTo>
                  <a:lnTo>
                    <a:pt x="1107" y="1606"/>
                  </a:lnTo>
                  <a:lnTo>
                    <a:pt x="0" y="1258"/>
                  </a:lnTo>
                  <a:lnTo>
                    <a:pt x="19" y="1217"/>
                  </a:lnTo>
                  <a:lnTo>
                    <a:pt x="188" y="1159"/>
                  </a:lnTo>
                  <a:lnTo>
                    <a:pt x="188" y="221"/>
                  </a:lnTo>
                  <a:lnTo>
                    <a:pt x="189" y="220"/>
                  </a:lnTo>
                  <a:lnTo>
                    <a:pt x="193" y="217"/>
                  </a:lnTo>
                  <a:lnTo>
                    <a:pt x="198" y="214"/>
                  </a:lnTo>
                  <a:lnTo>
                    <a:pt x="207" y="209"/>
                  </a:lnTo>
                  <a:lnTo>
                    <a:pt x="218" y="203"/>
                  </a:lnTo>
                  <a:lnTo>
                    <a:pt x="230" y="197"/>
                  </a:lnTo>
                  <a:lnTo>
                    <a:pt x="245" y="191"/>
                  </a:lnTo>
                  <a:lnTo>
                    <a:pt x="262" y="184"/>
                  </a:lnTo>
                  <a:lnTo>
                    <a:pt x="281" y="179"/>
                  </a:lnTo>
                  <a:lnTo>
                    <a:pt x="302" y="175"/>
                  </a:lnTo>
                  <a:lnTo>
                    <a:pt x="326" y="173"/>
                  </a:lnTo>
                  <a:lnTo>
                    <a:pt x="350" y="171"/>
                  </a:lnTo>
                  <a:lnTo>
                    <a:pt x="378" y="172"/>
                  </a:lnTo>
                  <a:lnTo>
                    <a:pt x="407" y="175"/>
                  </a:lnTo>
                  <a:lnTo>
                    <a:pt x="439" y="181"/>
                  </a:lnTo>
                  <a:lnTo>
                    <a:pt x="471" y="191"/>
                  </a:lnTo>
                  <a:lnTo>
                    <a:pt x="518" y="213"/>
                  </a:lnTo>
                  <a:close/>
                </a:path>
              </a:pathLst>
            </a:custGeom>
            <a:solidFill>
              <a:schemeClr val="bg2">
                <a:alpha val="100000"/>
              </a:schemeClr>
            </a:solidFill>
            <a:ln w="9525">
              <a:noFill/>
            </a:ln>
          </p:spPr>
          <p:txBody>
            <a:bodyPr/>
            <a:p>
              <a:endParaRPr lang="zh-CN" altLang="en-US"/>
            </a:p>
          </p:txBody>
        </p:sp>
        <p:sp>
          <p:nvSpPr>
            <p:cNvPr id="79064" name="Freeform 808"/>
            <p:cNvSpPr/>
            <p:nvPr/>
          </p:nvSpPr>
          <p:spPr>
            <a:xfrm>
              <a:off x="3977" y="3278"/>
              <a:ext cx="68" cy="78"/>
            </a:xfrm>
            <a:custGeom>
              <a:avLst/>
              <a:gdLst>
                <a:gd name="txL" fmla="*/ 0 w 614"/>
                <a:gd name="txT" fmla="*/ 0 h 697"/>
                <a:gd name="txR" fmla="*/ 614 w 614"/>
                <a:gd name="txB" fmla="*/ 697 h 69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14" h="697">
                  <a:moveTo>
                    <a:pt x="609" y="26"/>
                  </a:moveTo>
                  <a:lnTo>
                    <a:pt x="606" y="25"/>
                  </a:lnTo>
                  <a:lnTo>
                    <a:pt x="596" y="23"/>
                  </a:lnTo>
                  <a:lnTo>
                    <a:pt x="581" y="18"/>
                  </a:lnTo>
                  <a:lnTo>
                    <a:pt x="559" y="14"/>
                  </a:lnTo>
                  <a:lnTo>
                    <a:pt x="534" y="10"/>
                  </a:lnTo>
                  <a:lnTo>
                    <a:pt x="503" y="6"/>
                  </a:lnTo>
                  <a:lnTo>
                    <a:pt x="469" y="3"/>
                  </a:lnTo>
                  <a:lnTo>
                    <a:pt x="430" y="1"/>
                  </a:lnTo>
                  <a:lnTo>
                    <a:pt x="388" y="0"/>
                  </a:lnTo>
                  <a:lnTo>
                    <a:pt x="344" y="2"/>
                  </a:lnTo>
                  <a:lnTo>
                    <a:pt x="297" y="6"/>
                  </a:lnTo>
                  <a:lnTo>
                    <a:pt x="247" y="14"/>
                  </a:lnTo>
                  <a:lnTo>
                    <a:pt x="197" y="25"/>
                  </a:lnTo>
                  <a:lnTo>
                    <a:pt x="145" y="40"/>
                  </a:lnTo>
                  <a:lnTo>
                    <a:pt x="92" y="58"/>
                  </a:lnTo>
                  <a:lnTo>
                    <a:pt x="39" y="83"/>
                  </a:lnTo>
                  <a:lnTo>
                    <a:pt x="35" y="96"/>
                  </a:lnTo>
                  <a:lnTo>
                    <a:pt x="26" y="134"/>
                  </a:lnTo>
                  <a:lnTo>
                    <a:pt x="15" y="192"/>
                  </a:lnTo>
                  <a:lnTo>
                    <a:pt x="5" y="268"/>
                  </a:lnTo>
                  <a:lnTo>
                    <a:pt x="0" y="358"/>
                  </a:lnTo>
                  <a:lnTo>
                    <a:pt x="4" y="459"/>
                  </a:lnTo>
                  <a:lnTo>
                    <a:pt x="19" y="568"/>
                  </a:lnTo>
                  <a:lnTo>
                    <a:pt x="50" y="679"/>
                  </a:lnTo>
                  <a:lnTo>
                    <a:pt x="54" y="679"/>
                  </a:lnTo>
                  <a:lnTo>
                    <a:pt x="62" y="678"/>
                  </a:lnTo>
                  <a:lnTo>
                    <a:pt x="75" y="676"/>
                  </a:lnTo>
                  <a:lnTo>
                    <a:pt x="93" y="675"/>
                  </a:lnTo>
                  <a:lnTo>
                    <a:pt x="117" y="673"/>
                  </a:lnTo>
                  <a:lnTo>
                    <a:pt x="144" y="671"/>
                  </a:lnTo>
                  <a:lnTo>
                    <a:pt x="177" y="670"/>
                  </a:lnTo>
                  <a:lnTo>
                    <a:pt x="212" y="669"/>
                  </a:lnTo>
                  <a:lnTo>
                    <a:pt x="252" y="668"/>
                  </a:lnTo>
                  <a:lnTo>
                    <a:pt x="295" y="669"/>
                  </a:lnTo>
                  <a:lnTo>
                    <a:pt x="342" y="670"/>
                  </a:lnTo>
                  <a:lnTo>
                    <a:pt x="391" y="672"/>
                  </a:lnTo>
                  <a:lnTo>
                    <a:pt x="443" y="676"/>
                  </a:lnTo>
                  <a:lnTo>
                    <a:pt x="498" y="681"/>
                  </a:lnTo>
                  <a:lnTo>
                    <a:pt x="555" y="688"/>
                  </a:lnTo>
                  <a:lnTo>
                    <a:pt x="614" y="697"/>
                  </a:lnTo>
                  <a:lnTo>
                    <a:pt x="611" y="676"/>
                  </a:lnTo>
                  <a:lnTo>
                    <a:pt x="605" y="621"/>
                  </a:lnTo>
                  <a:lnTo>
                    <a:pt x="596" y="538"/>
                  </a:lnTo>
                  <a:lnTo>
                    <a:pt x="589" y="438"/>
                  </a:lnTo>
                  <a:lnTo>
                    <a:pt x="584" y="327"/>
                  </a:lnTo>
                  <a:lnTo>
                    <a:pt x="584" y="217"/>
                  </a:lnTo>
                  <a:lnTo>
                    <a:pt x="592" y="114"/>
                  </a:lnTo>
                  <a:lnTo>
                    <a:pt x="609" y="26"/>
                  </a:lnTo>
                  <a:close/>
                </a:path>
              </a:pathLst>
            </a:custGeom>
            <a:solidFill>
              <a:srgbClr val="DDDDDD">
                <a:alpha val="100000"/>
              </a:srgbClr>
            </a:solidFill>
            <a:ln w="9525">
              <a:noFill/>
            </a:ln>
          </p:spPr>
          <p:txBody>
            <a:bodyPr/>
            <a:p>
              <a:endParaRPr lang="zh-CN" altLang="en-US"/>
            </a:p>
          </p:txBody>
        </p:sp>
        <p:sp>
          <p:nvSpPr>
            <p:cNvPr id="79065" name="Freeform 809"/>
            <p:cNvSpPr/>
            <p:nvPr/>
          </p:nvSpPr>
          <p:spPr>
            <a:xfrm>
              <a:off x="3984" y="3299"/>
              <a:ext cx="113" cy="77"/>
            </a:xfrm>
            <a:custGeom>
              <a:avLst/>
              <a:gdLst>
                <a:gd name="txL" fmla="*/ 0 w 1014"/>
                <a:gd name="txT" fmla="*/ 0 h 693"/>
                <a:gd name="txR" fmla="*/ 1014 w 1014"/>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4" h="693">
                  <a:moveTo>
                    <a:pt x="6" y="523"/>
                  </a:moveTo>
                  <a:lnTo>
                    <a:pt x="0" y="608"/>
                  </a:lnTo>
                  <a:lnTo>
                    <a:pt x="660" y="693"/>
                  </a:lnTo>
                  <a:lnTo>
                    <a:pt x="665" y="691"/>
                  </a:lnTo>
                  <a:lnTo>
                    <a:pt x="679" y="683"/>
                  </a:lnTo>
                  <a:lnTo>
                    <a:pt x="700" y="672"/>
                  </a:lnTo>
                  <a:lnTo>
                    <a:pt x="726" y="657"/>
                  </a:lnTo>
                  <a:lnTo>
                    <a:pt x="758" y="636"/>
                  </a:lnTo>
                  <a:lnTo>
                    <a:pt x="793" y="611"/>
                  </a:lnTo>
                  <a:lnTo>
                    <a:pt x="829" y="581"/>
                  </a:lnTo>
                  <a:lnTo>
                    <a:pt x="866" y="546"/>
                  </a:lnTo>
                  <a:lnTo>
                    <a:pt x="902" y="508"/>
                  </a:lnTo>
                  <a:lnTo>
                    <a:pt x="935" y="465"/>
                  </a:lnTo>
                  <a:lnTo>
                    <a:pt x="964" y="416"/>
                  </a:lnTo>
                  <a:lnTo>
                    <a:pt x="987" y="362"/>
                  </a:lnTo>
                  <a:lnTo>
                    <a:pt x="1004" y="305"/>
                  </a:lnTo>
                  <a:lnTo>
                    <a:pt x="1014" y="242"/>
                  </a:lnTo>
                  <a:lnTo>
                    <a:pt x="1012" y="175"/>
                  </a:lnTo>
                  <a:lnTo>
                    <a:pt x="1000" y="103"/>
                  </a:lnTo>
                  <a:lnTo>
                    <a:pt x="998" y="98"/>
                  </a:lnTo>
                  <a:lnTo>
                    <a:pt x="992" y="87"/>
                  </a:lnTo>
                  <a:lnTo>
                    <a:pt x="981" y="72"/>
                  </a:lnTo>
                  <a:lnTo>
                    <a:pt x="967" y="53"/>
                  </a:lnTo>
                  <a:lnTo>
                    <a:pt x="948" y="35"/>
                  </a:lnTo>
                  <a:lnTo>
                    <a:pt x="926" y="19"/>
                  </a:lnTo>
                  <a:lnTo>
                    <a:pt x="900" y="6"/>
                  </a:lnTo>
                  <a:lnTo>
                    <a:pt x="870" y="0"/>
                  </a:lnTo>
                  <a:lnTo>
                    <a:pt x="874" y="12"/>
                  </a:lnTo>
                  <a:lnTo>
                    <a:pt x="884" y="41"/>
                  </a:lnTo>
                  <a:lnTo>
                    <a:pt x="896" y="89"/>
                  </a:lnTo>
                  <a:lnTo>
                    <a:pt x="907" y="151"/>
                  </a:lnTo>
                  <a:lnTo>
                    <a:pt x="910" y="225"/>
                  </a:lnTo>
                  <a:lnTo>
                    <a:pt x="902" y="307"/>
                  </a:lnTo>
                  <a:lnTo>
                    <a:pt x="878" y="396"/>
                  </a:lnTo>
                  <a:lnTo>
                    <a:pt x="836" y="489"/>
                  </a:lnTo>
                  <a:lnTo>
                    <a:pt x="835" y="490"/>
                  </a:lnTo>
                  <a:lnTo>
                    <a:pt x="831" y="493"/>
                  </a:lnTo>
                  <a:lnTo>
                    <a:pt x="825" y="498"/>
                  </a:lnTo>
                  <a:lnTo>
                    <a:pt x="816" y="506"/>
                  </a:lnTo>
                  <a:lnTo>
                    <a:pt x="805" y="513"/>
                  </a:lnTo>
                  <a:lnTo>
                    <a:pt x="792" y="521"/>
                  </a:lnTo>
                  <a:lnTo>
                    <a:pt x="775" y="529"/>
                  </a:lnTo>
                  <a:lnTo>
                    <a:pt x="757" y="537"/>
                  </a:lnTo>
                  <a:lnTo>
                    <a:pt x="737" y="544"/>
                  </a:lnTo>
                  <a:lnTo>
                    <a:pt x="713" y="552"/>
                  </a:lnTo>
                  <a:lnTo>
                    <a:pt x="688" y="557"/>
                  </a:lnTo>
                  <a:lnTo>
                    <a:pt x="659" y="561"/>
                  </a:lnTo>
                  <a:lnTo>
                    <a:pt x="630" y="562"/>
                  </a:lnTo>
                  <a:lnTo>
                    <a:pt x="597" y="561"/>
                  </a:lnTo>
                  <a:lnTo>
                    <a:pt x="562" y="558"/>
                  </a:lnTo>
                  <a:lnTo>
                    <a:pt x="525" y="551"/>
                  </a:lnTo>
                  <a:lnTo>
                    <a:pt x="525" y="642"/>
                  </a:lnTo>
                  <a:lnTo>
                    <a:pt x="23" y="590"/>
                  </a:lnTo>
                  <a:lnTo>
                    <a:pt x="6" y="523"/>
                  </a:lnTo>
                  <a:close/>
                </a:path>
              </a:pathLst>
            </a:custGeom>
            <a:solidFill>
              <a:srgbClr val="DDDDDD">
                <a:alpha val="100000"/>
              </a:srgbClr>
            </a:solidFill>
            <a:ln w="9525">
              <a:noFill/>
            </a:ln>
          </p:spPr>
          <p:txBody>
            <a:bodyPr/>
            <a:p>
              <a:endParaRPr lang="zh-CN" altLang="en-US"/>
            </a:p>
          </p:txBody>
        </p:sp>
        <p:sp>
          <p:nvSpPr>
            <p:cNvPr id="79066" name="Freeform 810"/>
            <p:cNvSpPr/>
            <p:nvPr/>
          </p:nvSpPr>
          <p:spPr>
            <a:xfrm>
              <a:off x="3970" y="3375"/>
              <a:ext cx="83" cy="27"/>
            </a:xfrm>
            <a:custGeom>
              <a:avLst/>
              <a:gdLst>
                <a:gd name="txL" fmla="*/ 0 w 745"/>
                <a:gd name="txT" fmla="*/ 0 h 240"/>
                <a:gd name="txR" fmla="*/ 745 w 745"/>
                <a:gd name="txB" fmla="*/ 240 h 240"/>
              </a:gdLst>
              <a:ahLst/>
              <a:cxnLst>
                <a:cxn ang="0">
                  <a:pos x="0" y="0"/>
                </a:cxn>
                <a:cxn ang="0">
                  <a:pos x="0" y="0"/>
                </a:cxn>
                <a:cxn ang="0">
                  <a:pos x="0" y="0"/>
                </a:cxn>
                <a:cxn ang="0">
                  <a:pos x="0" y="0"/>
                </a:cxn>
                <a:cxn ang="0">
                  <a:pos x="0" y="0"/>
                </a:cxn>
              </a:cxnLst>
              <a:rect l="txL" t="txT" r="txR" b="txB"/>
              <a:pathLst>
                <a:path w="745" h="240">
                  <a:moveTo>
                    <a:pt x="745" y="86"/>
                  </a:moveTo>
                  <a:lnTo>
                    <a:pt x="11" y="0"/>
                  </a:lnTo>
                  <a:lnTo>
                    <a:pt x="0" y="86"/>
                  </a:lnTo>
                  <a:lnTo>
                    <a:pt x="722" y="240"/>
                  </a:lnTo>
                  <a:lnTo>
                    <a:pt x="745" y="86"/>
                  </a:lnTo>
                  <a:close/>
                </a:path>
              </a:pathLst>
            </a:custGeom>
            <a:solidFill>
              <a:srgbClr val="DDDDDD">
                <a:alpha val="100000"/>
              </a:srgbClr>
            </a:solidFill>
            <a:ln w="9525">
              <a:noFill/>
            </a:ln>
          </p:spPr>
          <p:txBody>
            <a:bodyPr/>
            <a:p>
              <a:endParaRPr lang="zh-CN" altLang="en-US"/>
            </a:p>
          </p:txBody>
        </p:sp>
        <p:sp>
          <p:nvSpPr>
            <p:cNvPr id="79067" name="Freeform 811"/>
            <p:cNvSpPr/>
            <p:nvPr/>
          </p:nvSpPr>
          <p:spPr>
            <a:xfrm>
              <a:off x="4011" y="3384"/>
              <a:ext cx="36" cy="12"/>
            </a:xfrm>
            <a:custGeom>
              <a:avLst/>
              <a:gdLst>
                <a:gd name="txL" fmla="*/ 0 w 319"/>
                <a:gd name="txT" fmla="*/ 0 h 109"/>
                <a:gd name="txR" fmla="*/ 319 w 319"/>
                <a:gd name="txB" fmla="*/ 109 h 109"/>
              </a:gdLst>
              <a:ahLst/>
              <a:cxnLst>
                <a:cxn ang="0">
                  <a:pos x="0" y="0"/>
                </a:cxn>
                <a:cxn ang="0">
                  <a:pos x="0" y="0"/>
                </a:cxn>
                <a:cxn ang="0">
                  <a:pos x="0" y="0"/>
                </a:cxn>
                <a:cxn ang="0">
                  <a:pos x="0" y="0"/>
                </a:cxn>
                <a:cxn ang="0">
                  <a:pos x="0" y="0"/>
                </a:cxn>
              </a:cxnLst>
              <a:rect l="txL" t="txT" r="txR" b="txB"/>
              <a:pathLst>
                <a:path w="319" h="109">
                  <a:moveTo>
                    <a:pt x="319" y="47"/>
                  </a:moveTo>
                  <a:lnTo>
                    <a:pt x="4" y="0"/>
                  </a:lnTo>
                  <a:lnTo>
                    <a:pt x="0" y="45"/>
                  </a:lnTo>
                  <a:lnTo>
                    <a:pt x="309" y="109"/>
                  </a:lnTo>
                  <a:lnTo>
                    <a:pt x="319" y="47"/>
                  </a:lnTo>
                  <a:close/>
                </a:path>
              </a:pathLst>
            </a:custGeom>
            <a:solidFill>
              <a:srgbClr val="DDDDDD">
                <a:alpha val="100000"/>
              </a:srgbClr>
            </a:solidFill>
            <a:ln w="9525">
              <a:noFill/>
            </a:ln>
          </p:spPr>
          <p:txBody>
            <a:bodyPr/>
            <a:p>
              <a:endParaRPr lang="zh-CN" altLang="en-US"/>
            </a:p>
          </p:txBody>
        </p:sp>
        <p:sp>
          <p:nvSpPr>
            <p:cNvPr id="79068" name="Freeform 812"/>
            <p:cNvSpPr/>
            <p:nvPr/>
          </p:nvSpPr>
          <p:spPr>
            <a:xfrm>
              <a:off x="3975" y="3378"/>
              <a:ext cx="24" cy="9"/>
            </a:xfrm>
            <a:custGeom>
              <a:avLst/>
              <a:gdLst>
                <a:gd name="txL" fmla="*/ 0 w 213"/>
                <a:gd name="txT" fmla="*/ 0 h 81"/>
                <a:gd name="txR" fmla="*/ 213 w 213"/>
                <a:gd name="txB" fmla="*/ 81 h 81"/>
              </a:gdLst>
              <a:ahLst/>
              <a:cxnLst>
                <a:cxn ang="0">
                  <a:pos x="0" y="0"/>
                </a:cxn>
                <a:cxn ang="0">
                  <a:pos x="0" y="0"/>
                </a:cxn>
                <a:cxn ang="0">
                  <a:pos x="0" y="0"/>
                </a:cxn>
                <a:cxn ang="0">
                  <a:pos x="0" y="0"/>
                </a:cxn>
                <a:cxn ang="0">
                  <a:pos x="0" y="0"/>
                </a:cxn>
              </a:cxnLst>
              <a:rect l="txL" t="txT" r="txR" b="txB"/>
              <a:pathLst>
                <a:path w="213" h="81">
                  <a:moveTo>
                    <a:pt x="213" y="37"/>
                  </a:moveTo>
                  <a:lnTo>
                    <a:pt x="0" y="0"/>
                  </a:lnTo>
                  <a:lnTo>
                    <a:pt x="2" y="39"/>
                  </a:lnTo>
                  <a:lnTo>
                    <a:pt x="206" y="81"/>
                  </a:lnTo>
                  <a:lnTo>
                    <a:pt x="213" y="37"/>
                  </a:lnTo>
                  <a:close/>
                </a:path>
              </a:pathLst>
            </a:custGeom>
            <a:solidFill>
              <a:srgbClr val="DDDDDD">
                <a:alpha val="100000"/>
              </a:srgbClr>
            </a:solidFill>
            <a:ln w="9525">
              <a:noFill/>
            </a:ln>
          </p:spPr>
          <p:txBody>
            <a:bodyPr/>
            <a:p>
              <a:endParaRPr lang="zh-CN" altLang="en-US"/>
            </a:p>
          </p:txBody>
        </p:sp>
        <p:sp>
          <p:nvSpPr>
            <p:cNvPr id="79069" name="Freeform 813"/>
            <p:cNvSpPr/>
            <p:nvPr/>
          </p:nvSpPr>
          <p:spPr>
            <a:xfrm>
              <a:off x="3916" y="3386"/>
              <a:ext cx="139" cy="47"/>
            </a:xfrm>
            <a:custGeom>
              <a:avLst/>
              <a:gdLst>
                <a:gd name="txL" fmla="*/ 0 w 1254"/>
                <a:gd name="txT" fmla="*/ 0 h 415"/>
                <a:gd name="txR" fmla="*/ 1254 w 1254"/>
                <a:gd name="txB" fmla="*/ 415 h 41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54" h="415">
                  <a:moveTo>
                    <a:pt x="0" y="124"/>
                  </a:moveTo>
                  <a:lnTo>
                    <a:pt x="3" y="124"/>
                  </a:lnTo>
                  <a:lnTo>
                    <a:pt x="10" y="122"/>
                  </a:lnTo>
                  <a:lnTo>
                    <a:pt x="23" y="120"/>
                  </a:lnTo>
                  <a:lnTo>
                    <a:pt x="40" y="117"/>
                  </a:lnTo>
                  <a:lnTo>
                    <a:pt x="59" y="114"/>
                  </a:lnTo>
                  <a:lnTo>
                    <a:pt x="81" y="109"/>
                  </a:lnTo>
                  <a:lnTo>
                    <a:pt x="107" y="103"/>
                  </a:lnTo>
                  <a:lnTo>
                    <a:pt x="133" y="96"/>
                  </a:lnTo>
                  <a:lnTo>
                    <a:pt x="161" y="89"/>
                  </a:lnTo>
                  <a:lnTo>
                    <a:pt x="188" y="79"/>
                  </a:lnTo>
                  <a:lnTo>
                    <a:pt x="216" y="69"/>
                  </a:lnTo>
                  <a:lnTo>
                    <a:pt x="243" y="58"/>
                  </a:lnTo>
                  <a:lnTo>
                    <a:pt x="270" y="45"/>
                  </a:lnTo>
                  <a:lnTo>
                    <a:pt x="293" y="31"/>
                  </a:lnTo>
                  <a:lnTo>
                    <a:pt x="316" y="16"/>
                  </a:lnTo>
                  <a:lnTo>
                    <a:pt x="334" y="0"/>
                  </a:lnTo>
                  <a:lnTo>
                    <a:pt x="1254" y="210"/>
                  </a:lnTo>
                  <a:lnTo>
                    <a:pt x="1252" y="212"/>
                  </a:lnTo>
                  <a:lnTo>
                    <a:pt x="1247" y="218"/>
                  </a:lnTo>
                  <a:lnTo>
                    <a:pt x="1239" y="226"/>
                  </a:lnTo>
                  <a:lnTo>
                    <a:pt x="1227" y="236"/>
                  </a:lnTo>
                  <a:lnTo>
                    <a:pt x="1213" y="248"/>
                  </a:lnTo>
                  <a:lnTo>
                    <a:pt x="1197" y="263"/>
                  </a:lnTo>
                  <a:lnTo>
                    <a:pt x="1180" y="279"/>
                  </a:lnTo>
                  <a:lnTo>
                    <a:pt x="1159" y="295"/>
                  </a:lnTo>
                  <a:lnTo>
                    <a:pt x="1138" y="313"/>
                  </a:lnTo>
                  <a:lnTo>
                    <a:pt x="1116" y="330"/>
                  </a:lnTo>
                  <a:lnTo>
                    <a:pt x="1092" y="347"/>
                  </a:lnTo>
                  <a:lnTo>
                    <a:pt x="1068" y="364"/>
                  </a:lnTo>
                  <a:lnTo>
                    <a:pt x="1043" y="379"/>
                  </a:lnTo>
                  <a:lnTo>
                    <a:pt x="1019" y="392"/>
                  </a:lnTo>
                  <a:lnTo>
                    <a:pt x="994" y="405"/>
                  </a:lnTo>
                  <a:lnTo>
                    <a:pt x="971" y="415"/>
                  </a:lnTo>
                  <a:lnTo>
                    <a:pt x="0" y="124"/>
                  </a:lnTo>
                  <a:close/>
                </a:path>
              </a:pathLst>
            </a:custGeom>
            <a:solidFill>
              <a:srgbClr val="DDDDDD">
                <a:alpha val="100000"/>
              </a:srgbClr>
            </a:solidFill>
            <a:ln w="9525">
              <a:noFill/>
            </a:ln>
          </p:spPr>
          <p:txBody>
            <a:bodyPr/>
            <a:p>
              <a:endParaRPr lang="zh-CN" altLang="en-US"/>
            </a:p>
          </p:txBody>
        </p:sp>
        <p:sp>
          <p:nvSpPr>
            <p:cNvPr id="79070" name="Freeform 814"/>
            <p:cNvSpPr/>
            <p:nvPr/>
          </p:nvSpPr>
          <p:spPr>
            <a:xfrm>
              <a:off x="4055" y="3381"/>
              <a:ext cx="49" cy="22"/>
            </a:xfrm>
            <a:custGeom>
              <a:avLst/>
              <a:gdLst>
                <a:gd name="txL" fmla="*/ 0 w 447"/>
                <a:gd name="txT" fmla="*/ 0 h 198"/>
                <a:gd name="txR" fmla="*/ 447 w 447"/>
                <a:gd name="txB" fmla="*/ 198 h 198"/>
              </a:gdLst>
              <a:ahLst/>
              <a:cxnLst>
                <a:cxn ang="0">
                  <a:pos x="0" y="0"/>
                </a:cxn>
                <a:cxn ang="0">
                  <a:pos x="0" y="0"/>
                </a:cxn>
                <a:cxn ang="0">
                  <a:pos x="0" y="0"/>
                </a:cxn>
                <a:cxn ang="0">
                  <a:pos x="0" y="0"/>
                </a:cxn>
                <a:cxn ang="0">
                  <a:pos x="0" y="0"/>
                </a:cxn>
                <a:cxn ang="0">
                  <a:pos x="0" y="0"/>
                </a:cxn>
              </a:cxnLst>
              <a:rect l="txL" t="txT" r="txR" b="txB"/>
              <a:pathLst>
                <a:path w="447" h="198">
                  <a:moveTo>
                    <a:pt x="45" y="198"/>
                  </a:moveTo>
                  <a:lnTo>
                    <a:pt x="447" y="79"/>
                  </a:lnTo>
                  <a:lnTo>
                    <a:pt x="203" y="0"/>
                  </a:lnTo>
                  <a:lnTo>
                    <a:pt x="5" y="22"/>
                  </a:lnTo>
                  <a:lnTo>
                    <a:pt x="0" y="187"/>
                  </a:lnTo>
                  <a:lnTo>
                    <a:pt x="45" y="198"/>
                  </a:lnTo>
                  <a:close/>
                </a:path>
              </a:pathLst>
            </a:custGeom>
            <a:solidFill>
              <a:srgbClr val="DDDDDD">
                <a:alpha val="100000"/>
              </a:srgbClr>
            </a:solidFill>
            <a:ln w="9525">
              <a:noFill/>
            </a:ln>
          </p:spPr>
          <p:txBody>
            <a:bodyPr/>
            <a:p>
              <a:endParaRPr lang="zh-CN" altLang="en-US"/>
            </a:p>
          </p:txBody>
        </p:sp>
        <p:sp>
          <p:nvSpPr>
            <p:cNvPr id="79071" name="Freeform 815"/>
            <p:cNvSpPr/>
            <p:nvPr/>
          </p:nvSpPr>
          <p:spPr>
            <a:xfrm>
              <a:off x="3926" y="3287"/>
              <a:ext cx="27" cy="105"/>
            </a:xfrm>
            <a:custGeom>
              <a:avLst/>
              <a:gdLst>
                <a:gd name="txL" fmla="*/ 0 w 238"/>
                <a:gd name="txT" fmla="*/ 0 h 947"/>
                <a:gd name="txR" fmla="*/ 238 w 238"/>
                <a:gd name="txB" fmla="*/ 947 h 9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8" h="947">
                  <a:moveTo>
                    <a:pt x="238" y="22"/>
                  </a:moveTo>
                  <a:lnTo>
                    <a:pt x="237" y="21"/>
                  </a:lnTo>
                  <a:lnTo>
                    <a:pt x="233" y="19"/>
                  </a:lnTo>
                  <a:lnTo>
                    <a:pt x="226" y="17"/>
                  </a:lnTo>
                  <a:lnTo>
                    <a:pt x="217" y="14"/>
                  </a:lnTo>
                  <a:lnTo>
                    <a:pt x="206" y="10"/>
                  </a:lnTo>
                  <a:lnTo>
                    <a:pt x="194" y="7"/>
                  </a:lnTo>
                  <a:lnTo>
                    <a:pt x="180" y="4"/>
                  </a:lnTo>
                  <a:lnTo>
                    <a:pt x="164" y="1"/>
                  </a:lnTo>
                  <a:lnTo>
                    <a:pt x="146" y="0"/>
                  </a:lnTo>
                  <a:lnTo>
                    <a:pt x="127" y="0"/>
                  </a:lnTo>
                  <a:lnTo>
                    <a:pt x="108" y="2"/>
                  </a:lnTo>
                  <a:lnTo>
                    <a:pt x="87" y="5"/>
                  </a:lnTo>
                  <a:lnTo>
                    <a:pt x="66" y="11"/>
                  </a:lnTo>
                  <a:lnTo>
                    <a:pt x="44" y="19"/>
                  </a:lnTo>
                  <a:lnTo>
                    <a:pt x="22" y="30"/>
                  </a:lnTo>
                  <a:lnTo>
                    <a:pt x="0" y="45"/>
                  </a:lnTo>
                  <a:lnTo>
                    <a:pt x="0" y="947"/>
                  </a:lnTo>
                  <a:lnTo>
                    <a:pt x="1" y="947"/>
                  </a:lnTo>
                  <a:lnTo>
                    <a:pt x="6" y="947"/>
                  </a:lnTo>
                  <a:lnTo>
                    <a:pt x="13" y="946"/>
                  </a:lnTo>
                  <a:lnTo>
                    <a:pt x="22" y="945"/>
                  </a:lnTo>
                  <a:lnTo>
                    <a:pt x="33" y="943"/>
                  </a:lnTo>
                  <a:lnTo>
                    <a:pt x="47" y="941"/>
                  </a:lnTo>
                  <a:lnTo>
                    <a:pt x="62" y="938"/>
                  </a:lnTo>
                  <a:lnTo>
                    <a:pt x="78" y="934"/>
                  </a:lnTo>
                  <a:lnTo>
                    <a:pt x="96" y="928"/>
                  </a:lnTo>
                  <a:lnTo>
                    <a:pt x="115" y="922"/>
                  </a:lnTo>
                  <a:lnTo>
                    <a:pt x="135" y="915"/>
                  </a:lnTo>
                  <a:lnTo>
                    <a:pt x="155" y="906"/>
                  </a:lnTo>
                  <a:lnTo>
                    <a:pt x="176" y="896"/>
                  </a:lnTo>
                  <a:lnTo>
                    <a:pt x="197" y="884"/>
                  </a:lnTo>
                  <a:lnTo>
                    <a:pt x="217" y="871"/>
                  </a:lnTo>
                  <a:lnTo>
                    <a:pt x="238" y="856"/>
                  </a:lnTo>
                  <a:lnTo>
                    <a:pt x="238" y="22"/>
                  </a:lnTo>
                  <a:close/>
                </a:path>
              </a:pathLst>
            </a:custGeom>
            <a:solidFill>
              <a:srgbClr val="DDDDDD">
                <a:alpha val="100000"/>
              </a:srgbClr>
            </a:solidFill>
            <a:ln w="9525">
              <a:noFill/>
            </a:ln>
          </p:spPr>
          <p:txBody>
            <a:bodyPr/>
            <a:p>
              <a:endParaRPr lang="zh-CN" altLang="en-US"/>
            </a:p>
          </p:txBody>
        </p:sp>
        <p:sp>
          <p:nvSpPr>
            <p:cNvPr id="79072" name="Freeform 816"/>
            <p:cNvSpPr/>
            <p:nvPr/>
          </p:nvSpPr>
          <p:spPr>
            <a:xfrm>
              <a:off x="3927" y="3288"/>
              <a:ext cx="23" cy="89"/>
            </a:xfrm>
            <a:custGeom>
              <a:avLst/>
              <a:gdLst>
                <a:gd name="txL" fmla="*/ 0 w 203"/>
                <a:gd name="txT" fmla="*/ 0 h 799"/>
                <a:gd name="txR" fmla="*/ 203 w 203"/>
                <a:gd name="txB" fmla="*/ 799 h 79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3" h="799">
                  <a:moveTo>
                    <a:pt x="203" y="18"/>
                  </a:moveTo>
                  <a:lnTo>
                    <a:pt x="202" y="17"/>
                  </a:lnTo>
                  <a:lnTo>
                    <a:pt x="199" y="16"/>
                  </a:lnTo>
                  <a:lnTo>
                    <a:pt x="193" y="14"/>
                  </a:lnTo>
                  <a:lnTo>
                    <a:pt x="186" y="11"/>
                  </a:lnTo>
                  <a:lnTo>
                    <a:pt x="177" y="8"/>
                  </a:lnTo>
                  <a:lnTo>
                    <a:pt x="166" y="5"/>
                  </a:lnTo>
                  <a:lnTo>
                    <a:pt x="153" y="3"/>
                  </a:lnTo>
                  <a:lnTo>
                    <a:pt x="140" y="1"/>
                  </a:lnTo>
                  <a:lnTo>
                    <a:pt x="125" y="0"/>
                  </a:lnTo>
                  <a:lnTo>
                    <a:pt x="109" y="0"/>
                  </a:lnTo>
                  <a:lnTo>
                    <a:pt x="92" y="1"/>
                  </a:lnTo>
                  <a:lnTo>
                    <a:pt x="74" y="4"/>
                  </a:lnTo>
                  <a:lnTo>
                    <a:pt x="57" y="9"/>
                  </a:lnTo>
                  <a:lnTo>
                    <a:pt x="37" y="16"/>
                  </a:lnTo>
                  <a:lnTo>
                    <a:pt x="19" y="26"/>
                  </a:lnTo>
                  <a:lnTo>
                    <a:pt x="0" y="38"/>
                  </a:lnTo>
                  <a:lnTo>
                    <a:pt x="0" y="799"/>
                  </a:lnTo>
                  <a:lnTo>
                    <a:pt x="1" y="799"/>
                  </a:lnTo>
                  <a:lnTo>
                    <a:pt x="5" y="799"/>
                  </a:lnTo>
                  <a:lnTo>
                    <a:pt x="11" y="798"/>
                  </a:lnTo>
                  <a:lnTo>
                    <a:pt x="19" y="797"/>
                  </a:lnTo>
                  <a:lnTo>
                    <a:pt x="28" y="796"/>
                  </a:lnTo>
                  <a:lnTo>
                    <a:pt x="41" y="794"/>
                  </a:lnTo>
                  <a:lnTo>
                    <a:pt x="53" y="791"/>
                  </a:lnTo>
                  <a:lnTo>
                    <a:pt x="67" y="786"/>
                  </a:lnTo>
                  <a:lnTo>
                    <a:pt x="82" y="782"/>
                  </a:lnTo>
                  <a:lnTo>
                    <a:pt x="99" y="777"/>
                  </a:lnTo>
                  <a:lnTo>
                    <a:pt x="116" y="771"/>
                  </a:lnTo>
                  <a:lnTo>
                    <a:pt x="133" y="763"/>
                  </a:lnTo>
                  <a:lnTo>
                    <a:pt x="150" y="755"/>
                  </a:lnTo>
                  <a:lnTo>
                    <a:pt x="169" y="745"/>
                  </a:lnTo>
                  <a:lnTo>
                    <a:pt x="186" y="733"/>
                  </a:lnTo>
                  <a:lnTo>
                    <a:pt x="203" y="720"/>
                  </a:lnTo>
                  <a:lnTo>
                    <a:pt x="203" y="18"/>
                  </a:lnTo>
                  <a:close/>
                </a:path>
              </a:pathLst>
            </a:custGeom>
            <a:solidFill>
              <a:srgbClr val="DDDDDD">
                <a:alpha val="100000"/>
              </a:srgbClr>
            </a:solidFill>
            <a:ln w="9525">
              <a:noFill/>
            </a:ln>
          </p:spPr>
          <p:txBody>
            <a:bodyPr/>
            <a:p>
              <a:endParaRPr lang="zh-CN" altLang="en-US"/>
            </a:p>
          </p:txBody>
        </p:sp>
        <p:sp>
          <p:nvSpPr>
            <p:cNvPr id="79073" name="Freeform 817"/>
            <p:cNvSpPr/>
            <p:nvPr/>
          </p:nvSpPr>
          <p:spPr>
            <a:xfrm>
              <a:off x="3928" y="3289"/>
              <a:ext cx="19" cy="72"/>
            </a:xfrm>
            <a:custGeom>
              <a:avLst/>
              <a:gdLst>
                <a:gd name="txL" fmla="*/ 0 w 171"/>
                <a:gd name="txT" fmla="*/ 0 h 650"/>
                <a:gd name="txR" fmla="*/ 171 w 171"/>
                <a:gd name="txB" fmla="*/ 650 h 65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1" h="650">
                  <a:moveTo>
                    <a:pt x="171" y="15"/>
                  </a:moveTo>
                  <a:lnTo>
                    <a:pt x="170" y="15"/>
                  </a:lnTo>
                  <a:lnTo>
                    <a:pt x="167" y="13"/>
                  </a:lnTo>
                  <a:lnTo>
                    <a:pt x="163" y="11"/>
                  </a:lnTo>
                  <a:lnTo>
                    <a:pt x="157" y="9"/>
                  </a:lnTo>
                  <a:lnTo>
                    <a:pt x="149" y="7"/>
                  </a:lnTo>
                  <a:lnTo>
                    <a:pt x="139" y="4"/>
                  </a:lnTo>
                  <a:lnTo>
                    <a:pt x="129" y="2"/>
                  </a:lnTo>
                  <a:lnTo>
                    <a:pt x="118" y="0"/>
                  </a:lnTo>
                  <a:lnTo>
                    <a:pt x="105" y="0"/>
                  </a:lnTo>
                  <a:lnTo>
                    <a:pt x="92" y="0"/>
                  </a:lnTo>
                  <a:lnTo>
                    <a:pt x="77" y="1"/>
                  </a:lnTo>
                  <a:lnTo>
                    <a:pt x="63" y="3"/>
                  </a:lnTo>
                  <a:lnTo>
                    <a:pt x="48" y="7"/>
                  </a:lnTo>
                  <a:lnTo>
                    <a:pt x="31" y="13"/>
                  </a:lnTo>
                  <a:lnTo>
                    <a:pt x="16" y="22"/>
                  </a:lnTo>
                  <a:lnTo>
                    <a:pt x="0" y="32"/>
                  </a:lnTo>
                  <a:lnTo>
                    <a:pt x="0" y="650"/>
                  </a:lnTo>
                  <a:lnTo>
                    <a:pt x="1" y="650"/>
                  </a:lnTo>
                  <a:lnTo>
                    <a:pt x="4" y="650"/>
                  </a:lnTo>
                  <a:lnTo>
                    <a:pt x="9" y="649"/>
                  </a:lnTo>
                  <a:lnTo>
                    <a:pt x="16" y="648"/>
                  </a:lnTo>
                  <a:lnTo>
                    <a:pt x="24" y="647"/>
                  </a:lnTo>
                  <a:lnTo>
                    <a:pt x="34" y="645"/>
                  </a:lnTo>
                  <a:lnTo>
                    <a:pt x="45" y="642"/>
                  </a:lnTo>
                  <a:lnTo>
                    <a:pt x="57" y="640"/>
                  </a:lnTo>
                  <a:lnTo>
                    <a:pt x="69" y="636"/>
                  </a:lnTo>
                  <a:lnTo>
                    <a:pt x="82" y="632"/>
                  </a:lnTo>
                  <a:lnTo>
                    <a:pt x="97" y="627"/>
                  </a:lnTo>
                  <a:lnTo>
                    <a:pt x="112" y="621"/>
                  </a:lnTo>
                  <a:lnTo>
                    <a:pt x="126" y="614"/>
                  </a:lnTo>
                  <a:lnTo>
                    <a:pt x="141" y="606"/>
                  </a:lnTo>
                  <a:lnTo>
                    <a:pt x="157" y="595"/>
                  </a:lnTo>
                  <a:lnTo>
                    <a:pt x="171" y="585"/>
                  </a:lnTo>
                  <a:lnTo>
                    <a:pt x="171" y="15"/>
                  </a:lnTo>
                  <a:close/>
                </a:path>
              </a:pathLst>
            </a:custGeom>
            <a:solidFill>
              <a:srgbClr val="DDDDDD">
                <a:alpha val="100000"/>
              </a:srgbClr>
            </a:solidFill>
            <a:ln w="9525">
              <a:noFill/>
            </a:ln>
          </p:spPr>
          <p:txBody>
            <a:bodyPr/>
            <a:p>
              <a:endParaRPr lang="zh-CN" altLang="en-US"/>
            </a:p>
          </p:txBody>
        </p:sp>
        <p:sp>
          <p:nvSpPr>
            <p:cNvPr id="79074" name="Freeform 818"/>
            <p:cNvSpPr/>
            <p:nvPr/>
          </p:nvSpPr>
          <p:spPr>
            <a:xfrm>
              <a:off x="3929" y="3289"/>
              <a:ext cx="15" cy="56"/>
            </a:xfrm>
            <a:custGeom>
              <a:avLst/>
              <a:gdLst>
                <a:gd name="txL" fmla="*/ 0 w 138"/>
                <a:gd name="txT" fmla="*/ 0 h 502"/>
                <a:gd name="txR" fmla="*/ 138 w 138"/>
                <a:gd name="txB" fmla="*/ 502 h 5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38" h="502">
                  <a:moveTo>
                    <a:pt x="138" y="14"/>
                  </a:moveTo>
                  <a:lnTo>
                    <a:pt x="135" y="13"/>
                  </a:lnTo>
                  <a:lnTo>
                    <a:pt x="126" y="8"/>
                  </a:lnTo>
                  <a:lnTo>
                    <a:pt x="113" y="4"/>
                  </a:lnTo>
                  <a:lnTo>
                    <a:pt x="96" y="1"/>
                  </a:lnTo>
                  <a:lnTo>
                    <a:pt x="74" y="0"/>
                  </a:lnTo>
                  <a:lnTo>
                    <a:pt x="51" y="3"/>
                  </a:lnTo>
                  <a:lnTo>
                    <a:pt x="25" y="12"/>
                  </a:lnTo>
                  <a:lnTo>
                    <a:pt x="0" y="26"/>
                  </a:lnTo>
                  <a:lnTo>
                    <a:pt x="0" y="502"/>
                  </a:lnTo>
                  <a:lnTo>
                    <a:pt x="3" y="502"/>
                  </a:lnTo>
                  <a:lnTo>
                    <a:pt x="13" y="501"/>
                  </a:lnTo>
                  <a:lnTo>
                    <a:pt x="28" y="499"/>
                  </a:lnTo>
                  <a:lnTo>
                    <a:pt x="46" y="494"/>
                  </a:lnTo>
                  <a:lnTo>
                    <a:pt x="67" y="488"/>
                  </a:lnTo>
                  <a:lnTo>
                    <a:pt x="91" y="479"/>
                  </a:lnTo>
                  <a:lnTo>
                    <a:pt x="114" y="467"/>
                  </a:lnTo>
                  <a:lnTo>
                    <a:pt x="138" y="450"/>
                  </a:lnTo>
                  <a:lnTo>
                    <a:pt x="138" y="14"/>
                  </a:lnTo>
                  <a:close/>
                </a:path>
              </a:pathLst>
            </a:custGeom>
            <a:solidFill>
              <a:srgbClr val="DDDDDD">
                <a:alpha val="100000"/>
              </a:srgbClr>
            </a:solidFill>
            <a:ln w="9525">
              <a:noFill/>
            </a:ln>
          </p:spPr>
          <p:txBody>
            <a:bodyPr/>
            <a:p>
              <a:endParaRPr lang="zh-CN" altLang="en-US"/>
            </a:p>
          </p:txBody>
        </p:sp>
        <p:sp>
          <p:nvSpPr>
            <p:cNvPr id="79075" name="Freeform 819"/>
            <p:cNvSpPr/>
            <p:nvPr/>
          </p:nvSpPr>
          <p:spPr>
            <a:xfrm>
              <a:off x="3929" y="3290"/>
              <a:ext cx="12" cy="40"/>
            </a:xfrm>
            <a:custGeom>
              <a:avLst/>
              <a:gdLst>
                <a:gd name="txL" fmla="*/ 0 w 104"/>
                <a:gd name="txT" fmla="*/ 0 h 353"/>
                <a:gd name="txR" fmla="*/ 104 w 104"/>
                <a:gd name="txB" fmla="*/ 353 h 3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353">
                  <a:moveTo>
                    <a:pt x="104" y="10"/>
                  </a:moveTo>
                  <a:lnTo>
                    <a:pt x="102" y="9"/>
                  </a:lnTo>
                  <a:lnTo>
                    <a:pt x="95" y="6"/>
                  </a:lnTo>
                  <a:lnTo>
                    <a:pt x="85" y="3"/>
                  </a:lnTo>
                  <a:lnTo>
                    <a:pt x="71" y="0"/>
                  </a:lnTo>
                  <a:lnTo>
                    <a:pt x="56" y="0"/>
                  </a:lnTo>
                  <a:lnTo>
                    <a:pt x="38" y="3"/>
                  </a:lnTo>
                  <a:lnTo>
                    <a:pt x="19" y="9"/>
                  </a:lnTo>
                  <a:lnTo>
                    <a:pt x="0" y="20"/>
                  </a:lnTo>
                  <a:lnTo>
                    <a:pt x="0" y="353"/>
                  </a:lnTo>
                  <a:lnTo>
                    <a:pt x="2" y="353"/>
                  </a:lnTo>
                  <a:lnTo>
                    <a:pt x="9" y="352"/>
                  </a:lnTo>
                  <a:lnTo>
                    <a:pt x="21" y="350"/>
                  </a:lnTo>
                  <a:lnTo>
                    <a:pt x="35" y="347"/>
                  </a:lnTo>
                  <a:lnTo>
                    <a:pt x="51" y="343"/>
                  </a:lnTo>
                  <a:lnTo>
                    <a:pt x="68" y="336"/>
                  </a:lnTo>
                  <a:lnTo>
                    <a:pt x="86" y="326"/>
                  </a:lnTo>
                  <a:lnTo>
                    <a:pt x="104" y="313"/>
                  </a:lnTo>
                  <a:lnTo>
                    <a:pt x="104" y="10"/>
                  </a:lnTo>
                  <a:close/>
                </a:path>
              </a:pathLst>
            </a:custGeom>
            <a:solidFill>
              <a:srgbClr val="DDDDDD">
                <a:alpha val="100000"/>
              </a:srgbClr>
            </a:solidFill>
            <a:ln w="9525">
              <a:noFill/>
            </a:ln>
          </p:spPr>
          <p:txBody>
            <a:bodyPr/>
            <a:p>
              <a:endParaRPr lang="zh-CN" altLang="en-US"/>
            </a:p>
          </p:txBody>
        </p:sp>
        <p:sp>
          <p:nvSpPr>
            <p:cNvPr id="79076" name="Freeform 820"/>
            <p:cNvSpPr/>
            <p:nvPr/>
          </p:nvSpPr>
          <p:spPr>
            <a:xfrm>
              <a:off x="3930" y="3291"/>
              <a:ext cx="8" cy="23"/>
            </a:xfrm>
            <a:custGeom>
              <a:avLst/>
              <a:gdLst>
                <a:gd name="txL" fmla="*/ 0 w 72"/>
                <a:gd name="txT" fmla="*/ 0 h 204"/>
                <a:gd name="txR" fmla="*/ 72 w 72"/>
                <a:gd name="txB" fmla="*/ 204 h 2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04">
                  <a:moveTo>
                    <a:pt x="72" y="6"/>
                  </a:moveTo>
                  <a:lnTo>
                    <a:pt x="69" y="5"/>
                  </a:lnTo>
                  <a:lnTo>
                    <a:pt x="65" y="4"/>
                  </a:lnTo>
                  <a:lnTo>
                    <a:pt x="58" y="2"/>
                  </a:lnTo>
                  <a:lnTo>
                    <a:pt x="49" y="0"/>
                  </a:lnTo>
                  <a:lnTo>
                    <a:pt x="39" y="0"/>
                  </a:lnTo>
                  <a:lnTo>
                    <a:pt x="27" y="1"/>
                  </a:lnTo>
                  <a:lnTo>
                    <a:pt x="13" y="6"/>
                  </a:lnTo>
                  <a:lnTo>
                    <a:pt x="0" y="13"/>
                  </a:lnTo>
                  <a:lnTo>
                    <a:pt x="0" y="204"/>
                  </a:lnTo>
                  <a:lnTo>
                    <a:pt x="2" y="204"/>
                  </a:lnTo>
                  <a:lnTo>
                    <a:pt x="6" y="203"/>
                  </a:lnTo>
                  <a:lnTo>
                    <a:pt x="15" y="202"/>
                  </a:lnTo>
                  <a:lnTo>
                    <a:pt x="24" y="200"/>
                  </a:lnTo>
                  <a:lnTo>
                    <a:pt x="35" y="197"/>
                  </a:lnTo>
                  <a:lnTo>
                    <a:pt x="47" y="192"/>
                  </a:lnTo>
                  <a:lnTo>
                    <a:pt x="59" y="185"/>
                  </a:lnTo>
                  <a:lnTo>
                    <a:pt x="72" y="177"/>
                  </a:lnTo>
                  <a:lnTo>
                    <a:pt x="72" y="6"/>
                  </a:lnTo>
                  <a:close/>
                </a:path>
              </a:pathLst>
            </a:custGeom>
            <a:solidFill>
              <a:srgbClr val="DDDDDD">
                <a:alpha val="100000"/>
              </a:srgbClr>
            </a:solidFill>
            <a:ln w="9525">
              <a:noFill/>
            </a:ln>
          </p:spPr>
          <p:txBody>
            <a:bodyPr/>
            <a:p>
              <a:endParaRPr lang="zh-CN" altLang="en-US"/>
            </a:p>
          </p:txBody>
        </p:sp>
        <p:sp>
          <p:nvSpPr>
            <p:cNvPr id="79077" name="Freeform 821"/>
            <p:cNvSpPr/>
            <p:nvPr/>
          </p:nvSpPr>
          <p:spPr>
            <a:xfrm>
              <a:off x="4025" y="3357"/>
              <a:ext cx="12" cy="11"/>
            </a:xfrm>
            <a:custGeom>
              <a:avLst/>
              <a:gdLst>
                <a:gd name="txL" fmla="*/ 0 w 104"/>
                <a:gd name="txT" fmla="*/ 0 h 104"/>
                <a:gd name="txR" fmla="*/ 104 w 104"/>
                <a:gd name="txB" fmla="*/ 104 h 1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4" h="104">
                  <a:moveTo>
                    <a:pt x="52" y="104"/>
                  </a:moveTo>
                  <a:lnTo>
                    <a:pt x="62" y="103"/>
                  </a:lnTo>
                  <a:lnTo>
                    <a:pt x="73" y="100"/>
                  </a:lnTo>
                  <a:lnTo>
                    <a:pt x="81" y="95"/>
                  </a:lnTo>
                  <a:lnTo>
                    <a:pt x="89" y="89"/>
                  </a:lnTo>
                  <a:lnTo>
                    <a:pt x="95" y="81"/>
                  </a:lnTo>
                  <a:lnTo>
                    <a:pt x="100" y="72"/>
                  </a:lnTo>
                  <a:lnTo>
                    <a:pt x="103" y="62"/>
                  </a:lnTo>
                  <a:lnTo>
                    <a:pt x="104" y="52"/>
                  </a:lnTo>
                  <a:lnTo>
                    <a:pt x="103" y="41"/>
                  </a:lnTo>
                  <a:lnTo>
                    <a:pt x="100" y="31"/>
                  </a:lnTo>
                  <a:lnTo>
                    <a:pt x="95" y="22"/>
                  </a:lnTo>
                  <a:lnTo>
                    <a:pt x="89" y="15"/>
                  </a:lnTo>
                  <a:lnTo>
                    <a:pt x="81" y="8"/>
                  </a:lnTo>
                  <a:lnTo>
                    <a:pt x="73" y="4"/>
                  </a:lnTo>
                  <a:lnTo>
                    <a:pt x="62" y="1"/>
                  </a:lnTo>
                  <a:lnTo>
                    <a:pt x="52" y="0"/>
                  </a:lnTo>
                  <a:lnTo>
                    <a:pt x="42" y="1"/>
                  </a:lnTo>
                  <a:lnTo>
                    <a:pt x="32" y="4"/>
                  </a:lnTo>
                  <a:lnTo>
                    <a:pt x="24" y="8"/>
                  </a:lnTo>
                  <a:lnTo>
                    <a:pt x="16" y="15"/>
                  </a:lnTo>
                  <a:lnTo>
                    <a:pt x="9" y="22"/>
                  </a:lnTo>
                  <a:lnTo>
                    <a:pt x="4" y="31"/>
                  </a:lnTo>
                  <a:lnTo>
                    <a:pt x="1" y="41"/>
                  </a:lnTo>
                  <a:lnTo>
                    <a:pt x="0" y="52"/>
                  </a:lnTo>
                  <a:lnTo>
                    <a:pt x="1" y="62"/>
                  </a:lnTo>
                  <a:lnTo>
                    <a:pt x="4" y="72"/>
                  </a:lnTo>
                  <a:lnTo>
                    <a:pt x="9" y="81"/>
                  </a:lnTo>
                  <a:lnTo>
                    <a:pt x="16" y="89"/>
                  </a:lnTo>
                  <a:lnTo>
                    <a:pt x="24" y="95"/>
                  </a:lnTo>
                  <a:lnTo>
                    <a:pt x="32" y="100"/>
                  </a:lnTo>
                  <a:lnTo>
                    <a:pt x="42" y="103"/>
                  </a:lnTo>
                  <a:lnTo>
                    <a:pt x="52" y="104"/>
                  </a:lnTo>
                  <a:close/>
                </a:path>
              </a:pathLst>
            </a:custGeom>
            <a:solidFill>
              <a:srgbClr val="DDDDDD">
                <a:alpha val="100000"/>
              </a:srgbClr>
            </a:solidFill>
            <a:ln w="9525">
              <a:noFill/>
            </a:ln>
          </p:spPr>
          <p:txBody>
            <a:bodyPr/>
            <a:p>
              <a:endParaRPr lang="zh-CN" altLang="en-US"/>
            </a:p>
          </p:txBody>
        </p:sp>
        <p:sp>
          <p:nvSpPr>
            <p:cNvPr id="79078" name="Freeform 822"/>
            <p:cNvSpPr/>
            <p:nvPr/>
          </p:nvSpPr>
          <p:spPr>
            <a:xfrm>
              <a:off x="3990" y="3357"/>
              <a:ext cx="6"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5" y="52"/>
                  </a:moveTo>
                  <a:lnTo>
                    <a:pt x="35" y="50"/>
                  </a:lnTo>
                  <a:lnTo>
                    <a:pt x="44" y="44"/>
                  </a:lnTo>
                  <a:lnTo>
                    <a:pt x="50" y="36"/>
                  </a:lnTo>
                  <a:lnTo>
                    <a:pt x="52" y="25"/>
                  </a:lnTo>
                  <a:lnTo>
                    <a:pt x="50" y="15"/>
                  </a:lnTo>
                  <a:lnTo>
                    <a:pt x="44" y="7"/>
                  </a:lnTo>
                  <a:lnTo>
                    <a:pt x="35" y="2"/>
                  </a:lnTo>
                  <a:lnTo>
                    <a:pt x="25" y="0"/>
                  </a:lnTo>
                  <a:lnTo>
                    <a:pt x="15" y="2"/>
                  </a:lnTo>
                  <a:lnTo>
                    <a:pt x="7" y="7"/>
                  </a:lnTo>
                  <a:lnTo>
                    <a:pt x="2" y="15"/>
                  </a:lnTo>
                  <a:lnTo>
                    <a:pt x="0" y="25"/>
                  </a:lnTo>
                  <a:lnTo>
                    <a:pt x="2" y="36"/>
                  </a:lnTo>
                  <a:lnTo>
                    <a:pt x="7" y="44"/>
                  </a:lnTo>
                  <a:lnTo>
                    <a:pt x="15" y="50"/>
                  </a:lnTo>
                  <a:lnTo>
                    <a:pt x="25" y="52"/>
                  </a:lnTo>
                  <a:close/>
                </a:path>
              </a:pathLst>
            </a:custGeom>
            <a:solidFill>
              <a:srgbClr val="DDDDDD">
                <a:alpha val="100000"/>
              </a:srgbClr>
            </a:solidFill>
            <a:ln w="9525">
              <a:noFill/>
            </a:ln>
          </p:spPr>
          <p:txBody>
            <a:bodyPr/>
            <a:p>
              <a:endParaRPr lang="zh-CN" altLang="en-US"/>
            </a:p>
          </p:txBody>
        </p:sp>
        <p:sp>
          <p:nvSpPr>
            <p:cNvPr id="79079" name="Freeform 823"/>
            <p:cNvSpPr/>
            <p:nvPr/>
          </p:nvSpPr>
          <p:spPr>
            <a:xfrm>
              <a:off x="4000" y="3357"/>
              <a:ext cx="5" cy="6"/>
            </a:xfrm>
            <a:custGeom>
              <a:avLst/>
              <a:gdLst>
                <a:gd name="txL" fmla="*/ 0 w 52"/>
                <a:gd name="txT" fmla="*/ 0 h 52"/>
                <a:gd name="txR" fmla="*/ 52 w 52"/>
                <a:gd name="txB" fmla="*/ 52 h 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52">
                  <a:moveTo>
                    <a:pt x="27" y="52"/>
                  </a:moveTo>
                  <a:lnTo>
                    <a:pt x="37" y="50"/>
                  </a:lnTo>
                  <a:lnTo>
                    <a:pt x="45" y="45"/>
                  </a:lnTo>
                  <a:lnTo>
                    <a:pt x="50" y="37"/>
                  </a:lnTo>
                  <a:lnTo>
                    <a:pt x="52" y="26"/>
                  </a:lnTo>
                  <a:lnTo>
                    <a:pt x="50" y="16"/>
                  </a:lnTo>
                  <a:lnTo>
                    <a:pt x="45" y="8"/>
                  </a:lnTo>
                  <a:lnTo>
                    <a:pt x="37" y="2"/>
                  </a:lnTo>
                  <a:lnTo>
                    <a:pt x="27" y="0"/>
                  </a:lnTo>
                  <a:lnTo>
                    <a:pt x="17" y="2"/>
                  </a:lnTo>
                  <a:lnTo>
                    <a:pt x="8" y="8"/>
                  </a:lnTo>
                  <a:lnTo>
                    <a:pt x="2" y="16"/>
                  </a:lnTo>
                  <a:lnTo>
                    <a:pt x="0" y="26"/>
                  </a:lnTo>
                  <a:lnTo>
                    <a:pt x="2" y="37"/>
                  </a:lnTo>
                  <a:lnTo>
                    <a:pt x="8" y="45"/>
                  </a:lnTo>
                  <a:lnTo>
                    <a:pt x="17" y="50"/>
                  </a:lnTo>
                  <a:lnTo>
                    <a:pt x="27" y="52"/>
                  </a:lnTo>
                  <a:close/>
                </a:path>
              </a:pathLst>
            </a:custGeom>
            <a:solidFill>
              <a:srgbClr val="DDDDDD">
                <a:alpha val="100000"/>
              </a:srgbClr>
            </a:solidFill>
            <a:ln w="9525">
              <a:noFill/>
            </a:ln>
          </p:spPr>
          <p:txBody>
            <a:bodyPr/>
            <a:p>
              <a:endParaRPr lang="zh-CN" altLang="en-US"/>
            </a:p>
          </p:txBody>
        </p:sp>
        <p:sp>
          <p:nvSpPr>
            <p:cNvPr id="79080" name="Freeform 824"/>
            <p:cNvSpPr/>
            <p:nvPr/>
          </p:nvSpPr>
          <p:spPr>
            <a:xfrm>
              <a:off x="3961" y="3278"/>
              <a:ext cx="16" cy="79"/>
            </a:xfrm>
            <a:custGeom>
              <a:avLst/>
              <a:gdLst>
                <a:gd name="txL" fmla="*/ 0 w 148"/>
                <a:gd name="txT" fmla="*/ 0 h 712"/>
                <a:gd name="txR" fmla="*/ 148 w 148"/>
                <a:gd name="txB" fmla="*/ 712 h 71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8" h="712">
                  <a:moveTo>
                    <a:pt x="46" y="14"/>
                  </a:moveTo>
                  <a:lnTo>
                    <a:pt x="42" y="29"/>
                  </a:lnTo>
                  <a:lnTo>
                    <a:pt x="32" y="68"/>
                  </a:lnTo>
                  <a:lnTo>
                    <a:pt x="18" y="132"/>
                  </a:lnTo>
                  <a:lnTo>
                    <a:pt x="7" y="217"/>
                  </a:lnTo>
                  <a:lnTo>
                    <a:pt x="0" y="319"/>
                  </a:lnTo>
                  <a:lnTo>
                    <a:pt x="1" y="438"/>
                  </a:lnTo>
                  <a:lnTo>
                    <a:pt x="13" y="570"/>
                  </a:lnTo>
                  <a:lnTo>
                    <a:pt x="41" y="712"/>
                  </a:lnTo>
                  <a:lnTo>
                    <a:pt x="143" y="707"/>
                  </a:lnTo>
                  <a:lnTo>
                    <a:pt x="139" y="685"/>
                  </a:lnTo>
                  <a:lnTo>
                    <a:pt x="128" y="628"/>
                  </a:lnTo>
                  <a:lnTo>
                    <a:pt x="116" y="543"/>
                  </a:lnTo>
                  <a:lnTo>
                    <a:pt x="105" y="439"/>
                  </a:lnTo>
                  <a:lnTo>
                    <a:pt x="99" y="324"/>
                  </a:lnTo>
                  <a:lnTo>
                    <a:pt x="102" y="209"/>
                  </a:lnTo>
                  <a:lnTo>
                    <a:pt x="117" y="100"/>
                  </a:lnTo>
                  <a:lnTo>
                    <a:pt x="148" y="8"/>
                  </a:lnTo>
                  <a:lnTo>
                    <a:pt x="148" y="7"/>
                  </a:lnTo>
                  <a:lnTo>
                    <a:pt x="148" y="5"/>
                  </a:lnTo>
                  <a:lnTo>
                    <a:pt x="146" y="3"/>
                  </a:lnTo>
                  <a:lnTo>
                    <a:pt x="140" y="0"/>
                  </a:lnTo>
                  <a:lnTo>
                    <a:pt x="127" y="0"/>
                  </a:lnTo>
                  <a:lnTo>
                    <a:pt x="109" y="1"/>
                  </a:lnTo>
                  <a:lnTo>
                    <a:pt x="83" y="6"/>
                  </a:lnTo>
                  <a:lnTo>
                    <a:pt x="46" y="14"/>
                  </a:lnTo>
                  <a:close/>
                </a:path>
              </a:pathLst>
            </a:custGeom>
            <a:solidFill>
              <a:srgbClr val="DDDDDD">
                <a:alpha val="100000"/>
              </a:srgbClr>
            </a:solidFill>
            <a:ln w="9525">
              <a:noFill/>
            </a:ln>
          </p:spPr>
          <p:txBody>
            <a:bodyPr/>
            <a:p>
              <a:endParaRPr lang="zh-CN" altLang="en-US"/>
            </a:p>
          </p:txBody>
        </p:sp>
        <p:sp>
          <p:nvSpPr>
            <p:cNvPr id="79081" name="Freeform 825"/>
            <p:cNvSpPr/>
            <p:nvPr/>
          </p:nvSpPr>
          <p:spPr>
            <a:xfrm>
              <a:off x="4045" y="3268"/>
              <a:ext cx="23" cy="88"/>
            </a:xfrm>
            <a:custGeom>
              <a:avLst/>
              <a:gdLst>
                <a:gd name="txL" fmla="*/ 0 w 201"/>
                <a:gd name="txT" fmla="*/ 0 h 795"/>
                <a:gd name="txR" fmla="*/ 201 w 201"/>
                <a:gd name="txB" fmla="*/ 795 h 79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1" h="795">
                  <a:moveTo>
                    <a:pt x="201" y="5"/>
                  </a:moveTo>
                  <a:lnTo>
                    <a:pt x="196" y="10"/>
                  </a:lnTo>
                  <a:lnTo>
                    <a:pt x="183" y="31"/>
                  </a:lnTo>
                  <a:lnTo>
                    <a:pt x="165" y="73"/>
                  </a:lnTo>
                  <a:lnTo>
                    <a:pt x="148" y="140"/>
                  </a:lnTo>
                  <a:lnTo>
                    <a:pt x="134" y="240"/>
                  </a:lnTo>
                  <a:lnTo>
                    <a:pt x="127" y="379"/>
                  </a:lnTo>
                  <a:lnTo>
                    <a:pt x="131" y="561"/>
                  </a:lnTo>
                  <a:lnTo>
                    <a:pt x="150" y="795"/>
                  </a:lnTo>
                  <a:lnTo>
                    <a:pt x="37" y="795"/>
                  </a:lnTo>
                  <a:lnTo>
                    <a:pt x="33" y="771"/>
                  </a:lnTo>
                  <a:lnTo>
                    <a:pt x="24" y="707"/>
                  </a:lnTo>
                  <a:lnTo>
                    <a:pt x="13" y="611"/>
                  </a:lnTo>
                  <a:lnTo>
                    <a:pt x="3" y="493"/>
                  </a:lnTo>
                  <a:lnTo>
                    <a:pt x="0" y="363"/>
                  </a:lnTo>
                  <a:lnTo>
                    <a:pt x="7" y="231"/>
                  </a:lnTo>
                  <a:lnTo>
                    <a:pt x="28" y="107"/>
                  </a:lnTo>
                  <a:lnTo>
                    <a:pt x="66" y="0"/>
                  </a:lnTo>
                  <a:lnTo>
                    <a:pt x="201" y="5"/>
                  </a:lnTo>
                  <a:close/>
                </a:path>
              </a:pathLst>
            </a:custGeom>
            <a:solidFill>
              <a:srgbClr val="DDDDDD">
                <a:alpha val="100000"/>
              </a:srgbClr>
            </a:solidFill>
            <a:ln w="9525">
              <a:noFill/>
            </a:ln>
          </p:spPr>
          <p:txBody>
            <a:bodyPr/>
            <a:p>
              <a:endParaRPr lang="zh-CN" altLang="en-US"/>
            </a:p>
          </p:txBody>
        </p:sp>
        <p:sp>
          <p:nvSpPr>
            <p:cNvPr id="79082" name="Freeform 826"/>
            <p:cNvSpPr/>
            <p:nvPr/>
          </p:nvSpPr>
          <p:spPr>
            <a:xfrm>
              <a:off x="3961" y="3282"/>
              <a:ext cx="15" cy="69"/>
            </a:xfrm>
            <a:custGeom>
              <a:avLst/>
              <a:gdLst>
                <a:gd name="txL" fmla="*/ 0 w 129"/>
                <a:gd name="txT" fmla="*/ 0 h 622"/>
                <a:gd name="txR" fmla="*/ 129 w 129"/>
                <a:gd name="txB" fmla="*/ 622 h 62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9" h="622">
                  <a:moveTo>
                    <a:pt x="41" y="12"/>
                  </a:moveTo>
                  <a:lnTo>
                    <a:pt x="37" y="24"/>
                  </a:lnTo>
                  <a:lnTo>
                    <a:pt x="29" y="59"/>
                  </a:lnTo>
                  <a:lnTo>
                    <a:pt x="18" y="115"/>
                  </a:lnTo>
                  <a:lnTo>
                    <a:pt x="6" y="189"/>
                  </a:lnTo>
                  <a:lnTo>
                    <a:pt x="0" y="279"/>
                  </a:lnTo>
                  <a:lnTo>
                    <a:pt x="1" y="382"/>
                  </a:lnTo>
                  <a:lnTo>
                    <a:pt x="11" y="497"/>
                  </a:lnTo>
                  <a:lnTo>
                    <a:pt x="36" y="622"/>
                  </a:lnTo>
                  <a:lnTo>
                    <a:pt x="124" y="617"/>
                  </a:lnTo>
                  <a:lnTo>
                    <a:pt x="120" y="598"/>
                  </a:lnTo>
                  <a:lnTo>
                    <a:pt x="112" y="548"/>
                  </a:lnTo>
                  <a:lnTo>
                    <a:pt x="101" y="473"/>
                  </a:lnTo>
                  <a:lnTo>
                    <a:pt x="92" y="382"/>
                  </a:lnTo>
                  <a:lnTo>
                    <a:pt x="87" y="282"/>
                  </a:lnTo>
                  <a:lnTo>
                    <a:pt x="89" y="182"/>
                  </a:lnTo>
                  <a:lnTo>
                    <a:pt x="102" y="87"/>
                  </a:lnTo>
                  <a:lnTo>
                    <a:pt x="129" y="7"/>
                  </a:lnTo>
                  <a:lnTo>
                    <a:pt x="129" y="6"/>
                  </a:lnTo>
                  <a:lnTo>
                    <a:pt x="129" y="4"/>
                  </a:lnTo>
                  <a:lnTo>
                    <a:pt x="127" y="2"/>
                  </a:lnTo>
                  <a:lnTo>
                    <a:pt x="122" y="0"/>
                  </a:lnTo>
                  <a:lnTo>
                    <a:pt x="112" y="0"/>
                  </a:lnTo>
                  <a:lnTo>
                    <a:pt x="96" y="1"/>
                  </a:lnTo>
                  <a:lnTo>
                    <a:pt x="72" y="5"/>
                  </a:lnTo>
                  <a:lnTo>
                    <a:pt x="41" y="12"/>
                  </a:lnTo>
                  <a:close/>
                </a:path>
              </a:pathLst>
            </a:custGeom>
            <a:solidFill>
              <a:srgbClr val="DDDDDD">
                <a:alpha val="100000"/>
              </a:srgbClr>
            </a:solidFill>
            <a:ln w="9525">
              <a:noFill/>
            </a:ln>
          </p:spPr>
          <p:txBody>
            <a:bodyPr/>
            <a:p>
              <a:endParaRPr lang="zh-CN" altLang="en-US"/>
            </a:p>
          </p:txBody>
        </p:sp>
        <p:sp>
          <p:nvSpPr>
            <p:cNvPr id="79083" name="Freeform 827"/>
            <p:cNvSpPr/>
            <p:nvPr/>
          </p:nvSpPr>
          <p:spPr>
            <a:xfrm>
              <a:off x="3962" y="3287"/>
              <a:ext cx="12" cy="59"/>
            </a:xfrm>
            <a:custGeom>
              <a:avLst/>
              <a:gdLst>
                <a:gd name="txL" fmla="*/ 0 w 110"/>
                <a:gd name="txT" fmla="*/ 0 h 531"/>
                <a:gd name="txR" fmla="*/ 110 w 110"/>
                <a:gd name="txB" fmla="*/ 531 h 53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 h="531">
                  <a:moveTo>
                    <a:pt x="35" y="10"/>
                  </a:moveTo>
                  <a:lnTo>
                    <a:pt x="32" y="20"/>
                  </a:lnTo>
                  <a:lnTo>
                    <a:pt x="24" y="50"/>
                  </a:lnTo>
                  <a:lnTo>
                    <a:pt x="15" y="98"/>
                  </a:lnTo>
                  <a:lnTo>
                    <a:pt x="5" y="160"/>
                  </a:lnTo>
                  <a:lnTo>
                    <a:pt x="0" y="237"/>
                  </a:lnTo>
                  <a:lnTo>
                    <a:pt x="1" y="326"/>
                  </a:lnTo>
                  <a:lnTo>
                    <a:pt x="10" y="424"/>
                  </a:lnTo>
                  <a:lnTo>
                    <a:pt x="31" y="531"/>
                  </a:lnTo>
                  <a:lnTo>
                    <a:pt x="106" y="525"/>
                  </a:lnTo>
                  <a:lnTo>
                    <a:pt x="103" y="510"/>
                  </a:lnTo>
                  <a:lnTo>
                    <a:pt x="96" y="467"/>
                  </a:lnTo>
                  <a:lnTo>
                    <a:pt x="87" y="404"/>
                  </a:lnTo>
                  <a:lnTo>
                    <a:pt x="79" y="326"/>
                  </a:lnTo>
                  <a:lnTo>
                    <a:pt x="74" y="241"/>
                  </a:lnTo>
                  <a:lnTo>
                    <a:pt x="76" y="155"/>
                  </a:lnTo>
                  <a:lnTo>
                    <a:pt x="87" y="74"/>
                  </a:lnTo>
                  <a:lnTo>
                    <a:pt x="110" y="6"/>
                  </a:lnTo>
                  <a:lnTo>
                    <a:pt x="110" y="5"/>
                  </a:lnTo>
                  <a:lnTo>
                    <a:pt x="110" y="4"/>
                  </a:lnTo>
                  <a:lnTo>
                    <a:pt x="108" y="2"/>
                  </a:lnTo>
                  <a:lnTo>
                    <a:pt x="104" y="0"/>
                  </a:lnTo>
                  <a:lnTo>
                    <a:pt x="95" y="0"/>
                  </a:lnTo>
                  <a:lnTo>
                    <a:pt x="82" y="1"/>
                  </a:lnTo>
                  <a:lnTo>
                    <a:pt x="62" y="4"/>
                  </a:lnTo>
                  <a:lnTo>
                    <a:pt x="35" y="10"/>
                  </a:lnTo>
                  <a:close/>
                </a:path>
              </a:pathLst>
            </a:custGeom>
            <a:solidFill>
              <a:srgbClr val="DDDDDD">
                <a:alpha val="100000"/>
              </a:srgbClr>
            </a:solidFill>
            <a:ln w="9525">
              <a:noFill/>
            </a:ln>
          </p:spPr>
          <p:txBody>
            <a:bodyPr/>
            <a:p>
              <a:endParaRPr lang="zh-CN" altLang="en-US"/>
            </a:p>
          </p:txBody>
        </p:sp>
        <p:sp>
          <p:nvSpPr>
            <p:cNvPr id="79084" name="Freeform 828"/>
            <p:cNvSpPr/>
            <p:nvPr/>
          </p:nvSpPr>
          <p:spPr>
            <a:xfrm>
              <a:off x="3963" y="3292"/>
              <a:ext cx="10" cy="48"/>
            </a:xfrm>
            <a:custGeom>
              <a:avLst/>
              <a:gdLst>
                <a:gd name="txL" fmla="*/ 0 w 92"/>
                <a:gd name="txT" fmla="*/ 0 h 438"/>
                <a:gd name="txR" fmla="*/ 92 w 92"/>
                <a:gd name="txB" fmla="*/ 438 h 4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 h="438">
                  <a:moveTo>
                    <a:pt x="29" y="8"/>
                  </a:moveTo>
                  <a:lnTo>
                    <a:pt x="26" y="16"/>
                  </a:lnTo>
                  <a:lnTo>
                    <a:pt x="20" y="42"/>
                  </a:lnTo>
                  <a:lnTo>
                    <a:pt x="12" y="81"/>
                  </a:lnTo>
                  <a:lnTo>
                    <a:pt x="4" y="133"/>
                  </a:lnTo>
                  <a:lnTo>
                    <a:pt x="0" y="196"/>
                  </a:lnTo>
                  <a:lnTo>
                    <a:pt x="0" y="270"/>
                  </a:lnTo>
                  <a:lnTo>
                    <a:pt x="9" y="351"/>
                  </a:lnTo>
                  <a:lnTo>
                    <a:pt x="25" y="438"/>
                  </a:lnTo>
                  <a:lnTo>
                    <a:pt x="88" y="435"/>
                  </a:lnTo>
                  <a:lnTo>
                    <a:pt x="85" y="422"/>
                  </a:lnTo>
                  <a:lnTo>
                    <a:pt x="79" y="386"/>
                  </a:lnTo>
                  <a:lnTo>
                    <a:pt x="72" y="334"/>
                  </a:lnTo>
                  <a:lnTo>
                    <a:pt x="65" y="270"/>
                  </a:lnTo>
                  <a:lnTo>
                    <a:pt x="61" y="199"/>
                  </a:lnTo>
                  <a:lnTo>
                    <a:pt x="63" y="129"/>
                  </a:lnTo>
                  <a:lnTo>
                    <a:pt x="73" y="61"/>
                  </a:lnTo>
                  <a:lnTo>
                    <a:pt x="92" y="5"/>
                  </a:lnTo>
                  <a:lnTo>
                    <a:pt x="92" y="4"/>
                  </a:lnTo>
                  <a:lnTo>
                    <a:pt x="92" y="3"/>
                  </a:lnTo>
                  <a:lnTo>
                    <a:pt x="90" y="1"/>
                  </a:lnTo>
                  <a:lnTo>
                    <a:pt x="87" y="0"/>
                  </a:lnTo>
                  <a:lnTo>
                    <a:pt x="80" y="0"/>
                  </a:lnTo>
                  <a:lnTo>
                    <a:pt x="68" y="0"/>
                  </a:lnTo>
                  <a:lnTo>
                    <a:pt x="51" y="3"/>
                  </a:lnTo>
                  <a:lnTo>
                    <a:pt x="29" y="8"/>
                  </a:lnTo>
                  <a:close/>
                </a:path>
              </a:pathLst>
            </a:custGeom>
            <a:solidFill>
              <a:srgbClr val="DDDDDD">
                <a:alpha val="100000"/>
              </a:srgbClr>
            </a:solidFill>
            <a:ln w="9525">
              <a:noFill/>
            </a:ln>
          </p:spPr>
          <p:txBody>
            <a:bodyPr/>
            <a:p>
              <a:endParaRPr lang="zh-CN" altLang="en-US"/>
            </a:p>
          </p:txBody>
        </p:sp>
        <p:sp>
          <p:nvSpPr>
            <p:cNvPr id="79085" name="Freeform 829"/>
            <p:cNvSpPr/>
            <p:nvPr/>
          </p:nvSpPr>
          <p:spPr>
            <a:xfrm>
              <a:off x="3963" y="3296"/>
              <a:ext cx="8" cy="39"/>
            </a:xfrm>
            <a:custGeom>
              <a:avLst/>
              <a:gdLst>
                <a:gd name="txL" fmla="*/ 0 w 73"/>
                <a:gd name="txT" fmla="*/ 0 h 347"/>
                <a:gd name="txR" fmla="*/ 73 w 73"/>
                <a:gd name="txB" fmla="*/ 347 h 34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3" h="347">
                  <a:moveTo>
                    <a:pt x="23" y="7"/>
                  </a:moveTo>
                  <a:lnTo>
                    <a:pt x="21" y="14"/>
                  </a:lnTo>
                  <a:lnTo>
                    <a:pt x="16" y="33"/>
                  </a:lnTo>
                  <a:lnTo>
                    <a:pt x="10" y="64"/>
                  </a:lnTo>
                  <a:lnTo>
                    <a:pt x="4" y="105"/>
                  </a:lnTo>
                  <a:lnTo>
                    <a:pt x="0" y="155"/>
                  </a:lnTo>
                  <a:lnTo>
                    <a:pt x="0" y="213"/>
                  </a:lnTo>
                  <a:lnTo>
                    <a:pt x="7" y="278"/>
                  </a:lnTo>
                  <a:lnTo>
                    <a:pt x="20" y="347"/>
                  </a:lnTo>
                  <a:lnTo>
                    <a:pt x="70" y="344"/>
                  </a:lnTo>
                  <a:lnTo>
                    <a:pt x="68" y="334"/>
                  </a:lnTo>
                  <a:lnTo>
                    <a:pt x="63" y="305"/>
                  </a:lnTo>
                  <a:lnTo>
                    <a:pt x="56" y="265"/>
                  </a:lnTo>
                  <a:lnTo>
                    <a:pt x="51" y="213"/>
                  </a:lnTo>
                  <a:lnTo>
                    <a:pt x="48" y="158"/>
                  </a:lnTo>
                  <a:lnTo>
                    <a:pt x="50" y="101"/>
                  </a:lnTo>
                  <a:lnTo>
                    <a:pt x="57" y="49"/>
                  </a:lnTo>
                  <a:lnTo>
                    <a:pt x="73" y="4"/>
                  </a:lnTo>
                  <a:lnTo>
                    <a:pt x="73" y="2"/>
                  </a:lnTo>
                  <a:lnTo>
                    <a:pt x="72" y="1"/>
                  </a:lnTo>
                  <a:lnTo>
                    <a:pt x="69" y="0"/>
                  </a:lnTo>
                  <a:lnTo>
                    <a:pt x="63" y="0"/>
                  </a:lnTo>
                  <a:lnTo>
                    <a:pt x="53" y="1"/>
                  </a:lnTo>
                  <a:lnTo>
                    <a:pt x="41" y="3"/>
                  </a:lnTo>
                  <a:lnTo>
                    <a:pt x="23" y="7"/>
                  </a:lnTo>
                  <a:close/>
                </a:path>
              </a:pathLst>
            </a:custGeom>
            <a:solidFill>
              <a:srgbClr val="DDDDDD">
                <a:alpha val="100000"/>
              </a:srgbClr>
            </a:solidFill>
            <a:ln w="9525">
              <a:noFill/>
            </a:ln>
          </p:spPr>
          <p:txBody>
            <a:bodyPr/>
            <a:p>
              <a:endParaRPr lang="zh-CN" altLang="en-US"/>
            </a:p>
          </p:txBody>
        </p:sp>
        <p:sp>
          <p:nvSpPr>
            <p:cNvPr id="79086" name="Freeform 830"/>
            <p:cNvSpPr/>
            <p:nvPr/>
          </p:nvSpPr>
          <p:spPr>
            <a:xfrm>
              <a:off x="3964" y="3301"/>
              <a:ext cx="6" cy="28"/>
            </a:xfrm>
            <a:custGeom>
              <a:avLst/>
              <a:gdLst>
                <a:gd name="txL" fmla="*/ 0 w 52"/>
                <a:gd name="txT" fmla="*/ 0 h 256"/>
                <a:gd name="txR" fmla="*/ 52 w 52"/>
                <a:gd name="txB" fmla="*/ 256 h 25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256">
                  <a:moveTo>
                    <a:pt x="16" y="5"/>
                  </a:moveTo>
                  <a:lnTo>
                    <a:pt x="15" y="10"/>
                  </a:lnTo>
                  <a:lnTo>
                    <a:pt x="11" y="24"/>
                  </a:lnTo>
                  <a:lnTo>
                    <a:pt x="6" y="47"/>
                  </a:lnTo>
                  <a:lnTo>
                    <a:pt x="2" y="77"/>
                  </a:lnTo>
                  <a:lnTo>
                    <a:pt x="0" y="115"/>
                  </a:lnTo>
                  <a:lnTo>
                    <a:pt x="0" y="157"/>
                  </a:lnTo>
                  <a:lnTo>
                    <a:pt x="4" y="205"/>
                  </a:lnTo>
                  <a:lnTo>
                    <a:pt x="14" y="256"/>
                  </a:lnTo>
                  <a:lnTo>
                    <a:pt x="50" y="254"/>
                  </a:lnTo>
                  <a:lnTo>
                    <a:pt x="49" y="247"/>
                  </a:lnTo>
                  <a:lnTo>
                    <a:pt x="45" y="226"/>
                  </a:lnTo>
                  <a:lnTo>
                    <a:pt x="41" y="195"/>
                  </a:lnTo>
                  <a:lnTo>
                    <a:pt x="37" y="157"/>
                  </a:lnTo>
                  <a:lnTo>
                    <a:pt x="35" y="116"/>
                  </a:lnTo>
                  <a:lnTo>
                    <a:pt x="36" y="74"/>
                  </a:lnTo>
                  <a:lnTo>
                    <a:pt x="41" y="35"/>
                  </a:lnTo>
                  <a:lnTo>
                    <a:pt x="52" y="3"/>
                  </a:lnTo>
                  <a:lnTo>
                    <a:pt x="52" y="2"/>
                  </a:lnTo>
                  <a:lnTo>
                    <a:pt x="51" y="1"/>
                  </a:lnTo>
                  <a:lnTo>
                    <a:pt x="49" y="0"/>
                  </a:lnTo>
                  <a:lnTo>
                    <a:pt x="45" y="0"/>
                  </a:lnTo>
                  <a:lnTo>
                    <a:pt x="39" y="0"/>
                  </a:lnTo>
                  <a:lnTo>
                    <a:pt x="29" y="2"/>
                  </a:lnTo>
                  <a:lnTo>
                    <a:pt x="16" y="5"/>
                  </a:lnTo>
                  <a:close/>
                </a:path>
              </a:pathLst>
            </a:custGeom>
            <a:solidFill>
              <a:srgbClr val="DDDDDD">
                <a:alpha val="100000"/>
              </a:srgbClr>
            </a:solidFill>
            <a:ln w="9525">
              <a:noFill/>
            </a:ln>
          </p:spPr>
          <p:txBody>
            <a:bodyPr/>
            <a:p>
              <a:endParaRPr lang="zh-CN" altLang="en-US"/>
            </a:p>
          </p:txBody>
        </p:sp>
        <p:sp>
          <p:nvSpPr>
            <p:cNvPr id="79087" name="Freeform 831"/>
            <p:cNvSpPr/>
            <p:nvPr/>
          </p:nvSpPr>
          <p:spPr>
            <a:xfrm>
              <a:off x="4046" y="3273"/>
              <a:ext cx="20" cy="77"/>
            </a:xfrm>
            <a:custGeom>
              <a:avLst/>
              <a:gdLst>
                <a:gd name="txL" fmla="*/ 0 w 176"/>
                <a:gd name="txT" fmla="*/ 0 h 693"/>
                <a:gd name="txR" fmla="*/ 176 w 176"/>
                <a:gd name="txB" fmla="*/ 693 h 69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6" h="693">
                  <a:moveTo>
                    <a:pt x="176" y="5"/>
                  </a:moveTo>
                  <a:lnTo>
                    <a:pt x="172" y="10"/>
                  </a:lnTo>
                  <a:lnTo>
                    <a:pt x="159" y="28"/>
                  </a:lnTo>
                  <a:lnTo>
                    <a:pt x="144" y="63"/>
                  </a:lnTo>
                  <a:lnTo>
                    <a:pt x="129" y="123"/>
                  </a:lnTo>
                  <a:lnTo>
                    <a:pt x="117" y="210"/>
                  </a:lnTo>
                  <a:lnTo>
                    <a:pt x="110" y="331"/>
                  </a:lnTo>
                  <a:lnTo>
                    <a:pt x="115" y="490"/>
                  </a:lnTo>
                  <a:lnTo>
                    <a:pt x="131" y="693"/>
                  </a:lnTo>
                  <a:lnTo>
                    <a:pt x="32" y="693"/>
                  </a:lnTo>
                  <a:lnTo>
                    <a:pt x="29" y="673"/>
                  </a:lnTo>
                  <a:lnTo>
                    <a:pt x="20" y="617"/>
                  </a:lnTo>
                  <a:lnTo>
                    <a:pt x="11" y="533"/>
                  </a:lnTo>
                  <a:lnTo>
                    <a:pt x="3" y="430"/>
                  </a:lnTo>
                  <a:lnTo>
                    <a:pt x="0" y="317"/>
                  </a:lnTo>
                  <a:lnTo>
                    <a:pt x="6" y="202"/>
                  </a:lnTo>
                  <a:lnTo>
                    <a:pt x="23" y="93"/>
                  </a:lnTo>
                  <a:lnTo>
                    <a:pt x="57" y="0"/>
                  </a:lnTo>
                  <a:lnTo>
                    <a:pt x="176" y="5"/>
                  </a:lnTo>
                  <a:close/>
                </a:path>
              </a:pathLst>
            </a:custGeom>
            <a:solidFill>
              <a:srgbClr val="DDDDDD">
                <a:alpha val="100000"/>
              </a:srgbClr>
            </a:solidFill>
            <a:ln w="9525">
              <a:noFill/>
            </a:ln>
          </p:spPr>
          <p:txBody>
            <a:bodyPr/>
            <a:p>
              <a:endParaRPr lang="zh-CN" altLang="en-US"/>
            </a:p>
          </p:txBody>
        </p:sp>
        <p:sp>
          <p:nvSpPr>
            <p:cNvPr id="79088" name="Freeform 832"/>
            <p:cNvSpPr/>
            <p:nvPr/>
          </p:nvSpPr>
          <p:spPr>
            <a:xfrm>
              <a:off x="4047" y="3279"/>
              <a:ext cx="16" cy="65"/>
            </a:xfrm>
            <a:custGeom>
              <a:avLst/>
              <a:gdLst>
                <a:gd name="txL" fmla="*/ 0 w 149"/>
                <a:gd name="txT" fmla="*/ 0 h 592"/>
                <a:gd name="txR" fmla="*/ 149 w 149"/>
                <a:gd name="txB" fmla="*/ 592 h 59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9" h="592">
                  <a:moveTo>
                    <a:pt x="149" y="4"/>
                  </a:moveTo>
                  <a:lnTo>
                    <a:pt x="145" y="8"/>
                  </a:lnTo>
                  <a:lnTo>
                    <a:pt x="136" y="24"/>
                  </a:lnTo>
                  <a:lnTo>
                    <a:pt x="123" y="54"/>
                  </a:lnTo>
                  <a:lnTo>
                    <a:pt x="110" y="104"/>
                  </a:lnTo>
                  <a:lnTo>
                    <a:pt x="99" y="179"/>
                  </a:lnTo>
                  <a:lnTo>
                    <a:pt x="94" y="282"/>
                  </a:lnTo>
                  <a:lnTo>
                    <a:pt x="97" y="418"/>
                  </a:lnTo>
                  <a:lnTo>
                    <a:pt x="112" y="592"/>
                  </a:lnTo>
                  <a:lnTo>
                    <a:pt x="27" y="592"/>
                  </a:lnTo>
                  <a:lnTo>
                    <a:pt x="24" y="575"/>
                  </a:lnTo>
                  <a:lnTo>
                    <a:pt x="17" y="527"/>
                  </a:lnTo>
                  <a:lnTo>
                    <a:pt x="9" y="455"/>
                  </a:lnTo>
                  <a:lnTo>
                    <a:pt x="2" y="367"/>
                  </a:lnTo>
                  <a:lnTo>
                    <a:pt x="0" y="271"/>
                  </a:lnTo>
                  <a:lnTo>
                    <a:pt x="5" y="173"/>
                  </a:lnTo>
                  <a:lnTo>
                    <a:pt x="20" y="80"/>
                  </a:lnTo>
                  <a:lnTo>
                    <a:pt x="48" y="0"/>
                  </a:lnTo>
                  <a:lnTo>
                    <a:pt x="149" y="4"/>
                  </a:lnTo>
                  <a:close/>
                </a:path>
              </a:pathLst>
            </a:custGeom>
            <a:solidFill>
              <a:srgbClr val="DDDDDD">
                <a:alpha val="100000"/>
              </a:srgbClr>
            </a:solidFill>
            <a:ln w="9525">
              <a:noFill/>
            </a:ln>
          </p:spPr>
          <p:txBody>
            <a:bodyPr/>
            <a:p>
              <a:endParaRPr lang="zh-CN" altLang="en-US"/>
            </a:p>
          </p:txBody>
        </p:sp>
        <p:sp>
          <p:nvSpPr>
            <p:cNvPr id="79089" name="Freeform 833"/>
            <p:cNvSpPr/>
            <p:nvPr/>
          </p:nvSpPr>
          <p:spPr>
            <a:xfrm>
              <a:off x="4048" y="3284"/>
              <a:ext cx="13" cy="54"/>
            </a:xfrm>
            <a:custGeom>
              <a:avLst/>
              <a:gdLst>
                <a:gd name="txL" fmla="*/ 0 w 124"/>
                <a:gd name="txT" fmla="*/ 0 h 490"/>
                <a:gd name="txR" fmla="*/ 124 w 124"/>
                <a:gd name="txB" fmla="*/ 490 h 4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4" h="490">
                  <a:moveTo>
                    <a:pt x="124" y="4"/>
                  </a:moveTo>
                  <a:lnTo>
                    <a:pt x="121" y="7"/>
                  </a:lnTo>
                  <a:lnTo>
                    <a:pt x="113" y="21"/>
                  </a:lnTo>
                  <a:lnTo>
                    <a:pt x="103" y="45"/>
                  </a:lnTo>
                  <a:lnTo>
                    <a:pt x="91" y="87"/>
                  </a:lnTo>
                  <a:lnTo>
                    <a:pt x="83" y="148"/>
                  </a:lnTo>
                  <a:lnTo>
                    <a:pt x="79" y="234"/>
                  </a:lnTo>
                  <a:lnTo>
                    <a:pt x="81" y="347"/>
                  </a:lnTo>
                  <a:lnTo>
                    <a:pt x="93" y="490"/>
                  </a:lnTo>
                  <a:lnTo>
                    <a:pt x="23" y="490"/>
                  </a:lnTo>
                  <a:lnTo>
                    <a:pt x="21" y="476"/>
                  </a:lnTo>
                  <a:lnTo>
                    <a:pt x="15" y="436"/>
                  </a:lnTo>
                  <a:lnTo>
                    <a:pt x="8" y="377"/>
                  </a:lnTo>
                  <a:lnTo>
                    <a:pt x="2" y="304"/>
                  </a:lnTo>
                  <a:lnTo>
                    <a:pt x="0" y="224"/>
                  </a:lnTo>
                  <a:lnTo>
                    <a:pt x="4" y="143"/>
                  </a:lnTo>
                  <a:lnTo>
                    <a:pt x="17" y="67"/>
                  </a:lnTo>
                  <a:lnTo>
                    <a:pt x="40" y="0"/>
                  </a:lnTo>
                  <a:lnTo>
                    <a:pt x="124" y="4"/>
                  </a:lnTo>
                  <a:close/>
                </a:path>
              </a:pathLst>
            </a:custGeom>
            <a:solidFill>
              <a:srgbClr val="DDDDDD">
                <a:alpha val="100000"/>
              </a:srgbClr>
            </a:solidFill>
            <a:ln w="9525">
              <a:noFill/>
            </a:ln>
          </p:spPr>
          <p:txBody>
            <a:bodyPr/>
            <a:p>
              <a:endParaRPr lang="zh-CN" altLang="en-US"/>
            </a:p>
          </p:txBody>
        </p:sp>
        <p:sp>
          <p:nvSpPr>
            <p:cNvPr id="79090" name="Freeform 834"/>
            <p:cNvSpPr/>
            <p:nvPr/>
          </p:nvSpPr>
          <p:spPr>
            <a:xfrm>
              <a:off x="4048" y="3289"/>
              <a:ext cx="11" cy="43"/>
            </a:xfrm>
            <a:custGeom>
              <a:avLst/>
              <a:gdLst>
                <a:gd name="txL" fmla="*/ 0 w 99"/>
                <a:gd name="txT" fmla="*/ 0 h 389"/>
                <a:gd name="txR" fmla="*/ 99 w 99"/>
                <a:gd name="txB" fmla="*/ 389 h 38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9" h="389">
                  <a:moveTo>
                    <a:pt x="99" y="3"/>
                  </a:moveTo>
                  <a:lnTo>
                    <a:pt x="96" y="6"/>
                  </a:lnTo>
                  <a:lnTo>
                    <a:pt x="89" y="16"/>
                  </a:lnTo>
                  <a:lnTo>
                    <a:pt x="81" y="36"/>
                  </a:lnTo>
                  <a:lnTo>
                    <a:pt x="72" y="69"/>
                  </a:lnTo>
                  <a:lnTo>
                    <a:pt x="66" y="118"/>
                  </a:lnTo>
                  <a:lnTo>
                    <a:pt x="62" y="185"/>
                  </a:lnTo>
                  <a:lnTo>
                    <a:pt x="64" y="275"/>
                  </a:lnTo>
                  <a:lnTo>
                    <a:pt x="73" y="389"/>
                  </a:lnTo>
                  <a:lnTo>
                    <a:pt x="18" y="389"/>
                  </a:lnTo>
                  <a:lnTo>
                    <a:pt x="16" y="378"/>
                  </a:lnTo>
                  <a:lnTo>
                    <a:pt x="11" y="346"/>
                  </a:lnTo>
                  <a:lnTo>
                    <a:pt x="6" y="299"/>
                  </a:lnTo>
                  <a:lnTo>
                    <a:pt x="2" y="242"/>
                  </a:lnTo>
                  <a:lnTo>
                    <a:pt x="0" y="178"/>
                  </a:lnTo>
                  <a:lnTo>
                    <a:pt x="4" y="114"/>
                  </a:lnTo>
                  <a:lnTo>
                    <a:pt x="14" y="52"/>
                  </a:lnTo>
                  <a:lnTo>
                    <a:pt x="32" y="0"/>
                  </a:lnTo>
                  <a:lnTo>
                    <a:pt x="99" y="3"/>
                  </a:lnTo>
                  <a:close/>
                </a:path>
              </a:pathLst>
            </a:custGeom>
            <a:solidFill>
              <a:srgbClr val="DDDDDD">
                <a:alpha val="100000"/>
              </a:srgbClr>
            </a:solidFill>
            <a:ln w="9525">
              <a:noFill/>
            </a:ln>
          </p:spPr>
          <p:txBody>
            <a:bodyPr/>
            <a:p>
              <a:endParaRPr lang="zh-CN" altLang="en-US"/>
            </a:p>
          </p:txBody>
        </p:sp>
        <p:sp>
          <p:nvSpPr>
            <p:cNvPr id="79091" name="Freeform 835"/>
            <p:cNvSpPr/>
            <p:nvPr/>
          </p:nvSpPr>
          <p:spPr>
            <a:xfrm>
              <a:off x="4049" y="3295"/>
              <a:ext cx="8" cy="31"/>
            </a:xfrm>
            <a:custGeom>
              <a:avLst/>
              <a:gdLst>
                <a:gd name="txL" fmla="*/ 0 w 72"/>
                <a:gd name="txT" fmla="*/ 0 h 287"/>
                <a:gd name="txR" fmla="*/ 72 w 72"/>
                <a:gd name="txB" fmla="*/ 287 h 2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2" h="287">
                  <a:moveTo>
                    <a:pt x="72" y="2"/>
                  </a:moveTo>
                  <a:lnTo>
                    <a:pt x="70" y="4"/>
                  </a:lnTo>
                  <a:lnTo>
                    <a:pt x="66" y="12"/>
                  </a:lnTo>
                  <a:lnTo>
                    <a:pt x="59" y="27"/>
                  </a:lnTo>
                  <a:lnTo>
                    <a:pt x="53" y="50"/>
                  </a:lnTo>
                  <a:lnTo>
                    <a:pt x="48" y="87"/>
                  </a:lnTo>
                  <a:lnTo>
                    <a:pt x="46" y="137"/>
                  </a:lnTo>
                  <a:lnTo>
                    <a:pt x="47" y="203"/>
                  </a:lnTo>
                  <a:lnTo>
                    <a:pt x="54" y="287"/>
                  </a:lnTo>
                  <a:lnTo>
                    <a:pt x="13" y="287"/>
                  </a:lnTo>
                  <a:lnTo>
                    <a:pt x="12" y="279"/>
                  </a:lnTo>
                  <a:lnTo>
                    <a:pt x="8" y="255"/>
                  </a:lnTo>
                  <a:lnTo>
                    <a:pt x="4" y="220"/>
                  </a:lnTo>
                  <a:lnTo>
                    <a:pt x="1" y="178"/>
                  </a:lnTo>
                  <a:lnTo>
                    <a:pt x="0" y="131"/>
                  </a:lnTo>
                  <a:lnTo>
                    <a:pt x="2" y="84"/>
                  </a:lnTo>
                  <a:lnTo>
                    <a:pt x="9" y="39"/>
                  </a:lnTo>
                  <a:lnTo>
                    <a:pt x="23" y="0"/>
                  </a:lnTo>
                  <a:lnTo>
                    <a:pt x="72" y="2"/>
                  </a:lnTo>
                  <a:close/>
                </a:path>
              </a:pathLst>
            </a:custGeom>
            <a:solidFill>
              <a:srgbClr val="DDDDDD">
                <a:alpha val="100000"/>
              </a:srgbClr>
            </a:solidFill>
            <a:ln w="9525">
              <a:noFill/>
            </a:ln>
          </p:spPr>
          <p:txBody>
            <a:bodyPr/>
            <a:p>
              <a:endParaRPr lang="zh-CN" altLang="en-US"/>
            </a:p>
          </p:txBody>
        </p:sp>
        <p:sp>
          <p:nvSpPr>
            <p:cNvPr id="79092" name="Rectangle 836"/>
            <p:cNvSpPr/>
            <p:nvPr/>
          </p:nvSpPr>
          <p:spPr>
            <a:xfrm>
              <a:off x="3944" y="3287"/>
              <a:ext cx="3" cy="101"/>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9093" name="Freeform 837"/>
            <p:cNvSpPr/>
            <p:nvPr/>
          </p:nvSpPr>
          <p:spPr>
            <a:xfrm>
              <a:off x="3980" y="3285"/>
              <a:ext cx="39" cy="47"/>
            </a:xfrm>
            <a:custGeom>
              <a:avLst/>
              <a:gdLst>
                <a:gd name="txL" fmla="*/ 0 w 354"/>
                <a:gd name="txT" fmla="*/ 0 h 418"/>
                <a:gd name="txR" fmla="*/ 354 w 354"/>
                <a:gd name="txB" fmla="*/ 418 h 4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54" h="418">
                  <a:moveTo>
                    <a:pt x="33" y="39"/>
                  </a:moveTo>
                  <a:lnTo>
                    <a:pt x="30" y="48"/>
                  </a:lnTo>
                  <a:lnTo>
                    <a:pt x="23" y="71"/>
                  </a:lnTo>
                  <a:lnTo>
                    <a:pt x="15" y="107"/>
                  </a:lnTo>
                  <a:lnTo>
                    <a:pt x="7" y="155"/>
                  </a:lnTo>
                  <a:lnTo>
                    <a:pt x="1" y="212"/>
                  </a:lnTo>
                  <a:lnTo>
                    <a:pt x="0" y="276"/>
                  </a:lnTo>
                  <a:lnTo>
                    <a:pt x="6" y="345"/>
                  </a:lnTo>
                  <a:lnTo>
                    <a:pt x="21" y="418"/>
                  </a:lnTo>
                  <a:lnTo>
                    <a:pt x="21" y="415"/>
                  </a:lnTo>
                  <a:lnTo>
                    <a:pt x="21" y="405"/>
                  </a:lnTo>
                  <a:lnTo>
                    <a:pt x="21" y="390"/>
                  </a:lnTo>
                  <a:lnTo>
                    <a:pt x="21" y="372"/>
                  </a:lnTo>
                  <a:lnTo>
                    <a:pt x="23" y="348"/>
                  </a:lnTo>
                  <a:lnTo>
                    <a:pt x="27" y="324"/>
                  </a:lnTo>
                  <a:lnTo>
                    <a:pt x="31" y="296"/>
                  </a:lnTo>
                  <a:lnTo>
                    <a:pt x="37" y="267"/>
                  </a:lnTo>
                  <a:lnTo>
                    <a:pt x="46" y="239"/>
                  </a:lnTo>
                  <a:lnTo>
                    <a:pt x="57" y="211"/>
                  </a:lnTo>
                  <a:lnTo>
                    <a:pt x="70" y="185"/>
                  </a:lnTo>
                  <a:lnTo>
                    <a:pt x="88" y="160"/>
                  </a:lnTo>
                  <a:lnTo>
                    <a:pt x="109" y="139"/>
                  </a:lnTo>
                  <a:lnTo>
                    <a:pt x="133" y="121"/>
                  </a:lnTo>
                  <a:lnTo>
                    <a:pt x="163" y="109"/>
                  </a:lnTo>
                  <a:lnTo>
                    <a:pt x="197" y="102"/>
                  </a:lnTo>
                  <a:lnTo>
                    <a:pt x="199" y="100"/>
                  </a:lnTo>
                  <a:lnTo>
                    <a:pt x="205" y="96"/>
                  </a:lnTo>
                  <a:lnTo>
                    <a:pt x="215" y="88"/>
                  </a:lnTo>
                  <a:lnTo>
                    <a:pt x="231" y="78"/>
                  </a:lnTo>
                  <a:lnTo>
                    <a:pt x="252" y="66"/>
                  </a:lnTo>
                  <a:lnTo>
                    <a:pt x="280" y="52"/>
                  </a:lnTo>
                  <a:lnTo>
                    <a:pt x="314" y="35"/>
                  </a:lnTo>
                  <a:lnTo>
                    <a:pt x="354" y="17"/>
                  </a:lnTo>
                  <a:lnTo>
                    <a:pt x="352" y="16"/>
                  </a:lnTo>
                  <a:lnTo>
                    <a:pt x="346" y="15"/>
                  </a:lnTo>
                  <a:lnTo>
                    <a:pt x="337" y="13"/>
                  </a:lnTo>
                  <a:lnTo>
                    <a:pt x="324" y="11"/>
                  </a:lnTo>
                  <a:lnTo>
                    <a:pt x="308" y="8"/>
                  </a:lnTo>
                  <a:lnTo>
                    <a:pt x="290" y="6"/>
                  </a:lnTo>
                  <a:lnTo>
                    <a:pt x="269" y="4"/>
                  </a:lnTo>
                  <a:lnTo>
                    <a:pt x="246" y="1"/>
                  </a:lnTo>
                  <a:lnTo>
                    <a:pt x="222" y="0"/>
                  </a:lnTo>
                  <a:lnTo>
                    <a:pt x="197" y="1"/>
                  </a:lnTo>
                  <a:lnTo>
                    <a:pt x="170" y="3"/>
                  </a:lnTo>
                  <a:lnTo>
                    <a:pt x="143" y="6"/>
                  </a:lnTo>
                  <a:lnTo>
                    <a:pt x="115" y="11"/>
                  </a:lnTo>
                  <a:lnTo>
                    <a:pt x="87" y="18"/>
                  </a:lnTo>
                  <a:lnTo>
                    <a:pt x="59" y="27"/>
                  </a:lnTo>
                  <a:lnTo>
                    <a:pt x="33" y="39"/>
                  </a:lnTo>
                  <a:close/>
                </a:path>
              </a:pathLst>
            </a:custGeom>
            <a:solidFill>
              <a:srgbClr val="DDDDDD">
                <a:alpha val="100000"/>
              </a:srgbClr>
            </a:solidFill>
            <a:ln w="9525">
              <a:noFill/>
            </a:ln>
          </p:spPr>
          <p:txBody>
            <a:bodyPr/>
            <a:p>
              <a:endParaRPr lang="zh-CN" altLang="en-US"/>
            </a:p>
          </p:txBody>
        </p:sp>
        <p:sp>
          <p:nvSpPr>
            <p:cNvPr id="79094" name="Freeform 838"/>
            <p:cNvSpPr/>
            <p:nvPr/>
          </p:nvSpPr>
          <p:spPr>
            <a:xfrm>
              <a:off x="3925" y="3320"/>
              <a:ext cx="32" cy="8"/>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8"/>
                  </a:lnTo>
                  <a:lnTo>
                    <a:pt x="51" y="12"/>
                  </a:lnTo>
                  <a:lnTo>
                    <a:pt x="69" y="6"/>
                  </a:lnTo>
                  <a:lnTo>
                    <a:pt x="88" y="2"/>
                  </a:lnTo>
                  <a:lnTo>
                    <a:pt x="112" y="0"/>
                  </a:lnTo>
                  <a:lnTo>
                    <a:pt x="139" y="0"/>
                  </a:lnTo>
                  <a:lnTo>
                    <a:pt x="170" y="2"/>
                  </a:lnTo>
                  <a:lnTo>
                    <a:pt x="205" y="8"/>
                  </a:lnTo>
                  <a:lnTo>
                    <a:pt x="245" y="16"/>
                  </a:lnTo>
                  <a:lnTo>
                    <a:pt x="290" y="28"/>
                  </a:lnTo>
                  <a:lnTo>
                    <a:pt x="283" y="45"/>
                  </a:lnTo>
                  <a:lnTo>
                    <a:pt x="281" y="44"/>
                  </a:lnTo>
                  <a:lnTo>
                    <a:pt x="274" y="42"/>
                  </a:lnTo>
                  <a:lnTo>
                    <a:pt x="263" y="39"/>
                  </a:lnTo>
                  <a:lnTo>
                    <a:pt x="249" y="35"/>
                  </a:lnTo>
                  <a:lnTo>
                    <a:pt x="232" y="31"/>
                  </a:lnTo>
                  <a:lnTo>
                    <a:pt x="212" y="27"/>
                  </a:lnTo>
                  <a:lnTo>
                    <a:pt x="191" y="24"/>
                  </a:lnTo>
                  <a:lnTo>
                    <a:pt x="167" y="22"/>
                  </a:lnTo>
                  <a:lnTo>
                    <a:pt x="144" y="21"/>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79095" name="Freeform 839"/>
            <p:cNvSpPr/>
            <p:nvPr/>
          </p:nvSpPr>
          <p:spPr>
            <a:xfrm>
              <a:off x="3925" y="3299"/>
              <a:ext cx="32" cy="9"/>
            </a:xfrm>
            <a:custGeom>
              <a:avLst/>
              <a:gdLst>
                <a:gd name="txL" fmla="*/ 0 w 290"/>
                <a:gd name="txT" fmla="*/ 0 h 79"/>
                <a:gd name="txR" fmla="*/ 290 w 290"/>
                <a:gd name="txB" fmla="*/ 79 h 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90" h="79">
                  <a:moveTo>
                    <a:pt x="0" y="50"/>
                  </a:moveTo>
                  <a:lnTo>
                    <a:pt x="0" y="49"/>
                  </a:lnTo>
                  <a:lnTo>
                    <a:pt x="3" y="46"/>
                  </a:lnTo>
                  <a:lnTo>
                    <a:pt x="6" y="42"/>
                  </a:lnTo>
                  <a:lnTo>
                    <a:pt x="11" y="36"/>
                  </a:lnTo>
                  <a:lnTo>
                    <a:pt x="18" y="30"/>
                  </a:lnTo>
                  <a:lnTo>
                    <a:pt x="26" y="24"/>
                  </a:lnTo>
                  <a:lnTo>
                    <a:pt x="37" y="17"/>
                  </a:lnTo>
                  <a:lnTo>
                    <a:pt x="51" y="11"/>
                  </a:lnTo>
                  <a:lnTo>
                    <a:pt x="69" y="6"/>
                  </a:lnTo>
                  <a:lnTo>
                    <a:pt x="88" y="2"/>
                  </a:lnTo>
                  <a:lnTo>
                    <a:pt x="112" y="0"/>
                  </a:lnTo>
                  <a:lnTo>
                    <a:pt x="139" y="0"/>
                  </a:lnTo>
                  <a:lnTo>
                    <a:pt x="170" y="2"/>
                  </a:lnTo>
                  <a:lnTo>
                    <a:pt x="205" y="7"/>
                  </a:lnTo>
                  <a:lnTo>
                    <a:pt x="245" y="16"/>
                  </a:lnTo>
                  <a:lnTo>
                    <a:pt x="290" y="28"/>
                  </a:lnTo>
                  <a:lnTo>
                    <a:pt x="283" y="44"/>
                  </a:lnTo>
                  <a:lnTo>
                    <a:pt x="281" y="43"/>
                  </a:lnTo>
                  <a:lnTo>
                    <a:pt x="274" y="41"/>
                  </a:lnTo>
                  <a:lnTo>
                    <a:pt x="263" y="38"/>
                  </a:lnTo>
                  <a:lnTo>
                    <a:pt x="249" y="34"/>
                  </a:lnTo>
                  <a:lnTo>
                    <a:pt x="232" y="31"/>
                  </a:lnTo>
                  <a:lnTo>
                    <a:pt x="212" y="27"/>
                  </a:lnTo>
                  <a:lnTo>
                    <a:pt x="191" y="24"/>
                  </a:lnTo>
                  <a:lnTo>
                    <a:pt x="167" y="21"/>
                  </a:lnTo>
                  <a:lnTo>
                    <a:pt x="144" y="20"/>
                  </a:lnTo>
                  <a:lnTo>
                    <a:pt x="120" y="21"/>
                  </a:lnTo>
                  <a:lnTo>
                    <a:pt x="96" y="23"/>
                  </a:lnTo>
                  <a:lnTo>
                    <a:pt x="74" y="28"/>
                  </a:lnTo>
                  <a:lnTo>
                    <a:pt x="52" y="36"/>
                  </a:lnTo>
                  <a:lnTo>
                    <a:pt x="32" y="46"/>
                  </a:lnTo>
                  <a:lnTo>
                    <a:pt x="15" y="61"/>
                  </a:lnTo>
                  <a:lnTo>
                    <a:pt x="0" y="79"/>
                  </a:lnTo>
                  <a:lnTo>
                    <a:pt x="0" y="50"/>
                  </a:lnTo>
                  <a:close/>
                </a:path>
              </a:pathLst>
            </a:custGeom>
            <a:solidFill>
              <a:srgbClr val="DDDDDD">
                <a:alpha val="100000"/>
              </a:srgbClr>
            </a:solidFill>
            <a:ln w="9525">
              <a:noFill/>
            </a:ln>
          </p:spPr>
          <p:txBody>
            <a:bodyPr/>
            <a:p>
              <a:endParaRPr lang="zh-CN" altLang="en-US"/>
            </a:p>
          </p:txBody>
        </p:sp>
        <p:sp>
          <p:nvSpPr>
            <p:cNvPr id="79096" name="Freeform 840"/>
            <p:cNvSpPr/>
            <p:nvPr/>
          </p:nvSpPr>
          <p:spPr>
            <a:xfrm>
              <a:off x="3955" y="3289"/>
              <a:ext cx="52" cy="96"/>
            </a:xfrm>
            <a:custGeom>
              <a:avLst/>
              <a:gdLst>
                <a:gd name="txL" fmla="*/ 0 w 469"/>
                <a:gd name="txT" fmla="*/ 0 h 868"/>
                <a:gd name="txR" fmla="*/ 469 w 469"/>
                <a:gd name="txB" fmla="*/ 868 h 8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9" h="868">
                  <a:moveTo>
                    <a:pt x="0" y="0"/>
                  </a:moveTo>
                  <a:lnTo>
                    <a:pt x="0" y="840"/>
                  </a:lnTo>
                  <a:lnTo>
                    <a:pt x="142" y="868"/>
                  </a:lnTo>
                  <a:lnTo>
                    <a:pt x="136" y="755"/>
                  </a:lnTo>
                  <a:lnTo>
                    <a:pt x="469" y="806"/>
                  </a:lnTo>
                  <a:lnTo>
                    <a:pt x="463" y="761"/>
                  </a:lnTo>
                  <a:lnTo>
                    <a:pt x="232" y="732"/>
                  </a:lnTo>
                  <a:lnTo>
                    <a:pt x="226" y="635"/>
                  </a:lnTo>
                  <a:lnTo>
                    <a:pt x="68" y="635"/>
                  </a:lnTo>
                  <a:lnTo>
                    <a:pt x="64" y="623"/>
                  </a:lnTo>
                  <a:lnTo>
                    <a:pt x="53" y="587"/>
                  </a:lnTo>
                  <a:lnTo>
                    <a:pt x="39" y="530"/>
                  </a:lnTo>
                  <a:lnTo>
                    <a:pt x="25" y="455"/>
                  </a:lnTo>
                  <a:lnTo>
                    <a:pt x="14" y="365"/>
                  </a:lnTo>
                  <a:lnTo>
                    <a:pt x="10" y="262"/>
                  </a:lnTo>
                  <a:lnTo>
                    <a:pt x="19" y="149"/>
                  </a:lnTo>
                  <a:lnTo>
                    <a:pt x="40" y="29"/>
                  </a:lnTo>
                  <a:lnTo>
                    <a:pt x="0" y="0"/>
                  </a:lnTo>
                  <a:close/>
                </a:path>
              </a:pathLst>
            </a:custGeom>
            <a:solidFill>
              <a:srgbClr val="DDDDDD">
                <a:alpha val="100000"/>
              </a:srgbClr>
            </a:solidFill>
            <a:ln w="9525">
              <a:noFill/>
            </a:ln>
          </p:spPr>
          <p:txBody>
            <a:bodyPr/>
            <a:p>
              <a:endParaRPr lang="zh-CN" altLang="en-US"/>
            </a:p>
          </p:txBody>
        </p:sp>
        <p:sp>
          <p:nvSpPr>
            <p:cNvPr id="79097" name="Freeform 841"/>
            <p:cNvSpPr/>
            <p:nvPr/>
          </p:nvSpPr>
          <p:spPr>
            <a:xfrm>
              <a:off x="3981" y="3267"/>
              <a:ext cx="67" cy="13"/>
            </a:xfrm>
            <a:custGeom>
              <a:avLst/>
              <a:gdLst>
                <a:gd name="txL" fmla="*/ 0 w 604"/>
                <a:gd name="txT" fmla="*/ 0 h 118"/>
                <a:gd name="txR" fmla="*/ 604 w 604"/>
                <a:gd name="txB" fmla="*/ 118 h 11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04" h="118">
                  <a:moveTo>
                    <a:pt x="0" y="118"/>
                  </a:moveTo>
                  <a:lnTo>
                    <a:pt x="3" y="117"/>
                  </a:lnTo>
                  <a:lnTo>
                    <a:pt x="14" y="113"/>
                  </a:lnTo>
                  <a:lnTo>
                    <a:pt x="29" y="108"/>
                  </a:lnTo>
                  <a:lnTo>
                    <a:pt x="50" y="101"/>
                  </a:lnTo>
                  <a:lnTo>
                    <a:pt x="77" y="93"/>
                  </a:lnTo>
                  <a:lnTo>
                    <a:pt x="107" y="85"/>
                  </a:lnTo>
                  <a:lnTo>
                    <a:pt x="143" y="76"/>
                  </a:lnTo>
                  <a:lnTo>
                    <a:pt x="181" y="69"/>
                  </a:lnTo>
                  <a:lnTo>
                    <a:pt x="224" y="62"/>
                  </a:lnTo>
                  <a:lnTo>
                    <a:pt x="270" y="57"/>
                  </a:lnTo>
                  <a:lnTo>
                    <a:pt x="319" y="53"/>
                  </a:lnTo>
                  <a:lnTo>
                    <a:pt x="369" y="52"/>
                  </a:lnTo>
                  <a:lnTo>
                    <a:pt x="422" y="53"/>
                  </a:lnTo>
                  <a:lnTo>
                    <a:pt x="476" y="58"/>
                  </a:lnTo>
                  <a:lnTo>
                    <a:pt x="531" y="66"/>
                  </a:lnTo>
                  <a:lnTo>
                    <a:pt x="587" y="78"/>
                  </a:lnTo>
                  <a:lnTo>
                    <a:pt x="604" y="0"/>
                  </a:lnTo>
                  <a:lnTo>
                    <a:pt x="600" y="0"/>
                  </a:lnTo>
                  <a:lnTo>
                    <a:pt x="587" y="0"/>
                  </a:lnTo>
                  <a:lnTo>
                    <a:pt x="566" y="0"/>
                  </a:lnTo>
                  <a:lnTo>
                    <a:pt x="540" y="1"/>
                  </a:lnTo>
                  <a:lnTo>
                    <a:pt x="507" y="2"/>
                  </a:lnTo>
                  <a:lnTo>
                    <a:pt x="470" y="3"/>
                  </a:lnTo>
                  <a:lnTo>
                    <a:pt x="428" y="6"/>
                  </a:lnTo>
                  <a:lnTo>
                    <a:pt x="383" y="8"/>
                  </a:lnTo>
                  <a:lnTo>
                    <a:pt x="335" y="12"/>
                  </a:lnTo>
                  <a:lnTo>
                    <a:pt x="285" y="16"/>
                  </a:lnTo>
                  <a:lnTo>
                    <a:pt x="235" y="21"/>
                  </a:lnTo>
                  <a:lnTo>
                    <a:pt x="186" y="28"/>
                  </a:lnTo>
                  <a:lnTo>
                    <a:pt x="136" y="36"/>
                  </a:lnTo>
                  <a:lnTo>
                    <a:pt x="88" y="45"/>
                  </a:lnTo>
                  <a:lnTo>
                    <a:pt x="42" y="55"/>
                  </a:lnTo>
                  <a:lnTo>
                    <a:pt x="0" y="67"/>
                  </a:lnTo>
                  <a:lnTo>
                    <a:pt x="0" y="118"/>
                  </a:lnTo>
                  <a:close/>
                </a:path>
              </a:pathLst>
            </a:custGeom>
            <a:solidFill>
              <a:srgbClr val="DDDDDD">
                <a:alpha val="100000"/>
              </a:srgbClr>
            </a:solidFill>
            <a:ln w="9525">
              <a:noFill/>
            </a:ln>
          </p:spPr>
          <p:txBody>
            <a:bodyPr/>
            <a:p>
              <a:endParaRPr lang="zh-CN" altLang="en-US"/>
            </a:p>
          </p:txBody>
        </p:sp>
        <p:sp>
          <p:nvSpPr>
            <p:cNvPr id="79098" name="Freeform 842"/>
            <p:cNvSpPr/>
            <p:nvPr/>
          </p:nvSpPr>
          <p:spPr>
            <a:xfrm>
              <a:off x="3942" y="3387"/>
              <a:ext cx="113" cy="38"/>
            </a:xfrm>
            <a:custGeom>
              <a:avLst/>
              <a:gdLst>
                <a:gd name="txL" fmla="*/ 0 w 1017"/>
                <a:gd name="txT" fmla="*/ 0 h 337"/>
                <a:gd name="txR" fmla="*/ 1017 w 1017"/>
                <a:gd name="txB" fmla="*/ 337 h 33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17" h="337">
                  <a:moveTo>
                    <a:pt x="430" y="326"/>
                  </a:moveTo>
                  <a:lnTo>
                    <a:pt x="432" y="325"/>
                  </a:lnTo>
                  <a:lnTo>
                    <a:pt x="438" y="323"/>
                  </a:lnTo>
                  <a:lnTo>
                    <a:pt x="447" y="319"/>
                  </a:lnTo>
                  <a:lnTo>
                    <a:pt x="459" y="314"/>
                  </a:lnTo>
                  <a:lnTo>
                    <a:pt x="474" y="308"/>
                  </a:lnTo>
                  <a:lnTo>
                    <a:pt x="491" y="301"/>
                  </a:lnTo>
                  <a:lnTo>
                    <a:pt x="509" y="291"/>
                  </a:lnTo>
                  <a:lnTo>
                    <a:pt x="528" y="282"/>
                  </a:lnTo>
                  <a:lnTo>
                    <a:pt x="549" y="272"/>
                  </a:lnTo>
                  <a:lnTo>
                    <a:pt x="568" y="260"/>
                  </a:lnTo>
                  <a:lnTo>
                    <a:pt x="587" y="248"/>
                  </a:lnTo>
                  <a:lnTo>
                    <a:pt x="606" y="235"/>
                  </a:lnTo>
                  <a:lnTo>
                    <a:pt x="623" y="222"/>
                  </a:lnTo>
                  <a:lnTo>
                    <a:pt x="638" y="208"/>
                  </a:lnTo>
                  <a:lnTo>
                    <a:pt x="651" y="193"/>
                  </a:lnTo>
                  <a:lnTo>
                    <a:pt x="662" y="179"/>
                  </a:lnTo>
                  <a:lnTo>
                    <a:pt x="0" y="17"/>
                  </a:lnTo>
                  <a:lnTo>
                    <a:pt x="51" y="0"/>
                  </a:lnTo>
                  <a:lnTo>
                    <a:pt x="1017" y="237"/>
                  </a:lnTo>
                  <a:lnTo>
                    <a:pt x="977" y="260"/>
                  </a:lnTo>
                  <a:lnTo>
                    <a:pt x="698" y="188"/>
                  </a:lnTo>
                  <a:lnTo>
                    <a:pt x="697" y="189"/>
                  </a:lnTo>
                  <a:lnTo>
                    <a:pt x="695" y="192"/>
                  </a:lnTo>
                  <a:lnTo>
                    <a:pt x="691" y="196"/>
                  </a:lnTo>
                  <a:lnTo>
                    <a:pt x="685" y="202"/>
                  </a:lnTo>
                  <a:lnTo>
                    <a:pt x="678" y="211"/>
                  </a:lnTo>
                  <a:lnTo>
                    <a:pt x="668" y="219"/>
                  </a:lnTo>
                  <a:lnTo>
                    <a:pt x="657" y="229"/>
                  </a:lnTo>
                  <a:lnTo>
                    <a:pt x="642" y="239"/>
                  </a:lnTo>
                  <a:lnTo>
                    <a:pt x="626" y="250"/>
                  </a:lnTo>
                  <a:lnTo>
                    <a:pt x="609" y="263"/>
                  </a:lnTo>
                  <a:lnTo>
                    <a:pt x="587" y="275"/>
                  </a:lnTo>
                  <a:lnTo>
                    <a:pt x="565" y="287"/>
                  </a:lnTo>
                  <a:lnTo>
                    <a:pt x="540" y="301"/>
                  </a:lnTo>
                  <a:lnTo>
                    <a:pt x="511" y="313"/>
                  </a:lnTo>
                  <a:lnTo>
                    <a:pt x="480" y="325"/>
                  </a:lnTo>
                  <a:lnTo>
                    <a:pt x="447" y="337"/>
                  </a:lnTo>
                  <a:lnTo>
                    <a:pt x="430" y="326"/>
                  </a:lnTo>
                  <a:close/>
                </a:path>
              </a:pathLst>
            </a:custGeom>
            <a:solidFill>
              <a:srgbClr val="DDDDDD">
                <a:alpha val="100000"/>
              </a:srgbClr>
            </a:solidFill>
            <a:ln w="9525">
              <a:noFill/>
            </a:ln>
          </p:spPr>
          <p:txBody>
            <a:bodyPr/>
            <a:p>
              <a:endParaRPr lang="zh-CN" altLang="en-US"/>
            </a:p>
          </p:txBody>
        </p:sp>
        <p:sp>
          <p:nvSpPr>
            <p:cNvPr id="79099" name="Freeform 843"/>
            <p:cNvSpPr/>
            <p:nvPr/>
          </p:nvSpPr>
          <p:spPr>
            <a:xfrm>
              <a:off x="3918" y="3397"/>
              <a:ext cx="116" cy="34"/>
            </a:xfrm>
            <a:custGeom>
              <a:avLst/>
              <a:gdLst>
                <a:gd name="txL" fmla="*/ 0 w 1036"/>
                <a:gd name="txT" fmla="*/ 0 h 303"/>
                <a:gd name="txR" fmla="*/ 1036 w 1036"/>
                <a:gd name="txB" fmla="*/ 303 h 303"/>
              </a:gdLst>
              <a:ahLst/>
              <a:cxnLst>
                <a:cxn ang="0">
                  <a:pos x="0" y="0"/>
                </a:cxn>
                <a:cxn ang="0">
                  <a:pos x="0" y="0"/>
                </a:cxn>
                <a:cxn ang="0">
                  <a:pos x="0" y="0"/>
                </a:cxn>
                <a:cxn ang="0">
                  <a:pos x="0" y="0"/>
                </a:cxn>
                <a:cxn ang="0">
                  <a:pos x="0" y="0"/>
                </a:cxn>
              </a:cxnLst>
              <a:rect l="txL" t="txT" r="txR" b="txB"/>
              <a:pathLst>
                <a:path w="1036" h="303">
                  <a:moveTo>
                    <a:pt x="0" y="0"/>
                  </a:moveTo>
                  <a:lnTo>
                    <a:pt x="1013" y="303"/>
                  </a:lnTo>
                  <a:lnTo>
                    <a:pt x="1036" y="303"/>
                  </a:lnTo>
                  <a:lnTo>
                    <a:pt x="31" y="0"/>
                  </a:lnTo>
                  <a:lnTo>
                    <a:pt x="0" y="0"/>
                  </a:lnTo>
                  <a:close/>
                </a:path>
              </a:pathLst>
            </a:custGeom>
            <a:solidFill>
              <a:srgbClr val="DDDDDD">
                <a:alpha val="100000"/>
              </a:srgbClr>
            </a:solidFill>
            <a:ln w="9525">
              <a:noFill/>
            </a:ln>
          </p:spPr>
          <p:txBody>
            <a:bodyPr/>
            <a:p>
              <a:endParaRPr lang="zh-CN" altLang="en-US"/>
            </a:p>
          </p:txBody>
        </p:sp>
        <p:sp>
          <p:nvSpPr>
            <p:cNvPr id="79100" name="Freeform 844"/>
            <p:cNvSpPr/>
            <p:nvPr/>
          </p:nvSpPr>
          <p:spPr>
            <a:xfrm>
              <a:off x="3938" y="3393"/>
              <a:ext cx="113" cy="30"/>
            </a:xfrm>
            <a:custGeom>
              <a:avLst/>
              <a:gdLst>
                <a:gd name="txL" fmla="*/ 0 w 1023"/>
                <a:gd name="txT" fmla="*/ 0 h 270"/>
                <a:gd name="txR" fmla="*/ 1023 w 1023"/>
                <a:gd name="txB" fmla="*/ 270 h 270"/>
              </a:gdLst>
              <a:ahLst/>
              <a:cxnLst>
                <a:cxn ang="0">
                  <a:pos x="0" y="0"/>
                </a:cxn>
                <a:cxn ang="0">
                  <a:pos x="0" y="0"/>
                </a:cxn>
                <a:cxn ang="0">
                  <a:pos x="0" y="0"/>
                </a:cxn>
                <a:cxn ang="0">
                  <a:pos x="0" y="0"/>
                </a:cxn>
                <a:cxn ang="0">
                  <a:pos x="0" y="0"/>
                </a:cxn>
              </a:cxnLst>
              <a:rect l="txL" t="txT" r="txR" b="txB"/>
              <a:pathLst>
                <a:path w="1023" h="270">
                  <a:moveTo>
                    <a:pt x="0" y="1"/>
                  </a:moveTo>
                  <a:lnTo>
                    <a:pt x="1001" y="270"/>
                  </a:lnTo>
                  <a:lnTo>
                    <a:pt x="1023" y="269"/>
                  </a:lnTo>
                  <a:lnTo>
                    <a:pt x="31" y="0"/>
                  </a:lnTo>
                  <a:lnTo>
                    <a:pt x="0" y="1"/>
                  </a:lnTo>
                  <a:close/>
                </a:path>
              </a:pathLst>
            </a:custGeom>
            <a:solidFill>
              <a:srgbClr val="DDDDDD">
                <a:alpha val="100000"/>
              </a:srgbClr>
            </a:solidFill>
            <a:ln w="9525">
              <a:noFill/>
            </a:ln>
          </p:spPr>
          <p:txBody>
            <a:bodyPr/>
            <a:p>
              <a:endParaRPr lang="zh-CN" altLang="en-US"/>
            </a:p>
          </p:txBody>
        </p:sp>
        <p:sp>
          <p:nvSpPr>
            <p:cNvPr id="79101" name="Freeform 845"/>
            <p:cNvSpPr/>
            <p:nvPr/>
          </p:nvSpPr>
          <p:spPr>
            <a:xfrm>
              <a:off x="3929" y="3394"/>
              <a:ext cx="114" cy="33"/>
            </a:xfrm>
            <a:custGeom>
              <a:avLst/>
              <a:gdLst>
                <a:gd name="txL" fmla="*/ 0 w 1028"/>
                <a:gd name="txT" fmla="*/ 0 h 299"/>
                <a:gd name="txR" fmla="*/ 1028 w 1028"/>
                <a:gd name="txB" fmla="*/ 299 h 299"/>
              </a:gdLst>
              <a:ahLst/>
              <a:cxnLst>
                <a:cxn ang="0">
                  <a:pos x="0" y="0"/>
                </a:cxn>
                <a:cxn ang="0">
                  <a:pos x="0" y="0"/>
                </a:cxn>
                <a:cxn ang="0">
                  <a:pos x="0" y="0"/>
                </a:cxn>
                <a:cxn ang="0">
                  <a:pos x="0" y="0"/>
                </a:cxn>
                <a:cxn ang="0">
                  <a:pos x="0" y="0"/>
                </a:cxn>
              </a:cxnLst>
              <a:rect l="txL" t="txT" r="txR" b="txB"/>
              <a:pathLst>
                <a:path w="1028" h="299">
                  <a:moveTo>
                    <a:pt x="0" y="0"/>
                  </a:moveTo>
                  <a:lnTo>
                    <a:pt x="1009" y="299"/>
                  </a:lnTo>
                  <a:lnTo>
                    <a:pt x="1028" y="292"/>
                  </a:lnTo>
                  <a:lnTo>
                    <a:pt x="30" y="0"/>
                  </a:lnTo>
                  <a:lnTo>
                    <a:pt x="0" y="0"/>
                  </a:lnTo>
                  <a:close/>
                </a:path>
              </a:pathLst>
            </a:custGeom>
            <a:solidFill>
              <a:srgbClr val="DDDDDD">
                <a:alpha val="100000"/>
              </a:srgbClr>
            </a:solidFill>
            <a:ln w="9525">
              <a:noFill/>
            </a:ln>
          </p:spPr>
          <p:txBody>
            <a:bodyPr/>
            <a:p>
              <a:endParaRPr lang="zh-CN" altLang="en-US"/>
            </a:p>
          </p:txBody>
        </p:sp>
      </p:grpSp>
      <p:grpSp>
        <p:nvGrpSpPr>
          <p:cNvPr id="78994" name="Group 846"/>
          <p:cNvGrpSpPr/>
          <p:nvPr/>
        </p:nvGrpSpPr>
        <p:grpSpPr>
          <a:xfrm>
            <a:off x="5395913" y="3130550"/>
            <a:ext cx="304800" cy="363538"/>
            <a:chOff x="4475" y="3342"/>
            <a:chExt cx="172" cy="215"/>
          </a:xfrm>
        </p:grpSpPr>
        <p:sp>
          <p:nvSpPr>
            <p:cNvPr id="79032" name="AutoShape 847"/>
            <p:cNvSpPr>
              <a:spLocks noChangeAspect="1" noTextEdit="1"/>
            </p:cNvSpPr>
            <p:nvPr/>
          </p:nvSpPr>
          <p:spPr>
            <a:xfrm>
              <a:off x="4500" y="3398"/>
              <a:ext cx="147" cy="159"/>
            </a:xfrm>
            <a:prstGeom prst="rect">
              <a:avLst/>
            </a:prstGeom>
            <a:noFill/>
            <a:ln w="9525">
              <a:noFill/>
            </a:ln>
          </p:spPr>
          <p:txBody>
            <a:bodyPr/>
            <a:p>
              <a:endParaRPr lang="zh-CN" altLang="en-US"/>
            </a:p>
          </p:txBody>
        </p:sp>
        <p:sp>
          <p:nvSpPr>
            <p:cNvPr id="79033" name="Freeform 848"/>
            <p:cNvSpPr/>
            <p:nvPr/>
          </p:nvSpPr>
          <p:spPr>
            <a:xfrm>
              <a:off x="4501" y="3398"/>
              <a:ext cx="146" cy="159"/>
            </a:xfrm>
            <a:custGeom>
              <a:avLst/>
              <a:gdLst>
                <a:gd name="txL" fmla="*/ 0 w 1894"/>
                <a:gd name="txT" fmla="*/ 0 h 1904"/>
                <a:gd name="txR" fmla="*/ 1894 w 1894"/>
                <a:gd name="txB" fmla="*/ 1904 h 19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alpha val="100000"/>
              </a:scheme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34" name="Freeform 849"/>
            <p:cNvSpPr/>
            <p:nvPr/>
          </p:nvSpPr>
          <p:spPr>
            <a:xfrm>
              <a:off x="4519" y="3499"/>
              <a:ext cx="85" cy="27"/>
            </a:xfrm>
            <a:custGeom>
              <a:avLst/>
              <a:gdLst>
                <a:gd name="txL" fmla="*/ 0 w 1106"/>
                <a:gd name="txT" fmla="*/ 0 h 331"/>
                <a:gd name="txR" fmla="*/ 1106 w 1106"/>
                <a:gd name="txB" fmla="*/ 331 h 331"/>
              </a:gdLst>
              <a:ahLst/>
              <a:cxnLst>
                <a:cxn ang="0">
                  <a:pos x="0" y="0"/>
                </a:cxn>
                <a:cxn ang="0">
                  <a:pos x="0" y="0"/>
                </a:cxn>
                <a:cxn ang="0">
                  <a:pos x="0" y="0"/>
                </a:cxn>
                <a:cxn ang="0">
                  <a:pos x="0" y="0"/>
                </a:cxn>
                <a:cxn ang="0">
                  <a:pos x="0" y="0"/>
                </a:cxn>
              </a:cxnLst>
              <a:rect l="txL" t="txT" r="txR" b="txB"/>
              <a:pathLst>
                <a:path w="1106" h="331">
                  <a:moveTo>
                    <a:pt x="40" y="0"/>
                  </a:moveTo>
                  <a:lnTo>
                    <a:pt x="1106" y="277"/>
                  </a:lnTo>
                  <a:lnTo>
                    <a:pt x="1071" y="331"/>
                  </a:lnTo>
                  <a:lnTo>
                    <a:pt x="0" y="36"/>
                  </a:lnTo>
                  <a:lnTo>
                    <a:pt x="40" y="0"/>
                  </a:lnTo>
                  <a:close/>
                </a:path>
              </a:pathLst>
            </a:custGeom>
            <a:solidFill>
              <a:srgbClr val="7F7F7F">
                <a:alpha val="100000"/>
              </a:srgbClr>
            </a:solidFill>
            <a:ln w="9525">
              <a:noFill/>
            </a:ln>
          </p:spPr>
          <p:txBody>
            <a:bodyPr/>
            <a:p>
              <a:endParaRPr lang="zh-CN" altLang="en-US"/>
            </a:p>
          </p:txBody>
        </p:sp>
        <p:sp>
          <p:nvSpPr>
            <p:cNvPr id="79035" name="Freeform 850"/>
            <p:cNvSpPr/>
            <p:nvPr/>
          </p:nvSpPr>
          <p:spPr>
            <a:xfrm>
              <a:off x="4505" y="3511"/>
              <a:ext cx="99" cy="42"/>
            </a:xfrm>
            <a:custGeom>
              <a:avLst/>
              <a:gdLst>
                <a:gd name="txL" fmla="*/ 0 w 1285"/>
                <a:gd name="txT" fmla="*/ 0 h 505"/>
                <a:gd name="txR" fmla="*/ 1285 w 1285"/>
                <a:gd name="txB" fmla="*/ 505 h 50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alpha val="100000"/>
              </a:schemeClr>
            </a:solidFill>
            <a:ln w="9525">
              <a:noFill/>
            </a:ln>
          </p:spPr>
          <p:txBody>
            <a:bodyPr/>
            <a:p>
              <a:endParaRPr lang="zh-CN" altLang="en-US"/>
            </a:p>
          </p:txBody>
        </p:sp>
        <p:sp>
          <p:nvSpPr>
            <p:cNvPr id="79036" name="AutoShape 851"/>
            <p:cNvSpPr>
              <a:spLocks noChangeAspect="1" noTextEdit="1"/>
            </p:cNvSpPr>
            <p:nvPr/>
          </p:nvSpPr>
          <p:spPr>
            <a:xfrm>
              <a:off x="4475" y="3342"/>
              <a:ext cx="160" cy="189"/>
            </a:xfrm>
            <a:prstGeom prst="rect">
              <a:avLst/>
            </a:prstGeom>
            <a:noFill/>
            <a:ln w="9525">
              <a:noFill/>
            </a:ln>
          </p:spPr>
          <p:txBody>
            <a:bodyPr/>
            <a:p>
              <a:endParaRPr lang="zh-CN" altLang="en-US"/>
            </a:p>
          </p:txBody>
        </p:sp>
        <p:sp>
          <p:nvSpPr>
            <p:cNvPr id="79037" name="Freeform 852"/>
            <p:cNvSpPr/>
            <p:nvPr/>
          </p:nvSpPr>
          <p:spPr>
            <a:xfrm>
              <a:off x="4508" y="3354"/>
              <a:ext cx="23" cy="31"/>
            </a:xfrm>
            <a:custGeom>
              <a:avLst/>
              <a:gdLst>
                <a:gd name="txL" fmla="*/ 0 w 179"/>
                <a:gd name="txT" fmla="*/ 0 h 216"/>
                <a:gd name="txR" fmla="*/ 179 w 179"/>
                <a:gd name="txB" fmla="*/ 216 h 21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38" name="Freeform 853"/>
            <p:cNvSpPr/>
            <p:nvPr/>
          </p:nvSpPr>
          <p:spPr>
            <a:xfrm>
              <a:off x="4547" y="3353"/>
              <a:ext cx="14" cy="24"/>
            </a:xfrm>
            <a:custGeom>
              <a:avLst/>
              <a:gdLst>
                <a:gd name="txL" fmla="*/ 0 w 114"/>
                <a:gd name="txT" fmla="*/ 0 h 168"/>
                <a:gd name="txR" fmla="*/ 114 w 114"/>
                <a:gd name="txB" fmla="*/ 168 h 1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alpha val="100000"/>
              </a:srgbClr>
            </a:solidFill>
            <a:ln w="9525">
              <a:noFill/>
            </a:ln>
          </p:spPr>
          <p:txBody>
            <a:bodyPr/>
            <a:p>
              <a:endParaRPr lang="zh-CN" altLang="en-US"/>
            </a:p>
          </p:txBody>
        </p:sp>
        <p:sp>
          <p:nvSpPr>
            <p:cNvPr id="79039" name="Freeform 854"/>
            <p:cNvSpPr/>
            <p:nvPr/>
          </p:nvSpPr>
          <p:spPr>
            <a:xfrm>
              <a:off x="4494" y="3348"/>
              <a:ext cx="37" cy="50"/>
            </a:xfrm>
            <a:custGeom>
              <a:avLst/>
              <a:gdLst>
                <a:gd name="txL" fmla="*/ 0 w 289"/>
                <a:gd name="txT" fmla="*/ 0 h 351"/>
                <a:gd name="txR" fmla="*/ 289 w 289"/>
                <a:gd name="txB" fmla="*/ 351 h 35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alpha val="100000"/>
              </a:srgbClr>
            </a:solidFill>
            <a:ln w="9525">
              <a:noFill/>
            </a:ln>
          </p:spPr>
          <p:txBody>
            <a:bodyPr/>
            <a:p>
              <a:endParaRPr lang="zh-CN" altLang="en-US"/>
            </a:p>
          </p:txBody>
        </p:sp>
        <p:sp>
          <p:nvSpPr>
            <p:cNvPr id="79040" name="Freeform 855"/>
            <p:cNvSpPr/>
            <p:nvPr/>
          </p:nvSpPr>
          <p:spPr>
            <a:xfrm>
              <a:off x="4545" y="3346"/>
              <a:ext cx="32" cy="34"/>
            </a:xfrm>
            <a:custGeom>
              <a:avLst/>
              <a:gdLst>
                <a:gd name="txL" fmla="*/ 0 w 254"/>
                <a:gd name="txT" fmla="*/ 0 h 234"/>
                <a:gd name="txR" fmla="*/ 254 w 254"/>
                <a:gd name="txB" fmla="*/ 234 h 23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alpha val="100000"/>
              </a:srgbClr>
            </a:solidFill>
            <a:ln w="9525">
              <a:noFill/>
            </a:ln>
          </p:spPr>
          <p:txBody>
            <a:bodyPr/>
            <a:p>
              <a:endParaRPr lang="zh-CN" altLang="en-US"/>
            </a:p>
          </p:txBody>
        </p:sp>
        <p:sp>
          <p:nvSpPr>
            <p:cNvPr id="79041" name="Freeform 856"/>
            <p:cNvSpPr/>
            <p:nvPr/>
          </p:nvSpPr>
          <p:spPr>
            <a:xfrm>
              <a:off x="4481" y="3362"/>
              <a:ext cx="13" cy="31"/>
            </a:xfrm>
            <a:custGeom>
              <a:avLst/>
              <a:gdLst>
                <a:gd name="txL" fmla="*/ 0 w 103"/>
                <a:gd name="txT" fmla="*/ 0 h 221"/>
                <a:gd name="txR" fmla="*/ 103 w 103"/>
                <a:gd name="txB" fmla="*/ 221 h 22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alpha val="100000"/>
              </a:srgbClr>
            </a:solidFill>
            <a:ln w="9525">
              <a:noFill/>
            </a:ln>
          </p:spPr>
          <p:txBody>
            <a:bodyPr/>
            <a:p>
              <a:endParaRPr lang="zh-CN" altLang="en-US"/>
            </a:p>
          </p:txBody>
        </p:sp>
        <p:sp>
          <p:nvSpPr>
            <p:cNvPr id="79042" name="Freeform 857"/>
            <p:cNvSpPr/>
            <p:nvPr/>
          </p:nvSpPr>
          <p:spPr>
            <a:xfrm>
              <a:off x="4571" y="3344"/>
              <a:ext cx="28" cy="41"/>
            </a:xfrm>
            <a:custGeom>
              <a:avLst/>
              <a:gdLst>
                <a:gd name="txL" fmla="*/ 0 w 221"/>
                <a:gd name="txT" fmla="*/ 0 h 288"/>
                <a:gd name="txR" fmla="*/ 221 w 221"/>
                <a:gd name="txB" fmla="*/ 288 h 28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alpha val="100000"/>
              </a:srgbClr>
            </a:solidFill>
            <a:ln w="9525">
              <a:noFill/>
            </a:ln>
          </p:spPr>
          <p:txBody>
            <a:bodyPr/>
            <a:p>
              <a:endParaRPr lang="zh-CN" altLang="en-US"/>
            </a:p>
          </p:txBody>
        </p:sp>
        <p:sp>
          <p:nvSpPr>
            <p:cNvPr id="79043" name="Freeform 858"/>
            <p:cNvSpPr/>
            <p:nvPr/>
          </p:nvSpPr>
          <p:spPr>
            <a:xfrm>
              <a:off x="4541" y="3392"/>
              <a:ext cx="9" cy="25"/>
            </a:xfrm>
            <a:custGeom>
              <a:avLst/>
              <a:gdLst>
                <a:gd name="txL" fmla="*/ 0 w 74"/>
                <a:gd name="txT" fmla="*/ 0 h 174"/>
                <a:gd name="txR" fmla="*/ 74 w 74"/>
                <a:gd name="txB" fmla="*/ 174 h 17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alpha val="100000"/>
              </a:srgbClr>
            </a:solidFill>
            <a:ln w="9525">
              <a:noFill/>
            </a:ln>
          </p:spPr>
          <p:txBody>
            <a:bodyPr/>
            <a:p>
              <a:endParaRPr lang="zh-CN" altLang="en-US"/>
            </a:p>
          </p:txBody>
        </p:sp>
        <p:sp>
          <p:nvSpPr>
            <p:cNvPr id="79044" name="Freeform 859"/>
            <p:cNvSpPr/>
            <p:nvPr/>
          </p:nvSpPr>
          <p:spPr>
            <a:xfrm>
              <a:off x="4537" y="3379"/>
              <a:ext cx="5" cy="12"/>
            </a:xfrm>
            <a:custGeom>
              <a:avLst/>
              <a:gdLst>
                <a:gd name="txL" fmla="*/ 0 w 39"/>
                <a:gd name="txT" fmla="*/ 0 h 87"/>
                <a:gd name="txR" fmla="*/ 39 w 39"/>
                <a:gd name="txB" fmla="*/ 87 h 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alpha val="100000"/>
              </a:srgbClr>
            </a:solidFill>
            <a:ln w="9525">
              <a:noFill/>
            </a:ln>
          </p:spPr>
          <p:txBody>
            <a:bodyPr/>
            <a:p>
              <a:endParaRPr lang="zh-CN" altLang="en-US"/>
            </a:p>
          </p:txBody>
        </p:sp>
        <p:sp>
          <p:nvSpPr>
            <p:cNvPr id="79045" name="Freeform 860"/>
            <p:cNvSpPr/>
            <p:nvPr/>
          </p:nvSpPr>
          <p:spPr>
            <a:xfrm>
              <a:off x="4533" y="3370"/>
              <a:ext cx="4" cy="7"/>
            </a:xfrm>
            <a:custGeom>
              <a:avLst/>
              <a:gdLst>
                <a:gd name="txL" fmla="*/ 0 w 34"/>
                <a:gd name="txT" fmla="*/ 0 h 51"/>
                <a:gd name="txR" fmla="*/ 34 w 34"/>
                <a:gd name="txB" fmla="*/ 51 h 5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alpha val="100000"/>
              </a:srgbClr>
            </a:solidFill>
            <a:ln w="9525">
              <a:noFill/>
            </a:ln>
          </p:spPr>
          <p:txBody>
            <a:bodyPr/>
            <a:p>
              <a:endParaRPr lang="zh-CN" altLang="en-US"/>
            </a:p>
          </p:txBody>
        </p:sp>
        <p:sp>
          <p:nvSpPr>
            <p:cNvPr id="79046" name="Freeform 861"/>
            <p:cNvSpPr/>
            <p:nvPr/>
          </p:nvSpPr>
          <p:spPr>
            <a:xfrm>
              <a:off x="4529" y="3364"/>
              <a:ext cx="6" cy="4"/>
            </a:xfrm>
            <a:custGeom>
              <a:avLst/>
              <a:gdLst>
                <a:gd name="txL" fmla="*/ 0 w 46"/>
                <a:gd name="txT" fmla="*/ 0 h 33"/>
                <a:gd name="txR" fmla="*/ 46 w 46"/>
                <a:gd name="txB" fmla="*/ 33 h 3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alpha val="100000"/>
              </a:srgbClr>
            </a:solidFill>
            <a:ln w="9525">
              <a:noFill/>
            </a:ln>
          </p:spPr>
          <p:txBody>
            <a:bodyPr/>
            <a:p>
              <a:endParaRPr lang="zh-CN" altLang="en-US"/>
            </a:p>
          </p:txBody>
        </p:sp>
        <p:sp>
          <p:nvSpPr>
            <p:cNvPr id="79047" name="Freeform 862"/>
            <p:cNvSpPr/>
            <p:nvPr/>
          </p:nvSpPr>
          <p:spPr>
            <a:xfrm>
              <a:off x="4502" y="3356"/>
              <a:ext cx="23" cy="31"/>
            </a:xfrm>
            <a:custGeom>
              <a:avLst/>
              <a:gdLst>
                <a:gd name="txL" fmla="*/ 0 w 177"/>
                <a:gd name="txT" fmla="*/ 0 h 219"/>
                <a:gd name="txR" fmla="*/ 177 w 177"/>
                <a:gd name="txB" fmla="*/ 219 h 21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alpha val="100000"/>
              </a:srgbClr>
            </a:solidFill>
            <a:ln w="9525">
              <a:noFill/>
            </a:ln>
          </p:spPr>
          <p:txBody>
            <a:bodyPr/>
            <a:p>
              <a:endParaRPr lang="zh-CN" altLang="en-US"/>
            </a:p>
          </p:txBody>
        </p:sp>
        <p:sp>
          <p:nvSpPr>
            <p:cNvPr id="79048" name="Freeform 863"/>
            <p:cNvSpPr/>
            <p:nvPr/>
          </p:nvSpPr>
          <p:spPr>
            <a:xfrm>
              <a:off x="4540" y="3355"/>
              <a:ext cx="15" cy="25"/>
            </a:xfrm>
            <a:custGeom>
              <a:avLst/>
              <a:gdLst>
                <a:gd name="txL" fmla="*/ 0 w 115"/>
                <a:gd name="txT" fmla="*/ 0 h 170"/>
                <a:gd name="txR" fmla="*/ 115 w 115"/>
                <a:gd name="txB" fmla="*/ 170 h 17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49" name="Freeform 864"/>
            <p:cNvSpPr/>
            <p:nvPr/>
          </p:nvSpPr>
          <p:spPr>
            <a:xfrm>
              <a:off x="4488" y="3350"/>
              <a:ext cx="36" cy="50"/>
            </a:xfrm>
            <a:custGeom>
              <a:avLst/>
              <a:gdLst>
                <a:gd name="txL" fmla="*/ 0 w 289"/>
                <a:gd name="txT" fmla="*/ 0 h 352"/>
                <a:gd name="txR" fmla="*/ 289 w 289"/>
                <a:gd name="txB" fmla="*/ 352 h 3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50" name="Freeform 865"/>
            <p:cNvSpPr/>
            <p:nvPr/>
          </p:nvSpPr>
          <p:spPr>
            <a:xfrm>
              <a:off x="4539" y="3348"/>
              <a:ext cx="32" cy="34"/>
            </a:xfrm>
            <a:custGeom>
              <a:avLst/>
              <a:gdLst>
                <a:gd name="txL" fmla="*/ 0 w 252"/>
                <a:gd name="txT" fmla="*/ 0 h 235"/>
                <a:gd name="txR" fmla="*/ 252 w 252"/>
                <a:gd name="txB" fmla="*/ 235 h 23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51" name="Freeform 866"/>
            <p:cNvSpPr/>
            <p:nvPr/>
          </p:nvSpPr>
          <p:spPr>
            <a:xfrm>
              <a:off x="4476" y="3366"/>
              <a:ext cx="13" cy="32"/>
            </a:xfrm>
            <a:custGeom>
              <a:avLst/>
              <a:gdLst>
                <a:gd name="txL" fmla="*/ 0 w 103"/>
                <a:gd name="txT" fmla="*/ 0 h 220"/>
                <a:gd name="txR" fmla="*/ 103 w 103"/>
                <a:gd name="txB" fmla="*/ 220 h 22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52" name="Freeform 867"/>
            <p:cNvSpPr/>
            <p:nvPr/>
          </p:nvSpPr>
          <p:spPr>
            <a:xfrm>
              <a:off x="4565" y="3346"/>
              <a:ext cx="28" cy="41"/>
            </a:xfrm>
            <a:custGeom>
              <a:avLst/>
              <a:gdLst>
                <a:gd name="txL" fmla="*/ 0 w 220"/>
                <a:gd name="txT" fmla="*/ 0 h 288"/>
                <a:gd name="txR" fmla="*/ 220 w 220"/>
                <a:gd name="txB" fmla="*/ 288 h 28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53" name="Freeform 868"/>
            <p:cNvSpPr/>
            <p:nvPr/>
          </p:nvSpPr>
          <p:spPr>
            <a:xfrm>
              <a:off x="4538" y="3409"/>
              <a:ext cx="107" cy="71"/>
            </a:xfrm>
            <a:custGeom>
              <a:avLst/>
              <a:gdLst>
                <a:gd name="txL" fmla="*/ 0 w 1070"/>
                <a:gd name="txT" fmla="*/ 0 h 844"/>
                <a:gd name="txR" fmla="*/ 1070 w 1070"/>
                <a:gd name="txB" fmla="*/ 844 h 844"/>
              </a:gdLst>
              <a:ahLst/>
              <a:cxnLst>
                <a:cxn ang="0">
                  <a:pos x="0" y="0"/>
                </a:cxn>
                <a:cxn ang="0">
                  <a:pos x="0" y="0"/>
                </a:cxn>
                <a:cxn ang="0">
                  <a:pos x="0" y="0"/>
                </a:cxn>
                <a:cxn ang="0">
                  <a:pos x="0" y="0"/>
                </a:cxn>
                <a:cxn ang="0">
                  <a:pos x="0" y="0"/>
                </a:cxn>
              </a:cxnLst>
              <a:rect l="txL" t="txT" r="txR" b="txB"/>
              <a:pathLst>
                <a:path w="1070" h="844">
                  <a:moveTo>
                    <a:pt x="141" y="0"/>
                  </a:moveTo>
                  <a:lnTo>
                    <a:pt x="1070" y="194"/>
                  </a:lnTo>
                  <a:lnTo>
                    <a:pt x="919" y="844"/>
                  </a:lnTo>
                  <a:lnTo>
                    <a:pt x="0" y="624"/>
                  </a:lnTo>
                  <a:lnTo>
                    <a:pt x="141" y="0"/>
                  </a:lnTo>
                  <a:close/>
                </a:path>
              </a:pathLst>
            </a:custGeom>
            <a:solidFill>
              <a:schemeClr val="folHlink">
                <a:alpha val="100000"/>
              </a:schemeClr>
            </a:solidFill>
            <a:ln w="9525">
              <a:noFill/>
            </a:ln>
          </p:spPr>
          <p:txBody>
            <a:bodyPr/>
            <a:p>
              <a:endParaRPr lang="zh-CN" altLang="en-US"/>
            </a:p>
          </p:txBody>
        </p:sp>
        <p:sp>
          <p:nvSpPr>
            <p:cNvPr id="79054" name="Freeform 869"/>
            <p:cNvSpPr/>
            <p:nvPr/>
          </p:nvSpPr>
          <p:spPr>
            <a:xfrm>
              <a:off x="4547" y="3411"/>
              <a:ext cx="82" cy="28"/>
            </a:xfrm>
            <a:custGeom>
              <a:avLst/>
              <a:gdLst>
                <a:gd name="txL" fmla="*/ 0 w 819"/>
                <a:gd name="txT" fmla="*/ 0 h 333"/>
                <a:gd name="txR" fmla="*/ 819 w 819"/>
                <a:gd name="txB" fmla="*/ 333 h 333"/>
              </a:gdLst>
              <a:ahLst/>
              <a:cxnLst>
                <a:cxn ang="0">
                  <a:pos x="0" y="0"/>
                </a:cxn>
                <a:cxn ang="0">
                  <a:pos x="0" y="0"/>
                </a:cxn>
                <a:cxn ang="0">
                  <a:pos x="0" y="0"/>
                </a:cxn>
                <a:cxn ang="0">
                  <a:pos x="0" y="0"/>
                </a:cxn>
                <a:cxn ang="0">
                  <a:pos x="0" y="0"/>
                </a:cxn>
              </a:cxnLst>
              <a:rect l="txL" t="txT" r="txR" b="txB"/>
              <a:pathLst>
                <a:path w="819" h="333">
                  <a:moveTo>
                    <a:pt x="97" y="0"/>
                  </a:moveTo>
                  <a:lnTo>
                    <a:pt x="819" y="139"/>
                  </a:lnTo>
                  <a:lnTo>
                    <a:pt x="172" y="98"/>
                  </a:lnTo>
                  <a:lnTo>
                    <a:pt x="0" y="333"/>
                  </a:lnTo>
                  <a:lnTo>
                    <a:pt x="97" y="0"/>
                  </a:lnTo>
                  <a:close/>
                </a:path>
              </a:pathLst>
            </a:custGeom>
            <a:solidFill>
              <a:srgbClr val="FFFFFF">
                <a:alpha val="100000"/>
              </a:srgbClr>
            </a:solidFill>
            <a:ln w="9525">
              <a:noFill/>
            </a:ln>
          </p:spPr>
          <p:txBody>
            <a:bodyPr/>
            <a:p>
              <a:endParaRPr lang="zh-CN" altLang="en-US"/>
            </a:p>
          </p:txBody>
        </p:sp>
        <p:sp>
          <p:nvSpPr>
            <p:cNvPr id="79055" name="Freeform 870"/>
            <p:cNvSpPr/>
            <p:nvPr/>
          </p:nvSpPr>
          <p:spPr>
            <a:xfrm>
              <a:off x="4527" y="3494"/>
              <a:ext cx="108" cy="26"/>
            </a:xfrm>
            <a:custGeom>
              <a:avLst/>
              <a:gdLst>
                <a:gd name="txL" fmla="*/ 0 w 1083"/>
                <a:gd name="txT" fmla="*/ 0 h 306"/>
                <a:gd name="txR" fmla="*/ 1083 w 1083"/>
                <a:gd name="txB" fmla="*/ 306 h 306"/>
              </a:gdLst>
              <a:ahLst/>
              <a:cxnLst>
                <a:cxn ang="0">
                  <a:pos x="0" y="0"/>
                </a:cxn>
                <a:cxn ang="0">
                  <a:pos x="0" y="0"/>
                </a:cxn>
                <a:cxn ang="0">
                  <a:pos x="0" y="0"/>
                </a:cxn>
                <a:cxn ang="0">
                  <a:pos x="0" y="0"/>
                </a:cxn>
                <a:cxn ang="0">
                  <a:pos x="0" y="0"/>
                </a:cxn>
              </a:cxnLst>
              <a:rect l="txL" t="txT" r="txR" b="txB"/>
              <a:pathLst>
                <a:path w="1083" h="306">
                  <a:moveTo>
                    <a:pt x="34" y="0"/>
                  </a:moveTo>
                  <a:lnTo>
                    <a:pt x="1083" y="261"/>
                  </a:lnTo>
                  <a:lnTo>
                    <a:pt x="1055" y="306"/>
                  </a:lnTo>
                  <a:lnTo>
                    <a:pt x="0" y="28"/>
                  </a:lnTo>
                  <a:lnTo>
                    <a:pt x="34" y="0"/>
                  </a:lnTo>
                  <a:close/>
                </a:path>
              </a:pathLst>
            </a:custGeom>
            <a:solidFill>
              <a:srgbClr val="7F7F7F">
                <a:alpha val="100000"/>
              </a:srgbClr>
            </a:solidFill>
            <a:ln w="9525">
              <a:noFill/>
            </a:ln>
          </p:spPr>
          <p:txBody>
            <a:bodyPr/>
            <a:p>
              <a:endParaRPr lang="zh-CN" altLang="en-US"/>
            </a:p>
          </p:txBody>
        </p:sp>
        <p:sp>
          <p:nvSpPr>
            <p:cNvPr id="79056" name="Freeform 871"/>
            <p:cNvSpPr/>
            <p:nvPr/>
          </p:nvSpPr>
          <p:spPr>
            <a:xfrm>
              <a:off x="4517" y="3502"/>
              <a:ext cx="109" cy="26"/>
            </a:xfrm>
            <a:custGeom>
              <a:avLst/>
              <a:gdLst>
                <a:gd name="txL" fmla="*/ 0 w 1088"/>
                <a:gd name="txT" fmla="*/ 0 h 311"/>
                <a:gd name="txR" fmla="*/ 1088 w 1088"/>
                <a:gd name="txB" fmla="*/ 311 h 311"/>
              </a:gdLst>
              <a:ahLst/>
              <a:cxnLst>
                <a:cxn ang="0">
                  <a:pos x="0" y="0"/>
                </a:cxn>
                <a:cxn ang="0">
                  <a:pos x="0" y="0"/>
                </a:cxn>
                <a:cxn ang="0">
                  <a:pos x="0" y="0"/>
                </a:cxn>
                <a:cxn ang="0">
                  <a:pos x="0" y="0"/>
                </a:cxn>
                <a:cxn ang="0">
                  <a:pos x="0" y="0"/>
                </a:cxn>
              </a:cxnLst>
              <a:rect l="txL" t="txT" r="txR" b="txB"/>
              <a:pathLst>
                <a:path w="1088" h="311">
                  <a:moveTo>
                    <a:pt x="39" y="0"/>
                  </a:moveTo>
                  <a:lnTo>
                    <a:pt x="1088" y="260"/>
                  </a:lnTo>
                  <a:lnTo>
                    <a:pt x="1055" y="311"/>
                  </a:lnTo>
                  <a:lnTo>
                    <a:pt x="0" y="34"/>
                  </a:lnTo>
                  <a:lnTo>
                    <a:pt x="39" y="0"/>
                  </a:lnTo>
                  <a:close/>
                </a:path>
              </a:pathLst>
            </a:custGeom>
            <a:solidFill>
              <a:srgbClr val="7F7F7F">
                <a:alpha val="100000"/>
              </a:srgbClr>
            </a:solidFill>
            <a:ln w="9525">
              <a:noFill/>
            </a:ln>
          </p:spPr>
          <p:txBody>
            <a:bodyPr/>
            <a:p>
              <a:endParaRPr lang="zh-CN" altLang="en-US"/>
            </a:p>
          </p:txBody>
        </p:sp>
        <p:sp>
          <p:nvSpPr>
            <p:cNvPr id="79057" name="Freeform 872"/>
            <p:cNvSpPr/>
            <p:nvPr/>
          </p:nvSpPr>
          <p:spPr>
            <a:xfrm>
              <a:off x="4534" y="3526"/>
              <a:ext cx="16" cy="6"/>
            </a:xfrm>
            <a:custGeom>
              <a:avLst/>
              <a:gdLst>
                <a:gd name="txL" fmla="*/ 0 w 164"/>
                <a:gd name="txT" fmla="*/ 0 h 72"/>
                <a:gd name="txR" fmla="*/ 164 w 164"/>
                <a:gd name="txB" fmla="*/ 72 h 7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alpha val="100000"/>
              </a:srgbClr>
            </a:solidFill>
            <a:ln w="9525">
              <a:noFill/>
            </a:ln>
          </p:spPr>
          <p:txBody>
            <a:bodyPr/>
            <a:p>
              <a:endParaRPr lang="zh-CN" altLang="en-US"/>
            </a:p>
          </p:txBody>
        </p:sp>
        <p:sp>
          <p:nvSpPr>
            <p:cNvPr id="79058" name="Freeform 873"/>
            <p:cNvSpPr/>
            <p:nvPr/>
          </p:nvSpPr>
          <p:spPr>
            <a:xfrm>
              <a:off x="4537" y="3483"/>
              <a:ext cx="15" cy="9"/>
            </a:xfrm>
            <a:custGeom>
              <a:avLst/>
              <a:gdLst>
                <a:gd name="txL" fmla="*/ 0 w 146"/>
                <a:gd name="txT" fmla="*/ 0 h 109"/>
                <a:gd name="txR" fmla="*/ 146 w 146"/>
                <a:gd name="txB" fmla="*/ 109 h 10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alpha val="100000"/>
              </a:srgbClr>
            </a:solidFill>
            <a:ln w="9525">
              <a:noFill/>
            </a:ln>
          </p:spPr>
          <p:txBody>
            <a:bodyPr/>
            <a:p>
              <a:endParaRPr lang="zh-CN" altLang="en-US"/>
            </a:p>
          </p:txBody>
        </p:sp>
        <p:sp>
          <p:nvSpPr>
            <p:cNvPr id="79059" name="Freeform 874"/>
            <p:cNvSpPr/>
            <p:nvPr/>
          </p:nvSpPr>
          <p:spPr>
            <a:xfrm>
              <a:off x="4620" y="3499"/>
              <a:ext cx="15" cy="9"/>
            </a:xfrm>
            <a:custGeom>
              <a:avLst/>
              <a:gdLst>
                <a:gd name="txL" fmla="*/ 0 w 146"/>
                <a:gd name="txT" fmla="*/ 0 h 107"/>
                <a:gd name="txR" fmla="*/ 146 w 146"/>
                <a:gd name="txB" fmla="*/ 107 h 10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alpha val="100000"/>
              </a:srgbClr>
            </a:solidFill>
            <a:ln w="9525">
              <a:noFill/>
            </a:ln>
          </p:spPr>
          <p:txBody>
            <a:bodyPr/>
            <a:p>
              <a:endParaRPr lang="zh-CN" altLang="en-US"/>
            </a:p>
          </p:txBody>
        </p:sp>
        <p:sp>
          <p:nvSpPr>
            <p:cNvPr id="79060" name="Freeform 875"/>
            <p:cNvSpPr/>
            <p:nvPr/>
          </p:nvSpPr>
          <p:spPr>
            <a:xfrm>
              <a:off x="4553" y="3485"/>
              <a:ext cx="63" cy="16"/>
            </a:xfrm>
            <a:custGeom>
              <a:avLst/>
              <a:gdLst>
                <a:gd name="txL" fmla="*/ 0 w 629"/>
                <a:gd name="txT" fmla="*/ 0 h 182"/>
                <a:gd name="txR" fmla="*/ 629 w 629"/>
                <a:gd name="txB" fmla="*/ 182 h 182"/>
              </a:gdLst>
              <a:ahLst/>
              <a:cxnLst>
                <a:cxn ang="0">
                  <a:pos x="0" y="0"/>
                </a:cxn>
                <a:cxn ang="0">
                  <a:pos x="0" y="0"/>
                </a:cxn>
                <a:cxn ang="0">
                  <a:pos x="0" y="0"/>
                </a:cxn>
                <a:cxn ang="0">
                  <a:pos x="0" y="0"/>
                </a:cxn>
                <a:cxn ang="0">
                  <a:pos x="0" y="0"/>
                </a:cxn>
              </a:cxnLst>
              <a:rect l="txL" t="txT" r="txR" b="txB"/>
              <a:pathLst>
                <a:path w="629" h="182">
                  <a:moveTo>
                    <a:pt x="0" y="40"/>
                  </a:moveTo>
                  <a:lnTo>
                    <a:pt x="601" y="182"/>
                  </a:lnTo>
                  <a:lnTo>
                    <a:pt x="629" y="142"/>
                  </a:lnTo>
                  <a:lnTo>
                    <a:pt x="29" y="0"/>
                  </a:lnTo>
                  <a:lnTo>
                    <a:pt x="0" y="40"/>
                  </a:lnTo>
                  <a:close/>
                </a:path>
              </a:pathLst>
            </a:custGeom>
            <a:solidFill>
              <a:schemeClr val="folHlink">
                <a:alpha val="100000"/>
              </a:schemeClr>
            </a:solidFill>
            <a:ln w="9525">
              <a:noFill/>
            </a:ln>
          </p:spPr>
          <p:txBody>
            <a:bodyPr/>
            <a:p>
              <a:endParaRPr lang="zh-CN" altLang="en-US"/>
            </a:p>
          </p:txBody>
        </p:sp>
        <p:sp>
          <p:nvSpPr>
            <p:cNvPr id="79061" name="Freeform 876"/>
            <p:cNvSpPr/>
            <p:nvPr/>
          </p:nvSpPr>
          <p:spPr>
            <a:xfrm>
              <a:off x="4553" y="3492"/>
              <a:ext cx="60" cy="14"/>
            </a:xfrm>
            <a:custGeom>
              <a:avLst/>
              <a:gdLst>
                <a:gd name="txL" fmla="*/ 0 w 606"/>
                <a:gd name="txT" fmla="*/ 0 h 170"/>
                <a:gd name="txR" fmla="*/ 606 w 606"/>
                <a:gd name="txB" fmla="*/ 170 h 170"/>
              </a:gdLst>
              <a:ahLst/>
              <a:cxnLst>
                <a:cxn ang="0">
                  <a:pos x="0" y="0"/>
                </a:cxn>
                <a:cxn ang="0">
                  <a:pos x="0" y="0"/>
                </a:cxn>
                <a:cxn ang="0">
                  <a:pos x="0" y="0"/>
                </a:cxn>
                <a:cxn ang="0">
                  <a:pos x="0" y="0"/>
                </a:cxn>
                <a:cxn ang="0">
                  <a:pos x="0" y="0"/>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79062" name="Freeform 877"/>
            <p:cNvSpPr/>
            <p:nvPr/>
          </p:nvSpPr>
          <p:spPr>
            <a:xfrm>
              <a:off x="4553" y="3482"/>
              <a:ext cx="60" cy="14"/>
            </a:xfrm>
            <a:custGeom>
              <a:avLst/>
              <a:gdLst>
                <a:gd name="txL" fmla="*/ 0 w 606"/>
                <a:gd name="txT" fmla="*/ 0 h 170"/>
                <a:gd name="txR" fmla="*/ 606 w 606"/>
                <a:gd name="txB" fmla="*/ 170 h 170"/>
              </a:gdLst>
              <a:ahLst/>
              <a:cxnLst>
                <a:cxn ang="0">
                  <a:pos x="0" y="0"/>
                </a:cxn>
                <a:cxn ang="0">
                  <a:pos x="0" y="0"/>
                </a:cxn>
                <a:cxn ang="0">
                  <a:pos x="0" y="0"/>
                </a:cxn>
                <a:cxn ang="0">
                  <a:pos x="0" y="0"/>
                </a:cxn>
                <a:cxn ang="0">
                  <a:pos x="0" y="0"/>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grpSp>
      <p:grpSp>
        <p:nvGrpSpPr>
          <p:cNvPr id="78995" name="Group 878"/>
          <p:cNvGrpSpPr/>
          <p:nvPr/>
        </p:nvGrpSpPr>
        <p:grpSpPr>
          <a:xfrm>
            <a:off x="6143625" y="1728788"/>
            <a:ext cx="346075" cy="396875"/>
            <a:chOff x="4475" y="3342"/>
            <a:chExt cx="172" cy="215"/>
          </a:xfrm>
        </p:grpSpPr>
        <p:sp>
          <p:nvSpPr>
            <p:cNvPr id="79001" name="AutoShape 879"/>
            <p:cNvSpPr>
              <a:spLocks noChangeAspect="1" noTextEdit="1"/>
            </p:cNvSpPr>
            <p:nvPr/>
          </p:nvSpPr>
          <p:spPr>
            <a:xfrm>
              <a:off x="4500" y="3398"/>
              <a:ext cx="147" cy="159"/>
            </a:xfrm>
            <a:prstGeom prst="rect">
              <a:avLst/>
            </a:prstGeom>
            <a:noFill/>
            <a:ln w="9525">
              <a:noFill/>
            </a:ln>
          </p:spPr>
          <p:txBody>
            <a:bodyPr/>
            <a:p>
              <a:endParaRPr lang="zh-CN" altLang="en-US"/>
            </a:p>
          </p:txBody>
        </p:sp>
        <p:sp>
          <p:nvSpPr>
            <p:cNvPr id="79002" name="Freeform 880"/>
            <p:cNvSpPr/>
            <p:nvPr/>
          </p:nvSpPr>
          <p:spPr>
            <a:xfrm>
              <a:off x="4501" y="3398"/>
              <a:ext cx="146" cy="159"/>
            </a:xfrm>
            <a:custGeom>
              <a:avLst/>
              <a:gdLst>
                <a:gd name="txL" fmla="*/ 0 w 1894"/>
                <a:gd name="txT" fmla="*/ 0 h 1904"/>
                <a:gd name="txR" fmla="*/ 1894 w 1894"/>
                <a:gd name="txB" fmla="*/ 1904 h 190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894" h="1904">
                  <a:moveTo>
                    <a:pt x="651" y="0"/>
                  </a:moveTo>
                  <a:lnTo>
                    <a:pt x="653" y="0"/>
                  </a:lnTo>
                  <a:lnTo>
                    <a:pt x="659" y="0"/>
                  </a:lnTo>
                  <a:lnTo>
                    <a:pt x="668" y="0"/>
                  </a:lnTo>
                  <a:lnTo>
                    <a:pt x="682" y="0"/>
                  </a:lnTo>
                  <a:lnTo>
                    <a:pt x="699" y="1"/>
                  </a:lnTo>
                  <a:lnTo>
                    <a:pt x="720" y="1"/>
                  </a:lnTo>
                  <a:lnTo>
                    <a:pt x="742" y="3"/>
                  </a:lnTo>
                  <a:lnTo>
                    <a:pt x="769" y="4"/>
                  </a:lnTo>
                  <a:lnTo>
                    <a:pt x="799" y="6"/>
                  </a:lnTo>
                  <a:lnTo>
                    <a:pt x="831" y="8"/>
                  </a:lnTo>
                  <a:lnTo>
                    <a:pt x="865" y="10"/>
                  </a:lnTo>
                  <a:lnTo>
                    <a:pt x="902" y="13"/>
                  </a:lnTo>
                  <a:lnTo>
                    <a:pt x="941" y="17"/>
                  </a:lnTo>
                  <a:lnTo>
                    <a:pt x="982" y="21"/>
                  </a:lnTo>
                  <a:lnTo>
                    <a:pt x="1025" y="26"/>
                  </a:lnTo>
                  <a:lnTo>
                    <a:pt x="1070" y="32"/>
                  </a:lnTo>
                  <a:lnTo>
                    <a:pt x="1116" y="38"/>
                  </a:lnTo>
                  <a:lnTo>
                    <a:pt x="1164" y="46"/>
                  </a:lnTo>
                  <a:lnTo>
                    <a:pt x="1213" y="55"/>
                  </a:lnTo>
                  <a:lnTo>
                    <a:pt x="1263" y="63"/>
                  </a:lnTo>
                  <a:lnTo>
                    <a:pt x="1315" y="73"/>
                  </a:lnTo>
                  <a:lnTo>
                    <a:pt x="1366" y="85"/>
                  </a:lnTo>
                  <a:lnTo>
                    <a:pt x="1418" y="97"/>
                  </a:lnTo>
                  <a:lnTo>
                    <a:pt x="1472" y="111"/>
                  </a:lnTo>
                  <a:lnTo>
                    <a:pt x="1525" y="125"/>
                  </a:lnTo>
                  <a:lnTo>
                    <a:pt x="1579" y="141"/>
                  </a:lnTo>
                  <a:lnTo>
                    <a:pt x="1632" y="159"/>
                  </a:lnTo>
                  <a:lnTo>
                    <a:pt x="1685" y="177"/>
                  </a:lnTo>
                  <a:lnTo>
                    <a:pt x="1739" y="197"/>
                  </a:lnTo>
                  <a:lnTo>
                    <a:pt x="1791" y="218"/>
                  </a:lnTo>
                  <a:lnTo>
                    <a:pt x="1843" y="241"/>
                  </a:lnTo>
                  <a:lnTo>
                    <a:pt x="1894" y="266"/>
                  </a:lnTo>
                  <a:lnTo>
                    <a:pt x="1729" y="1139"/>
                  </a:lnTo>
                  <a:lnTo>
                    <a:pt x="1733" y="1140"/>
                  </a:lnTo>
                  <a:lnTo>
                    <a:pt x="1742" y="1146"/>
                  </a:lnTo>
                  <a:lnTo>
                    <a:pt x="1755" y="1156"/>
                  </a:lnTo>
                  <a:lnTo>
                    <a:pt x="1768" y="1173"/>
                  </a:lnTo>
                  <a:lnTo>
                    <a:pt x="1778" y="1199"/>
                  </a:lnTo>
                  <a:lnTo>
                    <a:pt x="1781" y="1234"/>
                  </a:lnTo>
                  <a:lnTo>
                    <a:pt x="1777" y="1281"/>
                  </a:lnTo>
                  <a:lnTo>
                    <a:pt x="1760" y="1341"/>
                  </a:lnTo>
                  <a:lnTo>
                    <a:pt x="1472" y="1765"/>
                  </a:lnTo>
                  <a:lnTo>
                    <a:pt x="1432" y="1765"/>
                  </a:lnTo>
                  <a:lnTo>
                    <a:pt x="1324" y="1904"/>
                  </a:lnTo>
                  <a:lnTo>
                    <a:pt x="1322" y="1904"/>
                  </a:lnTo>
                  <a:lnTo>
                    <a:pt x="1315" y="1903"/>
                  </a:lnTo>
                  <a:lnTo>
                    <a:pt x="1304" y="1902"/>
                  </a:lnTo>
                  <a:lnTo>
                    <a:pt x="1290" y="1900"/>
                  </a:lnTo>
                  <a:lnTo>
                    <a:pt x="1270" y="1897"/>
                  </a:lnTo>
                  <a:lnTo>
                    <a:pt x="1249" y="1894"/>
                  </a:lnTo>
                  <a:lnTo>
                    <a:pt x="1223" y="1891"/>
                  </a:lnTo>
                  <a:lnTo>
                    <a:pt x="1194" y="1887"/>
                  </a:lnTo>
                  <a:lnTo>
                    <a:pt x="1162" y="1881"/>
                  </a:lnTo>
                  <a:lnTo>
                    <a:pt x="1128" y="1876"/>
                  </a:lnTo>
                  <a:lnTo>
                    <a:pt x="1091" y="1869"/>
                  </a:lnTo>
                  <a:lnTo>
                    <a:pt x="1050" y="1862"/>
                  </a:lnTo>
                  <a:lnTo>
                    <a:pt x="1008" y="1854"/>
                  </a:lnTo>
                  <a:lnTo>
                    <a:pt x="964" y="1845"/>
                  </a:lnTo>
                  <a:lnTo>
                    <a:pt x="918" y="1835"/>
                  </a:lnTo>
                  <a:lnTo>
                    <a:pt x="870" y="1824"/>
                  </a:lnTo>
                  <a:lnTo>
                    <a:pt x="820" y="1813"/>
                  </a:lnTo>
                  <a:lnTo>
                    <a:pt x="769" y="1800"/>
                  </a:lnTo>
                  <a:lnTo>
                    <a:pt x="717" y="1786"/>
                  </a:lnTo>
                  <a:lnTo>
                    <a:pt x="664" y="1772"/>
                  </a:lnTo>
                  <a:lnTo>
                    <a:pt x="610" y="1755"/>
                  </a:lnTo>
                  <a:lnTo>
                    <a:pt x="555" y="1738"/>
                  </a:lnTo>
                  <a:lnTo>
                    <a:pt x="501" y="1720"/>
                  </a:lnTo>
                  <a:lnTo>
                    <a:pt x="445" y="1701"/>
                  </a:lnTo>
                  <a:lnTo>
                    <a:pt x="390" y="1681"/>
                  </a:lnTo>
                  <a:lnTo>
                    <a:pt x="334" y="1659"/>
                  </a:lnTo>
                  <a:lnTo>
                    <a:pt x="280" y="1636"/>
                  </a:lnTo>
                  <a:lnTo>
                    <a:pt x="225" y="1611"/>
                  </a:lnTo>
                  <a:lnTo>
                    <a:pt x="172" y="1585"/>
                  </a:lnTo>
                  <a:lnTo>
                    <a:pt x="119" y="1559"/>
                  </a:lnTo>
                  <a:lnTo>
                    <a:pt x="67" y="1530"/>
                  </a:lnTo>
                  <a:lnTo>
                    <a:pt x="17" y="1500"/>
                  </a:lnTo>
                  <a:lnTo>
                    <a:pt x="16" y="1495"/>
                  </a:lnTo>
                  <a:lnTo>
                    <a:pt x="12" y="1480"/>
                  </a:lnTo>
                  <a:lnTo>
                    <a:pt x="8" y="1457"/>
                  </a:lnTo>
                  <a:lnTo>
                    <a:pt x="4" y="1430"/>
                  </a:lnTo>
                  <a:lnTo>
                    <a:pt x="0" y="1401"/>
                  </a:lnTo>
                  <a:lnTo>
                    <a:pt x="0" y="1370"/>
                  </a:lnTo>
                  <a:lnTo>
                    <a:pt x="4" y="1343"/>
                  </a:lnTo>
                  <a:lnTo>
                    <a:pt x="12" y="1319"/>
                  </a:lnTo>
                  <a:lnTo>
                    <a:pt x="388" y="965"/>
                  </a:lnTo>
                  <a:lnTo>
                    <a:pt x="387" y="961"/>
                  </a:lnTo>
                  <a:lnTo>
                    <a:pt x="386" y="952"/>
                  </a:lnTo>
                  <a:lnTo>
                    <a:pt x="386" y="936"/>
                  </a:lnTo>
                  <a:lnTo>
                    <a:pt x="390" y="917"/>
                  </a:lnTo>
                  <a:lnTo>
                    <a:pt x="397" y="893"/>
                  </a:lnTo>
                  <a:lnTo>
                    <a:pt x="412" y="868"/>
                  </a:lnTo>
                  <a:lnTo>
                    <a:pt x="435" y="841"/>
                  </a:lnTo>
                  <a:lnTo>
                    <a:pt x="468" y="814"/>
                  </a:lnTo>
                  <a:lnTo>
                    <a:pt x="651" y="0"/>
                  </a:lnTo>
                  <a:close/>
                </a:path>
              </a:pathLst>
            </a:custGeom>
            <a:solidFill>
              <a:schemeClr val="folHlink">
                <a:alpha val="100000"/>
              </a:scheme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03" name="Freeform 881"/>
            <p:cNvSpPr/>
            <p:nvPr/>
          </p:nvSpPr>
          <p:spPr>
            <a:xfrm>
              <a:off x="4519" y="3499"/>
              <a:ext cx="85" cy="27"/>
            </a:xfrm>
            <a:custGeom>
              <a:avLst/>
              <a:gdLst>
                <a:gd name="txL" fmla="*/ 0 w 1106"/>
                <a:gd name="txT" fmla="*/ 0 h 331"/>
                <a:gd name="txR" fmla="*/ 1106 w 1106"/>
                <a:gd name="txB" fmla="*/ 331 h 331"/>
              </a:gdLst>
              <a:ahLst/>
              <a:cxnLst>
                <a:cxn ang="0">
                  <a:pos x="0" y="0"/>
                </a:cxn>
                <a:cxn ang="0">
                  <a:pos x="0" y="0"/>
                </a:cxn>
                <a:cxn ang="0">
                  <a:pos x="0" y="0"/>
                </a:cxn>
                <a:cxn ang="0">
                  <a:pos x="0" y="0"/>
                </a:cxn>
                <a:cxn ang="0">
                  <a:pos x="0" y="0"/>
                </a:cxn>
              </a:cxnLst>
              <a:rect l="txL" t="txT" r="txR" b="txB"/>
              <a:pathLst>
                <a:path w="1106" h="331">
                  <a:moveTo>
                    <a:pt x="40" y="0"/>
                  </a:moveTo>
                  <a:lnTo>
                    <a:pt x="1106" y="277"/>
                  </a:lnTo>
                  <a:lnTo>
                    <a:pt x="1071" y="331"/>
                  </a:lnTo>
                  <a:lnTo>
                    <a:pt x="0" y="36"/>
                  </a:lnTo>
                  <a:lnTo>
                    <a:pt x="40" y="0"/>
                  </a:lnTo>
                  <a:close/>
                </a:path>
              </a:pathLst>
            </a:custGeom>
            <a:solidFill>
              <a:srgbClr val="7F7F7F">
                <a:alpha val="100000"/>
              </a:srgbClr>
            </a:solidFill>
            <a:ln w="9525">
              <a:noFill/>
            </a:ln>
          </p:spPr>
          <p:txBody>
            <a:bodyPr/>
            <a:p>
              <a:endParaRPr lang="zh-CN" altLang="en-US"/>
            </a:p>
          </p:txBody>
        </p:sp>
        <p:sp>
          <p:nvSpPr>
            <p:cNvPr id="79004" name="Freeform 882"/>
            <p:cNvSpPr/>
            <p:nvPr/>
          </p:nvSpPr>
          <p:spPr>
            <a:xfrm>
              <a:off x="4505" y="3511"/>
              <a:ext cx="99" cy="42"/>
            </a:xfrm>
            <a:custGeom>
              <a:avLst/>
              <a:gdLst>
                <a:gd name="txL" fmla="*/ 0 w 1285"/>
                <a:gd name="txT" fmla="*/ 0 h 505"/>
                <a:gd name="txR" fmla="*/ 1285 w 1285"/>
                <a:gd name="txB" fmla="*/ 505 h 50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5" h="505">
                  <a:moveTo>
                    <a:pt x="1284" y="391"/>
                  </a:moveTo>
                  <a:lnTo>
                    <a:pt x="1282" y="391"/>
                  </a:lnTo>
                  <a:lnTo>
                    <a:pt x="1275" y="390"/>
                  </a:lnTo>
                  <a:lnTo>
                    <a:pt x="1264" y="389"/>
                  </a:lnTo>
                  <a:lnTo>
                    <a:pt x="1250" y="387"/>
                  </a:lnTo>
                  <a:lnTo>
                    <a:pt x="1232" y="385"/>
                  </a:lnTo>
                  <a:lnTo>
                    <a:pt x="1209" y="382"/>
                  </a:lnTo>
                  <a:lnTo>
                    <a:pt x="1183" y="378"/>
                  </a:lnTo>
                  <a:lnTo>
                    <a:pt x="1155" y="374"/>
                  </a:lnTo>
                  <a:lnTo>
                    <a:pt x="1124" y="369"/>
                  </a:lnTo>
                  <a:lnTo>
                    <a:pt x="1089" y="362"/>
                  </a:lnTo>
                  <a:lnTo>
                    <a:pt x="1052" y="355"/>
                  </a:lnTo>
                  <a:lnTo>
                    <a:pt x="1013" y="349"/>
                  </a:lnTo>
                  <a:lnTo>
                    <a:pt x="971" y="340"/>
                  </a:lnTo>
                  <a:lnTo>
                    <a:pt x="926" y="332"/>
                  </a:lnTo>
                  <a:lnTo>
                    <a:pt x="881" y="322"/>
                  </a:lnTo>
                  <a:lnTo>
                    <a:pt x="834" y="311"/>
                  </a:lnTo>
                  <a:lnTo>
                    <a:pt x="785" y="299"/>
                  </a:lnTo>
                  <a:lnTo>
                    <a:pt x="735" y="287"/>
                  </a:lnTo>
                  <a:lnTo>
                    <a:pt x="684" y="273"/>
                  </a:lnTo>
                  <a:lnTo>
                    <a:pt x="632" y="259"/>
                  </a:lnTo>
                  <a:lnTo>
                    <a:pt x="579" y="244"/>
                  </a:lnTo>
                  <a:lnTo>
                    <a:pt x="526" y="228"/>
                  </a:lnTo>
                  <a:lnTo>
                    <a:pt x="472" y="209"/>
                  </a:lnTo>
                  <a:lnTo>
                    <a:pt x="419" y="191"/>
                  </a:lnTo>
                  <a:lnTo>
                    <a:pt x="364" y="171"/>
                  </a:lnTo>
                  <a:lnTo>
                    <a:pt x="311" y="150"/>
                  </a:lnTo>
                  <a:lnTo>
                    <a:pt x="259" y="128"/>
                  </a:lnTo>
                  <a:lnTo>
                    <a:pt x="206" y="105"/>
                  </a:lnTo>
                  <a:lnTo>
                    <a:pt x="155" y="81"/>
                  </a:lnTo>
                  <a:lnTo>
                    <a:pt x="104" y="55"/>
                  </a:lnTo>
                  <a:lnTo>
                    <a:pt x="55" y="28"/>
                  </a:lnTo>
                  <a:lnTo>
                    <a:pt x="7" y="0"/>
                  </a:lnTo>
                  <a:lnTo>
                    <a:pt x="6" y="4"/>
                  </a:lnTo>
                  <a:lnTo>
                    <a:pt x="4" y="15"/>
                  </a:lnTo>
                  <a:lnTo>
                    <a:pt x="2" y="32"/>
                  </a:lnTo>
                  <a:lnTo>
                    <a:pt x="0" y="53"/>
                  </a:lnTo>
                  <a:lnTo>
                    <a:pt x="0" y="76"/>
                  </a:lnTo>
                  <a:lnTo>
                    <a:pt x="2" y="98"/>
                  </a:lnTo>
                  <a:lnTo>
                    <a:pt x="8" y="120"/>
                  </a:lnTo>
                  <a:lnTo>
                    <a:pt x="18" y="137"/>
                  </a:lnTo>
                  <a:lnTo>
                    <a:pt x="19" y="139"/>
                  </a:lnTo>
                  <a:lnTo>
                    <a:pt x="22" y="141"/>
                  </a:lnTo>
                  <a:lnTo>
                    <a:pt x="28" y="144"/>
                  </a:lnTo>
                  <a:lnTo>
                    <a:pt x="37" y="148"/>
                  </a:lnTo>
                  <a:lnTo>
                    <a:pt x="47" y="155"/>
                  </a:lnTo>
                  <a:lnTo>
                    <a:pt x="59" y="162"/>
                  </a:lnTo>
                  <a:lnTo>
                    <a:pt x="75" y="170"/>
                  </a:lnTo>
                  <a:lnTo>
                    <a:pt x="92" y="180"/>
                  </a:lnTo>
                  <a:lnTo>
                    <a:pt x="112" y="190"/>
                  </a:lnTo>
                  <a:lnTo>
                    <a:pt x="134" y="200"/>
                  </a:lnTo>
                  <a:lnTo>
                    <a:pt x="159" y="212"/>
                  </a:lnTo>
                  <a:lnTo>
                    <a:pt x="186" y="225"/>
                  </a:lnTo>
                  <a:lnTo>
                    <a:pt x="215" y="238"/>
                  </a:lnTo>
                  <a:lnTo>
                    <a:pt x="247" y="252"/>
                  </a:lnTo>
                  <a:lnTo>
                    <a:pt x="281" y="267"/>
                  </a:lnTo>
                  <a:lnTo>
                    <a:pt x="318" y="281"/>
                  </a:lnTo>
                  <a:lnTo>
                    <a:pt x="358" y="296"/>
                  </a:lnTo>
                  <a:lnTo>
                    <a:pt x="399" y="311"/>
                  </a:lnTo>
                  <a:lnTo>
                    <a:pt x="443" y="326"/>
                  </a:lnTo>
                  <a:lnTo>
                    <a:pt x="491" y="341"/>
                  </a:lnTo>
                  <a:lnTo>
                    <a:pt x="540" y="357"/>
                  </a:lnTo>
                  <a:lnTo>
                    <a:pt x="592" y="372"/>
                  </a:lnTo>
                  <a:lnTo>
                    <a:pt x="647" y="387"/>
                  </a:lnTo>
                  <a:lnTo>
                    <a:pt x="703" y="402"/>
                  </a:lnTo>
                  <a:lnTo>
                    <a:pt x="764" y="416"/>
                  </a:lnTo>
                  <a:lnTo>
                    <a:pt x="826" y="431"/>
                  </a:lnTo>
                  <a:lnTo>
                    <a:pt x="890" y="444"/>
                  </a:lnTo>
                  <a:lnTo>
                    <a:pt x="958" y="459"/>
                  </a:lnTo>
                  <a:lnTo>
                    <a:pt x="1028" y="472"/>
                  </a:lnTo>
                  <a:lnTo>
                    <a:pt x="1101" y="483"/>
                  </a:lnTo>
                  <a:lnTo>
                    <a:pt x="1177" y="494"/>
                  </a:lnTo>
                  <a:lnTo>
                    <a:pt x="1255" y="505"/>
                  </a:lnTo>
                  <a:lnTo>
                    <a:pt x="1256" y="503"/>
                  </a:lnTo>
                  <a:lnTo>
                    <a:pt x="1260" y="497"/>
                  </a:lnTo>
                  <a:lnTo>
                    <a:pt x="1265" y="487"/>
                  </a:lnTo>
                  <a:lnTo>
                    <a:pt x="1272" y="473"/>
                  </a:lnTo>
                  <a:lnTo>
                    <a:pt x="1278" y="456"/>
                  </a:lnTo>
                  <a:lnTo>
                    <a:pt x="1282" y="437"/>
                  </a:lnTo>
                  <a:lnTo>
                    <a:pt x="1285" y="415"/>
                  </a:lnTo>
                  <a:lnTo>
                    <a:pt x="1284" y="391"/>
                  </a:lnTo>
                  <a:close/>
                </a:path>
              </a:pathLst>
            </a:custGeom>
            <a:solidFill>
              <a:schemeClr val="folHlink">
                <a:alpha val="100000"/>
              </a:schemeClr>
            </a:solidFill>
            <a:ln w="9525">
              <a:noFill/>
            </a:ln>
          </p:spPr>
          <p:txBody>
            <a:bodyPr/>
            <a:p>
              <a:endParaRPr lang="zh-CN" altLang="en-US"/>
            </a:p>
          </p:txBody>
        </p:sp>
        <p:sp>
          <p:nvSpPr>
            <p:cNvPr id="79005" name="AutoShape 883"/>
            <p:cNvSpPr>
              <a:spLocks noChangeAspect="1" noTextEdit="1"/>
            </p:cNvSpPr>
            <p:nvPr/>
          </p:nvSpPr>
          <p:spPr>
            <a:xfrm>
              <a:off x="4475" y="3342"/>
              <a:ext cx="160" cy="189"/>
            </a:xfrm>
            <a:prstGeom prst="rect">
              <a:avLst/>
            </a:prstGeom>
            <a:noFill/>
            <a:ln w="9525">
              <a:noFill/>
            </a:ln>
          </p:spPr>
          <p:txBody>
            <a:bodyPr/>
            <a:p>
              <a:endParaRPr lang="zh-CN" altLang="en-US"/>
            </a:p>
          </p:txBody>
        </p:sp>
        <p:sp>
          <p:nvSpPr>
            <p:cNvPr id="79006" name="Freeform 884"/>
            <p:cNvSpPr/>
            <p:nvPr/>
          </p:nvSpPr>
          <p:spPr>
            <a:xfrm>
              <a:off x="4508" y="3354"/>
              <a:ext cx="23" cy="31"/>
            </a:xfrm>
            <a:custGeom>
              <a:avLst/>
              <a:gdLst>
                <a:gd name="txL" fmla="*/ 0 w 179"/>
                <a:gd name="txT" fmla="*/ 0 h 216"/>
                <a:gd name="txR" fmla="*/ 179 w 179"/>
                <a:gd name="txB" fmla="*/ 216 h 21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9" h="216">
                  <a:moveTo>
                    <a:pt x="63" y="28"/>
                  </a:moveTo>
                  <a:lnTo>
                    <a:pt x="49" y="37"/>
                  </a:lnTo>
                  <a:lnTo>
                    <a:pt x="38" y="47"/>
                  </a:lnTo>
                  <a:lnTo>
                    <a:pt x="27" y="59"/>
                  </a:lnTo>
                  <a:lnTo>
                    <a:pt x="18" y="72"/>
                  </a:lnTo>
                  <a:lnTo>
                    <a:pt x="10" y="86"/>
                  </a:lnTo>
                  <a:lnTo>
                    <a:pt x="5" y="101"/>
                  </a:lnTo>
                  <a:lnTo>
                    <a:pt x="2" y="117"/>
                  </a:lnTo>
                  <a:lnTo>
                    <a:pt x="0" y="133"/>
                  </a:lnTo>
                  <a:lnTo>
                    <a:pt x="2" y="155"/>
                  </a:lnTo>
                  <a:lnTo>
                    <a:pt x="10" y="173"/>
                  </a:lnTo>
                  <a:lnTo>
                    <a:pt x="23" y="190"/>
                  </a:lnTo>
                  <a:lnTo>
                    <a:pt x="40" y="201"/>
                  </a:lnTo>
                  <a:lnTo>
                    <a:pt x="59" y="211"/>
                  </a:lnTo>
                  <a:lnTo>
                    <a:pt x="79" y="215"/>
                  </a:lnTo>
                  <a:lnTo>
                    <a:pt x="100" y="216"/>
                  </a:lnTo>
                  <a:lnTo>
                    <a:pt x="120" y="213"/>
                  </a:lnTo>
                  <a:lnTo>
                    <a:pt x="124" y="213"/>
                  </a:lnTo>
                  <a:lnTo>
                    <a:pt x="128" y="211"/>
                  </a:lnTo>
                  <a:lnTo>
                    <a:pt x="131" y="208"/>
                  </a:lnTo>
                  <a:lnTo>
                    <a:pt x="132" y="203"/>
                  </a:lnTo>
                  <a:lnTo>
                    <a:pt x="130" y="198"/>
                  </a:lnTo>
                  <a:lnTo>
                    <a:pt x="126" y="194"/>
                  </a:lnTo>
                  <a:lnTo>
                    <a:pt x="121" y="190"/>
                  </a:lnTo>
                  <a:lnTo>
                    <a:pt x="116" y="187"/>
                  </a:lnTo>
                  <a:lnTo>
                    <a:pt x="105" y="184"/>
                  </a:lnTo>
                  <a:lnTo>
                    <a:pt x="95" y="182"/>
                  </a:lnTo>
                  <a:lnTo>
                    <a:pt x="84" y="180"/>
                  </a:lnTo>
                  <a:lnTo>
                    <a:pt x="75" y="178"/>
                  </a:lnTo>
                  <a:lnTo>
                    <a:pt x="65" y="175"/>
                  </a:lnTo>
                  <a:lnTo>
                    <a:pt x="56" y="170"/>
                  </a:lnTo>
                  <a:lnTo>
                    <a:pt x="47" y="165"/>
                  </a:lnTo>
                  <a:lnTo>
                    <a:pt x="39" y="156"/>
                  </a:lnTo>
                  <a:lnTo>
                    <a:pt x="36" y="120"/>
                  </a:lnTo>
                  <a:lnTo>
                    <a:pt x="44" y="90"/>
                  </a:lnTo>
                  <a:lnTo>
                    <a:pt x="61" y="67"/>
                  </a:lnTo>
                  <a:lnTo>
                    <a:pt x="84" y="47"/>
                  </a:lnTo>
                  <a:lnTo>
                    <a:pt x="109" y="32"/>
                  </a:lnTo>
                  <a:lnTo>
                    <a:pt x="136" y="21"/>
                  </a:lnTo>
                  <a:lnTo>
                    <a:pt x="160" y="12"/>
                  </a:lnTo>
                  <a:lnTo>
                    <a:pt x="179" y="5"/>
                  </a:lnTo>
                  <a:lnTo>
                    <a:pt x="167" y="1"/>
                  </a:lnTo>
                  <a:lnTo>
                    <a:pt x="154" y="0"/>
                  </a:lnTo>
                  <a:lnTo>
                    <a:pt x="140" y="2"/>
                  </a:lnTo>
                  <a:lnTo>
                    <a:pt x="124" y="5"/>
                  </a:lnTo>
                  <a:lnTo>
                    <a:pt x="108" y="10"/>
                  </a:lnTo>
                  <a:lnTo>
                    <a:pt x="92" y="15"/>
                  </a:lnTo>
                  <a:lnTo>
                    <a:pt x="77" y="22"/>
                  </a:lnTo>
                  <a:lnTo>
                    <a:pt x="63" y="28"/>
                  </a:lnTo>
                  <a:close/>
                </a:path>
              </a:pathLst>
            </a:custGeom>
            <a:solidFill>
              <a:srgbClr val="C9E8FF">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07" name="Freeform 885"/>
            <p:cNvSpPr/>
            <p:nvPr/>
          </p:nvSpPr>
          <p:spPr>
            <a:xfrm>
              <a:off x="4547" y="3353"/>
              <a:ext cx="14" cy="24"/>
            </a:xfrm>
            <a:custGeom>
              <a:avLst/>
              <a:gdLst>
                <a:gd name="txL" fmla="*/ 0 w 114"/>
                <a:gd name="txT" fmla="*/ 0 h 168"/>
                <a:gd name="txR" fmla="*/ 114 w 114"/>
                <a:gd name="txB" fmla="*/ 168 h 16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168">
                  <a:moveTo>
                    <a:pt x="96" y="55"/>
                  </a:moveTo>
                  <a:lnTo>
                    <a:pt x="101" y="72"/>
                  </a:lnTo>
                  <a:lnTo>
                    <a:pt x="100" y="88"/>
                  </a:lnTo>
                  <a:lnTo>
                    <a:pt x="92" y="101"/>
                  </a:lnTo>
                  <a:lnTo>
                    <a:pt x="82" y="112"/>
                  </a:lnTo>
                  <a:lnTo>
                    <a:pt x="69" y="123"/>
                  </a:lnTo>
                  <a:lnTo>
                    <a:pt x="54" y="134"/>
                  </a:lnTo>
                  <a:lnTo>
                    <a:pt x="40" y="143"/>
                  </a:lnTo>
                  <a:lnTo>
                    <a:pt x="27" y="153"/>
                  </a:lnTo>
                  <a:lnTo>
                    <a:pt x="25" y="156"/>
                  </a:lnTo>
                  <a:lnTo>
                    <a:pt x="24" y="158"/>
                  </a:lnTo>
                  <a:lnTo>
                    <a:pt x="24" y="162"/>
                  </a:lnTo>
                  <a:lnTo>
                    <a:pt x="25" y="165"/>
                  </a:lnTo>
                  <a:lnTo>
                    <a:pt x="28" y="167"/>
                  </a:lnTo>
                  <a:lnTo>
                    <a:pt x="31" y="168"/>
                  </a:lnTo>
                  <a:lnTo>
                    <a:pt x="33" y="168"/>
                  </a:lnTo>
                  <a:lnTo>
                    <a:pt x="37" y="167"/>
                  </a:lnTo>
                  <a:lnTo>
                    <a:pt x="53" y="157"/>
                  </a:lnTo>
                  <a:lnTo>
                    <a:pt x="69" y="147"/>
                  </a:lnTo>
                  <a:lnTo>
                    <a:pt x="84" y="135"/>
                  </a:lnTo>
                  <a:lnTo>
                    <a:pt x="97" y="121"/>
                  </a:lnTo>
                  <a:lnTo>
                    <a:pt x="107" y="106"/>
                  </a:lnTo>
                  <a:lnTo>
                    <a:pt x="113" y="89"/>
                  </a:lnTo>
                  <a:lnTo>
                    <a:pt x="114" y="71"/>
                  </a:lnTo>
                  <a:lnTo>
                    <a:pt x="110" y="51"/>
                  </a:lnTo>
                  <a:lnTo>
                    <a:pt x="101" y="36"/>
                  </a:lnTo>
                  <a:lnTo>
                    <a:pt x="87" y="24"/>
                  </a:lnTo>
                  <a:lnTo>
                    <a:pt x="70" y="14"/>
                  </a:lnTo>
                  <a:lnTo>
                    <a:pt x="51" y="7"/>
                  </a:lnTo>
                  <a:lnTo>
                    <a:pt x="32" y="2"/>
                  </a:lnTo>
                  <a:lnTo>
                    <a:pt x="17" y="0"/>
                  </a:lnTo>
                  <a:lnTo>
                    <a:pt x="5" y="0"/>
                  </a:lnTo>
                  <a:lnTo>
                    <a:pt x="0" y="3"/>
                  </a:lnTo>
                  <a:lnTo>
                    <a:pt x="12" y="9"/>
                  </a:lnTo>
                  <a:lnTo>
                    <a:pt x="26" y="13"/>
                  </a:lnTo>
                  <a:lnTo>
                    <a:pt x="41" y="17"/>
                  </a:lnTo>
                  <a:lnTo>
                    <a:pt x="54" y="22"/>
                  </a:lnTo>
                  <a:lnTo>
                    <a:pt x="68" y="27"/>
                  </a:lnTo>
                  <a:lnTo>
                    <a:pt x="80" y="34"/>
                  </a:lnTo>
                  <a:lnTo>
                    <a:pt x="89" y="43"/>
                  </a:lnTo>
                  <a:lnTo>
                    <a:pt x="96" y="55"/>
                  </a:lnTo>
                  <a:close/>
                </a:path>
              </a:pathLst>
            </a:custGeom>
            <a:solidFill>
              <a:srgbClr val="C9E8FF">
                <a:alpha val="100000"/>
              </a:srgbClr>
            </a:solidFill>
            <a:ln w="9525">
              <a:noFill/>
            </a:ln>
          </p:spPr>
          <p:txBody>
            <a:bodyPr/>
            <a:p>
              <a:endParaRPr lang="zh-CN" altLang="en-US"/>
            </a:p>
          </p:txBody>
        </p:sp>
        <p:sp>
          <p:nvSpPr>
            <p:cNvPr id="79008" name="Freeform 886"/>
            <p:cNvSpPr/>
            <p:nvPr/>
          </p:nvSpPr>
          <p:spPr>
            <a:xfrm>
              <a:off x="4494" y="3348"/>
              <a:ext cx="37" cy="50"/>
            </a:xfrm>
            <a:custGeom>
              <a:avLst/>
              <a:gdLst>
                <a:gd name="txL" fmla="*/ 0 w 289"/>
                <a:gd name="txT" fmla="*/ 0 h 351"/>
                <a:gd name="txR" fmla="*/ 289 w 289"/>
                <a:gd name="txB" fmla="*/ 351 h 35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9" h="351">
                  <a:moveTo>
                    <a:pt x="112" y="46"/>
                  </a:moveTo>
                  <a:lnTo>
                    <a:pt x="90" y="65"/>
                  </a:lnTo>
                  <a:lnTo>
                    <a:pt x="68" y="84"/>
                  </a:lnTo>
                  <a:lnTo>
                    <a:pt x="48" y="106"/>
                  </a:lnTo>
                  <a:lnTo>
                    <a:pt x="30" y="130"/>
                  </a:lnTo>
                  <a:lnTo>
                    <a:pt x="15" y="155"/>
                  </a:lnTo>
                  <a:lnTo>
                    <a:pt x="5" y="181"/>
                  </a:lnTo>
                  <a:lnTo>
                    <a:pt x="0" y="210"/>
                  </a:lnTo>
                  <a:lnTo>
                    <a:pt x="1" y="240"/>
                  </a:lnTo>
                  <a:lnTo>
                    <a:pt x="3" y="248"/>
                  </a:lnTo>
                  <a:lnTo>
                    <a:pt x="5" y="256"/>
                  </a:lnTo>
                  <a:lnTo>
                    <a:pt x="8" y="262"/>
                  </a:lnTo>
                  <a:lnTo>
                    <a:pt x="12" y="270"/>
                  </a:lnTo>
                  <a:lnTo>
                    <a:pt x="17" y="276"/>
                  </a:lnTo>
                  <a:lnTo>
                    <a:pt x="24" y="283"/>
                  </a:lnTo>
                  <a:lnTo>
                    <a:pt x="29" y="288"/>
                  </a:lnTo>
                  <a:lnTo>
                    <a:pt x="36" y="292"/>
                  </a:lnTo>
                  <a:lnTo>
                    <a:pt x="50" y="301"/>
                  </a:lnTo>
                  <a:lnTo>
                    <a:pt x="64" y="308"/>
                  </a:lnTo>
                  <a:lnTo>
                    <a:pt x="77" y="315"/>
                  </a:lnTo>
                  <a:lnTo>
                    <a:pt x="92" y="320"/>
                  </a:lnTo>
                  <a:lnTo>
                    <a:pt x="107" y="326"/>
                  </a:lnTo>
                  <a:lnTo>
                    <a:pt x="121" y="330"/>
                  </a:lnTo>
                  <a:lnTo>
                    <a:pt x="136" y="334"/>
                  </a:lnTo>
                  <a:lnTo>
                    <a:pt x="151" y="337"/>
                  </a:lnTo>
                  <a:lnTo>
                    <a:pt x="167" y="341"/>
                  </a:lnTo>
                  <a:lnTo>
                    <a:pt x="181" y="343"/>
                  </a:lnTo>
                  <a:lnTo>
                    <a:pt x="197" y="345"/>
                  </a:lnTo>
                  <a:lnTo>
                    <a:pt x="213" y="347"/>
                  </a:lnTo>
                  <a:lnTo>
                    <a:pt x="228" y="348"/>
                  </a:lnTo>
                  <a:lnTo>
                    <a:pt x="243" y="349"/>
                  </a:lnTo>
                  <a:lnTo>
                    <a:pt x="259" y="350"/>
                  </a:lnTo>
                  <a:lnTo>
                    <a:pt x="274" y="351"/>
                  </a:lnTo>
                  <a:lnTo>
                    <a:pt x="279" y="351"/>
                  </a:lnTo>
                  <a:lnTo>
                    <a:pt x="283" y="349"/>
                  </a:lnTo>
                  <a:lnTo>
                    <a:pt x="286" y="345"/>
                  </a:lnTo>
                  <a:lnTo>
                    <a:pt x="289" y="341"/>
                  </a:lnTo>
                  <a:lnTo>
                    <a:pt x="289" y="335"/>
                  </a:lnTo>
                  <a:lnTo>
                    <a:pt x="286" y="331"/>
                  </a:lnTo>
                  <a:lnTo>
                    <a:pt x="282" y="328"/>
                  </a:lnTo>
                  <a:lnTo>
                    <a:pt x="277" y="326"/>
                  </a:lnTo>
                  <a:lnTo>
                    <a:pt x="263" y="322"/>
                  </a:lnTo>
                  <a:lnTo>
                    <a:pt x="250" y="320"/>
                  </a:lnTo>
                  <a:lnTo>
                    <a:pt x="236" y="317"/>
                  </a:lnTo>
                  <a:lnTo>
                    <a:pt x="221" y="315"/>
                  </a:lnTo>
                  <a:lnTo>
                    <a:pt x="208" y="313"/>
                  </a:lnTo>
                  <a:lnTo>
                    <a:pt x="194" y="311"/>
                  </a:lnTo>
                  <a:lnTo>
                    <a:pt x="179" y="308"/>
                  </a:lnTo>
                  <a:lnTo>
                    <a:pt x="166" y="305"/>
                  </a:lnTo>
                  <a:lnTo>
                    <a:pt x="152" y="303"/>
                  </a:lnTo>
                  <a:lnTo>
                    <a:pt x="138" y="300"/>
                  </a:lnTo>
                  <a:lnTo>
                    <a:pt x="125" y="296"/>
                  </a:lnTo>
                  <a:lnTo>
                    <a:pt x="111" y="292"/>
                  </a:lnTo>
                  <a:lnTo>
                    <a:pt x="98" y="287"/>
                  </a:lnTo>
                  <a:lnTo>
                    <a:pt x="85" y="282"/>
                  </a:lnTo>
                  <a:lnTo>
                    <a:pt x="72" y="276"/>
                  </a:lnTo>
                  <a:lnTo>
                    <a:pt x="59" y="269"/>
                  </a:lnTo>
                  <a:lnTo>
                    <a:pt x="49" y="261"/>
                  </a:lnTo>
                  <a:lnTo>
                    <a:pt x="41" y="252"/>
                  </a:lnTo>
                  <a:lnTo>
                    <a:pt x="34" y="241"/>
                  </a:lnTo>
                  <a:lnTo>
                    <a:pt x="31" y="228"/>
                  </a:lnTo>
                  <a:lnTo>
                    <a:pt x="30" y="215"/>
                  </a:lnTo>
                  <a:lnTo>
                    <a:pt x="31" y="201"/>
                  </a:lnTo>
                  <a:lnTo>
                    <a:pt x="34" y="186"/>
                  </a:lnTo>
                  <a:lnTo>
                    <a:pt x="38" y="174"/>
                  </a:lnTo>
                  <a:lnTo>
                    <a:pt x="46" y="158"/>
                  </a:lnTo>
                  <a:lnTo>
                    <a:pt x="54" y="142"/>
                  </a:lnTo>
                  <a:lnTo>
                    <a:pt x="64" y="128"/>
                  </a:lnTo>
                  <a:lnTo>
                    <a:pt x="74" y="115"/>
                  </a:lnTo>
                  <a:lnTo>
                    <a:pt x="85" y="102"/>
                  </a:lnTo>
                  <a:lnTo>
                    <a:pt x="96" y="89"/>
                  </a:lnTo>
                  <a:lnTo>
                    <a:pt x="110" y="77"/>
                  </a:lnTo>
                  <a:lnTo>
                    <a:pt x="124" y="64"/>
                  </a:lnTo>
                  <a:lnTo>
                    <a:pt x="137" y="53"/>
                  </a:lnTo>
                  <a:lnTo>
                    <a:pt x="155" y="43"/>
                  </a:lnTo>
                  <a:lnTo>
                    <a:pt x="175" y="35"/>
                  </a:lnTo>
                  <a:lnTo>
                    <a:pt x="195" y="26"/>
                  </a:lnTo>
                  <a:lnTo>
                    <a:pt x="213" y="19"/>
                  </a:lnTo>
                  <a:lnTo>
                    <a:pt x="228" y="12"/>
                  </a:lnTo>
                  <a:lnTo>
                    <a:pt x="237" y="6"/>
                  </a:lnTo>
                  <a:lnTo>
                    <a:pt x="240" y="2"/>
                  </a:lnTo>
                  <a:lnTo>
                    <a:pt x="230" y="0"/>
                  </a:lnTo>
                  <a:lnTo>
                    <a:pt x="215" y="1"/>
                  </a:lnTo>
                  <a:lnTo>
                    <a:pt x="198" y="4"/>
                  </a:lnTo>
                  <a:lnTo>
                    <a:pt x="180" y="9"/>
                  </a:lnTo>
                  <a:lnTo>
                    <a:pt x="161" y="17"/>
                  </a:lnTo>
                  <a:lnTo>
                    <a:pt x="144" y="25"/>
                  </a:lnTo>
                  <a:lnTo>
                    <a:pt x="127" y="35"/>
                  </a:lnTo>
                  <a:lnTo>
                    <a:pt x="112" y="46"/>
                  </a:lnTo>
                  <a:close/>
                </a:path>
              </a:pathLst>
            </a:custGeom>
            <a:solidFill>
              <a:srgbClr val="C9E8FF">
                <a:alpha val="100000"/>
              </a:srgbClr>
            </a:solidFill>
            <a:ln w="9525">
              <a:noFill/>
            </a:ln>
          </p:spPr>
          <p:txBody>
            <a:bodyPr/>
            <a:p>
              <a:endParaRPr lang="zh-CN" altLang="en-US"/>
            </a:p>
          </p:txBody>
        </p:sp>
        <p:sp>
          <p:nvSpPr>
            <p:cNvPr id="79009" name="Freeform 887"/>
            <p:cNvSpPr/>
            <p:nvPr/>
          </p:nvSpPr>
          <p:spPr>
            <a:xfrm>
              <a:off x="4545" y="3346"/>
              <a:ext cx="32" cy="34"/>
            </a:xfrm>
            <a:custGeom>
              <a:avLst/>
              <a:gdLst>
                <a:gd name="txL" fmla="*/ 0 w 254"/>
                <a:gd name="txT" fmla="*/ 0 h 234"/>
                <a:gd name="txR" fmla="*/ 254 w 254"/>
                <a:gd name="txB" fmla="*/ 234 h 23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54" h="234">
                  <a:moveTo>
                    <a:pt x="210" y="71"/>
                  </a:moveTo>
                  <a:lnTo>
                    <a:pt x="222" y="84"/>
                  </a:lnTo>
                  <a:lnTo>
                    <a:pt x="229" y="99"/>
                  </a:lnTo>
                  <a:lnTo>
                    <a:pt x="232" y="115"/>
                  </a:lnTo>
                  <a:lnTo>
                    <a:pt x="232" y="132"/>
                  </a:lnTo>
                  <a:lnTo>
                    <a:pt x="230" y="146"/>
                  </a:lnTo>
                  <a:lnTo>
                    <a:pt x="226" y="158"/>
                  </a:lnTo>
                  <a:lnTo>
                    <a:pt x="219" y="170"/>
                  </a:lnTo>
                  <a:lnTo>
                    <a:pt x="211" y="179"/>
                  </a:lnTo>
                  <a:lnTo>
                    <a:pt x="202" y="190"/>
                  </a:lnTo>
                  <a:lnTo>
                    <a:pt x="193" y="199"/>
                  </a:lnTo>
                  <a:lnTo>
                    <a:pt x="183" y="208"/>
                  </a:lnTo>
                  <a:lnTo>
                    <a:pt x="174" y="218"/>
                  </a:lnTo>
                  <a:lnTo>
                    <a:pt x="172" y="221"/>
                  </a:lnTo>
                  <a:lnTo>
                    <a:pt x="172" y="224"/>
                  </a:lnTo>
                  <a:lnTo>
                    <a:pt x="172" y="227"/>
                  </a:lnTo>
                  <a:lnTo>
                    <a:pt x="174" y="231"/>
                  </a:lnTo>
                  <a:lnTo>
                    <a:pt x="177" y="233"/>
                  </a:lnTo>
                  <a:lnTo>
                    <a:pt x="181" y="234"/>
                  </a:lnTo>
                  <a:lnTo>
                    <a:pt x="184" y="233"/>
                  </a:lnTo>
                  <a:lnTo>
                    <a:pt x="187" y="231"/>
                  </a:lnTo>
                  <a:lnTo>
                    <a:pt x="208" y="217"/>
                  </a:lnTo>
                  <a:lnTo>
                    <a:pt x="226" y="199"/>
                  </a:lnTo>
                  <a:lnTo>
                    <a:pt x="240" y="178"/>
                  </a:lnTo>
                  <a:lnTo>
                    <a:pt x="249" y="155"/>
                  </a:lnTo>
                  <a:lnTo>
                    <a:pt x="254" y="131"/>
                  </a:lnTo>
                  <a:lnTo>
                    <a:pt x="251" y="107"/>
                  </a:lnTo>
                  <a:lnTo>
                    <a:pt x="243" y="84"/>
                  </a:lnTo>
                  <a:lnTo>
                    <a:pt x="226" y="64"/>
                  </a:lnTo>
                  <a:lnTo>
                    <a:pt x="214" y="53"/>
                  </a:lnTo>
                  <a:lnTo>
                    <a:pt x="199" y="45"/>
                  </a:lnTo>
                  <a:lnTo>
                    <a:pt x="183" y="36"/>
                  </a:lnTo>
                  <a:lnTo>
                    <a:pt x="165" y="29"/>
                  </a:lnTo>
                  <a:lnTo>
                    <a:pt x="147" y="21"/>
                  </a:lnTo>
                  <a:lnTo>
                    <a:pt x="129" y="16"/>
                  </a:lnTo>
                  <a:lnTo>
                    <a:pt x="111" y="12"/>
                  </a:lnTo>
                  <a:lnTo>
                    <a:pt x="93" y="7"/>
                  </a:lnTo>
                  <a:lnTo>
                    <a:pt x="75" y="4"/>
                  </a:lnTo>
                  <a:lnTo>
                    <a:pt x="59" y="2"/>
                  </a:lnTo>
                  <a:lnTo>
                    <a:pt x="43" y="0"/>
                  </a:lnTo>
                  <a:lnTo>
                    <a:pt x="31" y="0"/>
                  </a:lnTo>
                  <a:lnTo>
                    <a:pt x="19" y="0"/>
                  </a:lnTo>
                  <a:lnTo>
                    <a:pt x="10" y="0"/>
                  </a:lnTo>
                  <a:lnTo>
                    <a:pt x="3" y="2"/>
                  </a:lnTo>
                  <a:lnTo>
                    <a:pt x="0" y="4"/>
                  </a:lnTo>
                  <a:lnTo>
                    <a:pt x="11" y="6"/>
                  </a:lnTo>
                  <a:lnTo>
                    <a:pt x="21" y="7"/>
                  </a:lnTo>
                  <a:lnTo>
                    <a:pt x="34" y="9"/>
                  </a:lnTo>
                  <a:lnTo>
                    <a:pt x="46" y="12"/>
                  </a:lnTo>
                  <a:lnTo>
                    <a:pt x="59" y="15"/>
                  </a:lnTo>
                  <a:lnTo>
                    <a:pt x="74" y="17"/>
                  </a:lnTo>
                  <a:lnTo>
                    <a:pt x="87" y="20"/>
                  </a:lnTo>
                  <a:lnTo>
                    <a:pt x="102" y="23"/>
                  </a:lnTo>
                  <a:lnTo>
                    <a:pt x="116" y="28"/>
                  </a:lnTo>
                  <a:lnTo>
                    <a:pt x="131" y="32"/>
                  </a:lnTo>
                  <a:lnTo>
                    <a:pt x="145" y="36"/>
                  </a:lnTo>
                  <a:lnTo>
                    <a:pt x="159" y="42"/>
                  </a:lnTo>
                  <a:lnTo>
                    <a:pt x="173" y="48"/>
                  </a:lnTo>
                  <a:lnTo>
                    <a:pt x="186" y="55"/>
                  </a:lnTo>
                  <a:lnTo>
                    <a:pt x="199" y="63"/>
                  </a:lnTo>
                  <a:lnTo>
                    <a:pt x="210" y="71"/>
                  </a:lnTo>
                  <a:close/>
                </a:path>
              </a:pathLst>
            </a:custGeom>
            <a:solidFill>
              <a:srgbClr val="C9E8FF">
                <a:alpha val="100000"/>
              </a:srgbClr>
            </a:solidFill>
            <a:ln w="9525">
              <a:noFill/>
            </a:ln>
          </p:spPr>
          <p:txBody>
            <a:bodyPr/>
            <a:p>
              <a:endParaRPr lang="zh-CN" altLang="en-US"/>
            </a:p>
          </p:txBody>
        </p:sp>
        <p:sp>
          <p:nvSpPr>
            <p:cNvPr id="79010" name="Freeform 888"/>
            <p:cNvSpPr/>
            <p:nvPr/>
          </p:nvSpPr>
          <p:spPr>
            <a:xfrm>
              <a:off x="4481" y="3362"/>
              <a:ext cx="13" cy="31"/>
            </a:xfrm>
            <a:custGeom>
              <a:avLst/>
              <a:gdLst>
                <a:gd name="txL" fmla="*/ 0 w 103"/>
                <a:gd name="txT" fmla="*/ 0 h 221"/>
                <a:gd name="txR" fmla="*/ 103 w 103"/>
                <a:gd name="txB" fmla="*/ 221 h 22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3" h="221">
                  <a:moveTo>
                    <a:pt x="0" y="121"/>
                  </a:moveTo>
                  <a:lnTo>
                    <a:pt x="0" y="139"/>
                  </a:lnTo>
                  <a:lnTo>
                    <a:pt x="4" y="156"/>
                  </a:lnTo>
                  <a:lnTo>
                    <a:pt x="12" y="172"/>
                  </a:lnTo>
                  <a:lnTo>
                    <a:pt x="22" y="186"/>
                  </a:lnTo>
                  <a:lnTo>
                    <a:pt x="35" y="197"/>
                  </a:lnTo>
                  <a:lnTo>
                    <a:pt x="50" y="208"/>
                  </a:lnTo>
                  <a:lnTo>
                    <a:pt x="66" y="216"/>
                  </a:lnTo>
                  <a:lnTo>
                    <a:pt x="83" y="220"/>
                  </a:lnTo>
                  <a:lnTo>
                    <a:pt x="89" y="221"/>
                  </a:lnTo>
                  <a:lnTo>
                    <a:pt x="94" y="219"/>
                  </a:lnTo>
                  <a:lnTo>
                    <a:pt x="98" y="216"/>
                  </a:lnTo>
                  <a:lnTo>
                    <a:pt x="100" y="211"/>
                  </a:lnTo>
                  <a:lnTo>
                    <a:pt x="100" y="206"/>
                  </a:lnTo>
                  <a:lnTo>
                    <a:pt x="99" y="201"/>
                  </a:lnTo>
                  <a:lnTo>
                    <a:pt x="96" y="196"/>
                  </a:lnTo>
                  <a:lnTo>
                    <a:pt x="91" y="194"/>
                  </a:lnTo>
                  <a:lnTo>
                    <a:pt x="74" y="188"/>
                  </a:lnTo>
                  <a:lnTo>
                    <a:pt x="58" y="179"/>
                  </a:lnTo>
                  <a:lnTo>
                    <a:pt x="45" y="168"/>
                  </a:lnTo>
                  <a:lnTo>
                    <a:pt x="36" y="155"/>
                  </a:lnTo>
                  <a:lnTo>
                    <a:pt x="30" y="139"/>
                  </a:lnTo>
                  <a:lnTo>
                    <a:pt x="27" y="122"/>
                  </a:lnTo>
                  <a:lnTo>
                    <a:pt x="27" y="103"/>
                  </a:lnTo>
                  <a:lnTo>
                    <a:pt x="32" y="84"/>
                  </a:lnTo>
                  <a:lnTo>
                    <a:pt x="38" y="70"/>
                  </a:lnTo>
                  <a:lnTo>
                    <a:pt x="46" y="57"/>
                  </a:lnTo>
                  <a:lnTo>
                    <a:pt x="56" y="46"/>
                  </a:lnTo>
                  <a:lnTo>
                    <a:pt x="66" y="35"/>
                  </a:lnTo>
                  <a:lnTo>
                    <a:pt x="76" y="25"/>
                  </a:lnTo>
                  <a:lnTo>
                    <a:pt x="86" y="17"/>
                  </a:lnTo>
                  <a:lnTo>
                    <a:pt x="96" y="8"/>
                  </a:lnTo>
                  <a:lnTo>
                    <a:pt x="103" y="1"/>
                  </a:lnTo>
                  <a:lnTo>
                    <a:pt x="96" y="0"/>
                  </a:lnTo>
                  <a:lnTo>
                    <a:pt x="84" y="5"/>
                  </a:lnTo>
                  <a:lnTo>
                    <a:pt x="69" y="17"/>
                  </a:lnTo>
                  <a:lnTo>
                    <a:pt x="51" y="33"/>
                  </a:lnTo>
                  <a:lnTo>
                    <a:pt x="34" y="53"/>
                  </a:lnTo>
                  <a:lnTo>
                    <a:pt x="18" y="75"/>
                  </a:lnTo>
                  <a:lnTo>
                    <a:pt x="7" y="98"/>
                  </a:lnTo>
                  <a:lnTo>
                    <a:pt x="0" y="121"/>
                  </a:lnTo>
                  <a:close/>
                </a:path>
              </a:pathLst>
            </a:custGeom>
            <a:solidFill>
              <a:srgbClr val="C9E8FF">
                <a:alpha val="100000"/>
              </a:srgbClr>
            </a:solidFill>
            <a:ln w="9525">
              <a:noFill/>
            </a:ln>
          </p:spPr>
          <p:txBody>
            <a:bodyPr/>
            <a:p>
              <a:endParaRPr lang="zh-CN" altLang="en-US"/>
            </a:p>
          </p:txBody>
        </p:sp>
        <p:sp>
          <p:nvSpPr>
            <p:cNvPr id="79011" name="Freeform 889"/>
            <p:cNvSpPr/>
            <p:nvPr/>
          </p:nvSpPr>
          <p:spPr>
            <a:xfrm>
              <a:off x="4571" y="3344"/>
              <a:ext cx="28" cy="41"/>
            </a:xfrm>
            <a:custGeom>
              <a:avLst/>
              <a:gdLst>
                <a:gd name="txL" fmla="*/ 0 w 221"/>
                <a:gd name="txT" fmla="*/ 0 h 288"/>
                <a:gd name="txR" fmla="*/ 221 w 221"/>
                <a:gd name="txB" fmla="*/ 288 h 28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21" h="288">
                  <a:moveTo>
                    <a:pt x="179" y="108"/>
                  </a:moveTo>
                  <a:lnTo>
                    <a:pt x="186" y="115"/>
                  </a:lnTo>
                  <a:lnTo>
                    <a:pt x="193" y="124"/>
                  </a:lnTo>
                  <a:lnTo>
                    <a:pt x="197" y="133"/>
                  </a:lnTo>
                  <a:lnTo>
                    <a:pt x="201" y="143"/>
                  </a:lnTo>
                  <a:lnTo>
                    <a:pt x="202" y="153"/>
                  </a:lnTo>
                  <a:lnTo>
                    <a:pt x="202" y="163"/>
                  </a:lnTo>
                  <a:lnTo>
                    <a:pt x="199" y="174"/>
                  </a:lnTo>
                  <a:lnTo>
                    <a:pt x="195" y="184"/>
                  </a:lnTo>
                  <a:lnTo>
                    <a:pt x="187" y="194"/>
                  </a:lnTo>
                  <a:lnTo>
                    <a:pt x="179" y="204"/>
                  </a:lnTo>
                  <a:lnTo>
                    <a:pt x="170" y="212"/>
                  </a:lnTo>
                  <a:lnTo>
                    <a:pt x="159" y="221"/>
                  </a:lnTo>
                  <a:lnTo>
                    <a:pt x="150" y="229"/>
                  </a:lnTo>
                  <a:lnTo>
                    <a:pt x="139" y="237"/>
                  </a:lnTo>
                  <a:lnTo>
                    <a:pt x="129" y="246"/>
                  </a:lnTo>
                  <a:lnTo>
                    <a:pt x="119" y="255"/>
                  </a:lnTo>
                  <a:lnTo>
                    <a:pt x="116" y="258"/>
                  </a:lnTo>
                  <a:lnTo>
                    <a:pt x="114" y="263"/>
                  </a:lnTo>
                  <a:lnTo>
                    <a:pt x="112" y="267"/>
                  </a:lnTo>
                  <a:lnTo>
                    <a:pt x="110" y="271"/>
                  </a:lnTo>
                  <a:lnTo>
                    <a:pt x="109" y="276"/>
                  </a:lnTo>
                  <a:lnTo>
                    <a:pt x="109" y="280"/>
                  </a:lnTo>
                  <a:lnTo>
                    <a:pt x="110" y="284"/>
                  </a:lnTo>
                  <a:lnTo>
                    <a:pt x="113" y="287"/>
                  </a:lnTo>
                  <a:lnTo>
                    <a:pt x="117" y="288"/>
                  </a:lnTo>
                  <a:lnTo>
                    <a:pt x="121" y="288"/>
                  </a:lnTo>
                  <a:lnTo>
                    <a:pt x="125" y="287"/>
                  </a:lnTo>
                  <a:lnTo>
                    <a:pt x="129" y="284"/>
                  </a:lnTo>
                  <a:lnTo>
                    <a:pt x="139" y="272"/>
                  </a:lnTo>
                  <a:lnTo>
                    <a:pt x="151" y="261"/>
                  </a:lnTo>
                  <a:lnTo>
                    <a:pt x="162" y="250"/>
                  </a:lnTo>
                  <a:lnTo>
                    <a:pt x="175" y="239"/>
                  </a:lnTo>
                  <a:lnTo>
                    <a:pt x="186" y="229"/>
                  </a:lnTo>
                  <a:lnTo>
                    <a:pt x="197" y="217"/>
                  </a:lnTo>
                  <a:lnTo>
                    <a:pt x="207" y="204"/>
                  </a:lnTo>
                  <a:lnTo>
                    <a:pt x="215" y="190"/>
                  </a:lnTo>
                  <a:lnTo>
                    <a:pt x="220" y="174"/>
                  </a:lnTo>
                  <a:lnTo>
                    <a:pt x="221" y="158"/>
                  </a:lnTo>
                  <a:lnTo>
                    <a:pt x="218" y="142"/>
                  </a:lnTo>
                  <a:lnTo>
                    <a:pt x="213" y="127"/>
                  </a:lnTo>
                  <a:lnTo>
                    <a:pt x="204" y="112"/>
                  </a:lnTo>
                  <a:lnTo>
                    <a:pt x="194" y="99"/>
                  </a:lnTo>
                  <a:lnTo>
                    <a:pt x="181" y="87"/>
                  </a:lnTo>
                  <a:lnTo>
                    <a:pt x="169" y="77"/>
                  </a:lnTo>
                  <a:lnTo>
                    <a:pt x="159" y="69"/>
                  </a:lnTo>
                  <a:lnTo>
                    <a:pt x="149" y="63"/>
                  </a:lnTo>
                  <a:lnTo>
                    <a:pt x="137" y="55"/>
                  </a:lnTo>
                  <a:lnTo>
                    <a:pt x="125" y="48"/>
                  </a:lnTo>
                  <a:lnTo>
                    <a:pt x="114" y="40"/>
                  </a:lnTo>
                  <a:lnTo>
                    <a:pt x="101" y="33"/>
                  </a:lnTo>
                  <a:lnTo>
                    <a:pt x="89" y="27"/>
                  </a:lnTo>
                  <a:lnTo>
                    <a:pt x="77" y="20"/>
                  </a:lnTo>
                  <a:lnTo>
                    <a:pt x="66" y="15"/>
                  </a:lnTo>
                  <a:lnTo>
                    <a:pt x="54" y="9"/>
                  </a:lnTo>
                  <a:lnTo>
                    <a:pt x="42" y="6"/>
                  </a:lnTo>
                  <a:lnTo>
                    <a:pt x="32" y="3"/>
                  </a:lnTo>
                  <a:lnTo>
                    <a:pt x="22" y="1"/>
                  </a:lnTo>
                  <a:lnTo>
                    <a:pt x="14" y="0"/>
                  </a:lnTo>
                  <a:lnTo>
                    <a:pt x="7" y="1"/>
                  </a:lnTo>
                  <a:lnTo>
                    <a:pt x="0" y="3"/>
                  </a:lnTo>
                  <a:lnTo>
                    <a:pt x="8" y="5"/>
                  </a:lnTo>
                  <a:lnTo>
                    <a:pt x="16" y="8"/>
                  </a:lnTo>
                  <a:lnTo>
                    <a:pt x="26" y="13"/>
                  </a:lnTo>
                  <a:lnTo>
                    <a:pt x="35" y="17"/>
                  </a:lnTo>
                  <a:lnTo>
                    <a:pt x="47" y="22"/>
                  </a:lnTo>
                  <a:lnTo>
                    <a:pt x="58" y="28"/>
                  </a:lnTo>
                  <a:lnTo>
                    <a:pt x="71" y="34"/>
                  </a:lnTo>
                  <a:lnTo>
                    <a:pt x="83" y="40"/>
                  </a:lnTo>
                  <a:lnTo>
                    <a:pt x="96" y="48"/>
                  </a:lnTo>
                  <a:lnTo>
                    <a:pt x="109" y="55"/>
                  </a:lnTo>
                  <a:lnTo>
                    <a:pt x="121" y="64"/>
                  </a:lnTo>
                  <a:lnTo>
                    <a:pt x="134" y="72"/>
                  </a:lnTo>
                  <a:lnTo>
                    <a:pt x="146" y="81"/>
                  </a:lnTo>
                  <a:lnTo>
                    <a:pt x="158" y="90"/>
                  </a:lnTo>
                  <a:lnTo>
                    <a:pt x="169" y="98"/>
                  </a:lnTo>
                  <a:lnTo>
                    <a:pt x="179" y="108"/>
                  </a:lnTo>
                  <a:close/>
                </a:path>
              </a:pathLst>
            </a:custGeom>
            <a:solidFill>
              <a:srgbClr val="C9E8FF">
                <a:alpha val="100000"/>
              </a:srgbClr>
            </a:solidFill>
            <a:ln w="9525">
              <a:noFill/>
            </a:ln>
          </p:spPr>
          <p:txBody>
            <a:bodyPr/>
            <a:p>
              <a:endParaRPr lang="zh-CN" altLang="en-US"/>
            </a:p>
          </p:txBody>
        </p:sp>
        <p:sp>
          <p:nvSpPr>
            <p:cNvPr id="79012" name="Freeform 890"/>
            <p:cNvSpPr/>
            <p:nvPr/>
          </p:nvSpPr>
          <p:spPr>
            <a:xfrm>
              <a:off x="4541" y="3392"/>
              <a:ext cx="9" cy="25"/>
            </a:xfrm>
            <a:custGeom>
              <a:avLst/>
              <a:gdLst>
                <a:gd name="txL" fmla="*/ 0 w 74"/>
                <a:gd name="txT" fmla="*/ 0 h 174"/>
                <a:gd name="txR" fmla="*/ 74 w 74"/>
                <a:gd name="txB" fmla="*/ 174 h 17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4" h="174">
                  <a:moveTo>
                    <a:pt x="28" y="12"/>
                  </a:moveTo>
                  <a:lnTo>
                    <a:pt x="26" y="7"/>
                  </a:lnTo>
                  <a:lnTo>
                    <a:pt x="23" y="3"/>
                  </a:lnTo>
                  <a:lnTo>
                    <a:pt x="17" y="1"/>
                  </a:lnTo>
                  <a:lnTo>
                    <a:pt x="12" y="0"/>
                  </a:lnTo>
                  <a:lnTo>
                    <a:pt x="7" y="2"/>
                  </a:lnTo>
                  <a:lnTo>
                    <a:pt x="3" y="5"/>
                  </a:lnTo>
                  <a:lnTo>
                    <a:pt x="0" y="10"/>
                  </a:lnTo>
                  <a:lnTo>
                    <a:pt x="0" y="16"/>
                  </a:lnTo>
                  <a:lnTo>
                    <a:pt x="5" y="39"/>
                  </a:lnTo>
                  <a:lnTo>
                    <a:pt x="13" y="66"/>
                  </a:lnTo>
                  <a:lnTo>
                    <a:pt x="24" y="92"/>
                  </a:lnTo>
                  <a:lnTo>
                    <a:pt x="36" y="118"/>
                  </a:lnTo>
                  <a:lnTo>
                    <a:pt x="49" y="141"/>
                  </a:lnTo>
                  <a:lnTo>
                    <a:pt x="61" y="159"/>
                  </a:lnTo>
                  <a:lnTo>
                    <a:pt x="69" y="171"/>
                  </a:lnTo>
                  <a:lnTo>
                    <a:pt x="74" y="174"/>
                  </a:lnTo>
                  <a:lnTo>
                    <a:pt x="72" y="162"/>
                  </a:lnTo>
                  <a:lnTo>
                    <a:pt x="67" y="147"/>
                  </a:lnTo>
                  <a:lnTo>
                    <a:pt x="61" y="128"/>
                  </a:lnTo>
                  <a:lnTo>
                    <a:pt x="53" y="105"/>
                  </a:lnTo>
                  <a:lnTo>
                    <a:pt x="46" y="82"/>
                  </a:lnTo>
                  <a:lnTo>
                    <a:pt x="38" y="58"/>
                  </a:lnTo>
                  <a:lnTo>
                    <a:pt x="32" y="35"/>
                  </a:lnTo>
                  <a:lnTo>
                    <a:pt x="28" y="12"/>
                  </a:lnTo>
                  <a:close/>
                </a:path>
              </a:pathLst>
            </a:custGeom>
            <a:solidFill>
              <a:srgbClr val="000000">
                <a:alpha val="100000"/>
              </a:srgbClr>
            </a:solidFill>
            <a:ln w="9525">
              <a:noFill/>
            </a:ln>
          </p:spPr>
          <p:txBody>
            <a:bodyPr/>
            <a:p>
              <a:endParaRPr lang="zh-CN" altLang="en-US"/>
            </a:p>
          </p:txBody>
        </p:sp>
        <p:sp>
          <p:nvSpPr>
            <p:cNvPr id="79013" name="Freeform 891"/>
            <p:cNvSpPr/>
            <p:nvPr/>
          </p:nvSpPr>
          <p:spPr>
            <a:xfrm>
              <a:off x="4537" y="3379"/>
              <a:ext cx="5" cy="12"/>
            </a:xfrm>
            <a:custGeom>
              <a:avLst/>
              <a:gdLst>
                <a:gd name="txL" fmla="*/ 0 w 39"/>
                <a:gd name="txT" fmla="*/ 0 h 87"/>
                <a:gd name="txR" fmla="*/ 39 w 39"/>
                <a:gd name="txB" fmla="*/ 87 h 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9" h="87">
                  <a:moveTo>
                    <a:pt x="20" y="9"/>
                  </a:moveTo>
                  <a:lnTo>
                    <a:pt x="19" y="5"/>
                  </a:lnTo>
                  <a:lnTo>
                    <a:pt x="16" y="2"/>
                  </a:lnTo>
                  <a:lnTo>
                    <a:pt x="13" y="0"/>
                  </a:lnTo>
                  <a:lnTo>
                    <a:pt x="8" y="0"/>
                  </a:lnTo>
                  <a:lnTo>
                    <a:pt x="5" y="1"/>
                  </a:lnTo>
                  <a:lnTo>
                    <a:pt x="2" y="3"/>
                  </a:lnTo>
                  <a:lnTo>
                    <a:pt x="0" y="6"/>
                  </a:lnTo>
                  <a:lnTo>
                    <a:pt x="0" y="10"/>
                  </a:lnTo>
                  <a:lnTo>
                    <a:pt x="0" y="22"/>
                  </a:lnTo>
                  <a:lnTo>
                    <a:pt x="3" y="35"/>
                  </a:lnTo>
                  <a:lnTo>
                    <a:pt x="7" y="48"/>
                  </a:lnTo>
                  <a:lnTo>
                    <a:pt x="13" y="60"/>
                  </a:lnTo>
                  <a:lnTo>
                    <a:pt x="19" y="72"/>
                  </a:lnTo>
                  <a:lnTo>
                    <a:pt x="25" y="81"/>
                  </a:lnTo>
                  <a:lnTo>
                    <a:pt x="33" y="86"/>
                  </a:lnTo>
                  <a:lnTo>
                    <a:pt x="38" y="87"/>
                  </a:lnTo>
                  <a:lnTo>
                    <a:pt x="39" y="70"/>
                  </a:lnTo>
                  <a:lnTo>
                    <a:pt x="34" y="50"/>
                  </a:lnTo>
                  <a:lnTo>
                    <a:pt x="27" y="29"/>
                  </a:lnTo>
                  <a:lnTo>
                    <a:pt x="20" y="9"/>
                  </a:lnTo>
                  <a:close/>
                </a:path>
              </a:pathLst>
            </a:custGeom>
            <a:solidFill>
              <a:srgbClr val="000000">
                <a:alpha val="100000"/>
              </a:srgbClr>
            </a:solidFill>
            <a:ln w="9525">
              <a:noFill/>
            </a:ln>
          </p:spPr>
          <p:txBody>
            <a:bodyPr/>
            <a:p>
              <a:endParaRPr lang="zh-CN" altLang="en-US"/>
            </a:p>
          </p:txBody>
        </p:sp>
        <p:sp>
          <p:nvSpPr>
            <p:cNvPr id="79014" name="Freeform 892"/>
            <p:cNvSpPr/>
            <p:nvPr/>
          </p:nvSpPr>
          <p:spPr>
            <a:xfrm>
              <a:off x="4533" y="3370"/>
              <a:ext cx="4" cy="7"/>
            </a:xfrm>
            <a:custGeom>
              <a:avLst/>
              <a:gdLst>
                <a:gd name="txL" fmla="*/ 0 w 34"/>
                <a:gd name="txT" fmla="*/ 0 h 51"/>
                <a:gd name="txR" fmla="*/ 34 w 34"/>
                <a:gd name="txB" fmla="*/ 51 h 51"/>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4" h="51">
                  <a:moveTo>
                    <a:pt x="18" y="7"/>
                  </a:moveTo>
                  <a:lnTo>
                    <a:pt x="18" y="8"/>
                  </a:lnTo>
                  <a:lnTo>
                    <a:pt x="17" y="5"/>
                  </a:lnTo>
                  <a:lnTo>
                    <a:pt x="14" y="1"/>
                  </a:lnTo>
                  <a:lnTo>
                    <a:pt x="11" y="0"/>
                  </a:lnTo>
                  <a:lnTo>
                    <a:pt x="7" y="0"/>
                  </a:lnTo>
                  <a:lnTo>
                    <a:pt x="4" y="1"/>
                  </a:lnTo>
                  <a:lnTo>
                    <a:pt x="1" y="5"/>
                  </a:lnTo>
                  <a:lnTo>
                    <a:pt x="0" y="8"/>
                  </a:lnTo>
                  <a:lnTo>
                    <a:pt x="0" y="11"/>
                  </a:lnTo>
                  <a:lnTo>
                    <a:pt x="1" y="16"/>
                  </a:lnTo>
                  <a:lnTo>
                    <a:pt x="4" y="23"/>
                  </a:lnTo>
                  <a:lnTo>
                    <a:pt x="8" y="30"/>
                  </a:lnTo>
                  <a:lnTo>
                    <a:pt x="13" y="37"/>
                  </a:lnTo>
                  <a:lnTo>
                    <a:pt x="18" y="43"/>
                  </a:lnTo>
                  <a:lnTo>
                    <a:pt x="25" y="47"/>
                  </a:lnTo>
                  <a:lnTo>
                    <a:pt x="30" y="51"/>
                  </a:lnTo>
                  <a:lnTo>
                    <a:pt x="34" y="51"/>
                  </a:lnTo>
                  <a:lnTo>
                    <a:pt x="33" y="40"/>
                  </a:lnTo>
                  <a:lnTo>
                    <a:pt x="29" y="27"/>
                  </a:lnTo>
                  <a:lnTo>
                    <a:pt x="23" y="15"/>
                  </a:lnTo>
                  <a:lnTo>
                    <a:pt x="18" y="7"/>
                  </a:lnTo>
                  <a:close/>
                </a:path>
              </a:pathLst>
            </a:custGeom>
            <a:solidFill>
              <a:srgbClr val="000000">
                <a:alpha val="100000"/>
              </a:srgbClr>
            </a:solidFill>
            <a:ln w="9525">
              <a:noFill/>
            </a:ln>
          </p:spPr>
          <p:txBody>
            <a:bodyPr/>
            <a:p>
              <a:endParaRPr lang="zh-CN" altLang="en-US"/>
            </a:p>
          </p:txBody>
        </p:sp>
        <p:sp>
          <p:nvSpPr>
            <p:cNvPr id="79015" name="Freeform 893"/>
            <p:cNvSpPr/>
            <p:nvPr/>
          </p:nvSpPr>
          <p:spPr>
            <a:xfrm>
              <a:off x="4529" y="3364"/>
              <a:ext cx="6" cy="4"/>
            </a:xfrm>
            <a:custGeom>
              <a:avLst/>
              <a:gdLst>
                <a:gd name="txL" fmla="*/ 0 w 46"/>
                <a:gd name="txT" fmla="*/ 0 h 33"/>
                <a:gd name="txR" fmla="*/ 46 w 46"/>
                <a:gd name="txB" fmla="*/ 33 h 3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 h="33">
                  <a:moveTo>
                    <a:pt x="37" y="24"/>
                  </a:moveTo>
                  <a:lnTo>
                    <a:pt x="41" y="22"/>
                  </a:lnTo>
                  <a:lnTo>
                    <a:pt x="45" y="19"/>
                  </a:lnTo>
                  <a:lnTo>
                    <a:pt x="46" y="15"/>
                  </a:lnTo>
                  <a:lnTo>
                    <a:pt x="46" y="10"/>
                  </a:lnTo>
                  <a:lnTo>
                    <a:pt x="44" y="5"/>
                  </a:lnTo>
                  <a:lnTo>
                    <a:pt x="41" y="2"/>
                  </a:lnTo>
                  <a:lnTo>
                    <a:pt x="37" y="0"/>
                  </a:lnTo>
                  <a:lnTo>
                    <a:pt x="32" y="0"/>
                  </a:lnTo>
                  <a:lnTo>
                    <a:pt x="29" y="0"/>
                  </a:lnTo>
                  <a:lnTo>
                    <a:pt x="25" y="1"/>
                  </a:lnTo>
                  <a:lnTo>
                    <a:pt x="19" y="3"/>
                  </a:lnTo>
                  <a:lnTo>
                    <a:pt x="12" y="7"/>
                  </a:lnTo>
                  <a:lnTo>
                    <a:pt x="5" y="14"/>
                  </a:lnTo>
                  <a:lnTo>
                    <a:pt x="2" y="20"/>
                  </a:lnTo>
                  <a:lnTo>
                    <a:pt x="0" y="26"/>
                  </a:lnTo>
                  <a:lnTo>
                    <a:pt x="0" y="29"/>
                  </a:lnTo>
                  <a:lnTo>
                    <a:pt x="3" y="31"/>
                  </a:lnTo>
                  <a:lnTo>
                    <a:pt x="7" y="33"/>
                  </a:lnTo>
                  <a:lnTo>
                    <a:pt x="12" y="33"/>
                  </a:lnTo>
                  <a:lnTo>
                    <a:pt x="16" y="33"/>
                  </a:lnTo>
                  <a:lnTo>
                    <a:pt x="21" y="31"/>
                  </a:lnTo>
                  <a:lnTo>
                    <a:pt x="26" y="30"/>
                  </a:lnTo>
                  <a:lnTo>
                    <a:pt x="32" y="28"/>
                  </a:lnTo>
                  <a:lnTo>
                    <a:pt x="37" y="24"/>
                  </a:lnTo>
                  <a:close/>
                </a:path>
              </a:pathLst>
            </a:custGeom>
            <a:solidFill>
              <a:srgbClr val="000000">
                <a:alpha val="100000"/>
              </a:srgbClr>
            </a:solidFill>
            <a:ln w="9525">
              <a:noFill/>
            </a:ln>
          </p:spPr>
          <p:txBody>
            <a:bodyPr/>
            <a:p>
              <a:endParaRPr lang="zh-CN" altLang="en-US"/>
            </a:p>
          </p:txBody>
        </p:sp>
        <p:sp>
          <p:nvSpPr>
            <p:cNvPr id="79016" name="Freeform 894"/>
            <p:cNvSpPr/>
            <p:nvPr/>
          </p:nvSpPr>
          <p:spPr>
            <a:xfrm>
              <a:off x="4502" y="3356"/>
              <a:ext cx="23" cy="31"/>
            </a:xfrm>
            <a:custGeom>
              <a:avLst/>
              <a:gdLst>
                <a:gd name="txL" fmla="*/ 0 w 177"/>
                <a:gd name="txT" fmla="*/ 0 h 219"/>
                <a:gd name="txR" fmla="*/ 177 w 177"/>
                <a:gd name="txB" fmla="*/ 219 h 21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77" h="219">
                  <a:moveTo>
                    <a:pt x="65" y="33"/>
                  </a:moveTo>
                  <a:lnTo>
                    <a:pt x="52" y="43"/>
                  </a:lnTo>
                  <a:lnTo>
                    <a:pt x="41" y="54"/>
                  </a:lnTo>
                  <a:lnTo>
                    <a:pt x="29" y="66"/>
                  </a:lnTo>
                  <a:lnTo>
                    <a:pt x="20" y="79"/>
                  </a:lnTo>
                  <a:lnTo>
                    <a:pt x="12" y="93"/>
                  </a:lnTo>
                  <a:lnTo>
                    <a:pt x="6" y="107"/>
                  </a:lnTo>
                  <a:lnTo>
                    <a:pt x="2" y="121"/>
                  </a:lnTo>
                  <a:lnTo>
                    <a:pt x="0" y="136"/>
                  </a:lnTo>
                  <a:lnTo>
                    <a:pt x="2" y="158"/>
                  </a:lnTo>
                  <a:lnTo>
                    <a:pt x="10" y="177"/>
                  </a:lnTo>
                  <a:lnTo>
                    <a:pt x="23" y="193"/>
                  </a:lnTo>
                  <a:lnTo>
                    <a:pt x="38" y="204"/>
                  </a:lnTo>
                  <a:lnTo>
                    <a:pt x="57" y="213"/>
                  </a:lnTo>
                  <a:lnTo>
                    <a:pt x="78" y="218"/>
                  </a:lnTo>
                  <a:lnTo>
                    <a:pt x="98" y="219"/>
                  </a:lnTo>
                  <a:lnTo>
                    <a:pt x="118" y="216"/>
                  </a:lnTo>
                  <a:lnTo>
                    <a:pt x="123" y="216"/>
                  </a:lnTo>
                  <a:lnTo>
                    <a:pt x="127" y="214"/>
                  </a:lnTo>
                  <a:lnTo>
                    <a:pt x="130" y="210"/>
                  </a:lnTo>
                  <a:lnTo>
                    <a:pt x="131" y="205"/>
                  </a:lnTo>
                  <a:lnTo>
                    <a:pt x="130" y="203"/>
                  </a:lnTo>
                  <a:lnTo>
                    <a:pt x="127" y="203"/>
                  </a:lnTo>
                  <a:lnTo>
                    <a:pt x="123" y="202"/>
                  </a:lnTo>
                  <a:lnTo>
                    <a:pt x="117" y="202"/>
                  </a:lnTo>
                  <a:lnTo>
                    <a:pt x="111" y="202"/>
                  </a:lnTo>
                  <a:lnTo>
                    <a:pt x="106" y="202"/>
                  </a:lnTo>
                  <a:lnTo>
                    <a:pt x="100" y="202"/>
                  </a:lnTo>
                  <a:lnTo>
                    <a:pt x="97" y="202"/>
                  </a:lnTo>
                  <a:lnTo>
                    <a:pt x="87" y="201"/>
                  </a:lnTo>
                  <a:lnTo>
                    <a:pt x="77" y="200"/>
                  </a:lnTo>
                  <a:lnTo>
                    <a:pt x="67" y="199"/>
                  </a:lnTo>
                  <a:lnTo>
                    <a:pt x="56" y="196"/>
                  </a:lnTo>
                  <a:lnTo>
                    <a:pt x="46" y="193"/>
                  </a:lnTo>
                  <a:lnTo>
                    <a:pt x="35" y="185"/>
                  </a:lnTo>
                  <a:lnTo>
                    <a:pt x="26" y="175"/>
                  </a:lnTo>
                  <a:lnTo>
                    <a:pt x="15" y="162"/>
                  </a:lnTo>
                  <a:lnTo>
                    <a:pt x="13" y="146"/>
                  </a:lnTo>
                  <a:lnTo>
                    <a:pt x="14" y="131"/>
                  </a:lnTo>
                  <a:lnTo>
                    <a:pt x="19" y="116"/>
                  </a:lnTo>
                  <a:lnTo>
                    <a:pt x="25" y="102"/>
                  </a:lnTo>
                  <a:lnTo>
                    <a:pt x="34" y="89"/>
                  </a:lnTo>
                  <a:lnTo>
                    <a:pt x="45" y="76"/>
                  </a:lnTo>
                  <a:lnTo>
                    <a:pt x="56" y="65"/>
                  </a:lnTo>
                  <a:lnTo>
                    <a:pt x="70" y="55"/>
                  </a:lnTo>
                  <a:lnTo>
                    <a:pt x="84" y="45"/>
                  </a:lnTo>
                  <a:lnTo>
                    <a:pt x="98" y="37"/>
                  </a:lnTo>
                  <a:lnTo>
                    <a:pt x="113" y="29"/>
                  </a:lnTo>
                  <a:lnTo>
                    <a:pt x="127" y="23"/>
                  </a:lnTo>
                  <a:lnTo>
                    <a:pt x="141" y="17"/>
                  </a:lnTo>
                  <a:lnTo>
                    <a:pt x="154" y="12"/>
                  </a:lnTo>
                  <a:lnTo>
                    <a:pt x="167" y="9"/>
                  </a:lnTo>
                  <a:lnTo>
                    <a:pt x="177" y="7"/>
                  </a:lnTo>
                  <a:lnTo>
                    <a:pt x="170" y="2"/>
                  </a:lnTo>
                  <a:lnTo>
                    <a:pt x="158" y="0"/>
                  </a:lnTo>
                  <a:lnTo>
                    <a:pt x="145" y="2"/>
                  </a:lnTo>
                  <a:lnTo>
                    <a:pt x="129" y="6"/>
                  </a:lnTo>
                  <a:lnTo>
                    <a:pt x="111" y="11"/>
                  </a:lnTo>
                  <a:lnTo>
                    <a:pt x="94" y="17"/>
                  </a:lnTo>
                  <a:lnTo>
                    <a:pt x="78" y="26"/>
                  </a:lnTo>
                  <a:lnTo>
                    <a:pt x="65" y="33"/>
                  </a:lnTo>
                  <a:close/>
                </a:path>
              </a:pathLst>
            </a:custGeom>
            <a:solidFill>
              <a:srgbClr val="000000">
                <a:alpha val="100000"/>
              </a:srgbClr>
            </a:solidFill>
            <a:ln w="9525">
              <a:noFill/>
            </a:ln>
          </p:spPr>
          <p:txBody>
            <a:bodyPr/>
            <a:p>
              <a:endParaRPr lang="zh-CN" altLang="en-US"/>
            </a:p>
          </p:txBody>
        </p:sp>
        <p:sp>
          <p:nvSpPr>
            <p:cNvPr id="79017" name="Freeform 895"/>
            <p:cNvSpPr/>
            <p:nvPr/>
          </p:nvSpPr>
          <p:spPr>
            <a:xfrm>
              <a:off x="4540" y="3355"/>
              <a:ext cx="15" cy="25"/>
            </a:xfrm>
            <a:custGeom>
              <a:avLst/>
              <a:gdLst>
                <a:gd name="txL" fmla="*/ 0 w 115"/>
                <a:gd name="txT" fmla="*/ 0 h 170"/>
                <a:gd name="txR" fmla="*/ 115 w 115"/>
                <a:gd name="txB" fmla="*/ 170 h 17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170">
                  <a:moveTo>
                    <a:pt x="97" y="57"/>
                  </a:moveTo>
                  <a:lnTo>
                    <a:pt x="100" y="75"/>
                  </a:lnTo>
                  <a:lnTo>
                    <a:pt x="98" y="90"/>
                  </a:lnTo>
                  <a:lnTo>
                    <a:pt x="91" y="103"/>
                  </a:lnTo>
                  <a:lnTo>
                    <a:pt x="80" y="114"/>
                  </a:lnTo>
                  <a:lnTo>
                    <a:pt x="68" y="125"/>
                  </a:lnTo>
                  <a:lnTo>
                    <a:pt x="54" y="135"/>
                  </a:lnTo>
                  <a:lnTo>
                    <a:pt x="39" y="145"/>
                  </a:lnTo>
                  <a:lnTo>
                    <a:pt x="27" y="155"/>
                  </a:lnTo>
                  <a:lnTo>
                    <a:pt x="25" y="158"/>
                  </a:lnTo>
                  <a:lnTo>
                    <a:pt x="23" y="160"/>
                  </a:lnTo>
                  <a:lnTo>
                    <a:pt x="23" y="164"/>
                  </a:lnTo>
                  <a:lnTo>
                    <a:pt x="26" y="167"/>
                  </a:lnTo>
                  <a:lnTo>
                    <a:pt x="28" y="169"/>
                  </a:lnTo>
                  <a:lnTo>
                    <a:pt x="31" y="170"/>
                  </a:lnTo>
                  <a:lnTo>
                    <a:pt x="34" y="170"/>
                  </a:lnTo>
                  <a:lnTo>
                    <a:pt x="37" y="169"/>
                  </a:lnTo>
                  <a:lnTo>
                    <a:pt x="53" y="159"/>
                  </a:lnTo>
                  <a:lnTo>
                    <a:pt x="69" y="149"/>
                  </a:lnTo>
                  <a:lnTo>
                    <a:pt x="83" y="137"/>
                  </a:lnTo>
                  <a:lnTo>
                    <a:pt x="97" y="123"/>
                  </a:lnTo>
                  <a:lnTo>
                    <a:pt x="106" y="108"/>
                  </a:lnTo>
                  <a:lnTo>
                    <a:pt x="113" y="91"/>
                  </a:lnTo>
                  <a:lnTo>
                    <a:pt x="115" y="73"/>
                  </a:lnTo>
                  <a:lnTo>
                    <a:pt x="111" y="53"/>
                  </a:lnTo>
                  <a:lnTo>
                    <a:pt x="101" y="39"/>
                  </a:lnTo>
                  <a:lnTo>
                    <a:pt x="89" y="26"/>
                  </a:lnTo>
                  <a:lnTo>
                    <a:pt x="72" y="15"/>
                  </a:lnTo>
                  <a:lnTo>
                    <a:pt x="55" y="8"/>
                  </a:lnTo>
                  <a:lnTo>
                    <a:pt x="37" y="2"/>
                  </a:lnTo>
                  <a:lnTo>
                    <a:pt x="21" y="0"/>
                  </a:lnTo>
                  <a:lnTo>
                    <a:pt x="9" y="1"/>
                  </a:lnTo>
                  <a:lnTo>
                    <a:pt x="0" y="5"/>
                  </a:lnTo>
                  <a:lnTo>
                    <a:pt x="15" y="10"/>
                  </a:lnTo>
                  <a:lnTo>
                    <a:pt x="30" y="13"/>
                  </a:lnTo>
                  <a:lnTo>
                    <a:pt x="43" y="16"/>
                  </a:lnTo>
                  <a:lnTo>
                    <a:pt x="57" y="20"/>
                  </a:lnTo>
                  <a:lnTo>
                    <a:pt x="70" y="26"/>
                  </a:lnTo>
                  <a:lnTo>
                    <a:pt x="81" y="33"/>
                  </a:lnTo>
                  <a:lnTo>
                    <a:pt x="91" y="43"/>
                  </a:lnTo>
                  <a:lnTo>
                    <a:pt x="97" y="5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18" name="Freeform 896"/>
            <p:cNvSpPr/>
            <p:nvPr/>
          </p:nvSpPr>
          <p:spPr>
            <a:xfrm>
              <a:off x="4488" y="3350"/>
              <a:ext cx="36" cy="50"/>
            </a:xfrm>
            <a:custGeom>
              <a:avLst/>
              <a:gdLst>
                <a:gd name="txL" fmla="*/ 0 w 289"/>
                <a:gd name="txT" fmla="*/ 0 h 352"/>
                <a:gd name="txR" fmla="*/ 289 w 289"/>
                <a:gd name="txB" fmla="*/ 352 h 3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9" h="352">
                  <a:moveTo>
                    <a:pt x="113" y="47"/>
                  </a:moveTo>
                  <a:lnTo>
                    <a:pt x="90" y="65"/>
                  </a:lnTo>
                  <a:lnTo>
                    <a:pt x="68" y="85"/>
                  </a:lnTo>
                  <a:lnTo>
                    <a:pt x="48" y="106"/>
                  </a:lnTo>
                  <a:lnTo>
                    <a:pt x="31" y="130"/>
                  </a:lnTo>
                  <a:lnTo>
                    <a:pt x="16" y="156"/>
                  </a:lnTo>
                  <a:lnTo>
                    <a:pt x="5" y="182"/>
                  </a:lnTo>
                  <a:lnTo>
                    <a:pt x="0" y="211"/>
                  </a:lnTo>
                  <a:lnTo>
                    <a:pt x="1" y="241"/>
                  </a:lnTo>
                  <a:lnTo>
                    <a:pt x="3" y="249"/>
                  </a:lnTo>
                  <a:lnTo>
                    <a:pt x="6" y="257"/>
                  </a:lnTo>
                  <a:lnTo>
                    <a:pt x="10" y="264"/>
                  </a:lnTo>
                  <a:lnTo>
                    <a:pt x="14" y="271"/>
                  </a:lnTo>
                  <a:lnTo>
                    <a:pt x="19" y="277"/>
                  </a:lnTo>
                  <a:lnTo>
                    <a:pt x="24" y="284"/>
                  </a:lnTo>
                  <a:lnTo>
                    <a:pt x="31" y="289"/>
                  </a:lnTo>
                  <a:lnTo>
                    <a:pt x="37" y="293"/>
                  </a:lnTo>
                  <a:lnTo>
                    <a:pt x="51" y="302"/>
                  </a:lnTo>
                  <a:lnTo>
                    <a:pt x="64" y="309"/>
                  </a:lnTo>
                  <a:lnTo>
                    <a:pt x="78" y="316"/>
                  </a:lnTo>
                  <a:lnTo>
                    <a:pt x="93" y="321"/>
                  </a:lnTo>
                  <a:lnTo>
                    <a:pt x="107" y="327"/>
                  </a:lnTo>
                  <a:lnTo>
                    <a:pt x="122" y="331"/>
                  </a:lnTo>
                  <a:lnTo>
                    <a:pt x="137" y="335"/>
                  </a:lnTo>
                  <a:lnTo>
                    <a:pt x="151" y="338"/>
                  </a:lnTo>
                  <a:lnTo>
                    <a:pt x="167" y="342"/>
                  </a:lnTo>
                  <a:lnTo>
                    <a:pt x="183" y="344"/>
                  </a:lnTo>
                  <a:lnTo>
                    <a:pt x="198" y="346"/>
                  </a:lnTo>
                  <a:lnTo>
                    <a:pt x="213" y="348"/>
                  </a:lnTo>
                  <a:lnTo>
                    <a:pt x="229" y="349"/>
                  </a:lnTo>
                  <a:lnTo>
                    <a:pt x="245" y="350"/>
                  </a:lnTo>
                  <a:lnTo>
                    <a:pt x="260" y="351"/>
                  </a:lnTo>
                  <a:lnTo>
                    <a:pt x="275" y="352"/>
                  </a:lnTo>
                  <a:lnTo>
                    <a:pt x="280" y="352"/>
                  </a:lnTo>
                  <a:lnTo>
                    <a:pt x="284" y="349"/>
                  </a:lnTo>
                  <a:lnTo>
                    <a:pt x="287" y="346"/>
                  </a:lnTo>
                  <a:lnTo>
                    <a:pt x="289" y="340"/>
                  </a:lnTo>
                  <a:lnTo>
                    <a:pt x="289" y="335"/>
                  </a:lnTo>
                  <a:lnTo>
                    <a:pt x="287" y="331"/>
                  </a:lnTo>
                  <a:lnTo>
                    <a:pt x="283" y="328"/>
                  </a:lnTo>
                  <a:lnTo>
                    <a:pt x="279" y="327"/>
                  </a:lnTo>
                  <a:lnTo>
                    <a:pt x="264" y="327"/>
                  </a:lnTo>
                  <a:lnTo>
                    <a:pt x="250" y="327"/>
                  </a:lnTo>
                  <a:lnTo>
                    <a:pt x="235" y="326"/>
                  </a:lnTo>
                  <a:lnTo>
                    <a:pt x="222" y="324"/>
                  </a:lnTo>
                  <a:lnTo>
                    <a:pt x="207" y="323"/>
                  </a:lnTo>
                  <a:lnTo>
                    <a:pt x="192" y="321"/>
                  </a:lnTo>
                  <a:lnTo>
                    <a:pt x="179" y="319"/>
                  </a:lnTo>
                  <a:lnTo>
                    <a:pt x="164" y="317"/>
                  </a:lnTo>
                  <a:lnTo>
                    <a:pt x="150" y="314"/>
                  </a:lnTo>
                  <a:lnTo>
                    <a:pt x="136" y="311"/>
                  </a:lnTo>
                  <a:lnTo>
                    <a:pt x="122" y="306"/>
                  </a:lnTo>
                  <a:lnTo>
                    <a:pt x="108" y="302"/>
                  </a:lnTo>
                  <a:lnTo>
                    <a:pt x="95" y="298"/>
                  </a:lnTo>
                  <a:lnTo>
                    <a:pt x="82" y="291"/>
                  </a:lnTo>
                  <a:lnTo>
                    <a:pt x="68" y="285"/>
                  </a:lnTo>
                  <a:lnTo>
                    <a:pt x="56" y="278"/>
                  </a:lnTo>
                  <a:lnTo>
                    <a:pt x="45" y="271"/>
                  </a:lnTo>
                  <a:lnTo>
                    <a:pt x="37" y="260"/>
                  </a:lnTo>
                  <a:lnTo>
                    <a:pt x="32" y="250"/>
                  </a:lnTo>
                  <a:lnTo>
                    <a:pt x="27" y="237"/>
                  </a:lnTo>
                  <a:lnTo>
                    <a:pt x="27" y="222"/>
                  </a:lnTo>
                  <a:lnTo>
                    <a:pt x="30" y="203"/>
                  </a:lnTo>
                  <a:lnTo>
                    <a:pt x="34" y="183"/>
                  </a:lnTo>
                  <a:lnTo>
                    <a:pt x="38" y="169"/>
                  </a:lnTo>
                  <a:lnTo>
                    <a:pt x="45" y="153"/>
                  </a:lnTo>
                  <a:lnTo>
                    <a:pt x="54" y="140"/>
                  </a:lnTo>
                  <a:lnTo>
                    <a:pt x="61" y="127"/>
                  </a:lnTo>
                  <a:lnTo>
                    <a:pt x="71" y="115"/>
                  </a:lnTo>
                  <a:lnTo>
                    <a:pt x="80" y="103"/>
                  </a:lnTo>
                  <a:lnTo>
                    <a:pt x="90" y="93"/>
                  </a:lnTo>
                  <a:lnTo>
                    <a:pt x="102" y="82"/>
                  </a:lnTo>
                  <a:lnTo>
                    <a:pt x="116" y="70"/>
                  </a:lnTo>
                  <a:lnTo>
                    <a:pt x="129" y="59"/>
                  </a:lnTo>
                  <a:lnTo>
                    <a:pt x="145" y="49"/>
                  </a:lnTo>
                  <a:lnTo>
                    <a:pt x="162" y="38"/>
                  </a:lnTo>
                  <a:lnTo>
                    <a:pt x="180" y="28"/>
                  </a:lnTo>
                  <a:lnTo>
                    <a:pt x="197" y="20"/>
                  </a:lnTo>
                  <a:lnTo>
                    <a:pt x="212" y="12"/>
                  </a:lnTo>
                  <a:lnTo>
                    <a:pt x="227" y="6"/>
                  </a:lnTo>
                  <a:lnTo>
                    <a:pt x="240" y="1"/>
                  </a:lnTo>
                  <a:lnTo>
                    <a:pt x="228" y="0"/>
                  </a:lnTo>
                  <a:lnTo>
                    <a:pt x="213" y="1"/>
                  </a:lnTo>
                  <a:lnTo>
                    <a:pt x="198" y="5"/>
                  </a:lnTo>
                  <a:lnTo>
                    <a:pt x="180" y="10"/>
                  </a:lnTo>
                  <a:lnTo>
                    <a:pt x="162" y="18"/>
                  </a:lnTo>
                  <a:lnTo>
                    <a:pt x="144" y="26"/>
                  </a:lnTo>
                  <a:lnTo>
                    <a:pt x="127" y="36"/>
                  </a:lnTo>
                  <a:lnTo>
                    <a:pt x="113" y="4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19" name="Freeform 897"/>
            <p:cNvSpPr/>
            <p:nvPr/>
          </p:nvSpPr>
          <p:spPr>
            <a:xfrm>
              <a:off x="4539" y="3348"/>
              <a:ext cx="32" cy="34"/>
            </a:xfrm>
            <a:custGeom>
              <a:avLst/>
              <a:gdLst>
                <a:gd name="txL" fmla="*/ 0 w 252"/>
                <a:gd name="txT" fmla="*/ 0 h 235"/>
                <a:gd name="txR" fmla="*/ 252 w 252"/>
                <a:gd name="txB" fmla="*/ 235 h 235"/>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52" h="235">
                  <a:moveTo>
                    <a:pt x="210" y="72"/>
                  </a:moveTo>
                  <a:lnTo>
                    <a:pt x="222" y="85"/>
                  </a:lnTo>
                  <a:lnTo>
                    <a:pt x="228" y="100"/>
                  </a:lnTo>
                  <a:lnTo>
                    <a:pt x="232" y="116"/>
                  </a:lnTo>
                  <a:lnTo>
                    <a:pt x="232" y="133"/>
                  </a:lnTo>
                  <a:lnTo>
                    <a:pt x="230" y="147"/>
                  </a:lnTo>
                  <a:lnTo>
                    <a:pt x="226" y="159"/>
                  </a:lnTo>
                  <a:lnTo>
                    <a:pt x="218" y="171"/>
                  </a:lnTo>
                  <a:lnTo>
                    <a:pt x="211" y="180"/>
                  </a:lnTo>
                  <a:lnTo>
                    <a:pt x="202" y="191"/>
                  </a:lnTo>
                  <a:lnTo>
                    <a:pt x="192" y="200"/>
                  </a:lnTo>
                  <a:lnTo>
                    <a:pt x="183" y="209"/>
                  </a:lnTo>
                  <a:lnTo>
                    <a:pt x="173" y="219"/>
                  </a:lnTo>
                  <a:lnTo>
                    <a:pt x="171" y="222"/>
                  </a:lnTo>
                  <a:lnTo>
                    <a:pt x="170" y="225"/>
                  </a:lnTo>
                  <a:lnTo>
                    <a:pt x="171" y="229"/>
                  </a:lnTo>
                  <a:lnTo>
                    <a:pt x="173" y="232"/>
                  </a:lnTo>
                  <a:lnTo>
                    <a:pt x="176" y="234"/>
                  </a:lnTo>
                  <a:lnTo>
                    <a:pt x="180" y="235"/>
                  </a:lnTo>
                  <a:lnTo>
                    <a:pt x="184" y="234"/>
                  </a:lnTo>
                  <a:lnTo>
                    <a:pt x="187" y="232"/>
                  </a:lnTo>
                  <a:lnTo>
                    <a:pt x="208" y="218"/>
                  </a:lnTo>
                  <a:lnTo>
                    <a:pt x="225" y="200"/>
                  </a:lnTo>
                  <a:lnTo>
                    <a:pt x="239" y="178"/>
                  </a:lnTo>
                  <a:lnTo>
                    <a:pt x="249" y="156"/>
                  </a:lnTo>
                  <a:lnTo>
                    <a:pt x="252" y="131"/>
                  </a:lnTo>
                  <a:lnTo>
                    <a:pt x="250" y="108"/>
                  </a:lnTo>
                  <a:lnTo>
                    <a:pt x="242" y="85"/>
                  </a:lnTo>
                  <a:lnTo>
                    <a:pt x="225" y="65"/>
                  </a:lnTo>
                  <a:lnTo>
                    <a:pt x="212" y="54"/>
                  </a:lnTo>
                  <a:lnTo>
                    <a:pt x="197" y="45"/>
                  </a:lnTo>
                  <a:lnTo>
                    <a:pt x="181" y="36"/>
                  </a:lnTo>
                  <a:lnTo>
                    <a:pt x="164" y="29"/>
                  </a:lnTo>
                  <a:lnTo>
                    <a:pt x="146" y="22"/>
                  </a:lnTo>
                  <a:lnTo>
                    <a:pt x="127" y="17"/>
                  </a:lnTo>
                  <a:lnTo>
                    <a:pt x="109" y="12"/>
                  </a:lnTo>
                  <a:lnTo>
                    <a:pt x="90" y="7"/>
                  </a:lnTo>
                  <a:lnTo>
                    <a:pt x="73" y="4"/>
                  </a:lnTo>
                  <a:lnTo>
                    <a:pt x="57" y="2"/>
                  </a:lnTo>
                  <a:lnTo>
                    <a:pt x="42" y="0"/>
                  </a:lnTo>
                  <a:lnTo>
                    <a:pt x="28" y="0"/>
                  </a:lnTo>
                  <a:lnTo>
                    <a:pt x="17" y="0"/>
                  </a:lnTo>
                  <a:lnTo>
                    <a:pt x="8" y="1"/>
                  </a:lnTo>
                  <a:lnTo>
                    <a:pt x="3" y="3"/>
                  </a:lnTo>
                  <a:lnTo>
                    <a:pt x="0" y="5"/>
                  </a:lnTo>
                  <a:lnTo>
                    <a:pt x="10" y="7"/>
                  </a:lnTo>
                  <a:lnTo>
                    <a:pt x="22" y="8"/>
                  </a:lnTo>
                  <a:lnTo>
                    <a:pt x="33" y="11"/>
                  </a:lnTo>
                  <a:lnTo>
                    <a:pt x="46" y="13"/>
                  </a:lnTo>
                  <a:lnTo>
                    <a:pt x="60" y="15"/>
                  </a:lnTo>
                  <a:lnTo>
                    <a:pt x="73" y="17"/>
                  </a:lnTo>
                  <a:lnTo>
                    <a:pt x="87" y="20"/>
                  </a:lnTo>
                  <a:lnTo>
                    <a:pt x="102" y="23"/>
                  </a:lnTo>
                  <a:lnTo>
                    <a:pt x="115" y="28"/>
                  </a:lnTo>
                  <a:lnTo>
                    <a:pt x="130" y="32"/>
                  </a:lnTo>
                  <a:lnTo>
                    <a:pt x="145" y="37"/>
                  </a:lnTo>
                  <a:lnTo>
                    <a:pt x="159" y="43"/>
                  </a:lnTo>
                  <a:lnTo>
                    <a:pt x="172" y="49"/>
                  </a:lnTo>
                  <a:lnTo>
                    <a:pt x="186" y="55"/>
                  </a:lnTo>
                  <a:lnTo>
                    <a:pt x="198" y="64"/>
                  </a:lnTo>
                  <a:lnTo>
                    <a:pt x="210" y="72"/>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20" name="Freeform 898"/>
            <p:cNvSpPr/>
            <p:nvPr/>
          </p:nvSpPr>
          <p:spPr>
            <a:xfrm>
              <a:off x="4476" y="3366"/>
              <a:ext cx="13" cy="32"/>
            </a:xfrm>
            <a:custGeom>
              <a:avLst/>
              <a:gdLst>
                <a:gd name="txL" fmla="*/ 0 w 103"/>
                <a:gd name="txT" fmla="*/ 0 h 220"/>
                <a:gd name="txR" fmla="*/ 103 w 103"/>
                <a:gd name="txB" fmla="*/ 220 h 22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03" h="220">
                  <a:moveTo>
                    <a:pt x="0" y="120"/>
                  </a:moveTo>
                  <a:lnTo>
                    <a:pt x="0" y="138"/>
                  </a:lnTo>
                  <a:lnTo>
                    <a:pt x="4" y="155"/>
                  </a:lnTo>
                  <a:lnTo>
                    <a:pt x="12" y="171"/>
                  </a:lnTo>
                  <a:lnTo>
                    <a:pt x="22" y="185"/>
                  </a:lnTo>
                  <a:lnTo>
                    <a:pt x="35" y="197"/>
                  </a:lnTo>
                  <a:lnTo>
                    <a:pt x="50" y="207"/>
                  </a:lnTo>
                  <a:lnTo>
                    <a:pt x="66" y="215"/>
                  </a:lnTo>
                  <a:lnTo>
                    <a:pt x="83" y="219"/>
                  </a:lnTo>
                  <a:lnTo>
                    <a:pt x="89" y="220"/>
                  </a:lnTo>
                  <a:lnTo>
                    <a:pt x="94" y="218"/>
                  </a:lnTo>
                  <a:lnTo>
                    <a:pt x="98" y="215"/>
                  </a:lnTo>
                  <a:lnTo>
                    <a:pt x="100" y="211"/>
                  </a:lnTo>
                  <a:lnTo>
                    <a:pt x="100" y="205"/>
                  </a:lnTo>
                  <a:lnTo>
                    <a:pt x="99" y="200"/>
                  </a:lnTo>
                  <a:lnTo>
                    <a:pt x="96" y="196"/>
                  </a:lnTo>
                  <a:lnTo>
                    <a:pt x="91" y="193"/>
                  </a:lnTo>
                  <a:lnTo>
                    <a:pt x="74" y="187"/>
                  </a:lnTo>
                  <a:lnTo>
                    <a:pt x="58" y="178"/>
                  </a:lnTo>
                  <a:lnTo>
                    <a:pt x="45" y="167"/>
                  </a:lnTo>
                  <a:lnTo>
                    <a:pt x="36" y="154"/>
                  </a:lnTo>
                  <a:lnTo>
                    <a:pt x="30" y="138"/>
                  </a:lnTo>
                  <a:lnTo>
                    <a:pt x="27" y="121"/>
                  </a:lnTo>
                  <a:lnTo>
                    <a:pt x="27" y="103"/>
                  </a:lnTo>
                  <a:lnTo>
                    <a:pt x="32" y="83"/>
                  </a:lnTo>
                  <a:lnTo>
                    <a:pt x="39" y="69"/>
                  </a:lnTo>
                  <a:lnTo>
                    <a:pt x="51" y="56"/>
                  </a:lnTo>
                  <a:lnTo>
                    <a:pt x="63" y="43"/>
                  </a:lnTo>
                  <a:lnTo>
                    <a:pt x="77" y="31"/>
                  </a:lnTo>
                  <a:lnTo>
                    <a:pt x="89" y="21"/>
                  </a:lnTo>
                  <a:lnTo>
                    <a:pt x="98" y="12"/>
                  </a:lnTo>
                  <a:lnTo>
                    <a:pt x="103" y="5"/>
                  </a:lnTo>
                  <a:lnTo>
                    <a:pt x="103" y="0"/>
                  </a:lnTo>
                  <a:lnTo>
                    <a:pt x="92" y="4"/>
                  </a:lnTo>
                  <a:lnTo>
                    <a:pt x="77" y="12"/>
                  </a:lnTo>
                  <a:lnTo>
                    <a:pt x="61" y="25"/>
                  </a:lnTo>
                  <a:lnTo>
                    <a:pt x="44" y="40"/>
                  </a:lnTo>
                  <a:lnTo>
                    <a:pt x="29" y="57"/>
                  </a:lnTo>
                  <a:lnTo>
                    <a:pt x="16" y="77"/>
                  </a:lnTo>
                  <a:lnTo>
                    <a:pt x="6" y="98"/>
                  </a:lnTo>
                  <a:lnTo>
                    <a:pt x="0" y="12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21" name="Freeform 899"/>
            <p:cNvSpPr/>
            <p:nvPr/>
          </p:nvSpPr>
          <p:spPr>
            <a:xfrm>
              <a:off x="4565" y="3346"/>
              <a:ext cx="28" cy="41"/>
            </a:xfrm>
            <a:custGeom>
              <a:avLst/>
              <a:gdLst>
                <a:gd name="txL" fmla="*/ 0 w 220"/>
                <a:gd name="txT" fmla="*/ 0 h 288"/>
                <a:gd name="txR" fmla="*/ 220 w 220"/>
                <a:gd name="txB" fmla="*/ 288 h 28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20" h="288">
                  <a:moveTo>
                    <a:pt x="179" y="108"/>
                  </a:moveTo>
                  <a:lnTo>
                    <a:pt x="186" y="115"/>
                  </a:lnTo>
                  <a:lnTo>
                    <a:pt x="191" y="124"/>
                  </a:lnTo>
                  <a:lnTo>
                    <a:pt x="196" y="133"/>
                  </a:lnTo>
                  <a:lnTo>
                    <a:pt x="200" y="143"/>
                  </a:lnTo>
                  <a:lnTo>
                    <a:pt x="202" y="153"/>
                  </a:lnTo>
                  <a:lnTo>
                    <a:pt x="201" y="163"/>
                  </a:lnTo>
                  <a:lnTo>
                    <a:pt x="199" y="174"/>
                  </a:lnTo>
                  <a:lnTo>
                    <a:pt x="193" y="184"/>
                  </a:lnTo>
                  <a:lnTo>
                    <a:pt x="186" y="194"/>
                  </a:lnTo>
                  <a:lnTo>
                    <a:pt x="178" y="204"/>
                  </a:lnTo>
                  <a:lnTo>
                    <a:pt x="168" y="213"/>
                  </a:lnTo>
                  <a:lnTo>
                    <a:pt x="159" y="221"/>
                  </a:lnTo>
                  <a:lnTo>
                    <a:pt x="148" y="229"/>
                  </a:lnTo>
                  <a:lnTo>
                    <a:pt x="138" y="237"/>
                  </a:lnTo>
                  <a:lnTo>
                    <a:pt x="127" y="246"/>
                  </a:lnTo>
                  <a:lnTo>
                    <a:pt x="118" y="255"/>
                  </a:lnTo>
                  <a:lnTo>
                    <a:pt x="115" y="258"/>
                  </a:lnTo>
                  <a:lnTo>
                    <a:pt x="112" y="263"/>
                  </a:lnTo>
                  <a:lnTo>
                    <a:pt x="110" y="267"/>
                  </a:lnTo>
                  <a:lnTo>
                    <a:pt x="108" y="271"/>
                  </a:lnTo>
                  <a:lnTo>
                    <a:pt x="107" y="276"/>
                  </a:lnTo>
                  <a:lnTo>
                    <a:pt x="107" y="280"/>
                  </a:lnTo>
                  <a:lnTo>
                    <a:pt x="109" y="284"/>
                  </a:lnTo>
                  <a:lnTo>
                    <a:pt x="112" y="287"/>
                  </a:lnTo>
                  <a:lnTo>
                    <a:pt x="117" y="288"/>
                  </a:lnTo>
                  <a:lnTo>
                    <a:pt x="121" y="288"/>
                  </a:lnTo>
                  <a:lnTo>
                    <a:pt x="124" y="287"/>
                  </a:lnTo>
                  <a:lnTo>
                    <a:pt x="127" y="284"/>
                  </a:lnTo>
                  <a:lnTo>
                    <a:pt x="138" y="271"/>
                  </a:lnTo>
                  <a:lnTo>
                    <a:pt x="149" y="261"/>
                  </a:lnTo>
                  <a:lnTo>
                    <a:pt x="161" y="250"/>
                  </a:lnTo>
                  <a:lnTo>
                    <a:pt x="173" y="239"/>
                  </a:lnTo>
                  <a:lnTo>
                    <a:pt x="185" y="229"/>
                  </a:lnTo>
                  <a:lnTo>
                    <a:pt x="196" y="217"/>
                  </a:lnTo>
                  <a:lnTo>
                    <a:pt x="206" y="204"/>
                  </a:lnTo>
                  <a:lnTo>
                    <a:pt x="213" y="190"/>
                  </a:lnTo>
                  <a:lnTo>
                    <a:pt x="219" y="173"/>
                  </a:lnTo>
                  <a:lnTo>
                    <a:pt x="220" y="157"/>
                  </a:lnTo>
                  <a:lnTo>
                    <a:pt x="218" y="141"/>
                  </a:lnTo>
                  <a:lnTo>
                    <a:pt x="212" y="125"/>
                  </a:lnTo>
                  <a:lnTo>
                    <a:pt x="204" y="111"/>
                  </a:lnTo>
                  <a:lnTo>
                    <a:pt x="194" y="97"/>
                  </a:lnTo>
                  <a:lnTo>
                    <a:pt x="182" y="86"/>
                  </a:lnTo>
                  <a:lnTo>
                    <a:pt x="168" y="77"/>
                  </a:lnTo>
                  <a:lnTo>
                    <a:pt x="158" y="70"/>
                  </a:lnTo>
                  <a:lnTo>
                    <a:pt x="146" y="64"/>
                  </a:lnTo>
                  <a:lnTo>
                    <a:pt x="134" y="56"/>
                  </a:lnTo>
                  <a:lnTo>
                    <a:pt x="122" y="50"/>
                  </a:lnTo>
                  <a:lnTo>
                    <a:pt x="109" y="43"/>
                  </a:lnTo>
                  <a:lnTo>
                    <a:pt x="96" y="36"/>
                  </a:lnTo>
                  <a:lnTo>
                    <a:pt x="83" y="29"/>
                  </a:lnTo>
                  <a:lnTo>
                    <a:pt x="70" y="22"/>
                  </a:lnTo>
                  <a:lnTo>
                    <a:pt x="59" y="17"/>
                  </a:lnTo>
                  <a:lnTo>
                    <a:pt x="47" y="12"/>
                  </a:lnTo>
                  <a:lnTo>
                    <a:pt x="36" y="7"/>
                  </a:lnTo>
                  <a:lnTo>
                    <a:pt x="26" y="4"/>
                  </a:lnTo>
                  <a:lnTo>
                    <a:pt x="18" y="1"/>
                  </a:lnTo>
                  <a:lnTo>
                    <a:pt x="10" y="0"/>
                  </a:lnTo>
                  <a:lnTo>
                    <a:pt x="4" y="0"/>
                  </a:lnTo>
                  <a:lnTo>
                    <a:pt x="0" y="2"/>
                  </a:lnTo>
                  <a:lnTo>
                    <a:pt x="9" y="7"/>
                  </a:lnTo>
                  <a:lnTo>
                    <a:pt x="20" y="13"/>
                  </a:lnTo>
                  <a:lnTo>
                    <a:pt x="31" y="18"/>
                  </a:lnTo>
                  <a:lnTo>
                    <a:pt x="42" y="23"/>
                  </a:lnTo>
                  <a:lnTo>
                    <a:pt x="54" y="29"/>
                  </a:lnTo>
                  <a:lnTo>
                    <a:pt x="65" y="34"/>
                  </a:lnTo>
                  <a:lnTo>
                    <a:pt x="77" y="40"/>
                  </a:lnTo>
                  <a:lnTo>
                    <a:pt x="88" y="47"/>
                  </a:lnTo>
                  <a:lnTo>
                    <a:pt x="101" y="53"/>
                  </a:lnTo>
                  <a:lnTo>
                    <a:pt x="112" y="60"/>
                  </a:lnTo>
                  <a:lnTo>
                    <a:pt x="124" y="66"/>
                  </a:lnTo>
                  <a:lnTo>
                    <a:pt x="136" y="74"/>
                  </a:lnTo>
                  <a:lnTo>
                    <a:pt x="147" y="82"/>
                  </a:lnTo>
                  <a:lnTo>
                    <a:pt x="158" y="90"/>
                  </a:lnTo>
                  <a:lnTo>
                    <a:pt x="168" y="98"/>
                  </a:lnTo>
                  <a:lnTo>
                    <a:pt x="179" y="10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9022" name="Freeform 900"/>
            <p:cNvSpPr/>
            <p:nvPr/>
          </p:nvSpPr>
          <p:spPr>
            <a:xfrm>
              <a:off x="4538" y="3409"/>
              <a:ext cx="107" cy="71"/>
            </a:xfrm>
            <a:custGeom>
              <a:avLst/>
              <a:gdLst>
                <a:gd name="txL" fmla="*/ 0 w 1070"/>
                <a:gd name="txT" fmla="*/ 0 h 844"/>
                <a:gd name="txR" fmla="*/ 1070 w 1070"/>
                <a:gd name="txB" fmla="*/ 844 h 844"/>
              </a:gdLst>
              <a:ahLst/>
              <a:cxnLst>
                <a:cxn ang="0">
                  <a:pos x="0" y="0"/>
                </a:cxn>
                <a:cxn ang="0">
                  <a:pos x="0" y="0"/>
                </a:cxn>
                <a:cxn ang="0">
                  <a:pos x="0" y="0"/>
                </a:cxn>
                <a:cxn ang="0">
                  <a:pos x="0" y="0"/>
                </a:cxn>
                <a:cxn ang="0">
                  <a:pos x="0" y="0"/>
                </a:cxn>
              </a:cxnLst>
              <a:rect l="txL" t="txT" r="txR" b="txB"/>
              <a:pathLst>
                <a:path w="1070" h="844">
                  <a:moveTo>
                    <a:pt x="141" y="0"/>
                  </a:moveTo>
                  <a:lnTo>
                    <a:pt x="1070" y="194"/>
                  </a:lnTo>
                  <a:lnTo>
                    <a:pt x="919" y="844"/>
                  </a:lnTo>
                  <a:lnTo>
                    <a:pt x="0" y="624"/>
                  </a:lnTo>
                  <a:lnTo>
                    <a:pt x="141" y="0"/>
                  </a:lnTo>
                  <a:close/>
                </a:path>
              </a:pathLst>
            </a:custGeom>
            <a:solidFill>
              <a:schemeClr val="folHlink">
                <a:alpha val="100000"/>
              </a:schemeClr>
            </a:solidFill>
            <a:ln w="9525">
              <a:noFill/>
            </a:ln>
          </p:spPr>
          <p:txBody>
            <a:bodyPr/>
            <a:p>
              <a:endParaRPr lang="zh-CN" altLang="en-US"/>
            </a:p>
          </p:txBody>
        </p:sp>
        <p:sp>
          <p:nvSpPr>
            <p:cNvPr id="79023" name="Freeform 901"/>
            <p:cNvSpPr/>
            <p:nvPr/>
          </p:nvSpPr>
          <p:spPr>
            <a:xfrm>
              <a:off x="4547" y="3411"/>
              <a:ext cx="82" cy="28"/>
            </a:xfrm>
            <a:custGeom>
              <a:avLst/>
              <a:gdLst>
                <a:gd name="txL" fmla="*/ 0 w 819"/>
                <a:gd name="txT" fmla="*/ 0 h 333"/>
                <a:gd name="txR" fmla="*/ 819 w 819"/>
                <a:gd name="txB" fmla="*/ 333 h 333"/>
              </a:gdLst>
              <a:ahLst/>
              <a:cxnLst>
                <a:cxn ang="0">
                  <a:pos x="0" y="0"/>
                </a:cxn>
                <a:cxn ang="0">
                  <a:pos x="0" y="0"/>
                </a:cxn>
                <a:cxn ang="0">
                  <a:pos x="0" y="0"/>
                </a:cxn>
                <a:cxn ang="0">
                  <a:pos x="0" y="0"/>
                </a:cxn>
                <a:cxn ang="0">
                  <a:pos x="0" y="0"/>
                </a:cxn>
              </a:cxnLst>
              <a:rect l="txL" t="txT" r="txR" b="txB"/>
              <a:pathLst>
                <a:path w="819" h="333">
                  <a:moveTo>
                    <a:pt x="97" y="0"/>
                  </a:moveTo>
                  <a:lnTo>
                    <a:pt x="819" y="139"/>
                  </a:lnTo>
                  <a:lnTo>
                    <a:pt x="172" y="98"/>
                  </a:lnTo>
                  <a:lnTo>
                    <a:pt x="0" y="333"/>
                  </a:lnTo>
                  <a:lnTo>
                    <a:pt x="97" y="0"/>
                  </a:lnTo>
                  <a:close/>
                </a:path>
              </a:pathLst>
            </a:custGeom>
            <a:solidFill>
              <a:srgbClr val="FFFFFF">
                <a:alpha val="100000"/>
              </a:srgbClr>
            </a:solidFill>
            <a:ln w="9525">
              <a:noFill/>
            </a:ln>
          </p:spPr>
          <p:txBody>
            <a:bodyPr/>
            <a:p>
              <a:endParaRPr lang="zh-CN" altLang="en-US"/>
            </a:p>
          </p:txBody>
        </p:sp>
        <p:sp>
          <p:nvSpPr>
            <p:cNvPr id="79024" name="Freeform 902"/>
            <p:cNvSpPr/>
            <p:nvPr/>
          </p:nvSpPr>
          <p:spPr>
            <a:xfrm>
              <a:off x="4527" y="3494"/>
              <a:ext cx="108" cy="26"/>
            </a:xfrm>
            <a:custGeom>
              <a:avLst/>
              <a:gdLst>
                <a:gd name="txL" fmla="*/ 0 w 1083"/>
                <a:gd name="txT" fmla="*/ 0 h 306"/>
                <a:gd name="txR" fmla="*/ 1083 w 1083"/>
                <a:gd name="txB" fmla="*/ 306 h 306"/>
              </a:gdLst>
              <a:ahLst/>
              <a:cxnLst>
                <a:cxn ang="0">
                  <a:pos x="0" y="0"/>
                </a:cxn>
                <a:cxn ang="0">
                  <a:pos x="0" y="0"/>
                </a:cxn>
                <a:cxn ang="0">
                  <a:pos x="0" y="0"/>
                </a:cxn>
                <a:cxn ang="0">
                  <a:pos x="0" y="0"/>
                </a:cxn>
                <a:cxn ang="0">
                  <a:pos x="0" y="0"/>
                </a:cxn>
              </a:cxnLst>
              <a:rect l="txL" t="txT" r="txR" b="txB"/>
              <a:pathLst>
                <a:path w="1083" h="306">
                  <a:moveTo>
                    <a:pt x="34" y="0"/>
                  </a:moveTo>
                  <a:lnTo>
                    <a:pt x="1083" y="261"/>
                  </a:lnTo>
                  <a:lnTo>
                    <a:pt x="1055" y="306"/>
                  </a:lnTo>
                  <a:lnTo>
                    <a:pt x="0" y="28"/>
                  </a:lnTo>
                  <a:lnTo>
                    <a:pt x="34" y="0"/>
                  </a:lnTo>
                  <a:close/>
                </a:path>
              </a:pathLst>
            </a:custGeom>
            <a:solidFill>
              <a:srgbClr val="7F7F7F">
                <a:alpha val="100000"/>
              </a:srgbClr>
            </a:solidFill>
            <a:ln w="9525">
              <a:noFill/>
            </a:ln>
          </p:spPr>
          <p:txBody>
            <a:bodyPr/>
            <a:p>
              <a:endParaRPr lang="zh-CN" altLang="en-US"/>
            </a:p>
          </p:txBody>
        </p:sp>
        <p:sp>
          <p:nvSpPr>
            <p:cNvPr id="79025" name="Freeform 903"/>
            <p:cNvSpPr/>
            <p:nvPr/>
          </p:nvSpPr>
          <p:spPr>
            <a:xfrm>
              <a:off x="4517" y="3502"/>
              <a:ext cx="109" cy="26"/>
            </a:xfrm>
            <a:custGeom>
              <a:avLst/>
              <a:gdLst>
                <a:gd name="txL" fmla="*/ 0 w 1088"/>
                <a:gd name="txT" fmla="*/ 0 h 311"/>
                <a:gd name="txR" fmla="*/ 1088 w 1088"/>
                <a:gd name="txB" fmla="*/ 311 h 311"/>
              </a:gdLst>
              <a:ahLst/>
              <a:cxnLst>
                <a:cxn ang="0">
                  <a:pos x="0" y="0"/>
                </a:cxn>
                <a:cxn ang="0">
                  <a:pos x="0" y="0"/>
                </a:cxn>
                <a:cxn ang="0">
                  <a:pos x="0" y="0"/>
                </a:cxn>
                <a:cxn ang="0">
                  <a:pos x="0" y="0"/>
                </a:cxn>
                <a:cxn ang="0">
                  <a:pos x="0" y="0"/>
                </a:cxn>
              </a:cxnLst>
              <a:rect l="txL" t="txT" r="txR" b="txB"/>
              <a:pathLst>
                <a:path w="1088" h="311">
                  <a:moveTo>
                    <a:pt x="39" y="0"/>
                  </a:moveTo>
                  <a:lnTo>
                    <a:pt x="1088" y="260"/>
                  </a:lnTo>
                  <a:lnTo>
                    <a:pt x="1055" y="311"/>
                  </a:lnTo>
                  <a:lnTo>
                    <a:pt x="0" y="34"/>
                  </a:lnTo>
                  <a:lnTo>
                    <a:pt x="39" y="0"/>
                  </a:lnTo>
                  <a:close/>
                </a:path>
              </a:pathLst>
            </a:custGeom>
            <a:solidFill>
              <a:srgbClr val="7F7F7F">
                <a:alpha val="100000"/>
              </a:srgbClr>
            </a:solidFill>
            <a:ln w="9525">
              <a:noFill/>
            </a:ln>
          </p:spPr>
          <p:txBody>
            <a:bodyPr/>
            <a:p>
              <a:endParaRPr lang="zh-CN" altLang="en-US"/>
            </a:p>
          </p:txBody>
        </p:sp>
        <p:sp>
          <p:nvSpPr>
            <p:cNvPr id="79026" name="Freeform 904"/>
            <p:cNvSpPr/>
            <p:nvPr/>
          </p:nvSpPr>
          <p:spPr>
            <a:xfrm>
              <a:off x="4534" y="3526"/>
              <a:ext cx="16" cy="6"/>
            </a:xfrm>
            <a:custGeom>
              <a:avLst/>
              <a:gdLst>
                <a:gd name="txL" fmla="*/ 0 w 164"/>
                <a:gd name="txT" fmla="*/ 0 h 72"/>
                <a:gd name="txR" fmla="*/ 164 w 164"/>
                <a:gd name="txB" fmla="*/ 72 h 7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64" h="72">
                  <a:moveTo>
                    <a:pt x="16" y="1"/>
                  </a:moveTo>
                  <a:lnTo>
                    <a:pt x="21" y="1"/>
                  </a:lnTo>
                  <a:lnTo>
                    <a:pt x="35" y="0"/>
                  </a:lnTo>
                  <a:lnTo>
                    <a:pt x="54" y="0"/>
                  </a:lnTo>
                  <a:lnTo>
                    <a:pt x="78" y="2"/>
                  </a:lnTo>
                  <a:lnTo>
                    <a:pt x="104" y="7"/>
                  </a:lnTo>
                  <a:lnTo>
                    <a:pt x="128" y="17"/>
                  </a:lnTo>
                  <a:lnTo>
                    <a:pt x="149" y="31"/>
                  </a:lnTo>
                  <a:lnTo>
                    <a:pt x="164" y="51"/>
                  </a:lnTo>
                  <a:lnTo>
                    <a:pt x="164" y="52"/>
                  </a:lnTo>
                  <a:lnTo>
                    <a:pt x="164" y="57"/>
                  </a:lnTo>
                  <a:lnTo>
                    <a:pt x="163" y="62"/>
                  </a:lnTo>
                  <a:lnTo>
                    <a:pt x="161" y="67"/>
                  </a:lnTo>
                  <a:lnTo>
                    <a:pt x="156" y="71"/>
                  </a:lnTo>
                  <a:lnTo>
                    <a:pt x="149" y="72"/>
                  </a:lnTo>
                  <a:lnTo>
                    <a:pt x="138" y="71"/>
                  </a:lnTo>
                  <a:lnTo>
                    <a:pt x="124" y="65"/>
                  </a:lnTo>
                  <a:lnTo>
                    <a:pt x="124" y="63"/>
                  </a:lnTo>
                  <a:lnTo>
                    <a:pt x="123" y="59"/>
                  </a:lnTo>
                  <a:lnTo>
                    <a:pt x="120" y="52"/>
                  </a:lnTo>
                  <a:lnTo>
                    <a:pt x="113" y="45"/>
                  </a:lnTo>
                  <a:lnTo>
                    <a:pt x="100" y="38"/>
                  </a:lnTo>
                  <a:lnTo>
                    <a:pt x="81" y="32"/>
                  </a:lnTo>
                  <a:lnTo>
                    <a:pt x="55" y="29"/>
                  </a:lnTo>
                  <a:lnTo>
                    <a:pt x="20" y="29"/>
                  </a:lnTo>
                  <a:lnTo>
                    <a:pt x="18" y="29"/>
                  </a:lnTo>
                  <a:lnTo>
                    <a:pt x="14" y="27"/>
                  </a:lnTo>
                  <a:lnTo>
                    <a:pt x="9" y="25"/>
                  </a:lnTo>
                  <a:lnTo>
                    <a:pt x="4" y="22"/>
                  </a:lnTo>
                  <a:lnTo>
                    <a:pt x="0" y="18"/>
                  </a:lnTo>
                  <a:lnTo>
                    <a:pt x="0" y="14"/>
                  </a:lnTo>
                  <a:lnTo>
                    <a:pt x="5" y="7"/>
                  </a:lnTo>
                  <a:lnTo>
                    <a:pt x="16" y="1"/>
                  </a:lnTo>
                  <a:close/>
                </a:path>
              </a:pathLst>
            </a:custGeom>
            <a:solidFill>
              <a:srgbClr val="BFBFBF">
                <a:alpha val="100000"/>
              </a:srgbClr>
            </a:solidFill>
            <a:ln w="9525">
              <a:noFill/>
            </a:ln>
          </p:spPr>
          <p:txBody>
            <a:bodyPr/>
            <a:p>
              <a:endParaRPr lang="zh-CN" altLang="en-US"/>
            </a:p>
          </p:txBody>
        </p:sp>
        <p:sp>
          <p:nvSpPr>
            <p:cNvPr id="79027" name="Freeform 905"/>
            <p:cNvSpPr/>
            <p:nvPr/>
          </p:nvSpPr>
          <p:spPr>
            <a:xfrm>
              <a:off x="4537" y="3483"/>
              <a:ext cx="15" cy="9"/>
            </a:xfrm>
            <a:custGeom>
              <a:avLst/>
              <a:gdLst>
                <a:gd name="txL" fmla="*/ 0 w 146"/>
                <a:gd name="txT" fmla="*/ 0 h 109"/>
                <a:gd name="txR" fmla="*/ 146 w 146"/>
                <a:gd name="txB" fmla="*/ 109 h 10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6" h="109">
                  <a:moveTo>
                    <a:pt x="45" y="0"/>
                  </a:moveTo>
                  <a:lnTo>
                    <a:pt x="42" y="0"/>
                  </a:lnTo>
                  <a:lnTo>
                    <a:pt x="35" y="3"/>
                  </a:lnTo>
                  <a:lnTo>
                    <a:pt x="26" y="7"/>
                  </a:lnTo>
                  <a:lnTo>
                    <a:pt x="15" y="14"/>
                  </a:lnTo>
                  <a:lnTo>
                    <a:pt x="6" y="24"/>
                  </a:lnTo>
                  <a:lnTo>
                    <a:pt x="1" y="39"/>
                  </a:lnTo>
                  <a:lnTo>
                    <a:pt x="0" y="59"/>
                  </a:lnTo>
                  <a:lnTo>
                    <a:pt x="6" y="85"/>
                  </a:lnTo>
                  <a:lnTo>
                    <a:pt x="85" y="109"/>
                  </a:lnTo>
                  <a:lnTo>
                    <a:pt x="84" y="104"/>
                  </a:lnTo>
                  <a:lnTo>
                    <a:pt x="84" y="93"/>
                  </a:lnTo>
                  <a:lnTo>
                    <a:pt x="84" y="76"/>
                  </a:lnTo>
                  <a:lnTo>
                    <a:pt x="87" y="58"/>
                  </a:lnTo>
                  <a:lnTo>
                    <a:pt x="93" y="40"/>
                  </a:lnTo>
                  <a:lnTo>
                    <a:pt x="104" y="27"/>
                  </a:lnTo>
                  <a:lnTo>
                    <a:pt x="121" y="20"/>
                  </a:lnTo>
                  <a:lnTo>
                    <a:pt x="146" y="23"/>
                  </a:lnTo>
                  <a:lnTo>
                    <a:pt x="45" y="0"/>
                  </a:lnTo>
                  <a:close/>
                </a:path>
              </a:pathLst>
            </a:custGeom>
            <a:solidFill>
              <a:srgbClr val="F2E5BF">
                <a:alpha val="100000"/>
              </a:srgbClr>
            </a:solidFill>
            <a:ln w="9525">
              <a:noFill/>
            </a:ln>
          </p:spPr>
          <p:txBody>
            <a:bodyPr/>
            <a:p>
              <a:endParaRPr lang="zh-CN" altLang="en-US"/>
            </a:p>
          </p:txBody>
        </p:sp>
        <p:sp>
          <p:nvSpPr>
            <p:cNvPr id="79028" name="Freeform 906"/>
            <p:cNvSpPr/>
            <p:nvPr/>
          </p:nvSpPr>
          <p:spPr>
            <a:xfrm>
              <a:off x="4620" y="3499"/>
              <a:ext cx="15" cy="9"/>
            </a:xfrm>
            <a:custGeom>
              <a:avLst/>
              <a:gdLst>
                <a:gd name="txL" fmla="*/ 0 w 146"/>
                <a:gd name="txT" fmla="*/ 0 h 107"/>
                <a:gd name="txR" fmla="*/ 146 w 146"/>
                <a:gd name="txB" fmla="*/ 107 h 10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46" h="107">
                  <a:moveTo>
                    <a:pt x="45" y="0"/>
                  </a:moveTo>
                  <a:lnTo>
                    <a:pt x="42" y="0"/>
                  </a:lnTo>
                  <a:lnTo>
                    <a:pt x="35" y="2"/>
                  </a:lnTo>
                  <a:lnTo>
                    <a:pt x="25" y="6"/>
                  </a:lnTo>
                  <a:lnTo>
                    <a:pt x="15" y="12"/>
                  </a:lnTo>
                  <a:lnTo>
                    <a:pt x="6" y="23"/>
                  </a:lnTo>
                  <a:lnTo>
                    <a:pt x="0" y="38"/>
                  </a:lnTo>
                  <a:lnTo>
                    <a:pt x="0" y="58"/>
                  </a:lnTo>
                  <a:lnTo>
                    <a:pt x="6" y="85"/>
                  </a:lnTo>
                  <a:lnTo>
                    <a:pt x="84" y="107"/>
                  </a:lnTo>
                  <a:lnTo>
                    <a:pt x="83" y="103"/>
                  </a:lnTo>
                  <a:lnTo>
                    <a:pt x="83" y="91"/>
                  </a:lnTo>
                  <a:lnTo>
                    <a:pt x="83" y="75"/>
                  </a:lnTo>
                  <a:lnTo>
                    <a:pt x="86" y="56"/>
                  </a:lnTo>
                  <a:lnTo>
                    <a:pt x="92" y="40"/>
                  </a:lnTo>
                  <a:lnTo>
                    <a:pt x="103" y="27"/>
                  </a:lnTo>
                  <a:lnTo>
                    <a:pt x="121" y="19"/>
                  </a:lnTo>
                  <a:lnTo>
                    <a:pt x="146" y="23"/>
                  </a:lnTo>
                  <a:lnTo>
                    <a:pt x="45" y="0"/>
                  </a:lnTo>
                  <a:close/>
                </a:path>
              </a:pathLst>
            </a:custGeom>
            <a:solidFill>
              <a:srgbClr val="F2E5BF">
                <a:alpha val="100000"/>
              </a:srgbClr>
            </a:solidFill>
            <a:ln w="9525">
              <a:noFill/>
            </a:ln>
          </p:spPr>
          <p:txBody>
            <a:bodyPr/>
            <a:p>
              <a:endParaRPr lang="zh-CN" altLang="en-US"/>
            </a:p>
          </p:txBody>
        </p:sp>
        <p:sp>
          <p:nvSpPr>
            <p:cNvPr id="79029" name="Freeform 907"/>
            <p:cNvSpPr/>
            <p:nvPr/>
          </p:nvSpPr>
          <p:spPr>
            <a:xfrm>
              <a:off x="4553" y="3485"/>
              <a:ext cx="63" cy="16"/>
            </a:xfrm>
            <a:custGeom>
              <a:avLst/>
              <a:gdLst>
                <a:gd name="txL" fmla="*/ 0 w 629"/>
                <a:gd name="txT" fmla="*/ 0 h 182"/>
                <a:gd name="txR" fmla="*/ 629 w 629"/>
                <a:gd name="txB" fmla="*/ 182 h 182"/>
              </a:gdLst>
              <a:ahLst/>
              <a:cxnLst>
                <a:cxn ang="0">
                  <a:pos x="0" y="0"/>
                </a:cxn>
                <a:cxn ang="0">
                  <a:pos x="0" y="0"/>
                </a:cxn>
                <a:cxn ang="0">
                  <a:pos x="0" y="0"/>
                </a:cxn>
                <a:cxn ang="0">
                  <a:pos x="0" y="0"/>
                </a:cxn>
                <a:cxn ang="0">
                  <a:pos x="0" y="0"/>
                </a:cxn>
              </a:cxnLst>
              <a:rect l="txL" t="txT" r="txR" b="txB"/>
              <a:pathLst>
                <a:path w="629" h="182">
                  <a:moveTo>
                    <a:pt x="0" y="40"/>
                  </a:moveTo>
                  <a:lnTo>
                    <a:pt x="601" y="182"/>
                  </a:lnTo>
                  <a:lnTo>
                    <a:pt x="629" y="142"/>
                  </a:lnTo>
                  <a:lnTo>
                    <a:pt x="29" y="0"/>
                  </a:lnTo>
                  <a:lnTo>
                    <a:pt x="0" y="40"/>
                  </a:lnTo>
                  <a:close/>
                </a:path>
              </a:pathLst>
            </a:custGeom>
            <a:solidFill>
              <a:schemeClr val="folHlink">
                <a:alpha val="100000"/>
              </a:schemeClr>
            </a:solidFill>
            <a:ln w="9525">
              <a:noFill/>
            </a:ln>
          </p:spPr>
          <p:txBody>
            <a:bodyPr/>
            <a:p>
              <a:endParaRPr lang="zh-CN" altLang="en-US"/>
            </a:p>
          </p:txBody>
        </p:sp>
        <p:sp>
          <p:nvSpPr>
            <p:cNvPr id="79030" name="Freeform 908"/>
            <p:cNvSpPr/>
            <p:nvPr/>
          </p:nvSpPr>
          <p:spPr>
            <a:xfrm>
              <a:off x="4553" y="3492"/>
              <a:ext cx="60" cy="14"/>
            </a:xfrm>
            <a:custGeom>
              <a:avLst/>
              <a:gdLst>
                <a:gd name="txL" fmla="*/ 0 w 606"/>
                <a:gd name="txT" fmla="*/ 0 h 170"/>
                <a:gd name="txR" fmla="*/ 606 w 606"/>
                <a:gd name="txB" fmla="*/ 170 h 170"/>
              </a:gdLst>
              <a:ahLst/>
              <a:cxnLst>
                <a:cxn ang="0">
                  <a:pos x="0" y="0"/>
                </a:cxn>
                <a:cxn ang="0">
                  <a:pos x="0" y="0"/>
                </a:cxn>
                <a:cxn ang="0">
                  <a:pos x="0" y="0"/>
                </a:cxn>
                <a:cxn ang="0">
                  <a:pos x="0" y="0"/>
                </a:cxn>
                <a:cxn ang="0">
                  <a:pos x="0" y="0"/>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sp>
          <p:nvSpPr>
            <p:cNvPr id="79031" name="Freeform 909"/>
            <p:cNvSpPr/>
            <p:nvPr/>
          </p:nvSpPr>
          <p:spPr>
            <a:xfrm>
              <a:off x="4553" y="3482"/>
              <a:ext cx="60" cy="14"/>
            </a:xfrm>
            <a:custGeom>
              <a:avLst/>
              <a:gdLst>
                <a:gd name="txL" fmla="*/ 0 w 606"/>
                <a:gd name="txT" fmla="*/ 0 h 170"/>
                <a:gd name="txR" fmla="*/ 606 w 606"/>
                <a:gd name="txB" fmla="*/ 170 h 170"/>
              </a:gdLst>
              <a:ahLst/>
              <a:cxnLst>
                <a:cxn ang="0">
                  <a:pos x="0" y="0"/>
                </a:cxn>
                <a:cxn ang="0">
                  <a:pos x="0" y="0"/>
                </a:cxn>
                <a:cxn ang="0">
                  <a:pos x="0" y="0"/>
                </a:cxn>
                <a:cxn ang="0">
                  <a:pos x="0" y="0"/>
                </a:cxn>
                <a:cxn ang="0">
                  <a:pos x="0" y="0"/>
                </a:cxn>
              </a:cxnLst>
              <a:rect l="txL" t="txT" r="txR" b="txB"/>
              <a:pathLst>
                <a:path w="606" h="170">
                  <a:moveTo>
                    <a:pt x="0" y="28"/>
                  </a:moveTo>
                  <a:lnTo>
                    <a:pt x="600" y="170"/>
                  </a:lnTo>
                  <a:lnTo>
                    <a:pt x="606" y="142"/>
                  </a:lnTo>
                  <a:lnTo>
                    <a:pt x="5" y="0"/>
                  </a:lnTo>
                  <a:lnTo>
                    <a:pt x="0" y="28"/>
                  </a:lnTo>
                  <a:close/>
                </a:path>
              </a:pathLst>
            </a:custGeom>
            <a:solidFill>
              <a:srgbClr val="F2E5BF">
                <a:alpha val="100000"/>
              </a:srgbClr>
            </a:solidFill>
            <a:ln w="9525">
              <a:noFill/>
            </a:ln>
          </p:spPr>
          <p:txBody>
            <a:bodyPr/>
            <a:p>
              <a:endParaRPr lang="zh-CN" altLang="en-US"/>
            </a:p>
          </p:txBody>
        </p:sp>
      </p:grpSp>
      <p:sp>
        <p:nvSpPr>
          <p:cNvPr id="78996" name="AutoShape 916"/>
          <p:cNvSpPr>
            <a:spLocks noChangeAspect="1" noTextEdit="1"/>
          </p:cNvSpPr>
          <p:nvPr/>
        </p:nvSpPr>
        <p:spPr>
          <a:xfrm flipH="1">
            <a:off x="5227638" y="2174875"/>
            <a:ext cx="517525" cy="180975"/>
          </a:xfrm>
          <a:prstGeom prst="rect">
            <a:avLst/>
          </a:prstGeom>
          <a:noFill/>
          <a:ln w="9525">
            <a:noFill/>
          </a:ln>
        </p:spPr>
        <p:txBody>
          <a:bodyPr/>
          <a:p>
            <a:endParaRPr lang="zh-CN" altLang="en-US"/>
          </a:p>
        </p:txBody>
      </p:sp>
      <p:sp>
        <p:nvSpPr>
          <p:cNvPr id="78997" name="Freeform 918"/>
          <p:cNvSpPr/>
          <p:nvPr/>
        </p:nvSpPr>
        <p:spPr>
          <a:xfrm flipH="1">
            <a:off x="5600700" y="2266950"/>
            <a:ext cx="74613" cy="88900"/>
          </a:xfrm>
          <a:custGeom>
            <a:avLst/>
            <a:gdLst>
              <a:gd name="txL" fmla="*/ 0 w 188"/>
              <a:gd name="txT" fmla="*/ 0 h 168"/>
              <a:gd name="txR" fmla="*/ 188 w 188"/>
              <a:gd name="txB" fmla="*/ 168 h 168"/>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88" h="168">
                <a:moveTo>
                  <a:pt x="92" y="0"/>
                </a:moveTo>
                <a:lnTo>
                  <a:pt x="135" y="7"/>
                </a:lnTo>
                <a:lnTo>
                  <a:pt x="164" y="27"/>
                </a:lnTo>
                <a:lnTo>
                  <a:pt x="182" y="54"/>
                </a:lnTo>
                <a:lnTo>
                  <a:pt x="188" y="84"/>
                </a:lnTo>
                <a:lnTo>
                  <a:pt x="182" y="115"/>
                </a:lnTo>
                <a:lnTo>
                  <a:pt x="164" y="141"/>
                </a:lnTo>
                <a:lnTo>
                  <a:pt x="135" y="161"/>
                </a:lnTo>
                <a:lnTo>
                  <a:pt x="92" y="168"/>
                </a:lnTo>
                <a:lnTo>
                  <a:pt x="51" y="161"/>
                </a:lnTo>
                <a:lnTo>
                  <a:pt x="22" y="141"/>
                </a:lnTo>
                <a:lnTo>
                  <a:pt x="5" y="115"/>
                </a:lnTo>
                <a:lnTo>
                  <a:pt x="0" y="84"/>
                </a:lnTo>
                <a:lnTo>
                  <a:pt x="5" y="54"/>
                </a:lnTo>
                <a:lnTo>
                  <a:pt x="22" y="27"/>
                </a:lnTo>
                <a:lnTo>
                  <a:pt x="51" y="7"/>
                </a:lnTo>
                <a:lnTo>
                  <a:pt x="92" y="0"/>
                </a:lnTo>
                <a:lnTo>
                  <a:pt x="96" y="37"/>
                </a:lnTo>
                <a:lnTo>
                  <a:pt x="72" y="42"/>
                </a:lnTo>
                <a:lnTo>
                  <a:pt x="57" y="52"/>
                </a:lnTo>
                <a:lnTo>
                  <a:pt x="47" y="67"/>
                </a:lnTo>
                <a:lnTo>
                  <a:pt x="45" y="85"/>
                </a:lnTo>
                <a:lnTo>
                  <a:pt x="47" y="102"/>
                </a:lnTo>
                <a:lnTo>
                  <a:pt x="58" y="117"/>
                </a:lnTo>
                <a:lnTo>
                  <a:pt x="74" y="128"/>
                </a:lnTo>
                <a:lnTo>
                  <a:pt x="96" y="132"/>
                </a:lnTo>
                <a:lnTo>
                  <a:pt x="120" y="128"/>
                </a:lnTo>
                <a:lnTo>
                  <a:pt x="136" y="117"/>
                </a:lnTo>
                <a:lnTo>
                  <a:pt x="147" y="102"/>
                </a:lnTo>
                <a:lnTo>
                  <a:pt x="151" y="85"/>
                </a:lnTo>
                <a:lnTo>
                  <a:pt x="148" y="67"/>
                </a:lnTo>
                <a:lnTo>
                  <a:pt x="137" y="52"/>
                </a:lnTo>
                <a:lnTo>
                  <a:pt x="120" y="42"/>
                </a:lnTo>
                <a:lnTo>
                  <a:pt x="96" y="37"/>
                </a:lnTo>
                <a:lnTo>
                  <a:pt x="92" y="0"/>
                </a:lnTo>
                <a:close/>
              </a:path>
            </a:pathLst>
          </a:custGeom>
          <a:solidFill>
            <a:schemeClr val="bg2">
              <a:alpha val="100000"/>
            </a:schemeClr>
          </a:solidFill>
          <a:ln w="9525">
            <a:noFill/>
          </a:ln>
        </p:spPr>
        <p:txBody>
          <a:bodyPr/>
          <a:p>
            <a:endParaRPr lang="zh-CN" altLang="en-US"/>
          </a:p>
        </p:txBody>
      </p:sp>
      <p:sp>
        <p:nvSpPr>
          <p:cNvPr id="78998" name="Freeform 919"/>
          <p:cNvSpPr/>
          <p:nvPr/>
        </p:nvSpPr>
        <p:spPr>
          <a:xfrm flipH="1">
            <a:off x="5294313" y="2266950"/>
            <a:ext cx="76200" cy="88900"/>
          </a:xfrm>
          <a:custGeom>
            <a:avLst/>
            <a:gdLst>
              <a:gd name="txL" fmla="*/ 0 w 192"/>
              <a:gd name="txT" fmla="*/ 0 h 168"/>
              <a:gd name="txR" fmla="*/ 192 w 192"/>
              <a:gd name="txB" fmla="*/ 168 h 168"/>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92" h="168">
                <a:moveTo>
                  <a:pt x="95" y="0"/>
                </a:moveTo>
                <a:lnTo>
                  <a:pt x="138" y="7"/>
                </a:lnTo>
                <a:lnTo>
                  <a:pt x="168" y="27"/>
                </a:lnTo>
                <a:lnTo>
                  <a:pt x="185" y="54"/>
                </a:lnTo>
                <a:lnTo>
                  <a:pt x="192" y="84"/>
                </a:lnTo>
                <a:lnTo>
                  <a:pt x="187" y="115"/>
                </a:lnTo>
                <a:lnTo>
                  <a:pt x="168" y="141"/>
                </a:lnTo>
                <a:lnTo>
                  <a:pt x="138" y="161"/>
                </a:lnTo>
                <a:lnTo>
                  <a:pt x="95" y="168"/>
                </a:lnTo>
                <a:lnTo>
                  <a:pt x="53" y="161"/>
                </a:lnTo>
                <a:lnTo>
                  <a:pt x="24" y="141"/>
                </a:lnTo>
                <a:lnTo>
                  <a:pt x="5" y="115"/>
                </a:lnTo>
                <a:lnTo>
                  <a:pt x="0" y="84"/>
                </a:lnTo>
                <a:lnTo>
                  <a:pt x="6" y="54"/>
                </a:lnTo>
                <a:lnTo>
                  <a:pt x="24" y="27"/>
                </a:lnTo>
                <a:lnTo>
                  <a:pt x="54" y="7"/>
                </a:lnTo>
                <a:lnTo>
                  <a:pt x="95" y="0"/>
                </a:lnTo>
                <a:lnTo>
                  <a:pt x="95" y="37"/>
                </a:lnTo>
                <a:lnTo>
                  <a:pt x="71" y="42"/>
                </a:lnTo>
                <a:lnTo>
                  <a:pt x="56" y="52"/>
                </a:lnTo>
                <a:lnTo>
                  <a:pt x="46" y="67"/>
                </a:lnTo>
                <a:lnTo>
                  <a:pt x="44" y="85"/>
                </a:lnTo>
                <a:lnTo>
                  <a:pt x="46" y="102"/>
                </a:lnTo>
                <a:lnTo>
                  <a:pt x="57" y="117"/>
                </a:lnTo>
                <a:lnTo>
                  <a:pt x="73" y="128"/>
                </a:lnTo>
                <a:lnTo>
                  <a:pt x="95" y="132"/>
                </a:lnTo>
                <a:lnTo>
                  <a:pt x="119" y="128"/>
                </a:lnTo>
                <a:lnTo>
                  <a:pt x="135" y="117"/>
                </a:lnTo>
                <a:lnTo>
                  <a:pt x="146" y="102"/>
                </a:lnTo>
                <a:lnTo>
                  <a:pt x="150" y="85"/>
                </a:lnTo>
                <a:lnTo>
                  <a:pt x="147" y="67"/>
                </a:lnTo>
                <a:lnTo>
                  <a:pt x="136" y="52"/>
                </a:lnTo>
                <a:lnTo>
                  <a:pt x="119" y="42"/>
                </a:lnTo>
                <a:lnTo>
                  <a:pt x="95" y="37"/>
                </a:lnTo>
                <a:lnTo>
                  <a:pt x="95" y="0"/>
                </a:lnTo>
                <a:close/>
              </a:path>
            </a:pathLst>
          </a:custGeom>
          <a:solidFill>
            <a:schemeClr val="bg2">
              <a:alpha val="100000"/>
            </a:schemeClr>
          </a:solidFill>
          <a:ln w="9525">
            <a:noFill/>
          </a:ln>
        </p:spPr>
        <p:txBody>
          <a:bodyPr/>
          <a:p>
            <a:endParaRPr lang="zh-CN" altLang="en-US"/>
          </a:p>
        </p:txBody>
      </p:sp>
      <p:sp>
        <p:nvSpPr>
          <p:cNvPr id="78999" name="Freeform 920"/>
          <p:cNvSpPr/>
          <p:nvPr/>
        </p:nvSpPr>
        <p:spPr>
          <a:xfrm flipH="1">
            <a:off x="5432425" y="2251075"/>
            <a:ext cx="128588" cy="77788"/>
          </a:xfrm>
          <a:custGeom>
            <a:avLst/>
            <a:gdLst>
              <a:gd name="txL" fmla="*/ 0 w 325"/>
              <a:gd name="txT" fmla="*/ 0 h 148"/>
              <a:gd name="txR" fmla="*/ 325 w 325"/>
              <a:gd name="txB" fmla="*/ 148 h 148"/>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0"/>
              </a:cxn>
              <a:cxn ang="0">
                <a:pos x="2147483646" y="0"/>
              </a:cxn>
            </a:cxnLst>
            <a:rect l="txL" t="txT" r="txR" b="txB"/>
            <a:pathLst>
              <a:path w="325" h="148">
                <a:moveTo>
                  <a:pt x="45" y="0"/>
                </a:moveTo>
                <a:lnTo>
                  <a:pt x="58" y="0"/>
                </a:lnTo>
                <a:lnTo>
                  <a:pt x="73" y="0"/>
                </a:lnTo>
                <a:lnTo>
                  <a:pt x="88" y="0"/>
                </a:lnTo>
                <a:lnTo>
                  <a:pt x="102" y="2"/>
                </a:lnTo>
                <a:lnTo>
                  <a:pt x="117" y="2"/>
                </a:lnTo>
                <a:lnTo>
                  <a:pt x="131" y="2"/>
                </a:lnTo>
                <a:lnTo>
                  <a:pt x="147" y="2"/>
                </a:lnTo>
                <a:lnTo>
                  <a:pt x="163" y="2"/>
                </a:lnTo>
                <a:lnTo>
                  <a:pt x="179" y="2"/>
                </a:lnTo>
                <a:lnTo>
                  <a:pt x="196" y="2"/>
                </a:lnTo>
                <a:lnTo>
                  <a:pt x="212" y="2"/>
                </a:lnTo>
                <a:lnTo>
                  <a:pt x="229" y="2"/>
                </a:lnTo>
                <a:lnTo>
                  <a:pt x="247" y="2"/>
                </a:lnTo>
                <a:lnTo>
                  <a:pt x="265" y="2"/>
                </a:lnTo>
                <a:lnTo>
                  <a:pt x="282" y="2"/>
                </a:lnTo>
                <a:lnTo>
                  <a:pt x="301" y="2"/>
                </a:lnTo>
                <a:lnTo>
                  <a:pt x="310" y="11"/>
                </a:lnTo>
                <a:lnTo>
                  <a:pt x="225" y="17"/>
                </a:lnTo>
                <a:lnTo>
                  <a:pt x="316" y="24"/>
                </a:lnTo>
                <a:lnTo>
                  <a:pt x="325" y="47"/>
                </a:lnTo>
                <a:lnTo>
                  <a:pt x="325" y="65"/>
                </a:lnTo>
                <a:lnTo>
                  <a:pt x="318" y="80"/>
                </a:lnTo>
                <a:lnTo>
                  <a:pt x="308" y="94"/>
                </a:lnTo>
                <a:lnTo>
                  <a:pt x="296" y="106"/>
                </a:lnTo>
                <a:lnTo>
                  <a:pt x="284" y="118"/>
                </a:lnTo>
                <a:lnTo>
                  <a:pt x="276" y="132"/>
                </a:lnTo>
                <a:lnTo>
                  <a:pt x="272" y="148"/>
                </a:lnTo>
                <a:lnTo>
                  <a:pt x="20" y="144"/>
                </a:lnTo>
                <a:lnTo>
                  <a:pt x="19" y="125"/>
                </a:lnTo>
                <a:lnTo>
                  <a:pt x="15" y="104"/>
                </a:lnTo>
                <a:lnTo>
                  <a:pt x="9" y="82"/>
                </a:lnTo>
                <a:lnTo>
                  <a:pt x="0" y="57"/>
                </a:lnTo>
                <a:lnTo>
                  <a:pt x="45" y="0"/>
                </a:lnTo>
                <a:close/>
              </a:path>
            </a:pathLst>
          </a:custGeom>
          <a:solidFill>
            <a:schemeClr val="bg2">
              <a:alpha val="100000"/>
            </a:schemeClr>
          </a:solidFill>
          <a:ln w="9525">
            <a:noFill/>
          </a:ln>
        </p:spPr>
        <p:txBody>
          <a:bodyPr/>
          <a:p>
            <a:endParaRPr lang="zh-CN" altLang="en-US"/>
          </a:p>
        </p:txBody>
      </p:sp>
      <p:sp>
        <p:nvSpPr>
          <p:cNvPr id="79000" name="Freeform 921"/>
          <p:cNvSpPr/>
          <p:nvPr/>
        </p:nvSpPr>
        <p:spPr>
          <a:xfrm flipH="1">
            <a:off x="5227638" y="2195513"/>
            <a:ext cx="517525" cy="133350"/>
          </a:xfrm>
          <a:custGeom>
            <a:avLst/>
            <a:gdLst>
              <a:gd name="txL" fmla="*/ 0 w 1303"/>
              <a:gd name="txT" fmla="*/ 0 h 253"/>
              <a:gd name="txR" fmla="*/ 1303 w 1303"/>
              <a:gd name="txB" fmla="*/ 253 h 253"/>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303" h="253">
                <a:moveTo>
                  <a:pt x="805" y="184"/>
                </a:moveTo>
                <a:lnTo>
                  <a:pt x="799" y="192"/>
                </a:lnTo>
                <a:lnTo>
                  <a:pt x="791" y="200"/>
                </a:lnTo>
                <a:lnTo>
                  <a:pt x="785" y="208"/>
                </a:lnTo>
                <a:lnTo>
                  <a:pt x="777" y="216"/>
                </a:lnTo>
                <a:lnTo>
                  <a:pt x="770" y="224"/>
                </a:lnTo>
                <a:lnTo>
                  <a:pt x="765" y="233"/>
                </a:lnTo>
                <a:lnTo>
                  <a:pt x="761" y="243"/>
                </a:lnTo>
                <a:lnTo>
                  <a:pt x="760" y="253"/>
                </a:lnTo>
                <a:lnTo>
                  <a:pt x="909" y="252"/>
                </a:lnTo>
                <a:lnTo>
                  <a:pt x="912" y="219"/>
                </a:lnTo>
                <a:lnTo>
                  <a:pt x="921" y="191"/>
                </a:lnTo>
                <a:lnTo>
                  <a:pt x="935" y="167"/>
                </a:lnTo>
                <a:lnTo>
                  <a:pt x="952" y="147"/>
                </a:lnTo>
                <a:lnTo>
                  <a:pt x="972" y="132"/>
                </a:lnTo>
                <a:lnTo>
                  <a:pt x="994" y="122"/>
                </a:lnTo>
                <a:lnTo>
                  <a:pt x="1019" y="115"/>
                </a:lnTo>
                <a:lnTo>
                  <a:pt x="1045" y="112"/>
                </a:lnTo>
                <a:lnTo>
                  <a:pt x="1068" y="115"/>
                </a:lnTo>
                <a:lnTo>
                  <a:pt x="1094" y="120"/>
                </a:lnTo>
                <a:lnTo>
                  <a:pt x="1116" y="130"/>
                </a:lnTo>
                <a:lnTo>
                  <a:pt x="1136" y="144"/>
                </a:lnTo>
                <a:lnTo>
                  <a:pt x="1153" y="162"/>
                </a:lnTo>
                <a:lnTo>
                  <a:pt x="1167" y="183"/>
                </a:lnTo>
                <a:lnTo>
                  <a:pt x="1176" y="208"/>
                </a:lnTo>
                <a:lnTo>
                  <a:pt x="1178" y="237"/>
                </a:lnTo>
                <a:lnTo>
                  <a:pt x="1291" y="224"/>
                </a:lnTo>
                <a:lnTo>
                  <a:pt x="1284" y="212"/>
                </a:lnTo>
                <a:lnTo>
                  <a:pt x="1290" y="206"/>
                </a:lnTo>
                <a:lnTo>
                  <a:pt x="1298" y="202"/>
                </a:lnTo>
                <a:lnTo>
                  <a:pt x="1302" y="196"/>
                </a:lnTo>
                <a:lnTo>
                  <a:pt x="1288" y="178"/>
                </a:lnTo>
                <a:lnTo>
                  <a:pt x="1282" y="166"/>
                </a:lnTo>
                <a:lnTo>
                  <a:pt x="1280" y="155"/>
                </a:lnTo>
                <a:lnTo>
                  <a:pt x="1284" y="147"/>
                </a:lnTo>
                <a:lnTo>
                  <a:pt x="1290" y="139"/>
                </a:lnTo>
                <a:lnTo>
                  <a:pt x="1296" y="131"/>
                </a:lnTo>
                <a:lnTo>
                  <a:pt x="1300" y="120"/>
                </a:lnTo>
                <a:lnTo>
                  <a:pt x="1303" y="108"/>
                </a:lnTo>
                <a:lnTo>
                  <a:pt x="1282" y="108"/>
                </a:lnTo>
                <a:lnTo>
                  <a:pt x="1262" y="107"/>
                </a:lnTo>
                <a:lnTo>
                  <a:pt x="1242" y="107"/>
                </a:lnTo>
                <a:lnTo>
                  <a:pt x="1222" y="105"/>
                </a:lnTo>
                <a:lnTo>
                  <a:pt x="1204" y="103"/>
                </a:lnTo>
                <a:lnTo>
                  <a:pt x="1184" y="101"/>
                </a:lnTo>
                <a:lnTo>
                  <a:pt x="1165" y="98"/>
                </a:lnTo>
                <a:lnTo>
                  <a:pt x="1147" y="95"/>
                </a:lnTo>
                <a:lnTo>
                  <a:pt x="1128" y="92"/>
                </a:lnTo>
                <a:lnTo>
                  <a:pt x="1110" y="88"/>
                </a:lnTo>
                <a:lnTo>
                  <a:pt x="1091" y="82"/>
                </a:lnTo>
                <a:lnTo>
                  <a:pt x="1074" y="78"/>
                </a:lnTo>
                <a:lnTo>
                  <a:pt x="1055" y="72"/>
                </a:lnTo>
                <a:lnTo>
                  <a:pt x="1037" y="65"/>
                </a:lnTo>
                <a:lnTo>
                  <a:pt x="1018" y="58"/>
                </a:lnTo>
                <a:lnTo>
                  <a:pt x="1000" y="50"/>
                </a:lnTo>
                <a:lnTo>
                  <a:pt x="961" y="35"/>
                </a:lnTo>
                <a:lnTo>
                  <a:pt x="921" y="22"/>
                </a:lnTo>
                <a:lnTo>
                  <a:pt x="882" y="13"/>
                </a:lnTo>
                <a:lnTo>
                  <a:pt x="841" y="6"/>
                </a:lnTo>
                <a:lnTo>
                  <a:pt x="798" y="3"/>
                </a:lnTo>
                <a:lnTo>
                  <a:pt x="757" y="0"/>
                </a:lnTo>
                <a:lnTo>
                  <a:pt x="715" y="1"/>
                </a:lnTo>
                <a:lnTo>
                  <a:pt x="674" y="4"/>
                </a:lnTo>
                <a:lnTo>
                  <a:pt x="631" y="10"/>
                </a:lnTo>
                <a:lnTo>
                  <a:pt x="589" y="16"/>
                </a:lnTo>
                <a:lnTo>
                  <a:pt x="548" y="25"/>
                </a:lnTo>
                <a:lnTo>
                  <a:pt x="508" y="35"/>
                </a:lnTo>
                <a:lnTo>
                  <a:pt x="468" y="48"/>
                </a:lnTo>
                <a:lnTo>
                  <a:pt x="428" y="62"/>
                </a:lnTo>
                <a:lnTo>
                  <a:pt x="391" y="77"/>
                </a:lnTo>
                <a:lnTo>
                  <a:pt x="354" y="93"/>
                </a:lnTo>
                <a:lnTo>
                  <a:pt x="382" y="97"/>
                </a:lnTo>
                <a:lnTo>
                  <a:pt x="393" y="93"/>
                </a:lnTo>
                <a:lnTo>
                  <a:pt x="407" y="87"/>
                </a:lnTo>
                <a:lnTo>
                  <a:pt x="426" y="80"/>
                </a:lnTo>
                <a:lnTo>
                  <a:pt x="447" y="72"/>
                </a:lnTo>
                <a:lnTo>
                  <a:pt x="471" y="64"/>
                </a:lnTo>
                <a:lnTo>
                  <a:pt x="499" y="53"/>
                </a:lnTo>
                <a:lnTo>
                  <a:pt x="530" y="43"/>
                </a:lnTo>
                <a:lnTo>
                  <a:pt x="565" y="31"/>
                </a:lnTo>
                <a:lnTo>
                  <a:pt x="459" y="97"/>
                </a:lnTo>
                <a:lnTo>
                  <a:pt x="382" y="97"/>
                </a:lnTo>
                <a:lnTo>
                  <a:pt x="354" y="93"/>
                </a:lnTo>
                <a:lnTo>
                  <a:pt x="329" y="90"/>
                </a:lnTo>
                <a:lnTo>
                  <a:pt x="304" y="88"/>
                </a:lnTo>
                <a:lnTo>
                  <a:pt x="280" y="87"/>
                </a:lnTo>
                <a:lnTo>
                  <a:pt x="257" y="87"/>
                </a:lnTo>
                <a:lnTo>
                  <a:pt x="235" y="88"/>
                </a:lnTo>
                <a:lnTo>
                  <a:pt x="212" y="90"/>
                </a:lnTo>
                <a:lnTo>
                  <a:pt x="191" y="94"/>
                </a:lnTo>
                <a:lnTo>
                  <a:pt x="170" y="97"/>
                </a:lnTo>
                <a:lnTo>
                  <a:pt x="149" y="103"/>
                </a:lnTo>
                <a:lnTo>
                  <a:pt x="129" y="110"/>
                </a:lnTo>
                <a:lnTo>
                  <a:pt x="108" y="119"/>
                </a:lnTo>
                <a:lnTo>
                  <a:pt x="88" y="129"/>
                </a:lnTo>
                <a:lnTo>
                  <a:pt x="68" y="140"/>
                </a:lnTo>
                <a:lnTo>
                  <a:pt x="49" y="153"/>
                </a:lnTo>
                <a:lnTo>
                  <a:pt x="29" y="167"/>
                </a:lnTo>
                <a:lnTo>
                  <a:pt x="10" y="183"/>
                </a:lnTo>
                <a:lnTo>
                  <a:pt x="122" y="197"/>
                </a:lnTo>
                <a:lnTo>
                  <a:pt x="108" y="204"/>
                </a:lnTo>
                <a:lnTo>
                  <a:pt x="93" y="208"/>
                </a:lnTo>
                <a:lnTo>
                  <a:pt x="77" y="212"/>
                </a:lnTo>
                <a:lnTo>
                  <a:pt x="61" y="212"/>
                </a:lnTo>
                <a:lnTo>
                  <a:pt x="44" y="211"/>
                </a:lnTo>
                <a:lnTo>
                  <a:pt x="29" y="207"/>
                </a:lnTo>
                <a:lnTo>
                  <a:pt x="14" y="202"/>
                </a:lnTo>
                <a:lnTo>
                  <a:pt x="0" y="196"/>
                </a:lnTo>
                <a:lnTo>
                  <a:pt x="0" y="201"/>
                </a:lnTo>
                <a:lnTo>
                  <a:pt x="4" y="208"/>
                </a:lnTo>
                <a:lnTo>
                  <a:pt x="10" y="218"/>
                </a:lnTo>
                <a:lnTo>
                  <a:pt x="19" y="229"/>
                </a:lnTo>
                <a:lnTo>
                  <a:pt x="149" y="229"/>
                </a:lnTo>
                <a:lnTo>
                  <a:pt x="151" y="201"/>
                </a:lnTo>
                <a:lnTo>
                  <a:pt x="159" y="177"/>
                </a:lnTo>
                <a:lnTo>
                  <a:pt x="173" y="156"/>
                </a:lnTo>
                <a:lnTo>
                  <a:pt x="189" y="140"/>
                </a:lnTo>
                <a:lnTo>
                  <a:pt x="207" y="127"/>
                </a:lnTo>
                <a:lnTo>
                  <a:pt x="228" y="119"/>
                </a:lnTo>
                <a:lnTo>
                  <a:pt x="252" y="114"/>
                </a:lnTo>
                <a:lnTo>
                  <a:pt x="276" y="112"/>
                </a:lnTo>
                <a:lnTo>
                  <a:pt x="298" y="116"/>
                </a:lnTo>
                <a:lnTo>
                  <a:pt x="322" y="123"/>
                </a:lnTo>
                <a:lnTo>
                  <a:pt x="344" y="133"/>
                </a:lnTo>
                <a:lnTo>
                  <a:pt x="362" y="148"/>
                </a:lnTo>
                <a:lnTo>
                  <a:pt x="378" y="168"/>
                </a:lnTo>
                <a:lnTo>
                  <a:pt x="391" y="190"/>
                </a:lnTo>
                <a:lnTo>
                  <a:pt x="399" y="218"/>
                </a:lnTo>
                <a:lnTo>
                  <a:pt x="402" y="249"/>
                </a:lnTo>
                <a:lnTo>
                  <a:pt x="467" y="249"/>
                </a:lnTo>
                <a:lnTo>
                  <a:pt x="465" y="228"/>
                </a:lnTo>
                <a:lnTo>
                  <a:pt x="460" y="206"/>
                </a:lnTo>
                <a:lnTo>
                  <a:pt x="452" y="184"/>
                </a:lnTo>
                <a:lnTo>
                  <a:pt x="442" y="160"/>
                </a:lnTo>
                <a:lnTo>
                  <a:pt x="598" y="30"/>
                </a:lnTo>
                <a:lnTo>
                  <a:pt x="811" y="21"/>
                </a:lnTo>
                <a:lnTo>
                  <a:pt x="809" y="47"/>
                </a:lnTo>
                <a:lnTo>
                  <a:pt x="843" y="50"/>
                </a:lnTo>
                <a:lnTo>
                  <a:pt x="860" y="50"/>
                </a:lnTo>
                <a:lnTo>
                  <a:pt x="875" y="50"/>
                </a:lnTo>
                <a:lnTo>
                  <a:pt x="892" y="50"/>
                </a:lnTo>
                <a:lnTo>
                  <a:pt x="905" y="50"/>
                </a:lnTo>
                <a:lnTo>
                  <a:pt x="924" y="50"/>
                </a:lnTo>
                <a:lnTo>
                  <a:pt x="909" y="83"/>
                </a:lnTo>
                <a:lnTo>
                  <a:pt x="892" y="83"/>
                </a:lnTo>
                <a:lnTo>
                  <a:pt x="905" y="50"/>
                </a:lnTo>
                <a:lnTo>
                  <a:pt x="892" y="50"/>
                </a:lnTo>
                <a:lnTo>
                  <a:pt x="878" y="83"/>
                </a:lnTo>
                <a:lnTo>
                  <a:pt x="860" y="83"/>
                </a:lnTo>
                <a:lnTo>
                  <a:pt x="875" y="50"/>
                </a:lnTo>
                <a:lnTo>
                  <a:pt x="860" y="50"/>
                </a:lnTo>
                <a:lnTo>
                  <a:pt x="848" y="83"/>
                </a:lnTo>
                <a:lnTo>
                  <a:pt x="830" y="83"/>
                </a:lnTo>
                <a:lnTo>
                  <a:pt x="843" y="50"/>
                </a:lnTo>
                <a:lnTo>
                  <a:pt x="809" y="47"/>
                </a:lnTo>
                <a:lnTo>
                  <a:pt x="802" y="103"/>
                </a:lnTo>
                <a:lnTo>
                  <a:pt x="785" y="105"/>
                </a:lnTo>
                <a:lnTo>
                  <a:pt x="790" y="116"/>
                </a:lnTo>
                <a:lnTo>
                  <a:pt x="799" y="112"/>
                </a:lnTo>
                <a:lnTo>
                  <a:pt x="814" y="109"/>
                </a:lnTo>
                <a:lnTo>
                  <a:pt x="831" y="108"/>
                </a:lnTo>
                <a:lnTo>
                  <a:pt x="850" y="107"/>
                </a:lnTo>
                <a:lnTo>
                  <a:pt x="867" y="107"/>
                </a:lnTo>
                <a:lnTo>
                  <a:pt x="882" y="109"/>
                </a:lnTo>
                <a:lnTo>
                  <a:pt x="892" y="114"/>
                </a:lnTo>
                <a:lnTo>
                  <a:pt x="896" y="122"/>
                </a:lnTo>
                <a:lnTo>
                  <a:pt x="892" y="126"/>
                </a:lnTo>
                <a:lnTo>
                  <a:pt x="882" y="129"/>
                </a:lnTo>
                <a:lnTo>
                  <a:pt x="867" y="130"/>
                </a:lnTo>
                <a:lnTo>
                  <a:pt x="848" y="130"/>
                </a:lnTo>
                <a:lnTo>
                  <a:pt x="831" y="130"/>
                </a:lnTo>
                <a:lnTo>
                  <a:pt x="815" y="130"/>
                </a:lnTo>
                <a:lnTo>
                  <a:pt x="803" y="129"/>
                </a:lnTo>
                <a:lnTo>
                  <a:pt x="797" y="129"/>
                </a:lnTo>
                <a:lnTo>
                  <a:pt x="806" y="146"/>
                </a:lnTo>
                <a:lnTo>
                  <a:pt x="810" y="160"/>
                </a:lnTo>
                <a:lnTo>
                  <a:pt x="809" y="172"/>
                </a:lnTo>
                <a:lnTo>
                  <a:pt x="805" y="184"/>
                </a:lnTo>
                <a:lnTo>
                  <a:pt x="829" y="183"/>
                </a:lnTo>
                <a:lnTo>
                  <a:pt x="843" y="168"/>
                </a:lnTo>
                <a:lnTo>
                  <a:pt x="831" y="154"/>
                </a:lnTo>
                <a:lnTo>
                  <a:pt x="846" y="154"/>
                </a:lnTo>
                <a:lnTo>
                  <a:pt x="860" y="168"/>
                </a:lnTo>
                <a:lnTo>
                  <a:pt x="848" y="183"/>
                </a:lnTo>
                <a:lnTo>
                  <a:pt x="829" y="183"/>
                </a:lnTo>
                <a:lnTo>
                  <a:pt x="805" y="184"/>
                </a:lnTo>
                <a:close/>
              </a:path>
            </a:pathLst>
          </a:custGeom>
          <a:solidFill>
            <a:schemeClr val="bg2">
              <a:alpha val="100000"/>
            </a:schemeClr>
          </a:solidFill>
          <a:ln w="9525">
            <a:noFill/>
          </a:ln>
        </p:spPr>
        <p:txBody>
          <a:bodyPr/>
          <a:p>
            <a:endParaRPr lang="zh-CN" altLang="en-US"/>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8089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80900" name="Rectangle 1026"/>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Network Core: Circuit Switching</a:t>
            </a:r>
            <a:endParaRPr lang="en-US" altLang="zh-CN" dirty="0">
              <a:ea typeface="宋体" panose="02010600030101010101" pitchFamily="2" charset="-122"/>
            </a:endParaRPr>
          </a:p>
        </p:txBody>
      </p:sp>
      <p:sp>
        <p:nvSpPr>
          <p:cNvPr id="80901" name="Rectangle 1027"/>
          <p:cNvSpPr>
            <a:spLocks noGrp="1"/>
          </p:cNvSpPr>
          <p:nvPr>
            <p:ph sz="half" idx="1"/>
          </p:nvPr>
        </p:nvSpPr>
        <p:spPr/>
        <p:txBody>
          <a:bodyPr vert="horz" wrap="square" lIns="91440" tIns="45720" rIns="91440" bIns="45720" anchor="t" anchorCtr="0"/>
          <a:p>
            <a:pPr>
              <a:buSzPct val="85000"/>
              <a:buFont typeface="Wingdings" panose="05000000000000000000" pitchFamily="2" charset="2"/>
              <a:buNone/>
            </a:pPr>
            <a:r>
              <a:rPr lang="en-US" altLang="zh-CN" dirty="0">
                <a:solidFill>
                  <a:srgbClr val="FF0000"/>
                </a:solidFill>
                <a:latin typeface="+mn-lt"/>
                <a:ea typeface="宋体" panose="02010600030101010101" pitchFamily="2" charset="-122"/>
                <a:cs typeface="+mn-cs"/>
              </a:rPr>
              <a:t>End-end resources reserved for “call”</a:t>
            </a:r>
            <a:endParaRPr lang="en-US" altLang="zh-CN" dirty="0">
              <a:solidFill>
                <a:srgbClr val="FF0000"/>
              </a:solidFill>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link bandwidth,  switch capacity</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dedicated resources: no sharing</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circuit-like (guaranteed) performance</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call setup required</a:t>
            </a:r>
            <a:endParaRPr lang="en-US" altLang="zh-CN" sz="2400" dirty="0">
              <a:latin typeface="+mn-lt"/>
              <a:ea typeface="宋体" panose="02010600030101010101" pitchFamily="2" charset="-122"/>
              <a:cs typeface="+mn-cs"/>
            </a:endParaRPr>
          </a:p>
          <a:p>
            <a:pPr>
              <a:buSzPct val="85000"/>
            </a:pPr>
            <a:endParaRPr lang="en-US" altLang="zh-CN" sz="2400" dirty="0">
              <a:latin typeface="+mn-lt"/>
              <a:ea typeface="宋体" panose="02010600030101010101" pitchFamily="2" charset="-122"/>
              <a:cs typeface="+mn-cs"/>
            </a:endParaRPr>
          </a:p>
        </p:txBody>
      </p:sp>
      <p:grpSp>
        <p:nvGrpSpPr>
          <p:cNvPr id="80902" name="Group 1573"/>
          <p:cNvGrpSpPr/>
          <p:nvPr/>
        </p:nvGrpSpPr>
        <p:grpSpPr>
          <a:xfrm>
            <a:off x="4989513" y="1639888"/>
            <a:ext cx="3470275" cy="4168775"/>
            <a:chOff x="3143" y="1033"/>
            <a:chExt cx="2186" cy="2626"/>
          </a:xfrm>
        </p:grpSpPr>
        <p:sp>
          <p:nvSpPr>
            <p:cNvPr id="80905" name="Freeform 1574"/>
            <p:cNvSpPr/>
            <p:nvPr/>
          </p:nvSpPr>
          <p:spPr>
            <a:xfrm>
              <a:off x="4227" y="2178"/>
              <a:ext cx="828" cy="425"/>
            </a:xfrm>
            <a:custGeom>
              <a:avLst/>
              <a:gdLst>
                <a:gd name="txL" fmla="*/ 0 w 828"/>
                <a:gd name="txT" fmla="*/ 0 h 425"/>
                <a:gd name="txR" fmla="*/ 828 w 828"/>
                <a:gd name="txB" fmla="*/ 425 h 425"/>
              </a:gdLst>
              <a:ahLst/>
              <a:cxnLst>
                <a:cxn ang="0">
                  <a:pos x="382" y="30"/>
                </a:cxn>
                <a:cxn ang="0">
                  <a:pos x="370" y="30"/>
                </a:cxn>
                <a:cxn ang="0">
                  <a:pos x="126" y="32"/>
                </a:cxn>
                <a:cxn ang="0">
                  <a:pos x="6" y="126"/>
                </a:cxn>
                <a:cxn ang="0">
                  <a:pos x="92" y="274"/>
                </a:cxn>
                <a:cxn ang="0">
                  <a:pos x="292" y="384"/>
                </a:cxn>
                <a:cxn ang="0">
                  <a:pos x="540" y="416"/>
                </a:cxn>
                <a:cxn ang="0">
                  <a:pos x="698" y="330"/>
                </a:cxn>
                <a:cxn ang="0">
                  <a:pos x="776" y="170"/>
                </a:cxn>
                <a:cxn ang="0">
                  <a:pos x="792" y="22"/>
                </a:cxn>
                <a:cxn ang="0">
                  <a:pos x="560" y="38"/>
                </a:cxn>
                <a:cxn ang="0">
                  <a:pos x="382" y="30"/>
                </a:cxn>
              </a:cxnLst>
              <a:rect l="txL" t="txT" r="txR" b="tx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alpha val="100000"/>
              </a:srgbClr>
            </a:solidFill>
            <a:ln w="9525">
              <a:noFill/>
            </a:ln>
          </p:spPr>
          <p:txBody>
            <a:bodyPr/>
            <a:p>
              <a:endParaRPr lang="zh-CN" altLang="en-US"/>
            </a:p>
          </p:txBody>
        </p:sp>
        <p:sp>
          <p:nvSpPr>
            <p:cNvPr id="80906" name="Freeform 1575"/>
            <p:cNvSpPr/>
            <p:nvPr/>
          </p:nvSpPr>
          <p:spPr>
            <a:xfrm>
              <a:off x="4239" y="1217"/>
              <a:ext cx="1090" cy="658"/>
            </a:xfrm>
            <a:custGeom>
              <a:avLst/>
              <a:gdLst>
                <a:gd name="txL" fmla="*/ 0 w 765"/>
                <a:gd name="txT" fmla="*/ 0 h 459"/>
                <a:gd name="txR" fmla="*/ 765 w 765"/>
                <a:gd name="txB" fmla="*/ 459 h 459"/>
              </a:gdLst>
              <a:ahLst/>
              <a:cxnLst>
                <a:cxn ang="0">
                  <a:pos x="2491" y="60"/>
                </a:cxn>
                <a:cxn ang="0">
                  <a:pos x="1688" y="421"/>
                </a:cxn>
                <a:cxn ang="0">
                  <a:pos x="564" y="604"/>
                </a:cxn>
                <a:cxn ang="0">
                  <a:pos x="81" y="2037"/>
                </a:cxn>
                <a:cxn ang="0">
                  <a:pos x="1056" y="2686"/>
                </a:cxn>
                <a:cxn ang="0">
                  <a:pos x="2030" y="2582"/>
                </a:cxn>
                <a:cxn ang="0">
                  <a:pos x="3427" y="2686"/>
                </a:cxn>
                <a:cxn ang="0">
                  <a:pos x="4101" y="2629"/>
                </a:cxn>
                <a:cxn ang="0">
                  <a:pos x="4414" y="2251"/>
                </a:cxn>
                <a:cxn ang="0">
                  <a:pos x="4406" y="958"/>
                </a:cxn>
                <a:cxn ang="0">
                  <a:pos x="3888" y="205"/>
                </a:cxn>
                <a:cxn ang="0">
                  <a:pos x="2491" y="60"/>
                </a:cxn>
              </a:cxnLst>
              <a:rect l="txL" t="txT" r="txR" b="tx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alpha val="100000"/>
                  </a:srgbClr>
                </a:gs>
                <a:gs pos="100000">
                  <a:schemeClr val="bg1">
                    <a:alpha val="100000"/>
                  </a:schemeClr>
                </a:gs>
              </a:gsLst>
              <a:lin ang="0" scaled="1"/>
              <a:tileRect/>
            </a:gradFill>
            <a:ln w="9525">
              <a:noFill/>
            </a:ln>
          </p:spPr>
          <p:txBody>
            <a:bodyPr/>
            <a:p>
              <a:endParaRPr lang="zh-CN" altLang="en-US"/>
            </a:p>
          </p:txBody>
        </p:sp>
        <p:sp>
          <p:nvSpPr>
            <p:cNvPr id="80907" name="Freeform 1576"/>
            <p:cNvSpPr/>
            <p:nvPr/>
          </p:nvSpPr>
          <p:spPr>
            <a:xfrm>
              <a:off x="3143" y="1033"/>
              <a:ext cx="1036" cy="675"/>
            </a:xfrm>
            <a:custGeom>
              <a:avLst/>
              <a:gdLst>
                <a:gd name="txL" fmla="*/ 0 w 1036"/>
                <a:gd name="txT" fmla="*/ 0 h 675"/>
                <a:gd name="txR" fmla="*/ 1036 w 1036"/>
                <a:gd name="txB" fmla="*/ 675 h 675"/>
              </a:gdLst>
              <a:ahLst/>
              <a:cxnLst>
                <a:cxn ang="0">
                  <a:pos x="648" y="11"/>
                </a:cxn>
                <a:cxn ang="0">
                  <a:pos x="390" y="53"/>
                </a:cxn>
                <a:cxn ang="0">
                  <a:pos x="206" y="129"/>
                </a:cxn>
                <a:cxn ang="0">
                  <a:pos x="152" y="229"/>
                </a:cxn>
                <a:cxn ang="0">
                  <a:pos x="22" y="297"/>
                </a:cxn>
                <a:cxn ang="0">
                  <a:pos x="18" y="459"/>
                </a:cxn>
                <a:cxn ang="0">
                  <a:pos x="132" y="489"/>
                </a:cxn>
                <a:cxn ang="0">
                  <a:pos x="458" y="489"/>
                </a:cxn>
                <a:cxn ang="0">
                  <a:pos x="598" y="555"/>
                </a:cxn>
                <a:cxn ang="0">
                  <a:pos x="752" y="657"/>
                </a:cxn>
                <a:cxn ang="0">
                  <a:pos x="870" y="661"/>
                </a:cxn>
                <a:cxn ang="0">
                  <a:pos x="952" y="603"/>
                </a:cxn>
                <a:cxn ang="0">
                  <a:pos x="992" y="445"/>
                </a:cxn>
                <a:cxn ang="0">
                  <a:pos x="1018" y="291"/>
                </a:cxn>
                <a:cxn ang="0">
                  <a:pos x="1022" y="107"/>
                </a:cxn>
                <a:cxn ang="0">
                  <a:pos x="934" y="17"/>
                </a:cxn>
                <a:cxn ang="0">
                  <a:pos x="776" y="3"/>
                </a:cxn>
                <a:cxn ang="0">
                  <a:pos x="648" y="11"/>
                </a:cxn>
              </a:cxnLst>
              <a:rect l="txL" t="txT" r="txR" b="tx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alpha val="100000"/>
              </a:srgbClr>
            </a:solidFill>
            <a:ln w="9525">
              <a:noFill/>
            </a:ln>
          </p:spPr>
          <p:txBody>
            <a:bodyPr/>
            <a:p>
              <a:endParaRPr lang="zh-CN" altLang="en-US"/>
            </a:p>
          </p:txBody>
        </p:sp>
        <p:grpSp>
          <p:nvGrpSpPr>
            <p:cNvPr id="80908" name="Group 1577"/>
            <p:cNvGrpSpPr/>
            <p:nvPr/>
          </p:nvGrpSpPr>
          <p:grpSpPr>
            <a:xfrm>
              <a:off x="3198" y="1874"/>
              <a:ext cx="919" cy="588"/>
              <a:chOff x="2889" y="1631"/>
              <a:chExt cx="980" cy="743"/>
            </a:xfrm>
          </p:grpSpPr>
          <p:sp>
            <p:nvSpPr>
              <p:cNvPr id="81218" name="Rectangle 1578"/>
              <p:cNvSpPr/>
              <p:nvPr/>
            </p:nvSpPr>
            <p:spPr>
              <a:xfrm>
                <a:off x="3046" y="1841"/>
                <a:ext cx="663" cy="533"/>
              </a:xfrm>
              <a:prstGeom prst="rect">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219" name="AutoShape 1579"/>
              <p:cNvSpPr/>
              <p:nvPr/>
            </p:nvSpPr>
            <p:spPr>
              <a:xfrm>
                <a:off x="2889" y="1631"/>
                <a:ext cx="980" cy="253"/>
              </a:xfrm>
              <a:prstGeom prst="triangle">
                <a:avLst>
                  <a:gd name="adj" fmla="val 50000"/>
                </a:avLst>
              </a:prstGeom>
              <a:solidFill>
                <a:srgbClr val="00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solidFill>
                    <a:srgbClr val="00CCFF"/>
                  </a:solidFill>
                  <a:latin typeface="Times New Roman" panose="02020603050405020304" pitchFamily="18" charset="0"/>
                  <a:ea typeface="宋体" panose="02010600030101010101" pitchFamily="2" charset="-122"/>
                </a:endParaRPr>
              </a:p>
            </p:txBody>
          </p:sp>
        </p:grpSp>
        <p:grpSp>
          <p:nvGrpSpPr>
            <p:cNvPr id="80909" name="Group 1580"/>
            <p:cNvGrpSpPr/>
            <p:nvPr/>
          </p:nvGrpSpPr>
          <p:grpSpPr>
            <a:xfrm>
              <a:off x="3640" y="1154"/>
              <a:ext cx="212" cy="335"/>
              <a:chOff x="3796" y="1043"/>
              <a:chExt cx="865" cy="1237"/>
            </a:xfrm>
          </p:grpSpPr>
          <p:sp>
            <p:nvSpPr>
              <p:cNvPr id="81188" name="Line 1581"/>
              <p:cNvSpPr/>
              <p:nvPr/>
            </p:nvSpPr>
            <p:spPr>
              <a:xfrm flipH="1">
                <a:off x="3992" y="1481"/>
                <a:ext cx="235" cy="724"/>
              </a:xfrm>
              <a:prstGeom prst="line">
                <a:avLst/>
              </a:prstGeom>
              <a:ln w="9525" cap="flat" cmpd="sng">
                <a:solidFill>
                  <a:schemeClr val="tx1"/>
                </a:solidFill>
                <a:prstDash val="solid"/>
                <a:headEnd type="none" w="med" len="med"/>
                <a:tailEnd type="none" w="med" len="med"/>
              </a:ln>
            </p:spPr>
          </p:sp>
          <p:sp>
            <p:nvSpPr>
              <p:cNvPr id="81189" name="Line 1582"/>
              <p:cNvSpPr/>
              <p:nvPr/>
            </p:nvSpPr>
            <p:spPr>
              <a:xfrm>
                <a:off x="4227" y="1481"/>
                <a:ext cx="236" cy="720"/>
              </a:xfrm>
              <a:prstGeom prst="line">
                <a:avLst/>
              </a:prstGeom>
              <a:ln w="9525" cap="flat" cmpd="sng">
                <a:solidFill>
                  <a:schemeClr val="tx1"/>
                </a:solidFill>
                <a:prstDash val="solid"/>
                <a:headEnd type="none" w="med" len="med"/>
                <a:tailEnd type="none" w="med" len="med"/>
              </a:ln>
            </p:spPr>
          </p:sp>
          <p:sp>
            <p:nvSpPr>
              <p:cNvPr id="81190" name="Line 1583"/>
              <p:cNvSpPr/>
              <p:nvPr/>
            </p:nvSpPr>
            <p:spPr>
              <a:xfrm>
                <a:off x="3992" y="2201"/>
                <a:ext cx="235" cy="79"/>
              </a:xfrm>
              <a:prstGeom prst="line">
                <a:avLst/>
              </a:prstGeom>
              <a:ln w="9525" cap="flat" cmpd="sng">
                <a:solidFill>
                  <a:schemeClr val="tx1"/>
                </a:solidFill>
                <a:prstDash val="solid"/>
                <a:headEnd type="none" w="med" len="med"/>
                <a:tailEnd type="none" w="med" len="med"/>
              </a:ln>
            </p:spPr>
          </p:sp>
          <p:sp>
            <p:nvSpPr>
              <p:cNvPr id="81191" name="Line 1584"/>
              <p:cNvSpPr/>
              <p:nvPr/>
            </p:nvSpPr>
            <p:spPr>
              <a:xfrm flipH="1">
                <a:off x="4227" y="2201"/>
                <a:ext cx="236" cy="79"/>
              </a:xfrm>
              <a:prstGeom prst="line">
                <a:avLst/>
              </a:prstGeom>
              <a:ln w="9525" cap="flat" cmpd="sng">
                <a:solidFill>
                  <a:schemeClr val="tx1"/>
                </a:solidFill>
                <a:prstDash val="solid"/>
                <a:headEnd type="none" w="med" len="med"/>
                <a:tailEnd type="none" w="med" len="med"/>
              </a:ln>
            </p:spPr>
          </p:sp>
          <p:sp>
            <p:nvSpPr>
              <p:cNvPr id="81192" name="Line 1585"/>
              <p:cNvSpPr/>
              <p:nvPr/>
            </p:nvSpPr>
            <p:spPr>
              <a:xfrm>
                <a:off x="4227" y="1497"/>
                <a:ext cx="0" cy="783"/>
              </a:xfrm>
              <a:prstGeom prst="line">
                <a:avLst/>
              </a:prstGeom>
              <a:ln w="9525" cap="flat" cmpd="sng">
                <a:solidFill>
                  <a:schemeClr val="tx1"/>
                </a:solidFill>
                <a:prstDash val="solid"/>
                <a:headEnd type="none" w="med" len="med"/>
                <a:tailEnd type="none" w="med" len="med"/>
              </a:ln>
            </p:spPr>
          </p:sp>
          <p:sp>
            <p:nvSpPr>
              <p:cNvPr id="81193" name="Line 1586"/>
              <p:cNvSpPr/>
              <p:nvPr/>
            </p:nvSpPr>
            <p:spPr>
              <a:xfrm flipV="1">
                <a:off x="3992" y="2127"/>
                <a:ext cx="235" cy="78"/>
              </a:xfrm>
              <a:prstGeom prst="line">
                <a:avLst/>
              </a:prstGeom>
              <a:ln w="9525" cap="flat" cmpd="sng">
                <a:solidFill>
                  <a:schemeClr val="tx1"/>
                </a:solidFill>
                <a:prstDash val="solid"/>
                <a:headEnd type="none" w="med" len="med"/>
                <a:tailEnd type="none" w="med" len="med"/>
              </a:ln>
            </p:spPr>
          </p:sp>
          <p:sp>
            <p:nvSpPr>
              <p:cNvPr id="81194" name="Line 1587"/>
              <p:cNvSpPr/>
              <p:nvPr/>
            </p:nvSpPr>
            <p:spPr>
              <a:xfrm flipH="1" flipV="1">
                <a:off x="4227" y="2127"/>
                <a:ext cx="236" cy="74"/>
              </a:xfrm>
              <a:prstGeom prst="line">
                <a:avLst/>
              </a:prstGeom>
              <a:ln w="9525" cap="flat" cmpd="sng">
                <a:solidFill>
                  <a:schemeClr val="tx1"/>
                </a:solidFill>
                <a:prstDash val="solid"/>
                <a:headEnd type="none" w="med" len="med"/>
                <a:tailEnd type="none" w="med" len="med"/>
              </a:ln>
            </p:spPr>
          </p:sp>
          <p:sp>
            <p:nvSpPr>
              <p:cNvPr id="81195" name="Line 1588"/>
              <p:cNvSpPr/>
              <p:nvPr/>
            </p:nvSpPr>
            <p:spPr>
              <a:xfrm>
                <a:off x="4092" y="1890"/>
                <a:ext cx="135" cy="60"/>
              </a:xfrm>
              <a:prstGeom prst="line">
                <a:avLst/>
              </a:prstGeom>
              <a:ln w="9525" cap="flat" cmpd="sng">
                <a:solidFill>
                  <a:schemeClr val="tx1"/>
                </a:solidFill>
                <a:prstDash val="solid"/>
                <a:headEnd type="none" w="med" len="med"/>
                <a:tailEnd type="none" w="med" len="med"/>
              </a:ln>
            </p:spPr>
          </p:sp>
          <p:sp>
            <p:nvSpPr>
              <p:cNvPr id="81196" name="Line 1589"/>
              <p:cNvSpPr/>
              <p:nvPr/>
            </p:nvSpPr>
            <p:spPr>
              <a:xfrm flipV="1">
                <a:off x="4227" y="1890"/>
                <a:ext cx="143" cy="60"/>
              </a:xfrm>
              <a:prstGeom prst="line">
                <a:avLst/>
              </a:prstGeom>
              <a:ln w="9525" cap="flat" cmpd="sng">
                <a:solidFill>
                  <a:schemeClr val="tx1"/>
                </a:solidFill>
                <a:prstDash val="solid"/>
                <a:headEnd type="none" w="med" len="med"/>
                <a:tailEnd type="none" w="med" len="med"/>
              </a:ln>
            </p:spPr>
          </p:sp>
          <p:sp>
            <p:nvSpPr>
              <p:cNvPr id="81197" name="Line 1590"/>
              <p:cNvSpPr/>
              <p:nvPr/>
            </p:nvSpPr>
            <p:spPr>
              <a:xfrm>
                <a:off x="4047" y="1996"/>
                <a:ext cx="175" cy="81"/>
              </a:xfrm>
              <a:prstGeom prst="line">
                <a:avLst/>
              </a:prstGeom>
              <a:ln w="9525" cap="flat" cmpd="sng">
                <a:solidFill>
                  <a:schemeClr val="tx1"/>
                </a:solidFill>
                <a:prstDash val="solid"/>
                <a:headEnd type="none" w="med" len="med"/>
                <a:tailEnd type="none" w="med" len="med"/>
              </a:ln>
            </p:spPr>
          </p:sp>
          <p:sp>
            <p:nvSpPr>
              <p:cNvPr id="81198" name="Line 1591"/>
              <p:cNvSpPr/>
              <p:nvPr/>
            </p:nvSpPr>
            <p:spPr>
              <a:xfrm flipV="1">
                <a:off x="4227" y="2012"/>
                <a:ext cx="176" cy="71"/>
              </a:xfrm>
              <a:prstGeom prst="line">
                <a:avLst/>
              </a:prstGeom>
              <a:ln w="9525" cap="flat" cmpd="sng">
                <a:solidFill>
                  <a:schemeClr val="tx1"/>
                </a:solidFill>
                <a:prstDash val="solid"/>
                <a:headEnd type="none" w="med" len="med"/>
                <a:tailEnd type="none" w="med" len="med"/>
              </a:ln>
            </p:spPr>
          </p:sp>
          <p:sp>
            <p:nvSpPr>
              <p:cNvPr id="81199" name="Line 1592"/>
              <p:cNvSpPr/>
              <p:nvPr/>
            </p:nvSpPr>
            <p:spPr>
              <a:xfrm flipV="1">
                <a:off x="4227" y="1782"/>
                <a:ext cx="90" cy="29"/>
              </a:xfrm>
              <a:prstGeom prst="line">
                <a:avLst/>
              </a:prstGeom>
              <a:ln w="9525" cap="flat" cmpd="sng">
                <a:solidFill>
                  <a:schemeClr val="tx1"/>
                </a:solidFill>
                <a:prstDash val="solid"/>
                <a:headEnd type="none" w="med" len="med"/>
                <a:tailEnd type="none" w="med" len="med"/>
              </a:ln>
            </p:spPr>
          </p:sp>
          <p:sp>
            <p:nvSpPr>
              <p:cNvPr id="81200" name="Line 1593"/>
              <p:cNvSpPr/>
              <p:nvPr/>
            </p:nvSpPr>
            <p:spPr>
              <a:xfrm flipV="1">
                <a:off x="4227" y="1632"/>
                <a:ext cx="57" cy="22"/>
              </a:xfrm>
              <a:prstGeom prst="line">
                <a:avLst/>
              </a:prstGeom>
              <a:ln w="9525" cap="flat" cmpd="sng">
                <a:solidFill>
                  <a:schemeClr val="tx1"/>
                </a:solidFill>
                <a:prstDash val="solid"/>
                <a:headEnd type="none" w="med" len="med"/>
                <a:tailEnd type="none" w="med" len="med"/>
              </a:ln>
            </p:spPr>
          </p:sp>
          <p:sp>
            <p:nvSpPr>
              <p:cNvPr id="81201" name="Line 1594"/>
              <p:cNvSpPr/>
              <p:nvPr/>
            </p:nvSpPr>
            <p:spPr>
              <a:xfrm>
                <a:off x="4126" y="1772"/>
                <a:ext cx="109" cy="39"/>
              </a:xfrm>
              <a:prstGeom prst="line">
                <a:avLst/>
              </a:prstGeom>
              <a:ln w="9525" cap="flat" cmpd="sng">
                <a:solidFill>
                  <a:schemeClr val="tx1"/>
                </a:solidFill>
                <a:prstDash val="solid"/>
                <a:headEnd type="none" w="med" len="med"/>
                <a:tailEnd type="none" w="med" len="med"/>
              </a:ln>
            </p:spPr>
          </p:sp>
          <p:sp>
            <p:nvSpPr>
              <p:cNvPr id="81202" name="Line 1595"/>
              <p:cNvSpPr/>
              <p:nvPr/>
            </p:nvSpPr>
            <p:spPr>
              <a:xfrm>
                <a:off x="4175" y="1625"/>
                <a:ext cx="63" cy="39"/>
              </a:xfrm>
              <a:prstGeom prst="line">
                <a:avLst/>
              </a:prstGeom>
              <a:ln w="9525" cap="flat" cmpd="sng">
                <a:solidFill>
                  <a:schemeClr val="tx1"/>
                </a:solidFill>
                <a:prstDash val="solid"/>
                <a:headEnd type="none" w="med" len="med"/>
                <a:tailEnd type="none" w="med" len="med"/>
              </a:ln>
            </p:spPr>
          </p:sp>
          <p:grpSp>
            <p:nvGrpSpPr>
              <p:cNvPr id="81203" name="Group 1596"/>
              <p:cNvGrpSpPr/>
              <p:nvPr/>
            </p:nvGrpSpPr>
            <p:grpSpPr>
              <a:xfrm>
                <a:off x="4269" y="1415"/>
                <a:ext cx="392" cy="137"/>
                <a:chOff x="4227" y="1360"/>
                <a:chExt cx="863" cy="270"/>
              </a:xfrm>
            </p:grpSpPr>
            <p:sp>
              <p:nvSpPr>
                <p:cNvPr id="81214" name="Line 1597"/>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81215" name="Line 1598"/>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81216" name="Line 1599"/>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81217" name="Line 1600"/>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81204" name="Group 1601"/>
              <p:cNvGrpSpPr/>
              <p:nvPr/>
            </p:nvGrpSpPr>
            <p:grpSpPr>
              <a:xfrm rot="5700496">
                <a:off x="4052" y="1170"/>
                <a:ext cx="392" cy="137"/>
                <a:chOff x="4227" y="1360"/>
                <a:chExt cx="863" cy="270"/>
              </a:xfrm>
            </p:grpSpPr>
            <p:sp>
              <p:nvSpPr>
                <p:cNvPr id="81210" name="Line 1602"/>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81211" name="Line 1603"/>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81212" name="Line 1604"/>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81213" name="Line 1605"/>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nvGrpSpPr>
              <p:cNvPr id="81205" name="Group 1606"/>
              <p:cNvGrpSpPr/>
              <p:nvPr/>
            </p:nvGrpSpPr>
            <p:grpSpPr>
              <a:xfrm rot="10800000">
                <a:off x="3796" y="1402"/>
                <a:ext cx="392" cy="137"/>
                <a:chOff x="4227" y="1360"/>
                <a:chExt cx="863" cy="270"/>
              </a:xfrm>
            </p:grpSpPr>
            <p:sp>
              <p:nvSpPr>
                <p:cNvPr id="81206" name="Line 1607"/>
                <p:cNvSpPr/>
                <p:nvPr/>
              </p:nvSpPr>
              <p:spPr>
                <a:xfrm>
                  <a:off x="4227" y="1604"/>
                  <a:ext cx="0" cy="0"/>
                </a:xfrm>
                <a:prstGeom prst="line">
                  <a:avLst/>
                </a:prstGeom>
                <a:ln w="9525" cap="flat" cmpd="sng">
                  <a:solidFill>
                    <a:schemeClr val="tx1"/>
                  </a:solidFill>
                  <a:prstDash val="solid"/>
                  <a:headEnd type="none" w="med" len="med"/>
                  <a:tailEnd type="none" w="med" len="med"/>
                </a:ln>
              </p:spPr>
            </p:sp>
            <p:sp>
              <p:nvSpPr>
                <p:cNvPr id="81207" name="Line 1608"/>
                <p:cNvSpPr/>
                <p:nvPr/>
              </p:nvSpPr>
              <p:spPr>
                <a:xfrm rot="6361956" flipH="1" flipV="1">
                  <a:off x="4464" y="1204"/>
                  <a:ext cx="189" cy="500"/>
                </a:xfrm>
                <a:prstGeom prst="line">
                  <a:avLst/>
                </a:prstGeom>
                <a:ln w="31750" cap="flat" cmpd="sng">
                  <a:solidFill>
                    <a:schemeClr val="tx1"/>
                  </a:solidFill>
                  <a:prstDash val="solid"/>
                  <a:headEnd type="none" w="med" len="med"/>
                  <a:tailEnd type="none" w="med" len="med"/>
                </a:ln>
              </p:spPr>
            </p:sp>
            <p:sp>
              <p:nvSpPr>
                <p:cNvPr id="81208" name="Line 1609"/>
                <p:cNvSpPr/>
                <p:nvPr/>
              </p:nvSpPr>
              <p:spPr>
                <a:xfrm rot="6361956">
                  <a:off x="4602" y="1393"/>
                  <a:ext cx="189" cy="203"/>
                </a:xfrm>
                <a:prstGeom prst="line">
                  <a:avLst/>
                </a:prstGeom>
                <a:ln w="31750" cap="flat" cmpd="sng">
                  <a:solidFill>
                    <a:schemeClr val="tx1"/>
                  </a:solidFill>
                  <a:prstDash val="solid"/>
                  <a:headEnd type="none" w="med" len="med"/>
                  <a:tailEnd type="none" w="med" len="med"/>
                </a:ln>
              </p:spPr>
            </p:sp>
            <p:sp>
              <p:nvSpPr>
                <p:cNvPr id="81209" name="Line 1610"/>
                <p:cNvSpPr/>
                <p:nvPr/>
              </p:nvSpPr>
              <p:spPr>
                <a:xfrm rot="6361956" flipH="1" flipV="1">
                  <a:off x="4745" y="1285"/>
                  <a:ext cx="189" cy="500"/>
                </a:xfrm>
                <a:prstGeom prst="line">
                  <a:avLst/>
                </a:prstGeom>
                <a:ln w="31750" cap="flat" cmpd="sng">
                  <a:solidFill>
                    <a:schemeClr val="tx1"/>
                  </a:solidFill>
                  <a:prstDash val="solid"/>
                  <a:headEnd type="none" w="med" len="med"/>
                  <a:tailEnd type="none" w="med" len="med"/>
                </a:ln>
              </p:spPr>
            </p:sp>
          </p:grpSp>
        </p:grpSp>
        <p:grpSp>
          <p:nvGrpSpPr>
            <p:cNvPr id="80910" name="Group 1611"/>
            <p:cNvGrpSpPr/>
            <p:nvPr/>
          </p:nvGrpSpPr>
          <p:grpSpPr>
            <a:xfrm>
              <a:off x="3189" y="1364"/>
              <a:ext cx="436" cy="114"/>
              <a:chOff x="3072" y="739"/>
              <a:chExt cx="652" cy="146"/>
            </a:xfrm>
          </p:grpSpPr>
          <p:pic>
            <p:nvPicPr>
              <p:cNvPr id="81185" name="Picture 1612" descr="lgv_fqmg[1]"/>
              <p:cNvPicPr>
                <a:picLocks noChangeAspect="1"/>
              </p:cNvPicPr>
              <p:nvPr/>
            </p:nvPicPr>
            <p:blipFill>
              <a:blip r:embed="rId1"/>
              <a:stretch>
                <a:fillRect/>
              </a:stretch>
            </p:blipFill>
            <p:spPr>
              <a:xfrm flipH="1">
                <a:off x="3237" y="739"/>
                <a:ext cx="487" cy="146"/>
              </a:xfrm>
              <a:prstGeom prst="rect">
                <a:avLst/>
              </a:prstGeom>
              <a:noFill/>
              <a:ln w="9525">
                <a:noFill/>
              </a:ln>
            </p:spPr>
          </p:pic>
          <p:sp>
            <p:nvSpPr>
              <p:cNvPr id="81186" name="Line 1613"/>
              <p:cNvSpPr/>
              <p:nvPr/>
            </p:nvSpPr>
            <p:spPr>
              <a:xfrm flipH="1">
                <a:off x="3104" y="784"/>
                <a:ext cx="88" cy="0"/>
              </a:xfrm>
              <a:prstGeom prst="line">
                <a:avLst/>
              </a:prstGeom>
              <a:ln w="9525" cap="flat" cmpd="sng">
                <a:solidFill>
                  <a:schemeClr val="tx1"/>
                </a:solidFill>
                <a:prstDash val="solid"/>
                <a:headEnd type="none" w="med" len="med"/>
                <a:tailEnd type="none" w="med" len="med"/>
              </a:ln>
            </p:spPr>
          </p:sp>
          <p:sp>
            <p:nvSpPr>
              <p:cNvPr id="81187" name="Line 1614"/>
              <p:cNvSpPr/>
              <p:nvPr/>
            </p:nvSpPr>
            <p:spPr>
              <a:xfrm flipH="1">
                <a:off x="3072" y="760"/>
                <a:ext cx="144" cy="0"/>
              </a:xfrm>
              <a:prstGeom prst="line">
                <a:avLst/>
              </a:prstGeom>
              <a:ln w="9525" cap="flat" cmpd="sng">
                <a:solidFill>
                  <a:schemeClr val="tx1"/>
                </a:solidFill>
                <a:prstDash val="solid"/>
                <a:headEnd type="none" w="med" len="med"/>
                <a:tailEnd type="none" w="med" len="med"/>
              </a:ln>
            </p:spPr>
          </p:sp>
        </p:grpSp>
        <p:pic>
          <p:nvPicPr>
            <p:cNvPr id="80911" name="Picture 1615" descr="imgyjavg[1]"/>
            <p:cNvPicPr>
              <a:picLocks noChangeAspect="1"/>
            </p:cNvPicPr>
            <p:nvPr/>
          </p:nvPicPr>
          <p:blipFill>
            <a:blip r:embed="rId2"/>
            <a:stretch>
              <a:fillRect/>
            </a:stretch>
          </p:blipFill>
          <p:spPr>
            <a:xfrm>
              <a:off x="3365" y="1183"/>
              <a:ext cx="232" cy="168"/>
            </a:xfrm>
            <a:prstGeom prst="rect">
              <a:avLst/>
            </a:prstGeom>
            <a:noFill/>
            <a:ln w="9525">
              <a:noFill/>
            </a:ln>
          </p:spPr>
        </p:pic>
        <p:grpSp>
          <p:nvGrpSpPr>
            <p:cNvPr id="80912" name="Group 1616"/>
            <p:cNvGrpSpPr/>
            <p:nvPr/>
          </p:nvGrpSpPr>
          <p:grpSpPr>
            <a:xfrm>
              <a:off x="3846" y="1069"/>
              <a:ext cx="256" cy="269"/>
              <a:chOff x="2870" y="1518"/>
              <a:chExt cx="292" cy="320"/>
            </a:xfrm>
          </p:grpSpPr>
          <p:graphicFrame>
            <p:nvGraphicFramePr>
              <p:cNvPr id="81183" name="Object 161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8" name="" r:id="rId3" imgW="11601450" imgH="11791950" progId="MS_ClipArt_Gallery.2">
                      <p:embed/>
                    </p:oleObj>
                  </mc:Choice>
                  <mc:Fallback>
                    <p:oleObj name="" r:id="rId3" imgW="11601450" imgH="11791950" progId="MS_ClipArt_Gallery.2">
                      <p:embed/>
                      <p:pic>
                        <p:nvPicPr>
                          <p:cNvPr id="0" name="图片 3137"/>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81184" name="Object 161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9" name="" r:id="rId5" imgW="1268095" imgH="1199515" progId="MS_ClipArt_Gallery.2">
                      <p:embed/>
                    </p:oleObj>
                  </mc:Choice>
                  <mc:Fallback>
                    <p:oleObj name="" r:id="rId5" imgW="1268095" imgH="1199515" progId="MS_ClipArt_Gallery.2">
                      <p:embed/>
                      <p:pic>
                        <p:nvPicPr>
                          <p:cNvPr id="0" name="图片 3138"/>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80913" name="Group 1619"/>
            <p:cNvGrpSpPr/>
            <p:nvPr/>
          </p:nvGrpSpPr>
          <p:grpSpPr>
            <a:xfrm>
              <a:off x="4304" y="2253"/>
              <a:ext cx="228" cy="108"/>
              <a:chOff x="3600" y="219"/>
              <a:chExt cx="360" cy="175"/>
            </a:xfrm>
          </p:grpSpPr>
          <p:sp>
            <p:nvSpPr>
              <p:cNvPr id="81170" name="Oval 1620"/>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71" name="Line 162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172" name="Line 162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173" name="Rectangle 1623"/>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74" name="Oval 1624"/>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175" name="Group 1625"/>
              <p:cNvGrpSpPr/>
              <p:nvPr/>
            </p:nvGrpSpPr>
            <p:grpSpPr>
              <a:xfrm>
                <a:off x="3686" y="244"/>
                <a:ext cx="177" cy="66"/>
                <a:chOff x="2848" y="848"/>
                <a:chExt cx="140" cy="98"/>
              </a:xfrm>
            </p:grpSpPr>
            <p:sp>
              <p:nvSpPr>
                <p:cNvPr id="81180" name="Line 162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81" name="Line 162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82" name="Line 162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176" name="Group 1629"/>
              <p:cNvGrpSpPr/>
              <p:nvPr/>
            </p:nvGrpSpPr>
            <p:grpSpPr>
              <a:xfrm flipV="1">
                <a:off x="3686" y="243"/>
                <a:ext cx="177" cy="66"/>
                <a:chOff x="2848" y="848"/>
                <a:chExt cx="140" cy="98"/>
              </a:xfrm>
            </p:grpSpPr>
            <p:sp>
              <p:nvSpPr>
                <p:cNvPr id="81177" name="Line 163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78" name="Line 163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79" name="Line 163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0914" name="Group 1633"/>
            <p:cNvGrpSpPr/>
            <p:nvPr/>
          </p:nvGrpSpPr>
          <p:grpSpPr>
            <a:xfrm>
              <a:off x="4528" y="2429"/>
              <a:ext cx="228" cy="108"/>
              <a:chOff x="3600" y="219"/>
              <a:chExt cx="360" cy="175"/>
            </a:xfrm>
          </p:grpSpPr>
          <p:sp>
            <p:nvSpPr>
              <p:cNvPr id="81157" name="Oval 1634"/>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58" name="Line 163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159" name="Line 163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160" name="Rectangle 1637"/>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61" name="Oval 1638"/>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162" name="Group 1639"/>
              <p:cNvGrpSpPr/>
              <p:nvPr/>
            </p:nvGrpSpPr>
            <p:grpSpPr>
              <a:xfrm>
                <a:off x="3686" y="244"/>
                <a:ext cx="177" cy="66"/>
                <a:chOff x="2848" y="848"/>
                <a:chExt cx="140" cy="98"/>
              </a:xfrm>
            </p:grpSpPr>
            <p:sp>
              <p:nvSpPr>
                <p:cNvPr id="81167" name="Line 164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68" name="Line 164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69" name="Line 164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163" name="Group 1643"/>
              <p:cNvGrpSpPr/>
              <p:nvPr/>
            </p:nvGrpSpPr>
            <p:grpSpPr>
              <a:xfrm flipV="1">
                <a:off x="3686" y="243"/>
                <a:ext cx="177" cy="66"/>
                <a:chOff x="2848" y="848"/>
                <a:chExt cx="140" cy="98"/>
              </a:xfrm>
            </p:grpSpPr>
            <p:sp>
              <p:nvSpPr>
                <p:cNvPr id="81164" name="Line 164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65" name="Line 164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66" name="Line 164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0915" name="Group 1647"/>
            <p:cNvGrpSpPr/>
            <p:nvPr/>
          </p:nvGrpSpPr>
          <p:grpSpPr>
            <a:xfrm>
              <a:off x="4704" y="2261"/>
              <a:ext cx="228" cy="108"/>
              <a:chOff x="3600" y="219"/>
              <a:chExt cx="360" cy="175"/>
            </a:xfrm>
          </p:grpSpPr>
          <p:sp>
            <p:nvSpPr>
              <p:cNvPr id="81144" name="Oval 164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45" name="Line 164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146" name="Line 165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147" name="Rectangle 165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48" name="Oval 165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149" name="Group 1653"/>
              <p:cNvGrpSpPr/>
              <p:nvPr/>
            </p:nvGrpSpPr>
            <p:grpSpPr>
              <a:xfrm>
                <a:off x="3686" y="244"/>
                <a:ext cx="177" cy="66"/>
                <a:chOff x="2848" y="848"/>
                <a:chExt cx="140" cy="98"/>
              </a:xfrm>
            </p:grpSpPr>
            <p:sp>
              <p:nvSpPr>
                <p:cNvPr id="81154" name="Line 165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55" name="Line 165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56" name="Line 165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150" name="Group 1657"/>
              <p:cNvGrpSpPr/>
              <p:nvPr/>
            </p:nvGrpSpPr>
            <p:grpSpPr>
              <a:xfrm flipV="1">
                <a:off x="3686" y="243"/>
                <a:ext cx="177" cy="66"/>
                <a:chOff x="2848" y="848"/>
                <a:chExt cx="140" cy="98"/>
              </a:xfrm>
            </p:grpSpPr>
            <p:sp>
              <p:nvSpPr>
                <p:cNvPr id="81151" name="Line 165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52" name="Line 165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53" name="Line 166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0916" name="Group 1661"/>
            <p:cNvGrpSpPr/>
            <p:nvPr/>
          </p:nvGrpSpPr>
          <p:grpSpPr>
            <a:xfrm>
              <a:off x="4367" y="1532"/>
              <a:ext cx="221" cy="101"/>
              <a:chOff x="3600" y="219"/>
              <a:chExt cx="360" cy="175"/>
            </a:xfrm>
          </p:grpSpPr>
          <p:sp>
            <p:nvSpPr>
              <p:cNvPr id="81131" name="Oval 1662"/>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32" name="Line 166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133" name="Line 166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134" name="Rectangle 1665"/>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35" name="Oval 1666"/>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136" name="Group 1667"/>
              <p:cNvGrpSpPr/>
              <p:nvPr/>
            </p:nvGrpSpPr>
            <p:grpSpPr>
              <a:xfrm>
                <a:off x="3686" y="244"/>
                <a:ext cx="177" cy="66"/>
                <a:chOff x="2848" y="848"/>
                <a:chExt cx="140" cy="98"/>
              </a:xfrm>
            </p:grpSpPr>
            <p:sp>
              <p:nvSpPr>
                <p:cNvPr id="81141" name="Line 166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42" name="Line 166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43" name="Line 167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137" name="Group 1671"/>
              <p:cNvGrpSpPr/>
              <p:nvPr/>
            </p:nvGrpSpPr>
            <p:grpSpPr>
              <a:xfrm flipV="1">
                <a:off x="3686" y="243"/>
                <a:ext cx="177" cy="66"/>
                <a:chOff x="2848" y="848"/>
                <a:chExt cx="140" cy="98"/>
              </a:xfrm>
            </p:grpSpPr>
            <p:sp>
              <p:nvSpPr>
                <p:cNvPr id="81138" name="Line 167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39" name="Line 167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40" name="Line 167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0917" name="Group 1675"/>
            <p:cNvGrpSpPr/>
            <p:nvPr/>
          </p:nvGrpSpPr>
          <p:grpSpPr>
            <a:xfrm>
              <a:off x="4366" y="1693"/>
              <a:ext cx="228" cy="108"/>
              <a:chOff x="3600" y="219"/>
              <a:chExt cx="360" cy="175"/>
            </a:xfrm>
          </p:grpSpPr>
          <p:sp>
            <p:nvSpPr>
              <p:cNvPr id="81118" name="Oval 167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19" name="Line 167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120" name="Line 167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121" name="Rectangle 167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22" name="Oval 168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123" name="Group 1681"/>
              <p:cNvGrpSpPr/>
              <p:nvPr/>
            </p:nvGrpSpPr>
            <p:grpSpPr>
              <a:xfrm>
                <a:off x="3686" y="244"/>
                <a:ext cx="177" cy="66"/>
                <a:chOff x="2848" y="848"/>
                <a:chExt cx="140" cy="98"/>
              </a:xfrm>
            </p:grpSpPr>
            <p:sp>
              <p:nvSpPr>
                <p:cNvPr id="81128" name="Line 168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29" name="Line 168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30" name="Line 168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124" name="Group 1685"/>
              <p:cNvGrpSpPr/>
              <p:nvPr/>
            </p:nvGrpSpPr>
            <p:grpSpPr>
              <a:xfrm flipV="1">
                <a:off x="3686" y="243"/>
                <a:ext cx="177" cy="66"/>
                <a:chOff x="2848" y="848"/>
                <a:chExt cx="140" cy="98"/>
              </a:xfrm>
            </p:grpSpPr>
            <p:sp>
              <p:nvSpPr>
                <p:cNvPr id="81125" name="Line 168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26" name="Line 168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27" name="Line 168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0918" name="Group 1689"/>
            <p:cNvGrpSpPr/>
            <p:nvPr/>
          </p:nvGrpSpPr>
          <p:grpSpPr>
            <a:xfrm>
              <a:off x="4666" y="1472"/>
              <a:ext cx="210" cy="97"/>
              <a:chOff x="3600" y="219"/>
              <a:chExt cx="360" cy="175"/>
            </a:xfrm>
          </p:grpSpPr>
          <p:sp>
            <p:nvSpPr>
              <p:cNvPr id="81105" name="Oval 1690"/>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06" name="Line 169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107" name="Line 169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108" name="Rectangle 1693"/>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109" name="Oval 1694"/>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110" name="Group 1695"/>
              <p:cNvGrpSpPr/>
              <p:nvPr/>
            </p:nvGrpSpPr>
            <p:grpSpPr>
              <a:xfrm>
                <a:off x="3686" y="244"/>
                <a:ext cx="177" cy="66"/>
                <a:chOff x="2848" y="848"/>
                <a:chExt cx="140" cy="98"/>
              </a:xfrm>
            </p:grpSpPr>
            <p:sp>
              <p:nvSpPr>
                <p:cNvPr id="81115" name="Line 169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16" name="Line 169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17" name="Line 169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111" name="Group 1699"/>
              <p:cNvGrpSpPr/>
              <p:nvPr/>
            </p:nvGrpSpPr>
            <p:grpSpPr>
              <a:xfrm flipV="1">
                <a:off x="3686" y="243"/>
                <a:ext cx="177" cy="66"/>
                <a:chOff x="2848" y="848"/>
                <a:chExt cx="140" cy="98"/>
              </a:xfrm>
            </p:grpSpPr>
            <p:sp>
              <p:nvSpPr>
                <p:cNvPr id="81112" name="Line 170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13" name="Line 170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14" name="Line 170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0919" name="Group 1703"/>
            <p:cNvGrpSpPr/>
            <p:nvPr/>
          </p:nvGrpSpPr>
          <p:grpSpPr>
            <a:xfrm>
              <a:off x="4720" y="1693"/>
              <a:ext cx="228" cy="108"/>
              <a:chOff x="3600" y="219"/>
              <a:chExt cx="360" cy="175"/>
            </a:xfrm>
          </p:grpSpPr>
          <p:sp>
            <p:nvSpPr>
              <p:cNvPr id="81092" name="Oval 1704"/>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93" name="Line 170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094" name="Line 170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095" name="Rectangle 1707"/>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96" name="Oval 1708"/>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097" name="Group 1709"/>
              <p:cNvGrpSpPr/>
              <p:nvPr/>
            </p:nvGrpSpPr>
            <p:grpSpPr>
              <a:xfrm>
                <a:off x="3686" y="244"/>
                <a:ext cx="177" cy="66"/>
                <a:chOff x="2848" y="848"/>
                <a:chExt cx="140" cy="98"/>
              </a:xfrm>
            </p:grpSpPr>
            <p:sp>
              <p:nvSpPr>
                <p:cNvPr id="81102" name="Line 171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03" name="Line 171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04" name="Line 171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098" name="Group 1713"/>
              <p:cNvGrpSpPr/>
              <p:nvPr/>
            </p:nvGrpSpPr>
            <p:grpSpPr>
              <a:xfrm flipV="1">
                <a:off x="3686" y="243"/>
                <a:ext cx="177" cy="66"/>
                <a:chOff x="2848" y="848"/>
                <a:chExt cx="140" cy="98"/>
              </a:xfrm>
            </p:grpSpPr>
            <p:sp>
              <p:nvSpPr>
                <p:cNvPr id="81099" name="Line 171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100" name="Line 171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101" name="Line 171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0920" name="Group 1717"/>
            <p:cNvGrpSpPr/>
            <p:nvPr/>
          </p:nvGrpSpPr>
          <p:grpSpPr>
            <a:xfrm>
              <a:off x="3832" y="1529"/>
              <a:ext cx="220" cy="100"/>
              <a:chOff x="3600" y="219"/>
              <a:chExt cx="360" cy="175"/>
            </a:xfrm>
          </p:grpSpPr>
          <p:sp>
            <p:nvSpPr>
              <p:cNvPr id="81079" name="Oval 171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80" name="Line 171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081" name="Line 172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082" name="Rectangle 172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83" name="Oval 172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084" name="Group 1723"/>
              <p:cNvGrpSpPr/>
              <p:nvPr/>
            </p:nvGrpSpPr>
            <p:grpSpPr>
              <a:xfrm>
                <a:off x="3686" y="244"/>
                <a:ext cx="177" cy="66"/>
                <a:chOff x="2848" y="848"/>
                <a:chExt cx="140" cy="98"/>
              </a:xfrm>
            </p:grpSpPr>
            <p:sp>
              <p:nvSpPr>
                <p:cNvPr id="81089" name="Line 172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090" name="Line 172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091" name="Line 172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085" name="Group 1727"/>
              <p:cNvGrpSpPr/>
              <p:nvPr/>
            </p:nvGrpSpPr>
            <p:grpSpPr>
              <a:xfrm flipV="1">
                <a:off x="3686" y="243"/>
                <a:ext cx="177" cy="66"/>
                <a:chOff x="2848" y="848"/>
                <a:chExt cx="140" cy="98"/>
              </a:xfrm>
            </p:grpSpPr>
            <p:sp>
              <p:nvSpPr>
                <p:cNvPr id="81086" name="Line 172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087" name="Line 172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088" name="Line 173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0921" name="Group 1731"/>
            <p:cNvGrpSpPr/>
            <p:nvPr/>
          </p:nvGrpSpPr>
          <p:grpSpPr>
            <a:xfrm>
              <a:off x="3639" y="2253"/>
              <a:ext cx="220" cy="100"/>
              <a:chOff x="3600" y="219"/>
              <a:chExt cx="360" cy="175"/>
            </a:xfrm>
          </p:grpSpPr>
          <p:sp>
            <p:nvSpPr>
              <p:cNvPr id="81066" name="Oval 1732"/>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67" name="Line 173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068" name="Line 173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069" name="Rectangle 1735"/>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70" name="Oval 1736"/>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071" name="Group 1737"/>
              <p:cNvGrpSpPr/>
              <p:nvPr/>
            </p:nvGrpSpPr>
            <p:grpSpPr>
              <a:xfrm>
                <a:off x="3686" y="244"/>
                <a:ext cx="177" cy="66"/>
                <a:chOff x="2848" y="848"/>
                <a:chExt cx="140" cy="98"/>
              </a:xfrm>
            </p:grpSpPr>
            <p:sp>
              <p:nvSpPr>
                <p:cNvPr id="81076" name="Line 173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077" name="Line 173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078" name="Line 174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072" name="Group 1741"/>
              <p:cNvGrpSpPr/>
              <p:nvPr/>
            </p:nvGrpSpPr>
            <p:grpSpPr>
              <a:xfrm flipV="1">
                <a:off x="3686" y="243"/>
                <a:ext cx="177" cy="66"/>
                <a:chOff x="2848" y="848"/>
                <a:chExt cx="140" cy="98"/>
              </a:xfrm>
            </p:grpSpPr>
            <p:sp>
              <p:nvSpPr>
                <p:cNvPr id="81073" name="Line 174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074" name="Line 174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075" name="Line 174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0922" name="Line 1745"/>
            <p:cNvSpPr/>
            <p:nvPr/>
          </p:nvSpPr>
          <p:spPr>
            <a:xfrm flipV="1">
              <a:off x="4396" y="2523"/>
              <a:ext cx="143" cy="275"/>
            </a:xfrm>
            <a:prstGeom prst="line">
              <a:avLst/>
            </a:prstGeom>
            <a:ln w="9525" cap="flat" cmpd="sng">
              <a:solidFill>
                <a:schemeClr val="tx1"/>
              </a:solidFill>
              <a:prstDash val="solid"/>
              <a:headEnd type="none" w="med" len="med"/>
              <a:tailEnd type="none" w="med" len="med"/>
            </a:ln>
          </p:spPr>
        </p:sp>
        <p:sp>
          <p:nvSpPr>
            <p:cNvPr id="80923" name="Line 1746"/>
            <p:cNvSpPr/>
            <p:nvPr/>
          </p:nvSpPr>
          <p:spPr>
            <a:xfrm>
              <a:off x="4474" y="2358"/>
              <a:ext cx="103" cy="76"/>
            </a:xfrm>
            <a:prstGeom prst="line">
              <a:avLst/>
            </a:prstGeom>
            <a:ln w="9525" cap="flat" cmpd="sng">
              <a:solidFill>
                <a:schemeClr val="tx1"/>
              </a:solidFill>
              <a:prstDash val="solid"/>
              <a:headEnd type="none" w="med" len="med"/>
              <a:tailEnd type="none" w="med" len="med"/>
            </a:ln>
          </p:spPr>
        </p:sp>
        <p:sp>
          <p:nvSpPr>
            <p:cNvPr id="80924" name="Line 1747"/>
            <p:cNvSpPr/>
            <p:nvPr/>
          </p:nvSpPr>
          <p:spPr>
            <a:xfrm>
              <a:off x="4535" y="2308"/>
              <a:ext cx="176" cy="0"/>
            </a:xfrm>
            <a:prstGeom prst="line">
              <a:avLst/>
            </a:prstGeom>
            <a:ln w="9525" cap="flat" cmpd="sng">
              <a:solidFill>
                <a:schemeClr val="tx1"/>
              </a:solidFill>
              <a:prstDash val="solid"/>
              <a:headEnd type="none" w="med" len="med"/>
              <a:tailEnd type="none" w="med" len="med"/>
            </a:ln>
          </p:spPr>
        </p:sp>
        <p:sp>
          <p:nvSpPr>
            <p:cNvPr id="80925" name="Line 1748"/>
            <p:cNvSpPr/>
            <p:nvPr/>
          </p:nvSpPr>
          <p:spPr>
            <a:xfrm flipV="1">
              <a:off x="4684" y="2362"/>
              <a:ext cx="85" cy="66"/>
            </a:xfrm>
            <a:prstGeom prst="line">
              <a:avLst/>
            </a:prstGeom>
            <a:ln w="9525" cap="flat" cmpd="sng">
              <a:solidFill>
                <a:schemeClr val="tx1"/>
              </a:solidFill>
              <a:prstDash val="solid"/>
              <a:headEnd type="none" w="med" len="med"/>
              <a:tailEnd type="none" w="med" len="med"/>
            </a:ln>
          </p:spPr>
        </p:sp>
        <p:sp>
          <p:nvSpPr>
            <p:cNvPr id="80926" name="Line 1749"/>
            <p:cNvSpPr/>
            <p:nvPr/>
          </p:nvSpPr>
          <p:spPr>
            <a:xfrm>
              <a:off x="3864" y="2312"/>
              <a:ext cx="428" cy="0"/>
            </a:xfrm>
            <a:prstGeom prst="line">
              <a:avLst/>
            </a:prstGeom>
            <a:ln w="9525" cap="flat" cmpd="sng">
              <a:solidFill>
                <a:schemeClr val="tx1"/>
              </a:solidFill>
              <a:prstDash val="solid"/>
              <a:headEnd type="none" w="med" len="med"/>
              <a:tailEnd type="none" w="med" len="med"/>
            </a:ln>
          </p:spPr>
        </p:sp>
        <p:grpSp>
          <p:nvGrpSpPr>
            <p:cNvPr id="80927" name="Group 1750"/>
            <p:cNvGrpSpPr/>
            <p:nvPr/>
          </p:nvGrpSpPr>
          <p:grpSpPr>
            <a:xfrm>
              <a:off x="3390" y="1979"/>
              <a:ext cx="209" cy="224"/>
              <a:chOff x="2870" y="1518"/>
              <a:chExt cx="292" cy="320"/>
            </a:xfrm>
          </p:grpSpPr>
          <p:graphicFrame>
            <p:nvGraphicFramePr>
              <p:cNvPr id="81064" name="Object 175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0" name="" r:id="rId7" imgW="11601450" imgH="11791950" progId="MS_ClipArt_Gallery.2">
                      <p:embed/>
                    </p:oleObj>
                  </mc:Choice>
                  <mc:Fallback>
                    <p:oleObj name="" r:id="rId7" imgW="11601450" imgH="11791950" progId="MS_ClipArt_Gallery.2">
                      <p:embed/>
                      <p:pic>
                        <p:nvPicPr>
                          <p:cNvPr id="0" name="图片 3139"/>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81065" name="Object 175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1" name="" r:id="rId8" imgW="1268095" imgH="1199515" progId="MS_ClipArt_Gallery.2">
                      <p:embed/>
                    </p:oleObj>
                  </mc:Choice>
                  <mc:Fallback>
                    <p:oleObj name="" r:id="rId8" imgW="1268095" imgH="1199515" progId="MS_ClipArt_Gallery.2">
                      <p:embed/>
                      <p:pic>
                        <p:nvPicPr>
                          <p:cNvPr id="0" name="图片 3140"/>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80928" name="Group 1753"/>
            <p:cNvGrpSpPr/>
            <p:nvPr/>
          </p:nvGrpSpPr>
          <p:grpSpPr>
            <a:xfrm>
              <a:off x="3418" y="2211"/>
              <a:ext cx="139" cy="194"/>
              <a:chOff x="2556" y="2689"/>
              <a:chExt cx="183" cy="255"/>
            </a:xfrm>
          </p:grpSpPr>
          <p:pic>
            <p:nvPicPr>
              <p:cNvPr id="81047" name="Picture 1754" descr="31u_bnrz[1]"/>
              <p:cNvPicPr>
                <a:picLocks noChangeAspect="1"/>
              </p:cNvPicPr>
              <p:nvPr/>
            </p:nvPicPr>
            <p:blipFill>
              <a:blip r:embed="rId9"/>
              <a:stretch>
                <a:fillRect/>
              </a:stretch>
            </p:blipFill>
            <p:spPr>
              <a:xfrm>
                <a:off x="2609" y="2770"/>
                <a:ext cx="121" cy="174"/>
              </a:xfrm>
              <a:prstGeom prst="rect">
                <a:avLst/>
              </a:prstGeom>
              <a:noFill/>
              <a:ln w="9525">
                <a:noFill/>
              </a:ln>
            </p:spPr>
          </p:pic>
          <p:sp>
            <p:nvSpPr>
              <p:cNvPr id="81048" name="Freeform 1755"/>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81049" name="Freeform 1756"/>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81050" name="Freeform 1757"/>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81051" name="Freeform 1758"/>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81052" name="Freeform 1759"/>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81053" name="Freeform 1760"/>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81054" name="Freeform 1761"/>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81055" name="Freeform 1762"/>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81056" name="Freeform 1763"/>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81057" name="Freeform 1764"/>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81058" name="Freeform 1765"/>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81059" name="Freeform 1766"/>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81060" name="Freeform 1767"/>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81061" name="Freeform 1768"/>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81062" name="Freeform 1769"/>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81063" name="Freeform 1770"/>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graphicFrame>
          <p:nvGraphicFramePr>
            <p:cNvPr id="80929" name="Object 1771"/>
            <p:cNvGraphicFramePr>
              <a:graphicFrameLocks noChangeAspect="1"/>
            </p:cNvGraphicFramePr>
            <p:nvPr/>
          </p:nvGraphicFramePr>
          <p:xfrm>
            <a:off x="3660" y="2006"/>
            <a:ext cx="207" cy="173"/>
          </p:xfrm>
          <a:graphic>
            <a:graphicData uri="http://schemas.openxmlformats.org/presentationml/2006/ole">
              <mc:AlternateContent xmlns:mc="http://schemas.openxmlformats.org/markup-compatibility/2006">
                <mc:Choice xmlns:v="urn:schemas-microsoft-com:vml" Requires="v">
                  <p:oleObj spid="_x0000_s3142" name="" r:id="rId10" imgW="18192750" imgH="15087600" progId="MS_ClipArt_Gallery.2">
                    <p:embed/>
                  </p:oleObj>
                </mc:Choice>
                <mc:Fallback>
                  <p:oleObj name="" r:id="rId10" imgW="18192750" imgH="15087600" progId="MS_ClipArt_Gallery.2">
                    <p:embed/>
                    <p:pic>
                      <p:nvPicPr>
                        <p:cNvPr id="0" name="图片 3141"/>
                        <p:cNvPicPr/>
                        <p:nvPr/>
                      </p:nvPicPr>
                      <p:blipFill>
                        <a:blip r:embed="rId11"/>
                        <a:stretch>
                          <a:fillRect/>
                        </a:stretch>
                      </p:blipFill>
                      <p:spPr>
                        <a:xfrm>
                          <a:off x="3660" y="2006"/>
                          <a:ext cx="207" cy="173"/>
                        </a:xfrm>
                        <a:prstGeom prst="rect">
                          <a:avLst/>
                        </a:prstGeom>
                        <a:noFill/>
                        <a:ln w="38100">
                          <a:noFill/>
                          <a:miter/>
                        </a:ln>
                      </p:spPr>
                    </p:pic>
                  </p:oleObj>
                </mc:Fallback>
              </mc:AlternateContent>
            </a:graphicData>
          </a:graphic>
        </p:graphicFrame>
        <p:sp>
          <p:nvSpPr>
            <p:cNvPr id="80930" name="Line 1772"/>
            <p:cNvSpPr/>
            <p:nvPr/>
          </p:nvSpPr>
          <p:spPr>
            <a:xfrm>
              <a:off x="4050" y="1586"/>
              <a:ext cx="321" cy="2"/>
            </a:xfrm>
            <a:prstGeom prst="line">
              <a:avLst/>
            </a:prstGeom>
            <a:ln w="9525" cap="flat" cmpd="sng">
              <a:solidFill>
                <a:schemeClr val="tx1"/>
              </a:solidFill>
              <a:prstDash val="solid"/>
              <a:headEnd type="none" w="med" len="med"/>
              <a:tailEnd type="none" w="med" len="med"/>
            </a:ln>
          </p:spPr>
        </p:sp>
        <p:sp>
          <p:nvSpPr>
            <p:cNvPr id="80931" name="Line 1773"/>
            <p:cNvSpPr/>
            <p:nvPr/>
          </p:nvSpPr>
          <p:spPr>
            <a:xfrm>
              <a:off x="3777" y="1478"/>
              <a:ext cx="96" cy="52"/>
            </a:xfrm>
            <a:prstGeom prst="line">
              <a:avLst/>
            </a:prstGeom>
            <a:ln w="9525" cap="flat" cmpd="sng">
              <a:solidFill>
                <a:schemeClr val="tx1"/>
              </a:solidFill>
              <a:prstDash val="solid"/>
              <a:headEnd type="none" w="med" len="med"/>
              <a:tailEnd type="none" w="med" len="med"/>
            </a:ln>
          </p:spPr>
        </p:sp>
        <p:sp>
          <p:nvSpPr>
            <p:cNvPr id="80932" name="Freeform 1774"/>
            <p:cNvSpPr/>
            <p:nvPr/>
          </p:nvSpPr>
          <p:spPr>
            <a:xfrm>
              <a:off x="3348" y="2742"/>
              <a:ext cx="1877" cy="917"/>
            </a:xfrm>
            <a:custGeom>
              <a:avLst/>
              <a:gdLst>
                <a:gd name="txL" fmla="*/ 0 w 1877"/>
                <a:gd name="txT" fmla="*/ 0 h 917"/>
                <a:gd name="txR" fmla="*/ 1877 w 1877"/>
                <a:gd name="txB" fmla="*/ 917 h 917"/>
              </a:gdLst>
              <a:ahLst/>
              <a:cxnLst>
                <a:cxn ang="0">
                  <a:pos x="889" y="23"/>
                </a:cxn>
                <a:cxn ang="0">
                  <a:pos x="692" y="109"/>
                </a:cxn>
                <a:cxn ang="0">
                  <a:pos x="415" y="91"/>
                </a:cxn>
                <a:cxn ang="0">
                  <a:pos x="112" y="170"/>
                </a:cxn>
                <a:cxn ang="0">
                  <a:pos x="50" y="353"/>
                </a:cxn>
                <a:cxn ang="0">
                  <a:pos x="14" y="528"/>
                </a:cxn>
                <a:cxn ang="0">
                  <a:pos x="139" y="650"/>
                </a:cxn>
                <a:cxn ang="0">
                  <a:pos x="505" y="781"/>
                </a:cxn>
                <a:cxn ang="0">
                  <a:pos x="933" y="886"/>
                </a:cxn>
                <a:cxn ang="0">
                  <a:pos x="1370" y="901"/>
                </a:cxn>
                <a:cxn ang="0">
                  <a:pos x="1676" y="793"/>
                </a:cxn>
                <a:cxn ang="0">
                  <a:pos x="1860" y="624"/>
                </a:cxn>
                <a:cxn ang="0">
                  <a:pos x="1776" y="219"/>
                </a:cxn>
                <a:cxn ang="0">
                  <a:pos x="1503" y="100"/>
                </a:cxn>
                <a:cxn ang="0">
                  <a:pos x="1200" y="13"/>
                </a:cxn>
                <a:cxn ang="0">
                  <a:pos x="889" y="23"/>
                </a:cxn>
              </a:cxnLst>
              <a:rect l="txL" t="txT" r="txR" b="txB"/>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alpha val="100000"/>
              </a:srgbClr>
            </a:solidFill>
            <a:ln w="9525">
              <a:noFill/>
            </a:ln>
          </p:spPr>
          <p:txBody>
            <a:bodyPr/>
            <a:p>
              <a:endParaRPr lang="zh-CN" altLang="en-US"/>
            </a:p>
          </p:txBody>
        </p:sp>
        <p:sp>
          <p:nvSpPr>
            <p:cNvPr id="80933" name="Line 1775"/>
            <p:cNvSpPr/>
            <p:nvPr/>
          </p:nvSpPr>
          <p:spPr>
            <a:xfrm rot="-5400000">
              <a:off x="4757" y="3206"/>
              <a:ext cx="330" cy="88"/>
            </a:xfrm>
            <a:prstGeom prst="line">
              <a:avLst/>
            </a:prstGeom>
            <a:ln w="12700" cap="flat" cmpd="sng">
              <a:solidFill>
                <a:schemeClr val="tx1"/>
              </a:solidFill>
              <a:prstDash val="solid"/>
              <a:headEnd type="none" w="med" len="med"/>
              <a:tailEnd type="none" w="med" len="med"/>
            </a:ln>
          </p:spPr>
        </p:sp>
        <p:grpSp>
          <p:nvGrpSpPr>
            <p:cNvPr id="80934" name="Group 1776"/>
            <p:cNvGrpSpPr/>
            <p:nvPr/>
          </p:nvGrpSpPr>
          <p:grpSpPr>
            <a:xfrm>
              <a:off x="4702" y="3292"/>
              <a:ext cx="125" cy="230"/>
              <a:chOff x="4180" y="783"/>
              <a:chExt cx="150" cy="307"/>
            </a:xfrm>
          </p:grpSpPr>
          <p:sp>
            <p:nvSpPr>
              <p:cNvPr id="81039" name="AutoShape 1777"/>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40" name="Rectangle 1778"/>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41" name="Rectangle 1779"/>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42" name="AutoShape 1780"/>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43" name="Line 1781"/>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81044" name="Line 1782"/>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81045" name="Rectangle 1783"/>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46" name="Rectangle 1784"/>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80935" name="Line 1785"/>
            <p:cNvSpPr/>
            <p:nvPr/>
          </p:nvSpPr>
          <p:spPr>
            <a:xfrm rot="5400000" flipV="1">
              <a:off x="4849" y="3383"/>
              <a:ext cx="2" cy="54"/>
            </a:xfrm>
            <a:prstGeom prst="line">
              <a:avLst/>
            </a:prstGeom>
            <a:ln w="12700" cap="flat" cmpd="sng">
              <a:solidFill>
                <a:schemeClr val="tx1"/>
              </a:solidFill>
              <a:prstDash val="solid"/>
              <a:headEnd type="none" w="med" len="med"/>
              <a:tailEnd type="none" w="med" len="med"/>
            </a:ln>
          </p:spPr>
        </p:sp>
        <p:sp>
          <p:nvSpPr>
            <p:cNvPr id="80936" name="Line 1786"/>
            <p:cNvSpPr/>
            <p:nvPr/>
          </p:nvSpPr>
          <p:spPr>
            <a:xfrm rot="-5400000">
              <a:off x="4966" y="3179"/>
              <a:ext cx="0" cy="72"/>
            </a:xfrm>
            <a:prstGeom prst="line">
              <a:avLst/>
            </a:prstGeom>
            <a:ln w="12700" cap="flat" cmpd="sng">
              <a:solidFill>
                <a:schemeClr val="tx1"/>
              </a:solidFill>
              <a:prstDash val="solid"/>
              <a:headEnd type="none" w="med" len="med"/>
              <a:tailEnd type="none" w="med" len="med"/>
            </a:ln>
          </p:spPr>
        </p:sp>
        <p:grpSp>
          <p:nvGrpSpPr>
            <p:cNvPr id="80937" name="Group 1787"/>
            <p:cNvGrpSpPr/>
            <p:nvPr/>
          </p:nvGrpSpPr>
          <p:grpSpPr>
            <a:xfrm>
              <a:off x="4701" y="2996"/>
              <a:ext cx="316" cy="148"/>
              <a:chOff x="3600" y="219"/>
              <a:chExt cx="360" cy="175"/>
            </a:xfrm>
          </p:grpSpPr>
          <p:sp>
            <p:nvSpPr>
              <p:cNvPr id="81026" name="Oval 178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27" name="Line 178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028" name="Line 179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029" name="Rectangle 179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30" name="Oval 179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031" name="Group 1793"/>
              <p:cNvGrpSpPr/>
              <p:nvPr/>
            </p:nvGrpSpPr>
            <p:grpSpPr>
              <a:xfrm>
                <a:off x="3686" y="244"/>
                <a:ext cx="177" cy="66"/>
                <a:chOff x="2848" y="848"/>
                <a:chExt cx="140" cy="98"/>
              </a:xfrm>
            </p:grpSpPr>
            <p:sp>
              <p:nvSpPr>
                <p:cNvPr id="81036" name="Line 179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037" name="Line 179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038" name="Line 179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032" name="Group 1797"/>
              <p:cNvGrpSpPr/>
              <p:nvPr/>
            </p:nvGrpSpPr>
            <p:grpSpPr>
              <a:xfrm flipV="1">
                <a:off x="3686" y="243"/>
                <a:ext cx="177" cy="66"/>
                <a:chOff x="2848" y="848"/>
                <a:chExt cx="140" cy="98"/>
              </a:xfrm>
            </p:grpSpPr>
            <p:sp>
              <p:nvSpPr>
                <p:cNvPr id="81033" name="Line 179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034" name="Line 179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035" name="Line 180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0938" name="Group 1801"/>
            <p:cNvGrpSpPr/>
            <p:nvPr/>
          </p:nvGrpSpPr>
          <p:grpSpPr>
            <a:xfrm>
              <a:off x="4187" y="2822"/>
              <a:ext cx="316" cy="148"/>
              <a:chOff x="3600" y="219"/>
              <a:chExt cx="360" cy="175"/>
            </a:xfrm>
          </p:grpSpPr>
          <p:sp>
            <p:nvSpPr>
              <p:cNvPr id="81013" name="Oval 1802"/>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14" name="Line 180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015" name="Line 180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016" name="Rectangle 1805"/>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17" name="Oval 1806"/>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018" name="Group 1807"/>
              <p:cNvGrpSpPr/>
              <p:nvPr/>
            </p:nvGrpSpPr>
            <p:grpSpPr>
              <a:xfrm>
                <a:off x="3686" y="244"/>
                <a:ext cx="177" cy="66"/>
                <a:chOff x="2848" y="848"/>
                <a:chExt cx="140" cy="98"/>
              </a:xfrm>
            </p:grpSpPr>
            <p:sp>
              <p:nvSpPr>
                <p:cNvPr id="81023" name="Line 180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024" name="Line 180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025" name="Line 181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019" name="Group 1811"/>
              <p:cNvGrpSpPr/>
              <p:nvPr/>
            </p:nvGrpSpPr>
            <p:grpSpPr>
              <a:xfrm flipV="1">
                <a:off x="3686" y="243"/>
                <a:ext cx="177" cy="66"/>
                <a:chOff x="2848" y="848"/>
                <a:chExt cx="140" cy="98"/>
              </a:xfrm>
            </p:grpSpPr>
            <p:sp>
              <p:nvSpPr>
                <p:cNvPr id="81020" name="Line 181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021" name="Line 181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022" name="Line 181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0939" name="Group 1815"/>
            <p:cNvGrpSpPr/>
            <p:nvPr/>
          </p:nvGrpSpPr>
          <p:grpSpPr>
            <a:xfrm>
              <a:off x="3768" y="3014"/>
              <a:ext cx="316" cy="148"/>
              <a:chOff x="3600" y="219"/>
              <a:chExt cx="360" cy="175"/>
            </a:xfrm>
          </p:grpSpPr>
          <p:sp>
            <p:nvSpPr>
              <p:cNvPr id="81000" name="Oval 181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01" name="Line 181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1002" name="Line 181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003" name="Rectangle 181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1004" name="Oval 182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1005" name="Group 1821"/>
              <p:cNvGrpSpPr/>
              <p:nvPr/>
            </p:nvGrpSpPr>
            <p:grpSpPr>
              <a:xfrm>
                <a:off x="3686" y="244"/>
                <a:ext cx="177" cy="66"/>
                <a:chOff x="2848" y="848"/>
                <a:chExt cx="140" cy="98"/>
              </a:xfrm>
            </p:grpSpPr>
            <p:sp>
              <p:nvSpPr>
                <p:cNvPr id="81010" name="Line 182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011" name="Line 182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012" name="Line 182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1006" name="Group 1825"/>
              <p:cNvGrpSpPr/>
              <p:nvPr/>
            </p:nvGrpSpPr>
            <p:grpSpPr>
              <a:xfrm flipV="1">
                <a:off x="3686" y="243"/>
                <a:ext cx="177" cy="66"/>
                <a:chOff x="2848" y="848"/>
                <a:chExt cx="140" cy="98"/>
              </a:xfrm>
            </p:grpSpPr>
            <p:sp>
              <p:nvSpPr>
                <p:cNvPr id="81007" name="Line 182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1008" name="Line 182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1009" name="Line 182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0940" name="Line 1829"/>
            <p:cNvSpPr/>
            <p:nvPr/>
          </p:nvSpPr>
          <p:spPr>
            <a:xfrm>
              <a:off x="4470" y="2955"/>
              <a:ext cx="226" cy="76"/>
            </a:xfrm>
            <a:prstGeom prst="line">
              <a:avLst/>
            </a:prstGeom>
            <a:ln w="9525" cap="flat" cmpd="sng">
              <a:solidFill>
                <a:schemeClr val="tx1"/>
              </a:solidFill>
              <a:prstDash val="solid"/>
              <a:headEnd type="none" w="med" len="med"/>
              <a:tailEnd type="none" w="med" len="med"/>
            </a:ln>
          </p:spPr>
        </p:sp>
        <p:sp>
          <p:nvSpPr>
            <p:cNvPr id="80941" name="Line 1830"/>
            <p:cNvSpPr/>
            <p:nvPr/>
          </p:nvSpPr>
          <p:spPr>
            <a:xfrm flipV="1">
              <a:off x="4059" y="2963"/>
              <a:ext cx="175" cy="69"/>
            </a:xfrm>
            <a:prstGeom prst="line">
              <a:avLst/>
            </a:prstGeom>
            <a:ln w="9525" cap="flat" cmpd="sng">
              <a:solidFill>
                <a:schemeClr val="tx1"/>
              </a:solidFill>
              <a:prstDash val="solid"/>
              <a:headEnd type="none" w="med" len="med"/>
              <a:tailEnd type="none" w="med" len="med"/>
            </a:ln>
          </p:spPr>
        </p:sp>
        <p:sp>
          <p:nvSpPr>
            <p:cNvPr id="80942" name="Line 1831"/>
            <p:cNvSpPr/>
            <p:nvPr/>
          </p:nvSpPr>
          <p:spPr>
            <a:xfrm flipV="1">
              <a:off x="4086" y="3091"/>
              <a:ext cx="612" cy="0"/>
            </a:xfrm>
            <a:prstGeom prst="line">
              <a:avLst/>
            </a:prstGeom>
            <a:ln w="9525" cap="flat" cmpd="sng">
              <a:solidFill>
                <a:schemeClr val="tx1"/>
              </a:solidFill>
              <a:prstDash val="solid"/>
              <a:headEnd type="none" w="med" len="med"/>
              <a:tailEnd type="none" w="med" len="med"/>
            </a:ln>
          </p:spPr>
        </p:sp>
        <p:sp>
          <p:nvSpPr>
            <p:cNvPr id="80943" name="Line 1832"/>
            <p:cNvSpPr/>
            <p:nvPr/>
          </p:nvSpPr>
          <p:spPr>
            <a:xfrm flipH="1">
              <a:off x="3642" y="2931"/>
              <a:ext cx="160" cy="296"/>
            </a:xfrm>
            <a:prstGeom prst="line">
              <a:avLst/>
            </a:prstGeom>
            <a:ln w="9525" cap="flat" cmpd="sng">
              <a:solidFill>
                <a:schemeClr val="tx1"/>
              </a:solidFill>
              <a:prstDash val="solid"/>
              <a:headEnd type="none" w="med" len="med"/>
              <a:tailEnd type="none" w="med" len="med"/>
            </a:ln>
          </p:spPr>
        </p:sp>
        <p:sp>
          <p:nvSpPr>
            <p:cNvPr id="80944" name="Line 1833"/>
            <p:cNvSpPr/>
            <p:nvPr/>
          </p:nvSpPr>
          <p:spPr>
            <a:xfrm>
              <a:off x="3658" y="2963"/>
              <a:ext cx="124" cy="0"/>
            </a:xfrm>
            <a:prstGeom prst="line">
              <a:avLst/>
            </a:prstGeom>
            <a:ln w="9525" cap="flat" cmpd="sng">
              <a:solidFill>
                <a:schemeClr val="tx1"/>
              </a:solidFill>
              <a:prstDash val="solid"/>
              <a:headEnd type="none" w="med" len="med"/>
              <a:tailEnd type="none" w="med" len="med"/>
            </a:ln>
          </p:spPr>
        </p:sp>
        <p:sp>
          <p:nvSpPr>
            <p:cNvPr id="80945" name="Line 1834"/>
            <p:cNvSpPr/>
            <p:nvPr/>
          </p:nvSpPr>
          <p:spPr>
            <a:xfrm>
              <a:off x="3570" y="3175"/>
              <a:ext cx="97" cy="0"/>
            </a:xfrm>
            <a:prstGeom prst="line">
              <a:avLst/>
            </a:prstGeom>
            <a:ln w="9525" cap="flat" cmpd="sng">
              <a:solidFill>
                <a:schemeClr val="tx1"/>
              </a:solidFill>
              <a:prstDash val="solid"/>
              <a:headEnd type="none" w="med" len="med"/>
              <a:tailEnd type="none" w="med" len="med"/>
            </a:ln>
          </p:spPr>
        </p:sp>
        <p:sp>
          <p:nvSpPr>
            <p:cNvPr id="80946" name="Line 1835"/>
            <p:cNvSpPr/>
            <p:nvPr/>
          </p:nvSpPr>
          <p:spPr>
            <a:xfrm>
              <a:off x="3729" y="3225"/>
              <a:ext cx="309" cy="0"/>
            </a:xfrm>
            <a:prstGeom prst="line">
              <a:avLst/>
            </a:prstGeom>
            <a:ln w="9525" cap="flat" cmpd="sng">
              <a:solidFill>
                <a:schemeClr val="tx1"/>
              </a:solidFill>
              <a:prstDash val="solid"/>
              <a:headEnd type="none" w="med" len="med"/>
              <a:tailEnd type="none" w="med" len="med"/>
            </a:ln>
          </p:spPr>
        </p:sp>
        <p:sp>
          <p:nvSpPr>
            <p:cNvPr id="80947" name="Line 1836"/>
            <p:cNvSpPr/>
            <p:nvPr/>
          </p:nvSpPr>
          <p:spPr>
            <a:xfrm flipH="1">
              <a:off x="3880" y="3167"/>
              <a:ext cx="34" cy="54"/>
            </a:xfrm>
            <a:prstGeom prst="line">
              <a:avLst/>
            </a:prstGeom>
            <a:ln w="9525" cap="flat" cmpd="sng">
              <a:solidFill>
                <a:schemeClr val="tx1"/>
              </a:solidFill>
              <a:prstDash val="solid"/>
              <a:headEnd type="none" w="med" len="med"/>
              <a:tailEnd type="none" w="med" len="med"/>
            </a:ln>
          </p:spPr>
        </p:sp>
        <p:sp>
          <p:nvSpPr>
            <p:cNvPr id="80948" name="Line 1837"/>
            <p:cNvSpPr/>
            <p:nvPr/>
          </p:nvSpPr>
          <p:spPr>
            <a:xfrm>
              <a:off x="3762" y="3223"/>
              <a:ext cx="1" cy="52"/>
            </a:xfrm>
            <a:prstGeom prst="line">
              <a:avLst/>
            </a:prstGeom>
            <a:ln w="9525" cap="flat" cmpd="sng">
              <a:solidFill>
                <a:schemeClr val="tx1"/>
              </a:solidFill>
              <a:prstDash val="solid"/>
              <a:headEnd type="none" w="med" len="med"/>
              <a:tailEnd type="none" w="med" len="med"/>
            </a:ln>
          </p:spPr>
        </p:sp>
        <p:sp>
          <p:nvSpPr>
            <p:cNvPr id="80949" name="Line 1838"/>
            <p:cNvSpPr/>
            <p:nvPr/>
          </p:nvSpPr>
          <p:spPr>
            <a:xfrm flipH="1" flipV="1">
              <a:off x="4012" y="3228"/>
              <a:ext cx="0" cy="48"/>
            </a:xfrm>
            <a:prstGeom prst="line">
              <a:avLst/>
            </a:prstGeom>
            <a:ln w="9525" cap="flat" cmpd="sng">
              <a:solidFill>
                <a:schemeClr val="tx1"/>
              </a:solidFill>
              <a:prstDash val="solid"/>
              <a:headEnd type="none" w="med" len="med"/>
              <a:tailEnd type="none" w="med" len="med"/>
            </a:ln>
          </p:spPr>
        </p:sp>
        <p:graphicFrame>
          <p:nvGraphicFramePr>
            <p:cNvPr id="80950" name="Object 1839"/>
            <p:cNvGraphicFramePr>
              <a:graphicFrameLocks noChangeAspect="1"/>
            </p:cNvGraphicFramePr>
            <p:nvPr/>
          </p:nvGraphicFramePr>
          <p:xfrm>
            <a:off x="3417" y="3101"/>
            <a:ext cx="216" cy="180"/>
          </p:xfrm>
          <a:graphic>
            <a:graphicData uri="http://schemas.openxmlformats.org/presentationml/2006/ole">
              <mc:AlternateContent xmlns:mc="http://schemas.openxmlformats.org/markup-compatibility/2006">
                <mc:Choice xmlns:v="urn:schemas-microsoft-com:vml" Requires="v">
                  <p:oleObj spid="_x0000_s3149" name="" r:id="rId12" imgW="18192750" imgH="15087600" progId="MS_ClipArt_Gallery.2">
                    <p:embed/>
                  </p:oleObj>
                </mc:Choice>
                <mc:Fallback>
                  <p:oleObj name="" r:id="rId12" imgW="18192750" imgH="15087600" progId="MS_ClipArt_Gallery.2">
                    <p:embed/>
                    <p:pic>
                      <p:nvPicPr>
                        <p:cNvPr id="0" name="图片 3148"/>
                        <p:cNvPicPr/>
                        <p:nvPr/>
                      </p:nvPicPr>
                      <p:blipFill>
                        <a:blip r:embed="rId11"/>
                        <a:stretch>
                          <a:fillRect/>
                        </a:stretch>
                      </p:blipFill>
                      <p:spPr>
                        <a:xfrm>
                          <a:off x="3417" y="3101"/>
                          <a:ext cx="216" cy="180"/>
                        </a:xfrm>
                        <a:prstGeom prst="rect">
                          <a:avLst/>
                        </a:prstGeom>
                        <a:noFill/>
                        <a:ln w="38100">
                          <a:noFill/>
                          <a:miter/>
                        </a:ln>
                      </p:spPr>
                    </p:pic>
                  </p:oleObj>
                </mc:Fallback>
              </mc:AlternateContent>
            </a:graphicData>
          </a:graphic>
        </p:graphicFrame>
        <p:graphicFrame>
          <p:nvGraphicFramePr>
            <p:cNvPr id="80951" name="Object 1840"/>
            <p:cNvGraphicFramePr>
              <a:graphicFrameLocks noChangeAspect="1"/>
            </p:cNvGraphicFramePr>
            <p:nvPr/>
          </p:nvGraphicFramePr>
          <p:xfrm>
            <a:off x="3521" y="2901"/>
            <a:ext cx="216" cy="180"/>
          </p:xfrm>
          <a:graphic>
            <a:graphicData uri="http://schemas.openxmlformats.org/presentationml/2006/ole">
              <mc:AlternateContent xmlns:mc="http://schemas.openxmlformats.org/markup-compatibility/2006">
                <mc:Choice xmlns:v="urn:schemas-microsoft-com:vml" Requires="v">
                  <p:oleObj spid="_x0000_s3150" name="" r:id="rId13" imgW="18192750" imgH="15087600" progId="MS_ClipArt_Gallery.2">
                    <p:embed/>
                  </p:oleObj>
                </mc:Choice>
                <mc:Fallback>
                  <p:oleObj name="" r:id="rId13" imgW="18192750" imgH="15087600" progId="MS_ClipArt_Gallery.2">
                    <p:embed/>
                    <p:pic>
                      <p:nvPicPr>
                        <p:cNvPr id="0" name="图片 3149"/>
                        <p:cNvPicPr/>
                        <p:nvPr/>
                      </p:nvPicPr>
                      <p:blipFill>
                        <a:blip r:embed="rId11"/>
                        <a:stretch>
                          <a:fillRect/>
                        </a:stretch>
                      </p:blipFill>
                      <p:spPr>
                        <a:xfrm>
                          <a:off x="3521" y="2901"/>
                          <a:ext cx="216" cy="180"/>
                        </a:xfrm>
                        <a:prstGeom prst="rect">
                          <a:avLst/>
                        </a:prstGeom>
                        <a:noFill/>
                        <a:ln w="38100">
                          <a:noFill/>
                          <a:miter/>
                        </a:ln>
                      </p:spPr>
                    </p:pic>
                  </p:oleObj>
                </mc:Fallback>
              </mc:AlternateContent>
            </a:graphicData>
          </a:graphic>
        </p:graphicFrame>
        <p:graphicFrame>
          <p:nvGraphicFramePr>
            <p:cNvPr id="80952" name="Object 1841"/>
            <p:cNvGraphicFramePr>
              <a:graphicFrameLocks noChangeAspect="1"/>
            </p:cNvGraphicFramePr>
            <p:nvPr/>
          </p:nvGraphicFramePr>
          <p:xfrm>
            <a:off x="3689" y="3261"/>
            <a:ext cx="216" cy="180"/>
          </p:xfrm>
          <a:graphic>
            <a:graphicData uri="http://schemas.openxmlformats.org/presentationml/2006/ole">
              <mc:AlternateContent xmlns:mc="http://schemas.openxmlformats.org/markup-compatibility/2006">
                <mc:Choice xmlns:v="urn:schemas-microsoft-com:vml" Requires="v">
                  <p:oleObj spid="_x0000_s3144" name="" r:id="rId14" imgW="18192750" imgH="15087600" progId="MS_ClipArt_Gallery.2">
                    <p:embed/>
                  </p:oleObj>
                </mc:Choice>
                <mc:Fallback>
                  <p:oleObj name="" r:id="rId14" imgW="18192750" imgH="15087600" progId="MS_ClipArt_Gallery.2">
                    <p:embed/>
                    <p:pic>
                      <p:nvPicPr>
                        <p:cNvPr id="0" name="图片 3143"/>
                        <p:cNvPicPr/>
                        <p:nvPr/>
                      </p:nvPicPr>
                      <p:blipFill>
                        <a:blip r:embed="rId11"/>
                        <a:stretch>
                          <a:fillRect/>
                        </a:stretch>
                      </p:blipFill>
                      <p:spPr>
                        <a:xfrm>
                          <a:off x="3689" y="3261"/>
                          <a:ext cx="216" cy="180"/>
                        </a:xfrm>
                        <a:prstGeom prst="rect">
                          <a:avLst/>
                        </a:prstGeom>
                        <a:noFill/>
                        <a:ln w="38100">
                          <a:noFill/>
                          <a:miter/>
                        </a:ln>
                      </p:spPr>
                    </p:pic>
                  </p:oleObj>
                </mc:Fallback>
              </mc:AlternateContent>
            </a:graphicData>
          </a:graphic>
        </p:graphicFrame>
        <p:graphicFrame>
          <p:nvGraphicFramePr>
            <p:cNvPr id="80953" name="Object 1842"/>
            <p:cNvGraphicFramePr>
              <a:graphicFrameLocks noChangeAspect="1"/>
            </p:cNvGraphicFramePr>
            <p:nvPr/>
          </p:nvGraphicFramePr>
          <p:xfrm>
            <a:off x="3903" y="3263"/>
            <a:ext cx="216" cy="180"/>
          </p:xfrm>
          <a:graphic>
            <a:graphicData uri="http://schemas.openxmlformats.org/presentationml/2006/ole">
              <mc:AlternateContent xmlns:mc="http://schemas.openxmlformats.org/markup-compatibility/2006">
                <mc:Choice xmlns:v="urn:schemas-microsoft-com:vml" Requires="v">
                  <p:oleObj spid="_x0000_s3145" name="" r:id="rId15" imgW="18192750" imgH="15087600" progId="MS_ClipArt_Gallery.2">
                    <p:embed/>
                  </p:oleObj>
                </mc:Choice>
                <mc:Fallback>
                  <p:oleObj name="" r:id="rId15" imgW="18192750" imgH="15087600" progId="MS_ClipArt_Gallery.2">
                    <p:embed/>
                    <p:pic>
                      <p:nvPicPr>
                        <p:cNvPr id="0" name="图片 3144"/>
                        <p:cNvPicPr/>
                        <p:nvPr/>
                      </p:nvPicPr>
                      <p:blipFill>
                        <a:blip r:embed="rId11"/>
                        <a:stretch>
                          <a:fillRect/>
                        </a:stretch>
                      </p:blipFill>
                      <p:spPr>
                        <a:xfrm>
                          <a:off x="3903" y="3263"/>
                          <a:ext cx="216" cy="180"/>
                        </a:xfrm>
                        <a:prstGeom prst="rect">
                          <a:avLst/>
                        </a:prstGeom>
                        <a:noFill/>
                        <a:ln w="38100">
                          <a:noFill/>
                          <a:miter/>
                        </a:ln>
                      </p:spPr>
                    </p:pic>
                  </p:oleObj>
                </mc:Fallback>
              </mc:AlternateContent>
            </a:graphicData>
          </a:graphic>
        </p:graphicFrame>
        <p:grpSp>
          <p:nvGrpSpPr>
            <p:cNvPr id="80954" name="Group 1843"/>
            <p:cNvGrpSpPr/>
            <p:nvPr/>
          </p:nvGrpSpPr>
          <p:grpSpPr>
            <a:xfrm>
              <a:off x="4475" y="3342"/>
              <a:ext cx="172" cy="215"/>
              <a:chOff x="2870" y="1518"/>
              <a:chExt cx="292" cy="320"/>
            </a:xfrm>
          </p:grpSpPr>
          <p:graphicFrame>
            <p:nvGraphicFramePr>
              <p:cNvPr id="80998" name="Object 184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6" name="" r:id="rId16" imgW="11601450" imgH="11791950" progId="MS_ClipArt_Gallery.2">
                      <p:embed/>
                    </p:oleObj>
                  </mc:Choice>
                  <mc:Fallback>
                    <p:oleObj name="" r:id="rId16" imgW="11601450" imgH="11791950" progId="MS_ClipArt_Gallery.2">
                      <p:embed/>
                      <p:pic>
                        <p:nvPicPr>
                          <p:cNvPr id="0" name="图片 3145"/>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80999" name="Object 184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8" name="" r:id="rId17" imgW="1268095" imgH="1199515" progId="MS_ClipArt_Gallery.2">
                      <p:embed/>
                    </p:oleObj>
                  </mc:Choice>
                  <mc:Fallback>
                    <p:oleObj name="" r:id="rId17" imgW="1268095" imgH="1199515" progId="MS_ClipArt_Gallery.2">
                      <p:embed/>
                      <p:pic>
                        <p:nvPicPr>
                          <p:cNvPr id="0" name="图片 3147"/>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80955" name="Group 1846"/>
            <p:cNvGrpSpPr/>
            <p:nvPr/>
          </p:nvGrpSpPr>
          <p:grpSpPr>
            <a:xfrm>
              <a:off x="4191" y="3374"/>
              <a:ext cx="220" cy="203"/>
              <a:chOff x="2870" y="1518"/>
              <a:chExt cx="292" cy="320"/>
            </a:xfrm>
          </p:grpSpPr>
          <p:graphicFrame>
            <p:nvGraphicFramePr>
              <p:cNvPr id="80996" name="Object 184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3" name="" r:id="rId18" imgW="11601450" imgH="11791950" progId="MS_ClipArt_Gallery.2">
                      <p:embed/>
                    </p:oleObj>
                  </mc:Choice>
                  <mc:Fallback>
                    <p:oleObj name="" r:id="rId18" imgW="11601450" imgH="11791950" progId="MS_ClipArt_Gallery.2">
                      <p:embed/>
                      <p:pic>
                        <p:nvPicPr>
                          <p:cNvPr id="0" name="图片 3142"/>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80997" name="Object 184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7" name="" r:id="rId19" imgW="1268095" imgH="1199515" progId="MS_ClipArt_Gallery.2">
                      <p:embed/>
                    </p:oleObj>
                  </mc:Choice>
                  <mc:Fallback>
                    <p:oleObj name="" r:id="rId19" imgW="1268095" imgH="1199515" progId="MS_ClipArt_Gallery.2">
                      <p:embed/>
                      <p:pic>
                        <p:nvPicPr>
                          <p:cNvPr id="0" name="图片 3146"/>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80956" name="Group 1849"/>
            <p:cNvGrpSpPr/>
            <p:nvPr/>
          </p:nvGrpSpPr>
          <p:grpSpPr>
            <a:xfrm>
              <a:off x="4290" y="3130"/>
              <a:ext cx="183" cy="255"/>
              <a:chOff x="2556" y="2689"/>
              <a:chExt cx="183" cy="255"/>
            </a:xfrm>
          </p:grpSpPr>
          <p:pic>
            <p:nvPicPr>
              <p:cNvPr id="80979" name="Picture 1850" descr="31u_bnrz[1]"/>
              <p:cNvPicPr>
                <a:picLocks noChangeAspect="1"/>
              </p:cNvPicPr>
              <p:nvPr/>
            </p:nvPicPr>
            <p:blipFill>
              <a:blip r:embed="rId9"/>
              <a:stretch>
                <a:fillRect/>
              </a:stretch>
            </p:blipFill>
            <p:spPr>
              <a:xfrm>
                <a:off x="2609" y="2770"/>
                <a:ext cx="121" cy="174"/>
              </a:xfrm>
              <a:prstGeom prst="rect">
                <a:avLst/>
              </a:prstGeom>
              <a:noFill/>
              <a:ln w="9525">
                <a:noFill/>
              </a:ln>
            </p:spPr>
          </p:pic>
          <p:sp>
            <p:nvSpPr>
              <p:cNvPr id="80980" name="Freeform 1851"/>
              <p:cNvSpPr/>
              <p:nvPr/>
            </p:nvSpPr>
            <p:spPr>
              <a:xfrm>
                <a:off x="2605" y="2702"/>
                <a:ext cx="33" cy="39"/>
              </a:xfrm>
              <a:custGeom>
                <a:avLst/>
                <a:gdLst>
                  <a:gd name="txL" fmla="*/ 0 w 199"/>
                  <a:gd name="txT" fmla="*/ 0 h 232"/>
                  <a:gd name="txR" fmla="*/ 199 w 199"/>
                  <a:gd name="txB" fmla="*/ 232 h 23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80981" name="Freeform 1852"/>
              <p:cNvSpPr/>
              <p:nvPr/>
            </p:nvSpPr>
            <p:spPr>
              <a:xfrm>
                <a:off x="2661" y="2701"/>
                <a:ext cx="22" cy="30"/>
              </a:xfrm>
              <a:custGeom>
                <a:avLst/>
                <a:gdLst>
                  <a:gd name="txL" fmla="*/ 0 w 128"/>
                  <a:gd name="txT" fmla="*/ 0 h 180"/>
                  <a:gd name="txR" fmla="*/ 128 w 128"/>
                  <a:gd name="txB" fmla="*/ 180 h 18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80982" name="Freeform 1853"/>
              <p:cNvSpPr/>
              <p:nvPr/>
            </p:nvSpPr>
            <p:spPr>
              <a:xfrm>
                <a:off x="2584" y="2694"/>
                <a:ext cx="54" cy="63"/>
              </a:xfrm>
              <a:custGeom>
                <a:avLst/>
                <a:gdLst>
                  <a:gd name="txL" fmla="*/ 0 w 322"/>
                  <a:gd name="txT" fmla="*/ 0 h 378"/>
                  <a:gd name="txR" fmla="*/ 322 w 322"/>
                  <a:gd name="txB" fmla="*/ 378 h 37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80983" name="Freeform 1854"/>
              <p:cNvSpPr/>
              <p:nvPr/>
            </p:nvSpPr>
            <p:spPr>
              <a:xfrm>
                <a:off x="2660" y="2692"/>
                <a:ext cx="47" cy="42"/>
              </a:xfrm>
              <a:custGeom>
                <a:avLst/>
                <a:gdLst>
                  <a:gd name="txL" fmla="*/ 0 w 283"/>
                  <a:gd name="txT" fmla="*/ 0 h 252"/>
                  <a:gd name="txR" fmla="*/ 283 w 283"/>
                  <a:gd name="txB" fmla="*/ 252 h 25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80984" name="Freeform 1855"/>
              <p:cNvSpPr/>
              <p:nvPr/>
            </p:nvSpPr>
            <p:spPr>
              <a:xfrm>
                <a:off x="2564" y="2712"/>
                <a:ext cx="19" cy="39"/>
              </a:xfrm>
              <a:custGeom>
                <a:avLst/>
                <a:gdLst>
                  <a:gd name="txL" fmla="*/ 0 w 114"/>
                  <a:gd name="txT" fmla="*/ 0 h 238"/>
                  <a:gd name="txR" fmla="*/ 114 w 114"/>
                  <a:gd name="txB" fmla="*/ 238 h 238"/>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80985" name="Freeform 1856"/>
              <p:cNvSpPr/>
              <p:nvPr/>
            </p:nvSpPr>
            <p:spPr>
              <a:xfrm>
                <a:off x="2698" y="2689"/>
                <a:ext cx="41" cy="52"/>
              </a:xfrm>
              <a:custGeom>
                <a:avLst/>
                <a:gdLst>
                  <a:gd name="txL" fmla="*/ 0 w 246"/>
                  <a:gd name="txT" fmla="*/ 0 h 310"/>
                  <a:gd name="txR" fmla="*/ 246 w 246"/>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80986" name="Freeform 1857"/>
              <p:cNvSpPr/>
              <p:nvPr/>
            </p:nvSpPr>
            <p:spPr>
              <a:xfrm>
                <a:off x="2653" y="2750"/>
                <a:ext cx="14" cy="31"/>
              </a:xfrm>
              <a:custGeom>
                <a:avLst/>
                <a:gdLst>
                  <a:gd name="txL" fmla="*/ 0 w 83"/>
                  <a:gd name="txT" fmla="*/ 0 h 187"/>
                  <a:gd name="txR" fmla="*/ 83 w 83"/>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80987" name="Freeform 1858"/>
              <p:cNvSpPr/>
              <p:nvPr/>
            </p:nvSpPr>
            <p:spPr>
              <a:xfrm>
                <a:off x="2647" y="2733"/>
                <a:ext cx="7" cy="16"/>
              </a:xfrm>
              <a:custGeom>
                <a:avLst/>
                <a:gdLst>
                  <a:gd name="txL" fmla="*/ 0 w 44"/>
                  <a:gd name="txT" fmla="*/ 0 h 94"/>
                  <a:gd name="txR" fmla="*/ 44 w 44"/>
                  <a:gd name="txB" fmla="*/ 94 h 9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80988" name="Freeform 1859"/>
              <p:cNvSpPr/>
              <p:nvPr/>
            </p:nvSpPr>
            <p:spPr>
              <a:xfrm>
                <a:off x="2641" y="2722"/>
                <a:ext cx="6" cy="9"/>
              </a:xfrm>
              <a:custGeom>
                <a:avLst/>
                <a:gdLst>
                  <a:gd name="txL" fmla="*/ 0 w 38"/>
                  <a:gd name="txT" fmla="*/ 0 h 54"/>
                  <a:gd name="txR" fmla="*/ 38 w 38"/>
                  <a:gd name="txB" fmla="*/ 54 h 54"/>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80989" name="Freeform 1860"/>
              <p:cNvSpPr/>
              <p:nvPr/>
            </p:nvSpPr>
            <p:spPr>
              <a:xfrm>
                <a:off x="2636" y="2714"/>
                <a:ext cx="8" cy="6"/>
              </a:xfrm>
              <a:custGeom>
                <a:avLst/>
                <a:gdLst>
                  <a:gd name="txL" fmla="*/ 0 w 52"/>
                  <a:gd name="txT" fmla="*/ 0 h 36"/>
                  <a:gd name="txR" fmla="*/ 52 w 52"/>
                  <a:gd name="txB" fmla="*/ 36 h 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80990" name="Freeform 1861"/>
              <p:cNvSpPr/>
              <p:nvPr/>
            </p:nvSpPr>
            <p:spPr>
              <a:xfrm>
                <a:off x="2596" y="2704"/>
                <a:ext cx="33" cy="39"/>
              </a:xfrm>
              <a:custGeom>
                <a:avLst/>
                <a:gdLst>
                  <a:gd name="txL" fmla="*/ 0 w 198"/>
                  <a:gd name="txT" fmla="*/ 0 h 236"/>
                  <a:gd name="txR" fmla="*/ 198 w 198"/>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a:noFill/>
              </a:ln>
            </p:spPr>
            <p:txBody>
              <a:bodyPr/>
              <a:p>
                <a:endParaRPr lang="zh-CN" altLang="en-US"/>
              </a:p>
            </p:txBody>
          </p:sp>
          <p:sp>
            <p:nvSpPr>
              <p:cNvPr id="80991" name="Freeform 1862"/>
              <p:cNvSpPr/>
              <p:nvPr/>
            </p:nvSpPr>
            <p:spPr>
              <a:xfrm>
                <a:off x="2652" y="2704"/>
                <a:ext cx="22" cy="30"/>
              </a:xfrm>
              <a:custGeom>
                <a:avLst/>
                <a:gdLst>
                  <a:gd name="txL" fmla="*/ 0 w 128"/>
                  <a:gd name="txT" fmla="*/ 0 h 183"/>
                  <a:gd name="txR" fmla="*/ 128 w 128"/>
                  <a:gd name="txB" fmla="*/ 183 h 18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a:noFill/>
              </a:ln>
            </p:spPr>
            <p:txBody>
              <a:bodyPr/>
              <a:p>
                <a:endParaRPr lang="zh-CN" altLang="en-US"/>
              </a:p>
            </p:txBody>
          </p:sp>
          <p:sp>
            <p:nvSpPr>
              <p:cNvPr id="80992" name="Freeform 1863"/>
              <p:cNvSpPr/>
              <p:nvPr/>
            </p:nvSpPr>
            <p:spPr>
              <a:xfrm>
                <a:off x="2575" y="2697"/>
                <a:ext cx="53" cy="63"/>
              </a:xfrm>
              <a:custGeom>
                <a:avLst/>
                <a:gdLst>
                  <a:gd name="txL" fmla="*/ 0 w 323"/>
                  <a:gd name="txT" fmla="*/ 0 h 379"/>
                  <a:gd name="txR" fmla="*/ 323 w 323"/>
                  <a:gd name="txB" fmla="*/ 379 h 37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a:noFill/>
              </a:ln>
            </p:spPr>
            <p:txBody>
              <a:bodyPr/>
              <a:p>
                <a:endParaRPr lang="zh-CN" altLang="en-US"/>
              </a:p>
            </p:txBody>
          </p:sp>
          <p:sp>
            <p:nvSpPr>
              <p:cNvPr id="80993" name="Freeform 1864"/>
              <p:cNvSpPr/>
              <p:nvPr/>
            </p:nvSpPr>
            <p:spPr>
              <a:xfrm>
                <a:off x="2650" y="2695"/>
                <a:ext cx="47" cy="42"/>
              </a:xfrm>
              <a:custGeom>
                <a:avLst/>
                <a:gdLst>
                  <a:gd name="txL" fmla="*/ 0 w 282"/>
                  <a:gd name="txT" fmla="*/ 0 h 253"/>
                  <a:gd name="txR" fmla="*/ 282 w 282"/>
                  <a:gd name="txB" fmla="*/ 253 h 253"/>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a:noFill/>
              </a:ln>
            </p:spPr>
            <p:txBody>
              <a:bodyPr/>
              <a:p>
                <a:endParaRPr lang="zh-CN" altLang="en-US"/>
              </a:p>
            </p:txBody>
          </p:sp>
          <p:sp>
            <p:nvSpPr>
              <p:cNvPr id="80994" name="Freeform 1865"/>
              <p:cNvSpPr/>
              <p:nvPr/>
            </p:nvSpPr>
            <p:spPr>
              <a:xfrm>
                <a:off x="2556" y="2718"/>
                <a:ext cx="19" cy="39"/>
              </a:xfrm>
              <a:custGeom>
                <a:avLst/>
                <a:gdLst>
                  <a:gd name="txL" fmla="*/ 0 w 115"/>
                  <a:gd name="txT" fmla="*/ 0 h 236"/>
                  <a:gd name="txR" fmla="*/ 115 w 115"/>
                  <a:gd name="txB" fmla="*/ 236 h 23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a:noFill/>
              </a:ln>
            </p:spPr>
            <p:txBody>
              <a:bodyPr/>
              <a:p>
                <a:endParaRPr lang="zh-CN" altLang="en-US"/>
              </a:p>
            </p:txBody>
          </p:sp>
          <p:sp>
            <p:nvSpPr>
              <p:cNvPr id="80995" name="Freeform 1866"/>
              <p:cNvSpPr/>
              <p:nvPr/>
            </p:nvSpPr>
            <p:spPr>
              <a:xfrm>
                <a:off x="2689" y="2692"/>
                <a:ext cx="41" cy="52"/>
              </a:xfrm>
              <a:custGeom>
                <a:avLst/>
                <a:gdLst>
                  <a:gd name="txL" fmla="*/ 0 w 245"/>
                  <a:gd name="txT" fmla="*/ 0 h 310"/>
                  <a:gd name="txR" fmla="*/ 245 w 245"/>
                  <a:gd name="txB" fmla="*/ 310 h 31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a:noFill/>
              </a:ln>
            </p:spPr>
            <p:txBody>
              <a:bodyPr/>
              <a:p>
                <a:endParaRPr lang="zh-CN" altLang="en-US"/>
              </a:p>
            </p:txBody>
          </p:sp>
        </p:grpSp>
        <p:sp>
          <p:nvSpPr>
            <p:cNvPr id="80957" name="Line 1867"/>
            <p:cNvSpPr/>
            <p:nvPr/>
          </p:nvSpPr>
          <p:spPr>
            <a:xfrm>
              <a:off x="4063" y="3139"/>
              <a:ext cx="317" cy="170"/>
            </a:xfrm>
            <a:prstGeom prst="line">
              <a:avLst/>
            </a:prstGeom>
            <a:ln w="9525" cap="flat" cmpd="sng">
              <a:solidFill>
                <a:schemeClr val="tx1"/>
              </a:solidFill>
              <a:prstDash val="solid"/>
              <a:headEnd type="none" w="med" len="med"/>
              <a:tailEnd type="none" w="med" len="med"/>
            </a:ln>
          </p:spPr>
        </p:sp>
        <p:sp>
          <p:nvSpPr>
            <p:cNvPr id="80958" name="Line 1868"/>
            <p:cNvSpPr/>
            <p:nvPr/>
          </p:nvSpPr>
          <p:spPr>
            <a:xfrm>
              <a:off x="3716" y="3098"/>
              <a:ext cx="51" cy="0"/>
            </a:xfrm>
            <a:prstGeom prst="line">
              <a:avLst/>
            </a:prstGeom>
            <a:ln w="9525" cap="flat" cmpd="sng">
              <a:solidFill>
                <a:schemeClr val="tx1"/>
              </a:solidFill>
              <a:prstDash val="solid"/>
              <a:headEnd type="none" w="med" len="med"/>
              <a:tailEnd type="none" w="med" len="med"/>
            </a:ln>
          </p:spPr>
        </p:sp>
        <p:grpSp>
          <p:nvGrpSpPr>
            <p:cNvPr id="80959" name="Group 1869"/>
            <p:cNvGrpSpPr/>
            <p:nvPr/>
          </p:nvGrpSpPr>
          <p:grpSpPr>
            <a:xfrm>
              <a:off x="4961" y="3136"/>
              <a:ext cx="131" cy="258"/>
              <a:chOff x="4180" y="783"/>
              <a:chExt cx="150" cy="307"/>
            </a:xfrm>
          </p:grpSpPr>
          <p:sp>
            <p:nvSpPr>
              <p:cNvPr id="80971" name="AutoShape 1870"/>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0972" name="Rectangle 1871"/>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0973" name="Rectangle 1872"/>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0974" name="AutoShape 1873"/>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0975" name="Line 1874"/>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80976" name="Line 1875"/>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80977" name="Rectangle 1876"/>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0978" name="Rectangle 1877"/>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80960" name="Line 1878"/>
            <p:cNvSpPr/>
            <p:nvPr/>
          </p:nvSpPr>
          <p:spPr>
            <a:xfrm flipH="1">
              <a:off x="3772" y="2167"/>
              <a:ext cx="2" cy="91"/>
            </a:xfrm>
            <a:prstGeom prst="line">
              <a:avLst/>
            </a:prstGeom>
            <a:ln w="9525" cap="flat" cmpd="sng">
              <a:solidFill>
                <a:schemeClr val="tx1"/>
              </a:solidFill>
              <a:prstDash val="solid"/>
              <a:headEnd type="none" w="med" len="med"/>
              <a:tailEnd type="none" w="med" len="med"/>
            </a:ln>
          </p:spPr>
        </p:sp>
        <p:sp>
          <p:nvSpPr>
            <p:cNvPr id="80961" name="Line 1879"/>
            <p:cNvSpPr/>
            <p:nvPr/>
          </p:nvSpPr>
          <p:spPr>
            <a:xfrm flipV="1">
              <a:off x="4589" y="1526"/>
              <a:ext cx="78" cy="55"/>
            </a:xfrm>
            <a:prstGeom prst="line">
              <a:avLst/>
            </a:prstGeom>
            <a:ln w="9525" cap="flat" cmpd="sng">
              <a:solidFill>
                <a:schemeClr val="tx1"/>
              </a:solidFill>
              <a:prstDash val="solid"/>
              <a:headEnd type="none" w="med" len="med"/>
              <a:tailEnd type="none" w="med" len="med"/>
            </a:ln>
          </p:spPr>
        </p:sp>
        <p:sp>
          <p:nvSpPr>
            <p:cNvPr id="80962" name="Line 1880"/>
            <p:cNvSpPr/>
            <p:nvPr/>
          </p:nvSpPr>
          <p:spPr>
            <a:xfrm>
              <a:off x="4480" y="1635"/>
              <a:ext cx="0" cy="52"/>
            </a:xfrm>
            <a:prstGeom prst="line">
              <a:avLst/>
            </a:prstGeom>
            <a:ln w="9525" cap="flat" cmpd="sng">
              <a:solidFill>
                <a:schemeClr val="tx1"/>
              </a:solidFill>
              <a:prstDash val="solid"/>
              <a:headEnd type="none" w="med" len="med"/>
              <a:tailEnd type="none" w="med" len="med"/>
            </a:ln>
          </p:spPr>
        </p:sp>
        <p:sp>
          <p:nvSpPr>
            <p:cNvPr id="80963" name="Line 1881"/>
            <p:cNvSpPr/>
            <p:nvPr/>
          </p:nvSpPr>
          <p:spPr>
            <a:xfrm flipV="1">
              <a:off x="4596" y="1570"/>
              <a:ext cx="166" cy="182"/>
            </a:xfrm>
            <a:prstGeom prst="line">
              <a:avLst/>
            </a:prstGeom>
            <a:ln w="9525" cap="flat" cmpd="sng">
              <a:solidFill>
                <a:schemeClr val="tx1"/>
              </a:solidFill>
              <a:prstDash val="solid"/>
              <a:headEnd type="none" w="med" len="med"/>
              <a:tailEnd type="none" w="med" len="med"/>
            </a:ln>
          </p:spPr>
        </p:sp>
        <p:sp>
          <p:nvSpPr>
            <p:cNvPr id="80964" name="Line 1882"/>
            <p:cNvSpPr/>
            <p:nvPr/>
          </p:nvSpPr>
          <p:spPr>
            <a:xfrm>
              <a:off x="4818" y="1569"/>
              <a:ext cx="0" cy="124"/>
            </a:xfrm>
            <a:prstGeom prst="line">
              <a:avLst/>
            </a:prstGeom>
            <a:ln w="9525" cap="flat" cmpd="sng">
              <a:solidFill>
                <a:schemeClr val="tx1"/>
              </a:solidFill>
              <a:prstDash val="solid"/>
              <a:headEnd type="none" w="med" len="med"/>
              <a:tailEnd type="none" w="med" len="med"/>
            </a:ln>
          </p:spPr>
        </p:sp>
        <p:sp>
          <p:nvSpPr>
            <p:cNvPr id="80965" name="Line 1883"/>
            <p:cNvSpPr/>
            <p:nvPr/>
          </p:nvSpPr>
          <p:spPr>
            <a:xfrm>
              <a:off x="4600" y="1762"/>
              <a:ext cx="119" cy="0"/>
            </a:xfrm>
            <a:prstGeom prst="line">
              <a:avLst/>
            </a:prstGeom>
            <a:ln w="9525" cap="flat" cmpd="sng">
              <a:solidFill>
                <a:schemeClr val="tx1"/>
              </a:solidFill>
              <a:prstDash val="solid"/>
              <a:headEnd type="none" w="med" len="med"/>
              <a:tailEnd type="none" w="med" len="med"/>
            </a:ln>
          </p:spPr>
        </p:sp>
        <p:sp>
          <p:nvSpPr>
            <p:cNvPr id="80966" name="Line 1884"/>
            <p:cNvSpPr/>
            <p:nvPr/>
          </p:nvSpPr>
          <p:spPr>
            <a:xfrm flipV="1">
              <a:off x="3526" y="2308"/>
              <a:ext cx="106" cy="2"/>
            </a:xfrm>
            <a:prstGeom prst="line">
              <a:avLst/>
            </a:prstGeom>
            <a:ln w="9525" cap="flat" cmpd="sng">
              <a:solidFill>
                <a:schemeClr val="tx1"/>
              </a:solidFill>
              <a:prstDash val="solid"/>
              <a:headEnd type="none" w="med" len="med"/>
              <a:tailEnd type="none" w="med" len="med"/>
            </a:ln>
          </p:spPr>
        </p:sp>
        <p:sp>
          <p:nvSpPr>
            <p:cNvPr id="80967" name="Line 1885"/>
            <p:cNvSpPr/>
            <p:nvPr/>
          </p:nvSpPr>
          <p:spPr>
            <a:xfrm flipV="1">
              <a:off x="4861" y="1380"/>
              <a:ext cx="150" cy="106"/>
            </a:xfrm>
            <a:prstGeom prst="line">
              <a:avLst/>
            </a:prstGeom>
            <a:ln w="9525" cap="flat" cmpd="sng">
              <a:solidFill>
                <a:schemeClr val="tx1"/>
              </a:solidFill>
              <a:prstDash val="solid"/>
              <a:headEnd type="none" w="med" len="med"/>
              <a:tailEnd type="none" w="med" len="med"/>
            </a:ln>
          </p:spPr>
        </p:sp>
        <p:sp>
          <p:nvSpPr>
            <p:cNvPr id="80968" name="Line 1886"/>
            <p:cNvSpPr/>
            <p:nvPr/>
          </p:nvSpPr>
          <p:spPr>
            <a:xfrm>
              <a:off x="4949" y="1756"/>
              <a:ext cx="112" cy="0"/>
            </a:xfrm>
            <a:prstGeom prst="line">
              <a:avLst/>
            </a:prstGeom>
            <a:ln w="9525" cap="flat" cmpd="sng">
              <a:solidFill>
                <a:schemeClr val="tx1"/>
              </a:solidFill>
              <a:prstDash val="solid"/>
              <a:headEnd type="none" w="med" len="med"/>
              <a:tailEnd type="none" w="med" len="med"/>
            </a:ln>
          </p:spPr>
        </p:sp>
        <p:sp>
          <p:nvSpPr>
            <p:cNvPr id="80969" name="Line 1887"/>
            <p:cNvSpPr/>
            <p:nvPr/>
          </p:nvSpPr>
          <p:spPr>
            <a:xfrm flipH="1">
              <a:off x="4411" y="1804"/>
              <a:ext cx="62" cy="444"/>
            </a:xfrm>
            <a:prstGeom prst="line">
              <a:avLst/>
            </a:prstGeom>
            <a:ln w="9525" cap="flat" cmpd="sng">
              <a:solidFill>
                <a:schemeClr val="tx1"/>
              </a:solidFill>
              <a:prstDash val="solid"/>
              <a:headEnd type="none" w="med" len="med"/>
              <a:tailEnd type="none" w="med" len="med"/>
            </a:ln>
          </p:spPr>
        </p:sp>
        <p:sp>
          <p:nvSpPr>
            <p:cNvPr id="80970" name="Line 1888"/>
            <p:cNvSpPr/>
            <p:nvPr/>
          </p:nvSpPr>
          <p:spPr>
            <a:xfrm flipH="1">
              <a:off x="4783" y="1804"/>
              <a:ext cx="70" cy="458"/>
            </a:xfrm>
            <a:prstGeom prst="line">
              <a:avLst/>
            </a:prstGeom>
            <a:ln w="9525" cap="flat" cmpd="sng">
              <a:solidFill>
                <a:schemeClr val="tx1"/>
              </a:solidFill>
              <a:prstDash val="solid"/>
              <a:headEnd type="none" w="med" len="med"/>
              <a:tailEnd type="none" w="med" len="med"/>
            </a:ln>
          </p:spPr>
        </p:sp>
      </p:grpSp>
      <p:sp>
        <p:nvSpPr>
          <p:cNvPr id="80903" name="Freeform 1889"/>
          <p:cNvSpPr/>
          <p:nvPr/>
        </p:nvSpPr>
        <p:spPr>
          <a:xfrm>
            <a:off x="5645150" y="2054225"/>
            <a:ext cx="2584450" cy="3233738"/>
          </a:xfrm>
          <a:custGeom>
            <a:avLst/>
            <a:gdLst>
              <a:gd name="txL" fmla="*/ 0 w 1628"/>
              <a:gd name="txT" fmla="*/ 0 h 2037"/>
              <a:gd name="txR" fmla="*/ 1628 w 1628"/>
              <a:gd name="txB" fmla="*/ 2037 h 2037"/>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628" h="2037">
                <a:moveTo>
                  <a:pt x="0" y="0"/>
                </a:moveTo>
                <a:lnTo>
                  <a:pt x="351" y="209"/>
                </a:lnTo>
                <a:lnTo>
                  <a:pt x="1060" y="250"/>
                </a:lnTo>
                <a:lnTo>
                  <a:pt x="969" y="910"/>
                </a:lnTo>
                <a:lnTo>
                  <a:pt x="1161" y="1127"/>
                </a:lnTo>
                <a:lnTo>
                  <a:pt x="927" y="1528"/>
                </a:lnTo>
                <a:lnTo>
                  <a:pt x="1469" y="1653"/>
                </a:lnTo>
                <a:lnTo>
                  <a:pt x="1369" y="1995"/>
                </a:lnTo>
                <a:lnTo>
                  <a:pt x="1628" y="2037"/>
                </a:lnTo>
              </a:path>
            </a:pathLst>
          </a:custGeom>
          <a:noFill/>
          <a:ln w="76200" cap="flat" cmpd="sng">
            <a:solidFill>
              <a:srgbClr val="FF3300">
                <a:alpha val="100000"/>
              </a:srgbClr>
            </a:solidFill>
            <a:prstDash val="solid"/>
            <a:round/>
            <a:headEnd type="triangle" w="med" len="med"/>
            <a:tailEnd type="triangle" w="med" len="med"/>
          </a:ln>
        </p:spPr>
        <p:txBody>
          <a:bodyPr/>
          <a:p>
            <a:endParaRPr lang="zh-CN" altLang="en-US"/>
          </a:p>
        </p:txBody>
      </p:sp>
      <p:sp>
        <p:nvSpPr>
          <p:cNvPr id="80904" name="Freeform 1890"/>
          <p:cNvSpPr/>
          <p:nvPr/>
        </p:nvSpPr>
        <p:spPr>
          <a:xfrm>
            <a:off x="5592763" y="3390900"/>
            <a:ext cx="1646237" cy="1974850"/>
          </a:xfrm>
          <a:custGeom>
            <a:avLst/>
            <a:gdLst>
              <a:gd name="txL" fmla="*/ 0 w 1037"/>
              <a:gd name="txT" fmla="*/ 0 h 1244"/>
              <a:gd name="txR" fmla="*/ 1037 w 1037"/>
              <a:gd name="txB" fmla="*/ 1244 h 1244"/>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037" h="1244">
                <a:moveTo>
                  <a:pt x="0" y="0"/>
                </a:moveTo>
                <a:lnTo>
                  <a:pt x="29" y="86"/>
                </a:lnTo>
                <a:lnTo>
                  <a:pt x="845" y="80"/>
                </a:lnTo>
                <a:lnTo>
                  <a:pt x="1037" y="280"/>
                </a:lnTo>
                <a:lnTo>
                  <a:pt x="805" y="688"/>
                </a:lnTo>
                <a:lnTo>
                  <a:pt x="473" y="880"/>
                </a:lnTo>
                <a:lnTo>
                  <a:pt x="345" y="1024"/>
                </a:lnTo>
                <a:lnTo>
                  <a:pt x="285" y="1244"/>
                </a:lnTo>
              </a:path>
            </a:pathLst>
          </a:custGeom>
          <a:noFill/>
          <a:ln w="76200" cap="flat" cmpd="sng">
            <a:solidFill>
              <a:srgbClr val="0000FF">
                <a:alpha val="100000"/>
              </a:srgbClr>
            </a:solidFill>
            <a:prstDash val="solid"/>
            <a:round/>
            <a:headEnd type="triangle" w="med" len="med"/>
            <a:tailEnd type="triangle" w="med" len="med"/>
          </a:ln>
        </p:spPr>
        <p:txBody>
          <a:bodyPr/>
          <a:p>
            <a:endParaRPr lang="zh-CN" altLang="en-US"/>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82947"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82948"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Network Core: Circuit Switching</a:t>
            </a:r>
            <a:endParaRPr lang="en-US" altLang="zh-CN" dirty="0">
              <a:ea typeface="宋体" panose="02010600030101010101" pitchFamily="2" charset="-122"/>
            </a:endParaRPr>
          </a:p>
        </p:txBody>
      </p:sp>
      <p:sp>
        <p:nvSpPr>
          <p:cNvPr id="82949" name="Rectangle 3"/>
          <p:cNvSpPr>
            <a:spLocks noGrp="1"/>
          </p:cNvSpPr>
          <p:nvPr>
            <p:ph sz="half" idx="1"/>
          </p:nvPr>
        </p:nvSpPr>
        <p:spPr>
          <a:xfrm>
            <a:off x="533400" y="1371600"/>
            <a:ext cx="4038600" cy="4648200"/>
          </a:xfrm>
        </p:spPr>
        <p:txBody>
          <a:bodyPr vert="horz" wrap="square" lIns="91440" tIns="45720" rIns="91440" bIns="45720" anchor="t" anchorCtr="0"/>
          <a:p>
            <a:pPr>
              <a:buSzPct val="85000"/>
              <a:buFont typeface="Wingdings" panose="05000000000000000000" pitchFamily="2" charset="2"/>
              <a:buNone/>
            </a:pPr>
            <a:r>
              <a:rPr lang="en-US" altLang="zh-CN" dirty="0">
                <a:latin typeface="+mn-lt"/>
                <a:ea typeface="宋体" panose="02010600030101010101" pitchFamily="2" charset="-122"/>
                <a:cs typeface="+mn-cs"/>
              </a:rPr>
              <a:t>network resources (e.g., bandwidth) </a:t>
            </a:r>
            <a:r>
              <a:rPr lang="en-US" altLang="zh-CN" dirty="0">
                <a:solidFill>
                  <a:srgbClr val="FF0000"/>
                </a:solidFill>
                <a:latin typeface="+mn-lt"/>
                <a:ea typeface="宋体" panose="02010600030101010101" pitchFamily="2" charset="-122"/>
                <a:cs typeface="+mn-cs"/>
              </a:rPr>
              <a:t>divided into “pieces”</a:t>
            </a:r>
            <a:endParaRPr lang="en-US" altLang="zh-CN" sz="2400" dirty="0">
              <a:solidFill>
                <a:srgbClr val="FF0000"/>
              </a:solidFill>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pieces allocated to calls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resource piece </a:t>
            </a:r>
            <a:r>
              <a:rPr lang="en-US" altLang="zh-CN" sz="2400" i="1" dirty="0">
                <a:solidFill>
                  <a:srgbClr val="FF0000"/>
                </a:solidFill>
                <a:latin typeface="+mn-lt"/>
                <a:ea typeface="宋体" panose="02010600030101010101" pitchFamily="2" charset="-122"/>
                <a:cs typeface="+mn-cs"/>
              </a:rPr>
              <a:t>idle</a:t>
            </a:r>
            <a:r>
              <a:rPr lang="en-US" altLang="zh-CN" sz="2400" dirty="0">
                <a:latin typeface="+mn-lt"/>
                <a:ea typeface="宋体" panose="02010600030101010101" pitchFamily="2" charset="-122"/>
                <a:cs typeface="+mn-cs"/>
              </a:rPr>
              <a:t> if not used by owning call </a:t>
            </a:r>
            <a:r>
              <a:rPr lang="en-US" altLang="zh-CN" sz="2400" i="1" dirty="0">
                <a:latin typeface="+mn-lt"/>
                <a:ea typeface="宋体" panose="02010600030101010101" pitchFamily="2" charset="-122"/>
                <a:cs typeface="+mn-cs"/>
              </a:rPr>
              <a:t>(no sharing)</a:t>
            </a:r>
            <a:endParaRPr lang="en-US" altLang="zh-CN" sz="2400" dirty="0">
              <a:latin typeface="+mn-lt"/>
              <a:ea typeface="宋体" panose="02010600030101010101" pitchFamily="2" charset="-122"/>
              <a:cs typeface="+mn-cs"/>
            </a:endParaRPr>
          </a:p>
        </p:txBody>
      </p:sp>
      <p:sp>
        <p:nvSpPr>
          <p:cNvPr id="82950" name="Rectangle 7"/>
          <p:cNvSpPr/>
          <p:nvPr/>
        </p:nvSpPr>
        <p:spPr>
          <a:xfrm>
            <a:off x="4606925" y="1485900"/>
            <a:ext cx="4038600" cy="46482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sz="2400" dirty="0">
                <a:ea typeface="宋体" panose="02010600030101010101" pitchFamily="2" charset="-122"/>
              </a:rPr>
              <a:t>dividing link bandwidth into “pieces”</a:t>
            </a:r>
            <a:endParaRPr lang="en-US" altLang="zh-CN" sz="2400" dirty="0">
              <a:ea typeface="宋体" panose="02010600030101010101" pitchFamily="2" charset="-122"/>
            </a:endParaRPr>
          </a:p>
          <a:p>
            <a:pPr marL="742950" lvl="1" indent="-285750"/>
            <a:r>
              <a:rPr lang="en-US" altLang="zh-CN" dirty="0">
                <a:ea typeface="宋体" panose="02010600030101010101" pitchFamily="2" charset="-122"/>
              </a:rPr>
              <a:t>frequency division</a:t>
            </a:r>
            <a:endParaRPr lang="en-US" altLang="zh-CN" dirty="0">
              <a:ea typeface="宋体" panose="02010600030101010101" pitchFamily="2" charset="-122"/>
            </a:endParaRPr>
          </a:p>
          <a:p>
            <a:pPr marL="742950" lvl="1" indent="-285750"/>
            <a:r>
              <a:rPr lang="en-US" altLang="zh-CN" dirty="0">
                <a:ea typeface="宋体" panose="02010600030101010101" pitchFamily="2" charset="-122"/>
              </a:rPr>
              <a:t>time division</a:t>
            </a:r>
            <a:endParaRPr lang="en-US" altLang="zh-CN" sz="2000" dirty="0">
              <a:ea typeface="宋体" panose="02010600030101010101" pitchFamily="2" charset="-122"/>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84995"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84996" name="Rectangle 2"/>
          <p:cNvSpPr>
            <a:spLocks noGrp="1"/>
          </p:cNvSpPr>
          <p:nvPr>
            <p:ph type="title"/>
          </p:nvPr>
        </p:nvSpPr>
        <p:spPr>
          <a:xfrm>
            <a:off x="439738" y="227013"/>
            <a:ext cx="8462962" cy="1143000"/>
          </a:xfrm>
        </p:spPr>
        <p:txBody>
          <a:bodyPr vert="horz" wrap="square" lIns="91440" tIns="45720" rIns="91440" bIns="45720" anchor="ctr" anchorCtr="0"/>
          <a:p>
            <a:r>
              <a:rPr lang="en-US" altLang="zh-CN" dirty="0">
                <a:ea typeface="宋体" panose="02010600030101010101" pitchFamily="2" charset="-122"/>
              </a:rPr>
              <a:t>Circuit Switching: FDM and TDM</a:t>
            </a:r>
            <a:endParaRPr lang="fr-FR" altLang="zh-CN" dirty="0">
              <a:ea typeface="宋体" panose="02010600030101010101" pitchFamily="2" charset="-122"/>
            </a:endParaRPr>
          </a:p>
        </p:txBody>
      </p:sp>
      <p:grpSp>
        <p:nvGrpSpPr>
          <p:cNvPr id="2" name="Group 3"/>
          <p:cNvGrpSpPr/>
          <p:nvPr/>
        </p:nvGrpSpPr>
        <p:grpSpPr>
          <a:xfrm>
            <a:off x="393700" y="1585913"/>
            <a:ext cx="7239000" cy="2438400"/>
            <a:chOff x="288" y="1007"/>
            <a:chExt cx="4560" cy="1536"/>
          </a:xfrm>
        </p:grpSpPr>
        <p:sp>
          <p:nvSpPr>
            <p:cNvPr id="85091" name="Text Box 4"/>
            <p:cNvSpPr txBox="1"/>
            <p:nvPr/>
          </p:nvSpPr>
          <p:spPr>
            <a:xfrm>
              <a:off x="288" y="1007"/>
              <a:ext cx="53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2400" dirty="0">
                  <a:latin typeface="Arial" panose="020B0604020202020204" pitchFamily="34" charset="0"/>
                  <a:ea typeface="宋体" panose="02010600030101010101" pitchFamily="2" charset="-122"/>
                </a:rPr>
                <a:t>FDM</a:t>
              </a:r>
              <a:endParaRPr lang="fr-FR" altLang="zh-CN" sz="2400" dirty="0">
                <a:latin typeface="Arial" panose="020B0604020202020204" pitchFamily="34" charset="0"/>
                <a:ea typeface="宋体" panose="02010600030101010101" pitchFamily="2" charset="-122"/>
              </a:endParaRPr>
            </a:p>
          </p:txBody>
        </p:sp>
        <p:grpSp>
          <p:nvGrpSpPr>
            <p:cNvPr id="85092" name="Group 5"/>
            <p:cNvGrpSpPr/>
            <p:nvPr/>
          </p:nvGrpSpPr>
          <p:grpSpPr>
            <a:xfrm>
              <a:off x="720" y="1392"/>
              <a:ext cx="4128" cy="1151"/>
              <a:chOff x="720" y="1392"/>
              <a:chExt cx="4128" cy="1151"/>
            </a:xfrm>
          </p:grpSpPr>
          <p:sp>
            <p:nvSpPr>
              <p:cNvPr id="85093" name="Line 6"/>
              <p:cNvSpPr/>
              <p:nvPr/>
            </p:nvSpPr>
            <p:spPr>
              <a:xfrm flipV="1">
                <a:off x="1728" y="1392"/>
                <a:ext cx="0" cy="816"/>
              </a:xfrm>
              <a:prstGeom prst="line">
                <a:avLst/>
              </a:prstGeom>
              <a:ln w="38100" cap="flat" cmpd="sng">
                <a:solidFill>
                  <a:schemeClr val="tx1"/>
                </a:solidFill>
                <a:prstDash val="solid"/>
                <a:headEnd type="none" w="med" len="med"/>
                <a:tailEnd type="triangle" w="med" len="med"/>
              </a:ln>
            </p:spPr>
          </p:sp>
          <p:sp>
            <p:nvSpPr>
              <p:cNvPr id="85094" name="Text Box 7"/>
              <p:cNvSpPr txBox="1"/>
              <p:nvPr/>
            </p:nvSpPr>
            <p:spPr>
              <a:xfrm>
                <a:off x="720" y="1680"/>
                <a:ext cx="96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2400" dirty="0">
                    <a:latin typeface="Arial" panose="020B0604020202020204" pitchFamily="34" charset="0"/>
                    <a:ea typeface="宋体" panose="02010600030101010101" pitchFamily="2" charset="-122"/>
                  </a:rPr>
                  <a:t>frequency</a:t>
                </a:r>
                <a:endParaRPr lang="fr-FR" altLang="zh-CN" sz="2400" dirty="0">
                  <a:latin typeface="Arial" panose="020B0604020202020204" pitchFamily="34" charset="0"/>
                  <a:ea typeface="宋体" panose="02010600030101010101" pitchFamily="2" charset="-122"/>
                </a:endParaRPr>
              </a:p>
            </p:txBody>
          </p:sp>
          <p:sp>
            <p:nvSpPr>
              <p:cNvPr id="85095" name="Line 8"/>
              <p:cNvSpPr/>
              <p:nvPr/>
            </p:nvSpPr>
            <p:spPr>
              <a:xfrm>
                <a:off x="1728" y="2208"/>
                <a:ext cx="3120" cy="0"/>
              </a:xfrm>
              <a:prstGeom prst="line">
                <a:avLst/>
              </a:prstGeom>
              <a:ln w="38100" cap="flat" cmpd="sng">
                <a:solidFill>
                  <a:schemeClr val="tx1"/>
                </a:solidFill>
                <a:prstDash val="solid"/>
                <a:headEnd type="none" w="med" len="med"/>
                <a:tailEnd type="triangle" w="med" len="med"/>
              </a:ln>
            </p:spPr>
          </p:sp>
          <p:sp>
            <p:nvSpPr>
              <p:cNvPr id="85096" name="Text Box 9"/>
              <p:cNvSpPr txBox="1"/>
              <p:nvPr/>
            </p:nvSpPr>
            <p:spPr>
              <a:xfrm>
                <a:off x="3048" y="2255"/>
                <a:ext cx="47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2400" dirty="0">
                    <a:latin typeface="Arial" panose="020B0604020202020204" pitchFamily="34" charset="0"/>
                    <a:ea typeface="宋体" panose="02010600030101010101" pitchFamily="2" charset="-122"/>
                  </a:rPr>
                  <a:t>time</a:t>
                </a:r>
                <a:endParaRPr lang="fr-FR" altLang="zh-CN" sz="2400" dirty="0">
                  <a:latin typeface="Arial" panose="020B0604020202020204" pitchFamily="34" charset="0"/>
                  <a:ea typeface="宋体" panose="02010600030101010101" pitchFamily="2" charset="-122"/>
                </a:endParaRPr>
              </a:p>
            </p:txBody>
          </p:sp>
          <p:sp>
            <p:nvSpPr>
              <p:cNvPr id="85097" name="Rectangle 10"/>
              <p:cNvSpPr/>
              <p:nvPr/>
            </p:nvSpPr>
            <p:spPr>
              <a:xfrm>
                <a:off x="1776" y="1584"/>
                <a:ext cx="2880" cy="57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sp>
        <p:nvSpPr>
          <p:cNvPr id="55307" name="Rectangle 11"/>
          <p:cNvSpPr/>
          <p:nvPr/>
        </p:nvSpPr>
        <p:spPr>
          <a:xfrm>
            <a:off x="2743200" y="2514600"/>
            <a:ext cx="4572000" cy="228600"/>
          </a:xfrm>
          <a:prstGeom prst="rect">
            <a:avLst/>
          </a:prstGeom>
          <a:solidFill>
            <a:srgbClr val="3366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5308" name="Rectangle 12"/>
          <p:cNvSpPr/>
          <p:nvPr/>
        </p:nvSpPr>
        <p:spPr>
          <a:xfrm>
            <a:off x="2743200" y="2743200"/>
            <a:ext cx="4572000" cy="228600"/>
          </a:xfrm>
          <a:prstGeom prst="rect">
            <a:avLst/>
          </a:prstGeom>
          <a:solidFill>
            <a:srgbClr val="99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5309" name="Rectangle 13"/>
          <p:cNvSpPr/>
          <p:nvPr/>
        </p:nvSpPr>
        <p:spPr>
          <a:xfrm>
            <a:off x="2743200" y="2971800"/>
            <a:ext cx="4572000" cy="228600"/>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5310" name="Rectangle 14"/>
          <p:cNvSpPr/>
          <p:nvPr/>
        </p:nvSpPr>
        <p:spPr>
          <a:xfrm>
            <a:off x="2743200" y="3200400"/>
            <a:ext cx="4572000" cy="228600"/>
          </a:xfrm>
          <a:prstGeom prst="rect">
            <a:avLst/>
          </a:prstGeom>
          <a:solidFill>
            <a:srgbClr val="FF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4" name="Group 15"/>
          <p:cNvGrpSpPr/>
          <p:nvPr/>
        </p:nvGrpSpPr>
        <p:grpSpPr>
          <a:xfrm>
            <a:off x="381000" y="4037013"/>
            <a:ext cx="7239000" cy="2516187"/>
            <a:chOff x="288" y="2543"/>
            <a:chExt cx="4560" cy="1585"/>
          </a:xfrm>
        </p:grpSpPr>
        <p:sp>
          <p:nvSpPr>
            <p:cNvPr id="85085" name="Text Box 16"/>
            <p:cNvSpPr txBox="1"/>
            <p:nvPr/>
          </p:nvSpPr>
          <p:spPr>
            <a:xfrm>
              <a:off x="288" y="2543"/>
              <a:ext cx="53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2400" dirty="0">
                  <a:latin typeface="Arial" panose="020B0604020202020204" pitchFamily="34" charset="0"/>
                  <a:ea typeface="宋体" panose="02010600030101010101" pitchFamily="2" charset="-122"/>
                </a:rPr>
                <a:t>TDM</a:t>
              </a:r>
              <a:endParaRPr lang="fr-FR" altLang="zh-CN" sz="2400" dirty="0">
                <a:latin typeface="Arial" panose="020B0604020202020204" pitchFamily="34" charset="0"/>
                <a:ea typeface="宋体" panose="02010600030101010101" pitchFamily="2" charset="-122"/>
              </a:endParaRPr>
            </a:p>
          </p:txBody>
        </p:sp>
        <p:sp>
          <p:nvSpPr>
            <p:cNvPr id="85086" name="Line 17"/>
            <p:cNvSpPr/>
            <p:nvPr/>
          </p:nvSpPr>
          <p:spPr>
            <a:xfrm flipV="1">
              <a:off x="1728" y="2977"/>
              <a:ext cx="0" cy="816"/>
            </a:xfrm>
            <a:prstGeom prst="line">
              <a:avLst/>
            </a:prstGeom>
            <a:ln w="38100" cap="flat" cmpd="sng">
              <a:solidFill>
                <a:schemeClr val="tx1"/>
              </a:solidFill>
              <a:prstDash val="solid"/>
              <a:headEnd type="none" w="med" len="med"/>
              <a:tailEnd type="triangle" w="med" len="med"/>
            </a:ln>
          </p:spPr>
        </p:sp>
        <p:sp>
          <p:nvSpPr>
            <p:cNvPr id="85087" name="Text Box 18"/>
            <p:cNvSpPr txBox="1"/>
            <p:nvPr/>
          </p:nvSpPr>
          <p:spPr>
            <a:xfrm>
              <a:off x="720" y="3265"/>
              <a:ext cx="96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2400" dirty="0">
                  <a:latin typeface="Arial" panose="020B0604020202020204" pitchFamily="34" charset="0"/>
                  <a:ea typeface="宋体" panose="02010600030101010101" pitchFamily="2" charset="-122"/>
                </a:rPr>
                <a:t>frequency</a:t>
              </a:r>
              <a:endParaRPr lang="fr-FR" altLang="zh-CN" sz="2400" dirty="0">
                <a:latin typeface="Arial" panose="020B0604020202020204" pitchFamily="34" charset="0"/>
                <a:ea typeface="宋体" panose="02010600030101010101" pitchFamily="2" charset="-122"/>
              </a:endParaRPr>
            </a:p>
          </p:txBody>
        </p:sp>
        <p:sp>
          <p:nvSpPr>
            <p:cNvPr id="85088" name="Line 19"/>
            <p:cNvSpPr/>
            <p:nvPr/>
          </p:nvSpPr>
          <p:spPr>
            <a:xfrm>
              <a:off x="1728" y="3793"/>
              <a:ext cx="3120" cy="0"/>
            </a:xfrm>
            <a:prstGeom prst="line">
              <a:avLst/>
            </a:prstGeom>
            <a:ln w="38100" cap="flat" cmpd="sng">
              <a:solidFill>
                <a:schemeClr val="tx1"/>
              </a:solidFill>
              <a:prstDash val="solid"/>
              <a:headEnd type="none" w="med" len="med"/>
              <a:tailEnd type="triangle" w="med" len="med"/>
            </a:ln>
          </p:spPr>
        </p:sp>
        <p:sp>
          <p:nvSpPr>
            <p:cNvPr id="85089" name="Text Box 20"/>
            <p:cNvSpPr txBox="1"/>
            <p:nvPr/>
          </p:nvSpPr>
          <p:spPr>
            <a:xfrm>
              <a:off x="3048" y="3840"/>
              <a:ext cx="47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2400" dirty="0">
                  <a:latin typeface="Arial" panose="020B0604020202020204" pitchFamily="34" charset="0"/>
                  <a:ea typeface="宋体" panose="02010600030101010101" pitchFamily="2" charset="-122"/>
                </a:rPr>
                <a:t>time</a:t>
              </a:r>
              <a:endParaRPr lang="fr-FR" altLang="zh-CN" sz="2400" dirty="0">
                <a:latin typeface="Arial" panose="020B0604020202020204" pitchFamily="34" charset="0"/>
                <a:ea typeface="宋体" panose="02010600030101010101" pitchFamily="2" charset="-122"/>
              </a:endParaRPr>
            </a:p>
          </p:txBody>
        </p:sp>
        <p:sp>
          <p:nvSpPr>
            <p:cNvPr id="85090" name="Rectangle 21"/>
            <p:cNvSpPr/>
            <p:nvPr/>
          </p:nvSpPr>
          <p:spPr>
            <a:xfrm>
              <a:off x="1776" y="3168"/>
              <a:ext cx="2880" cy="57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5" name="Group 22"/>
          <p:cNvGrpSpPr/>
          <p:nvPr/>
        </p:nvGrpSpPr>
        <p:grpSpPr>
          <a:xfrm>
            <a:off x="2743200" y="5029200"/>
            <a:ext cx="3886200" cy="914400"/>
            <a:chOff x="1776" y="3168"/>
            <a:chExt cx="2448" cy="576"/>
          </a:xfrm>
        </p:grpSpPr>
        <p:sp>
          <p:nvSpPr>
            <p:cNvPr id="85080" name="Rectangle 23"/>
            <p:cNvSpPr/>
            <p:nvPr/>
          </p:nvSpPr>
          <p:spPr>
            <a:xfrm>
              <a:off x="1776" y="3168"/>
              <a:ext cx="144" cy="576"/>
            </a:xfrm>
            <a:prstGeom prst="rect">
              <a:avLst/>
            </a:prstGeom>
            <a:solidFill>
              <a:srgbClr val="3366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81" name="Rectangle 24"/>
            <p:cNvSpPr/>
            <p:nvPr/>
          </p:nvSpPr>
          <p:spPr>
            <a:xfrm>
              <a:off x="2352" y="3168"/>
              <a:ext cx="144" cy="576"/>
            </a:xfrm>
            <a:prstGeom prst="rect">
              <a:avLst/>
            </a:prstGeom>
            <a:solidFill>
              <a:srgbClr val="3366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82" name="Rectangle 25"/>
            <p:cNvSpPr/>
            <p:nvPr/>
          </p:nvSpPr>
          <p:spPr>
            <a:xfrm>
              <a:off x="2928" y="3168"/>
              <a:ext cx="144" cy="576"/>
            </a:xfrm>
            <a:prstGeom prst="rect">
              <a:avLst/>
            </a:prstGeom>
            <a:solidFill>
              <a:srgbClr val="3366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83" name="Rectangle 26"/>
            <p:cNvSpPr/>
            <p:nvPr/>
          </p:nvSpPr>
          <p:spPr>
            <a:xfrm>
              <a:off x="3504" y="3168"/>
              <a:ext cx="144" cy="576"/>
            </a:xfrm>
            <a:prstGeom prst="rect">
              <a:avLst/>
            </a:prstGeom>
            <a:solidFill>
              <a:srgbClr val="3366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84" name="Rectangle 27"/>
            <p:cNvSpPr/>
            <p:nvPr/>
          </p:nvSpPr>
          <p:spPr>
            <a:xfrm>
              <a:off x="4080" y="3168"/>
              <a:ext cx="144" cy="576"/>
            </a:xfrm>
            <a:prstGeom prst="rect">
              <a:avLst/>
            </a:prstGeom>
            <a:solidFill>
              <a:srgbClr val="3366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6" name="Group 28"/>
          <p:cNvGrpSpPr/>
          <p:nvPr/>
        </p:nvGrpSpPr>
        <p:grpSpPr>
          <a:xfrm>
            <a:off x="2971800" y="5029200"/>
            <a:ext cx="3886200" cy="914400"/>
            <a:chOff x="1920" y="3168"/>
            <a:chExt cx="2448" cy="576"/>
          </a:xfrm>
        </p:grpSpPr>
        <p:sp>
          <p:nvSpPr>
            <p:cNvPr id="85075" name="Rectangle 29"/>
            <p:cNvSpPr/>
            <p:nvPr/>
          </p:nvSpPr>
          <p:spPr>
            <a:xfrm>
              <a:off x="1920" y="3168"/>
              <a:ext cx="144" cy="576"/>
            </a:xfrm>
            <a:prstGeom prst="rect">
              <a:avLst/>
            </a:prstGeom>
            <a:solidFill>
              <a:srgbClr val="99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76" name="Rectangle 30"/>
            <p:cNvSpPr/>
            <p:nvPr/>
          </p:nvSpPr>
          <p:spPr>
            <a:xfrm>
              <a:off x="2496" y="3168"/>
              <a:ext cx="144" cy="576"/>
            </a:xfrm>
            <a:prstGeom prst="rect">
              <a:avLst/>
            </a:prstGeom>
            <a:solidFill>
              <a:srgbClr val="99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77" name="Rectangle 31"/>
            <p:cNvSpPr/>
            <p:nvPr/>
          </p:nvSpPr>
          <p:spPr>
            <a:xfrm>
              <a:off x="3072" y="3168"/>
              <a:ext cx="144" cy="576"/>
            </a:xfrm>
            <a:prstGeom prst="rect">
              <a:avLst/>
            </a:prstGeom>
            <a:solidFill>
              <a:srgbClr val="99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78" name="Rectangle 32"/>
            <p:cNvSpPr/>
            <p:nvPr/>
          </p:nvSpPr>
          <p:spPr>
            <a:xfrm>
              <a:off x="3648" y="3168"/>
              <a:ext cx="144" cy="576"/>
            </a:xfrm>
            <a:prstGeom prst="rect">
              <a:avLst/>
            </a:prstGeom>
            <a:solidFill>
              <a:srgbClr val="99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79" name="Rectangle 33"/>
            <p:cNvSpPr/>
            <p:nvPr/>
          </p:nvSpPr>
          <p:spPr>
            <a:xfrm>
              <a:off x="4224" y="3168"/>
              <a:ext cx="144" cy="576"/>
            </a:xfrm>
            <a:prstGeom prst="rect">
              <a:avLst/>
            </a:prstGeom>
            <a:solidFill>
              <a:srgbClr val="99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7" name="Group 34"/>
          <p:cNvGrpSpPr/>
          <p:nvPr/>
        </p:nvGrpSpPr>
        <p:grpSpPr>
          <a:xfrm>
            <a:off x="3200400" y="5029200"/>
            <a:ext cx="3886200" cy="914400"/>
            <a:chOff x="2064" y="3168"/>
            <a:chExt cx="2448" cy="576"/>
          </a:xfrm>
        </p:grpSpPr>
        <p:sp>
          <p:nvSpPr>
            <p:cNvPr id="85070" name="Rectangle 35"/>
            <p:cNvSpPr/>
            <p:nvPr/>
          </p:nvSpPr>
          <p:spPr>
            <a:xfrm>
              <a:off x="2064" y="3168"/>
              <a:ext cx="144" cy="576"/>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71" name="Rectangle 36"/>
            <p:cNvSpPr/>
            <p:nvPr/>
          </p:nvSpPr>
          <p:spPr>
            <a:xfrm>
              <a:off x="2640" y="3168"/>
              <a:ext cx="144" cy="576"/>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72" name="Rectangle 37"/>
            <p:cNvSpPr/>
            <p:nvPr/>
          </p:nvSpPr>
          <p:spPr>
            <a:xfrm>
              <a:off x="3216" y="3168"/>
              <a:ext cx="144" cy="576"/>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73" name="Rectangle 38"/>
            <p:cNvSpPr/>
            <p:nvPr/>
          </p:nvSpPr>
          <p:spPr>
            <a:xfrm>
              <a:off x="3792" y="3168"/>
              <a:ext cx="144" cy="576"/>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74" name="Rectangle 39"/>
            <p:cNvSpPr/>
            <p:nvPr/>
          </p:nvSpPr>
          <p:spPr>
            <a:xfrm>
              <a:off x="4368" y="3168"/>
              <a:ext cx="144" cy="576"/>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8" name="Group 40"/>
          <p:cNvGrpSpPr/>
          <p:nvPr/>
        </p:nvGrpSpPr>
        <p:grpSpPr>
          <a:xfrm>
            <a:off x="3429000" y="5029200"/>
            <a:ext cx="3886200" cy="914400"/>
            <a:chOff x="2208" y="3168"/>
            <a:chExt cx="2448" cy="576"/>
          </a:xfrm>
        </p:grpSpPr>
        <p:sp>
          <p:nvSpPr>
            <p:cNvPr id="85065" name="Rectangle 41"/>
            <p:cNvSpPr/>
            <p:nvPr/>
          </p:nvSpPr>
          <p:spPr>
            <a:xfrm>
              <a:off x="2208" y="3168"/>
              <a:ext cx="144" cy="576"/>
            </a:xfrm>
            <a:prstGeom prst="rect">
              <a:avLst/>
            </a:prstGeom>
            <a:solidFill>
              <a:srgbClr val="FF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66" name="Rectangle 42"/>
            <p:cNvSpPr/>
            <p:nvPr/>
          </p:nvSpPr>
          <p:spPr>
            <a:xfrm>
              <a:off x="2784" y="3168"/>
              <a:ext cx="144" cy="576"/>
            </a:xfrm>
            <a:prstGeom prst="rect">
              <a:avLst/>
            </a:prstGeom>
            <a:solidFill>
              <a:srgbClr val="FF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67" name="Rectangle 43"/>
            <p:cNvSpPr/>
            <p:nvPr/>
          </p:nvSpPr>
          <p:spPr>
            <a:xfrm>
              <a:off x="3360" y="3168"/>
              <a:ext cx="144" cy="576"/>
            </a:xfrm>
            <a:prstGeom prst="rect">
              <a:avLst/>
            </a:prstGeom>
            <a:solidFill>
              <a:srgbClr val="FF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68" name="Rectangle 44"/>
            <p:cNvSpPr/>
            <p:nvPr/>
          </p:nvSpPr>
          <p:spPr>
            <a:xfrm>
              <a:off x="3936" y="3168"/>
              <a:ext cx="144" cy="576"/>
            </a:xfrm>
            <a:prstGeom prst="rect">
              <a:avLst/>
            </a:prstGeom>
            <a:solidFill>
              <a:srgbClr val="FF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69" name="Rectangle 45"/>
            <p:cNvSpPr/>
            <p:nvPr/>
          </p:nvSpPr>
          <p:spPr>
            <a:xfrm>
              <a:off x="4512" y="3168"/>
              <a:ext cx="144" cy="576"/>
            </a:xfrm>
            <a:prstGeom prst="rect">
              <a:avLst/>
            </a:prstGeom>
            <a:solidFill>
              <a:srgbClr val="FF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9" name="Group 46"/>
          <p:cNvGrpSpPr/>
          <p:nvPr/>
        </p:nvGrpSpPr>
        <p:grpSpPr>
          <a:xfrm>
            <a:off x="2743200" y="2743200"/>
            <a:ext cx="4572000" cy="457200"/>
            <a:chOff x="1776" y="1728"/>
            <a:chExt cx="2880" cy="288"/>
          </a:xfrm>
        </p:grpSpPr>
        <p:sp>
          <p:nvSpPr>
            <p:cNvPr id="85062" name="Line 47"/>
            <p:cNvSpPr/>
            <p:nvPr/>
          </p:nvSpPr>
          <p:spPr>
            <a:xfrm flipV="1">
              <a:off x="1776" y="1728"/>
              <a:ext cx="2880" cy="0"/>
            </a:xfrm>
            <a:prstGeom prst="line">
              <a:avLst/>
            </a:prstGeom>
            <a:ln w="9525" cap="flat" cmpd="sng">
              <a:solidFill>
                <a:schemeClr val="tx1"/>
              </a:solidFill>
              <a:prstDash val="solid"/>
              <a:headEnd type="none" w="med" len="med"/>
              <a:tailEnd type="none" w="med" len="med"/>
            </a:ln>
          </p:spPr>
        </p:sp>
        <p:sp>
          <p:nvSpPr>
            <p:cNvPr id="85063" name="Line 48"/>
            <p:cNvSpPr/>
            <p:nvPr/>
          </p:nvSpPr>
          <p:spPr>
            <a:xfrm flipV="1">
              <a:off x="1776" y="1872"/>
              <a:ext cx="2880" cy="0"/>
            </a:xfrm>
            <a:prstGeom prst="line">
              <a:avLst/>
            </a:prstGeom>
            <a:ln w="9525" cap="flat" cmpd="sng">
              <a:solidFill>
                <a:schemeClr val="tx1"/>
              </a:solidFill>
              <a:prstDash val="solid"/>
              <a:headEnd type="none" w="med" len="med"/>
              <a:tailEnd type="none" w="med" len="med"/>
            </a:ln>
          </p:spPr>
        </p:sp>
        <p:sp>
          <p:nvSpPr>
            <p:cNvPr id="85064" name="Line 49"/>
            <p:cNvSpPr/>
            <p:nvPr/>
          </p:nvSpPr>
          <p:spPr>
            <a:xfrm flipV="1">
              <a:off x="1776" y="2016"/>
              <a:ext cx="2880" cy="0"/>
            </a:xfrm>
            <a:prstGeom prst="line">
              <a:avLst/>
            </a:prstGeom>
            <a:ln w="9525" cap="flat" cmpd="sng">
              <a:solidFill>
                <a:schemeClr val="tx1"/>
              </a:solidFill>
              <a:prstDash val="solid"/>
              <a:headEnd type="none" w="med" len="med"/>
              <a:tailEnd type="none" w="med" len="med"/>
            </a:ln>
          </p:spPr>
        </p:sp>
      </p:grpSp>
      <p:grpSp>
        <p:nvGrpSpPr>
          <p:cNvPr id="10" name="Group 50"/>
          <p:cNvGrpSpPr/>
          <p:nvPr/>
        </p:nvGrpSpPr>
        <p:grpSpPr>
          <a:xfrm>
            <a:off x="2971800" y="5029200"/>
            <a:ext cx="4114800" cy="914400"/>
            <a:chOff x="1920" y="3168"/>
            <a:chExt cx="2592" cy="576"/>
          </a:xfrm>
        </p:grpSpPr>
        <p:sp>
          <p:nvSpPr>
            <p:cNvPr id="85043" name="Line 51"/>
            <p:cNvSpPr/>
            <p:nvPr/>
          </p:nvSpPr>
          <p:spPr>
            <a:xfrm>
              <a:off x="1920" y="3168"/>
              <a:ext cx="0" cy="576"/>
            </a:xfrm>
            <a:prstGeom prst="line">
              <a:avLst/>
            </a:prstGeom>
            <a:ln w="9525" cap="flat" cmpd="sng">
              <a:solidFill>
                <a:schemeClr val="tx1"/>
              </a:solidFill>
              <a:prstDash val="solid"/>
              <a:headEnd type="none" w="med" len="med"/>
              <a:tailEnd type="none" w="med" len="med"/>
            </a:ln>
          </p:spPr>
        </p:sp>
        <p:sp>
          <p:nvSpPr>
            <p:cNvPr id="85044" name="Line 52"/>
            <p:cNvSpPr/>
            <p:nvPr/>
          </p:nvSpPr>
          <p:spPr>
            <a:xfrm>
              <a:off x="2064" y="3168"/>
              <a:ext cx="0" cy="576"/>
            </a:xfrm>
            <a:prstGeom prst="line">
              <a:avLst/>
            </a:prstGeom>
            <a:ln w="9525" cap="flat" cmpd="sng">
              <a:solidFill>
                <a:schemeClr val="tx1"/>
              </a:solidFill>
              <a:prstDash val="solid"/>
              <a:headEnd type="none" w="med" len="med"/>
              <a:tailEnd type="none" w="med" len="med"/>
            </a:ln>
          </p:spPr>
        </p:sp>
        <p:sp>
          <p:nvSpPr>
            <p:cNvPr id="85045" name="Line 53"/>
            <p:cNvSpPr/>
            <p:nvPr/>
          </p:nvSpPr>
          <p:spPr>
            <a:xfrm>
              <a:off x="2208" y="3168"/>
              <a:ext cx="0" cy="576"/>
            </a:xfrm>
            <a:prstGeom prst="line">
              <a:avLst/>
            </a:prstGeom>
            <a:ln w="9525" cap="flat" cmpd="sng">
              <a:solidFill>
                <a:schemeClr val="tx1"/>
              </a:solidFill>
              <a:prstDash val="solid"/>
              <a:headEnd type="none" w="med" len="med"/>
              <a:tailEnd type="none" w="med" len="med"/>
            </a:ln>
          </p:spPr>
        </p:sp>
        <p:sp>
          <p:nvSpPr>
            <p:cNvPr id="85046" name="Line 54"/>
            <p:cNvSpPr/>
            <p:nvPr/>
          </p:nvSpPr>
          <p:spPr>
            <a:xfrm>
              <a:off x="2352" y="3168"/>
              <a:ext cx="0" cy="576"/>
            </a:xfrm>
            <a:prstGeom prst="line">
              <a:avLst/>
            </a:prstGeom>
            <a:ln w="9525" cap="flat" cmpd="sng">
              <a:solidFill>
                <a:schemeClr val="tx1"/>
              </a:solidFill>
              <a:prstDash val="solid"/>
              <a:headEnd type="none" w="med" len="med"/>
              <a:tailEnd type="none" w="med" len="med"/>
            </a:ln>
          </p:spPr>
        </p:sp>
        <p:sp>
          <p:nvSpPr>
            <p:cNvPr id="85047" name="Line 55"/>
            <p:cNvSpPr/>
            <p:nvPr/>
          </p:nvSpPr>
          <p:spPr>
            <a:xfrm>
              <a:off x="2496" y="3168"/>
              <a:ext cx="0" cy="576"/>
            </a:xfrm>
            <a:prstGeom prst="line">
              <a:avLst/>
            </a:prstGeom>
            <a:ln w="9525" cap="flat" cmpd="sng">
              <a:solidFill>
                <a:schemeClr val="tx1"/>
              </a:solidFill>
              <a:prstDash val="solid"/>
              <a:headEnd type="none" w="med" len="med"/>
              <a:tailEnd type="none" w="med" len="med"/>
            </a:ln>
          </p:spPr>
        </p:sp>
        <p:sp>
          <p:nvSpPr>
            <p:cNvPr id="85048" name="Line 56"/>
            <p:cNvSpPr/>
            <p:nvPr/>
          </p:nvSpPr>
          <p:spPr>
            <a:xfrm>
              <a:off x="2640" y="3168"/>
              <a:ext cx="0" cy="576"/>
            </a:xfrm>
            <a:prstGeom prst="line">
              <a:avLst/>
            </a:prstGeom>
            <a:ln w="9525" cap="flat" cmpd="sng">
              <a:solidFill>
                <a:schemeClr val="tx1"/>
              </a:solidFill>
              <a:prstDash val="solid"/>
              <a:headEnd type="none" w="med" len="med"/>
              <a:tailEnd type="none" w="med" len="med"/>
            </a:ln>
          </p:spPr>
        </p:sp>
        <p:sp>
          <p:nvSpPr>
            <p:cNvPr id="85049" name="Line 57"/>
            <p:cNvSpPr/>
            <p:nvPr/>
          </p:nvSpPr>
          <p:spPr>
            <a:xfrm>
              <a:off x="2784" y="3168"/>
              <a:ext cx="0" cy="576"/>
            </a:xfrm>
            <a:prstGeom prst="line">
              <a:avLst/>
            </a:prstGeom>
            <a:ln w="9525" cap="flat" cmpd="sng">
              <a:solidFill>
                <a:schemeClr val="tx1"/>
              </a:solidFill>
              <a:prstDash val="solid"/>
              <a:headEnd type="none" w="med" len="med"/>
              <a:tailEnd type="none" w="med" len="med"/>
            </a:ln>
          </p:spPr>
        </p:sp>
        <p:sp>
          <p:nvSpPr>
            <p:cNvPr id="85050" name="Line 58"/>
            <p:cNvSpPr/>
            <p:nvPr/>
          </p:nvSpPr>
          <p:spPr>
            <a:xfrm>
              <a:off x="2928" y="3168"/>
              <a:ext cx="0" cy="576"/>
            </a:xfrm>
            <a:prstGeom prst="line">
              <a:avLst/>
            </a:prstGeom>
            <a:ln w="9525" cap="flat" cmpd="sng">
              <a:solidFill>
                <a:schemeClr val="tx1"/>
              </a:solidFill>
              <a:prstDash val="solid"/>
              <a:headEnd type="none" w="med" len="med"/>
              <a:tailEnd type="none" w="med" len="med"/>
            </a:ln>
          </p:spPr>
        </p:sp>
        <p:sp>
          <p:nvSpPr>
            <p:cNvPr id="85051" name="Line 59"/>
            <p:cNvSpPr/>
            <p:nvPr/>
          </p:nvSpPr>
          <p:spPr>
            <a:xfrm>
              <a:off x="3072" y="3168"/>
              <a:ext cx="0" cy="576"/>
            </a:xfrm>
            <a:prstGeom prst="line">
              <a:avLst/>
            </a:prstGeom>
            <a:ln w="9525" cap="flat" cmpd="sng">
              <a:solidFill>
                <a:schemeClr val="tx1"/>
              </a:solidFill>
              <a:prstDash val="solid"/>
              <a:headEnd type="none" w="med" len="med"/>
              <a:tailEnd type="none" w="med" len="med"/>
            </a:ln>
          </p:spPr>
        </p:sp>
        <p:sp>
          <p:nvSpPr>
            <p:cNvPr id="85052" name="Line 60"/>
            <p:cNvSpPr/>
            <p:nvPr/>
          </p:nvSpPr>
          <p:spPr>
            <a:xfrm>
              <a:off x="3216" y="3168"/>
              <a:ext cx="0" cy="576"/>
            </a:xfrm>
            <a:prstGeom prst="line">
              <a:avLst/>
            </a:prstGeom>
            <a:ln w="9525" cap="flat" cmpd="sng">
              <a:solidFill>
                <a:schemeClr val="tx1"/>
              </a:solidFill>
              <a:prstDash val="solid"/>
              <a:headEnd type="none" w="med" len="med"/>
              <a:tailEnd type="none" w="med" len="med"/>
            </a:ln>
          </p:spPr>
        </p:sp>
        <p:sp>
          <p:nvSpPr>
            <p:cNvPr id="85053" name="Line 61"/>
            <p:cNvSpPr/>
            <p:nvPr/>
          </p:nvSpPr>
          <p:spPr>
            <a:xfrm>
              <a:off x="3360" y="3168"/>
              <a:ext cx="0" cy="576"/>
            </a:xfrm>
            <a:prstGeom prst="line">
              <a:avLst/>
            </a:prstGeom>
            <a:ln w="9525" cap="flat" cmpd="sng">
              <a:solidFill>
                <a:schemeClr val="tx1"/>
              </a:solidFill>
              <a:prstDash val="solid"/>
              <a:headEnd type="none" w="med" len="med"/>
              <a:tailEnd type="none" w="med" len="med"/>
            </a:ln>
          </p:spPr>
        </p:sp>
        <p:sp>
          <p:nvSpPr>
            <p:cNvPr id="85054" name="Line 62"/>
            <p:cNvSpPr/>
            <p:nvPr/>
          </p:nvSpPr>
          <p:spPr>
            <a:xfrm>
              <a:off x="3504" y="3168"/>
              <a:ext cx="0" cy="576"/>
            </a:xfrm>
            <a:prstGeom prst="line">
              <a:avLst/>
            </a:prstGeom>
            <a:ln w="9525" cap="flat" cmpd="sng">
              <a:solidFill>
                <a:schemeClr val="tx1"/>
              </a:solidFill>
              <a:prstDash val="solid"/>
              <a:headEnd type="none" w="med" len="med"/>
              <a:tailEnd type="none" w="med" len="med"/>
            </a:ln>
          </p:spPr>
        </p:sp>
        <p:sp>
          <p:nvSpPr>
            <p:cNvPr id="85055" name="Line 63"/>
            <p:cNvSpPr/>
            <p:nvPr/>
          </p:nvSpPr>
          <p:spPr>
            <a:xfrm>
              <a:off x="3648" y="3168"/>
              <a:ext cx="0" cy="576"/>
            </a:xfrm>
            <a:prstGeom prst="line">
              <a:avLst/>
            </a:prstGeom>
            <a:ln w="9525" cap="flat" cmpd="sng">
              <a:solidFill>
                <a:schemeClr val="tx1"/>
              </a:solidFill>
              <a:prstDash val="solid"/>
              <a:headEnd type="none" w="med" len="med"/>
              <a:tailEnd type="none" w="med" len="med"/>
            </a:ln>
          </p:spPr>
        </p:sp>
        <p:sp>
          <p:nvSpPr>
            <p:cNvPr id="85056" name="Line 64"/>
            <p:cNvSpPr/>
            <p:nvPr/>
          </p:nvSpPr>
          <p:spPr>
            <a:xfrm>
              <a:off x="3792" y="3168"/>
              <a:ext cx="0" cy="576"/>
            </a:xfrm>
            <a:prstGeom prst="line">
              <a:avLst/>
            </a:prstGeom>
            <a:ln w="9525" cap="flat" cmpd="sng">
              <a:solidFill>
                <a:schemeClr val="tx1"/>
              </a:solidFill>
              <a:prstDash val="solid"/>
              <a:headEnd type="none" w="med" len="med"/>
              <a:tailEnd type="none" w="med" len="med"/>
            </a:ln>
          </p:spPr>
        </p:sp>
        <p:sp>
          <p:nvSpPr>
            <p:cNvPr id="85057" name="Line 65"/>
            <p:cNvSpPr/>
            <p:nvPr/>
          </p:nvSpPr>
          <p:spPr>
            <a:xfrm>
              <a:off x="3936" y="3168"/>
              <a:ext cx="0" cy="576"/>
            </a:xfrm>
            <a:prstGeom prst="line">
              <a:avLst/>
            </a:prstGeom>
            <a:ln w="9525" cap="flat" cmpd="sng">
              <a:solidFill>
                <a:schemeClr val="tx1"/>
              </a:solidFill>
              <a:prstDash val="solid"/>
              <a:headEnd type="none" w="med" len="med"/>
              <a:tailEnd type="none" w="med" len="med"/>
            </a:ln>
          </p:spPr>
        </p:sp>
        <p:sp>
          <p:nvSpPr>
            <p:cNvPr id="85058" name="Line 66"/>
            <p:cNvSpPr/>
            <p:nvPr/>
          </p:nvSpPr>
          <p:spPr>
            <a:xfrm>
              <a:off x="4080" y="3168"/>
              <a:ext cx="0" cy="576"/>
            </a:xfrm>
            <a:prstGeom prst="line">
              <a:avLst/>
            </a:prstGeom>
            <a:ln w="9525" cap="flat" cmpd="sng">
              <a:solidFill>
                <a:schemeClr val="tx1"/>
              </a:solidFill>
              <a:prstDash val="solid"/>
              <a:headEnd type="none" w="med" len="med"/>
              <a:tailEnd type="none" w="med" len="med"/>
            </a:ln>
          </p:spPr>
        </p:sp>
        <p:sp>
          <p:nvSpPr>
            <p:cNvPr id="85059" name="Line 67"/>
            <p:cNvSpPr/>
            <p:nvPr/>
          </p:nvSpPr>
          <p:spPr>
            <a:xfrm>
              <a:off x="4224" y="3168"/>
              <a:ext cx="0" cy="576"/>
            </a:xfrm>
            <a:prstGeom prst="line">
              <a:avLst/>
            </a:prstGeom>
            <a:ln w="9525" cap="flat" cmpd="sng">
              <a:solidFill>
                <a:schemeClr val="tx1"/>
              </a:solidFill>
              <a:prstDash val="solid"/>
              <a:headEnd type="none" w="med" len="med"/>
              <a:tailEnd type="none" w="med" len="med"/>
            </a:ln>
          </p:spPr>
        </p:sp>
        <p:sp>
          <p:nvSpPr>
            <p:cNvPr id="85060" name="Line 68"/>
            <p:cNvSpPr/>
            <p:nvPr/>
          </p:nvSpPr>
          <p:spPr>
            <a:xfrm>
              <a:off x="4368" y="3168"/>
              <a:ext cx="0" cy="576"/>
            </a:xfrm>
            <a:prstGeom prst="line">
              <a:avLst/>
            </a:prstGeom>
            <a:ln w="9525" cap="flat" cmpd="sng">
              <a:solidFill>
                <a:schemeClr val="tx1"/>
              </a:solidFill>
              <a:prstDash val="solid"/>
              <a:headEnd type="none" w="med" len="med"/>
              <a:tailEnd type="none" w="med" len="med"/>
            </a:ln>
          </p:spPr>
        </p:sp>
        <p:sp>
          <p:nvSpPr>
            <p:cNvPr id="85061" name="Line 69"/>
            <p:cNvSpPr/>
            <p:nvPr/>
          </p:nvSpPr>
          <p:spPr>
            <a:xfrm>
              <a:off x="4512" y="3168"/>
              <a:ext cx="0" cy="576"/>
            </a:xfrm>
            <a:prstGeom prst="line">
              <a:avLst/>
            </a:prstGeom>
            <a:ln w="9525" cap="flat" cmpd="sng">
              <a:solidFill>
                <a:schemeClr val="tx1"/>
              </a:solidFill>
              <a:prstDash val="solid"/>
              <a:headEnd type="none" w="med" len="med"/>
              <a:tailEnd type="none" w="med" len="med"/>
            </a:ln>
          </p:spPr>
        </p:sp>
      </p:grpSp>
      <p:grpSp>
        <p:nvGrpSpPr>
          <p:cNvPr id="11" name="Group 70"/>
          <p:cNvGrpSpPr/>
          <p:nvPr/>
        </p:nvGrpSpPr>
        <p:grpSpPr>
          <a:xfrm>
            <a:off x="2743200" y="2628900"/>
            <a:ext cx="4572000" cy="685800"/>
            <a:chOff x="1776" y="1656"/>
            <a:chExt cx="2880" cy="432"/>
          </a:xfrm>
        </p:grpSpPr>
        <p:sp>
          <p:nvSpPr>
            <p:cNvPr id="85039" name="Line 71"/>
            <p:cNvSpPr/>
            <p:nvPr/>
          </p:nvSpPr>
          <p:spPr>
            <a:xfrm>
              <a:off x="1776" y="1656"/>
              <a:ext cx="2880" cy="0"/>
            </a:xfrm>
            <a:prstGeom prst="line">
              <a:avLst/>
            </a:prstGeom>
            <a:ln w="9525" cap="flat" cmpd="sng">
              <a:solidFill>
                <a:schemeClr val="tx1"/>
              </a:solidFill>
              <a:prstDash val="dash"/>
              <a:headEnd type="none" w="med" len="med"/>
              <a:tailEnd type="none" w="med" len="med"/>
            </a:ln>
          </p:spPr>
        </p:sp>
        <p:sp>
          <p:nvSpPr>
            <p:cNvPr id="85040" name="Line 72"/>
            <p:cNvSpPr/>
            <p:nvPr/>
          </p:nvSpPr>
          <p:spPr>
            <a:xfrm>
              <a:off x="1776" y="1800"/>
              <a:ext cx="2880" cy="0"/>
            </a:xfrm>
            <a:prstGeom prst="line">
              <a:avLst/>
            </a:prstGeom>
            <a:ln w="9525" cap="flat" cmpd="sng">
              <a:solidFill>
                <a:schemeClr val="tx1"/>
              </a:solidFill>
              <a:prstDash val="dash"/>
              <a:headEnd type="none" w="med" len="med"/>
              <a:tailEnd type="none" w="med" len="med"/>
            </a:ln>
          </p:spPr>
        </p:sp>
        <p:sp>
          <p:nvSpPr>
            <p:cNvPr id="85041" name="Line 73"/>
            <p:cNvSpPr/>
            <p:nvPr/>
          </p:nvSpPr>
          <p:spPr>
            <a:xfrm>
              <a:off x="1776" y="1944"/>
              <a:ext cx="2880" cy="0"/>
            </a:xfrm>
            <a:prstGeom prst="line">
              <a:avLst/>
            </a:prstGeom>
            <a:ln w="9525" cap="flat" cmpd="sng">
              <a:solidFill>
                <a:schemeClr val="tx1"/>
              </a:solidFill>
              <a:prstDash val="dash"/>
              <a:headEnd type="none" w="med" len="med"/>
              <a:tailEnd type="none" w="med" len="med"/>
            </a:ln>
          </p:spPr>
        </p:sp>
        <p:sp>
          <p:nvSpPr>
            <p:cNvPr id="85042" name="Line 74"/>
            <p:cNvSpPr/>
            <p:nvPr/>
          </p:nvSpPr>
          <p:spPr>
            <a:xfrm>
              <a:off x="1776" y="2088"/>
              <a:ext cx="2880" cy="0"/>
            </a:xfrm>
            <a:prstGeom prst="line">
              <a:avLst/>
            </a:prstGeom>
            <a:ln w="9525" cap="flat" cmpd="sng">
              <a:solidFill>
                <a:schemeClr val="tx1"/>
              </a:solidFill>
              <a:prstDash val="dash"/>
              <a:headEnd type="none" w="med" len="med"/>
              <a:tailEnd type="none" w="med" len="med"/>
            </a:ln>
          </p:spPr>
        </p:sp>
      </p:grpSp>
      <p:grpSp>
        <p:nvGrpSpPr>
          <p:cNvPr id="12" name="Group 75"/>
          <p:cNvGrpSpPr/>
          <p:nvPr/>
        </p:nvGrpSpPr>
        <p:grpSpPr>
          <a:xfrm>
            <a:off x="2857500" y="5029200"/>
            <a:ext cx="4343400" cy="914400"/>
            <a:chOff x="1848" y="3168"/>
            <a:chExt cx="2736" cy="576"/>
          </a:xfrm>
        </p:grpSpPr>
        <p:sp>
          <p:nvSpPr>
            <p:cNvPr id="85019" name="Line 76"/>
            <p:cNvSpPr/>
            <p:nvPr/>
          </p:nvSpPr>
          <p:spPr>
            <a:xfrm>
              <a:off x="1848" y="3168"/>
              <a:ext cx="0" cy="576"/>
            </a:xfrm>
            <a:prstGeom prst="line">
              <a:avLst/>
            </a:prstGeom>
            <a:ln w="9525" cap="flat" cmpd="sng">
              <a:solidFill>
                <a:schemeClr val="tx1"/>
              </a:solidFill>
              <a:prstDash val="dash"/>
              <a:headEnd type="none" w="med" len="med"/>
              <a:tailEnd type="none" w="med" len="med"/>
            </a:ln>
          </p:spPr>
        </p:sp>
        <p:sp>
          <p:nvSpPr>
            <p:cNvPr id="85020" name="Line 77"/>
            <p:cNvSpPr/>
            <p:nvPr/>
          </p:nvSpPr>
          <p:spPr>
            <a:xfrm>
              <a:off x="1992" y="3168"/>
              <a:ext cx="0" cy="576"/>
            </a:xfrm>
            <a:prstGeom prst="line">
              <a:avLst/>
            </a:prstGeom>
            <a:ln w="9525" cap="flat" cmpd="sng">
              <a:solidFill>
                <a:schemeClr val="tx1"/>
              </a:solidFill>
              <a:prstDash val="dash"/>
              <a:headEnd type="none" w="med" len="med"/>
              <a:tailEnd type="none" w="med" len="med"/>
            </a:ln>
          </p:spPr>
        </p:sp>
        <p:sp>
          <p:nvSpPr>
            <p:cNvPr id="85021" name="Line 78"/>
            <p:cNvSpPr/>
            <p:nvPr/>
          </p:nvSpPr>
          <p:spPr>
            <a:xfrm>
              <a:off x="2136" y="3168"/>
              <a:ext cx="0" cy="576"/>
            </a:xfrm>
            <a:prstGeom prst="line">
              <a:avLst/>
            </a:prstGeom>
            <a:ln w="9525" cap="flat" cmpd="sng">
              <a:solidFill>
                <a:schemeClr val="tx1"/>
              </a:solidFill>
              <a:prstDash val="dash"/>
              <a:headEnd type="none" w="med" len="med"/>
              <a:tailEnd type="none" w="med" len="med"/>
            </a:ln>
          </p:spPr>
        </p:sp>
        <p:sp>
          <p:nvSpPr>
            <p:cNvPr id="85022" name="Line 79"/>
            <p:cNvSpPr/>
            <p:nvPr/>
          </p:nvSpPr>
          <p:spPr>
            <a:xfrm>
              <a:off x="2280" y="3168"/>
              <a:ext cx="0" cy="576"/>
            </a:xfrm>
            <a:prstGeom prst="line">
              <a:avLst/>
            </a:prstGeom>
            <a:ln w="9525" cap="flat" cmpd="sng">
              <a:solidFill>
                <a:schemeClr val="tx1"/>
              </a:solidFill>
              <a:prstDash val="dash"/>
              <a:headEnd type="none" w="med" len="med"/>
              <a:tailEnd type="none" w="med" len="med"/>
            </a:ln>
          </p:spPr>
        </p:sp>
        <p:sp>
          <p:nvSpPr>
            <p:cNvPr id="85023" name="Line 80"/>
            <p:cNvSpPr/>
            <p:nvPr/>
          </p:nvSpPr>
          <p:spPr>
            <a:xfrm>
              <a:off x="2424" y="3168"/>
              <a:ext cx="0" cy="576"/>
            </a:xfrm>
            <a:prstGeom prst="line">
              <a:avLst/>
            </a:prstGeom>
            <a:ln w="9525" cap="flat" cmpd="sng">
              <a:solidFill>
                <a:schemeClr val="tx1"/>
              </a:solidFill>
              <a:prstDash val="dash"/>
              <a:headEnd type="none" w="med" len="med"/>
              <a:tailEnd type="none" w="med" len="med"/>
            </a:ln>
          </p:spPr>
        </p:sp>
        <p:sp>
          <p:nvSpPr>
            <p:cNvPr id="85024" name="Line 81"/>
            <p:cNvSpPr/>
            <p:nvPr/>
          </p:nvSpPr>
          <p:spPr>
            <a:xfrm>
              <a:off x="2568" y="3168"/>
              <a:ext cx="0" cy="576"/>
            </a:xfrm>
            <a:prstGeom prst="line">
              <a:avLst/>
            </a:prstGeom>
            <a:ln w="9525" cap="flat" cmpd="sng">
              <a:solidFill>
                <a:schemeClr val="tx1"/>
              </a:solidFill>
              <a:prstDash val="dash"/>
              <a:headEnd type="none" w="med" len="med"/>
              <a:tailEnd type="none" w="med" len="med"/>
            </a:ln>
          </p:spPr>
        </p:sp>
        <p:sp>
          <p:nvSpPr>
            <p:cNvPr id="85025" name="Line 82"/>
            <p:cNvSpPr/>
            <p:nvPr/>
          </p:nvSpPr>
          <p:spPr>
            <a:xfrm>
              <a:off x="2712" y="3168"/>
              <a:ext cx="0" cy="576"/>
            </a:xfrm>
            <a:prstGeom prst="line">
              <a:avLst/>
            </a:prstGeom>
            <a:ln w="9525" cap="flat" cmpd="sng">
              <a:solidFill>
                <a:schemeClr val="tx1"/>
              </a:solidFill>
              <a:prstDash val="dash"/>
              <a:headEnd type="none" w="med" len="med"/>
              <a:tailEnd type="none" w="med" len="med"/>
            </a:ln>
          </p:spPr>
        </p:sp>
        <p:sp>
          <p:nvSpPr>
            <p:cNvPr id="85026" name="Line 83"/>
            <p:cNvSpPr/>
            <p:nvPr/>
          </p:nvSpPr>
          <p:spPr>
            <a:xfrm>
              <a:off x="2856" y="3168"/>
              <a:ext cx="0" cy="576"/>
            </a:xfrm>
            <a:prstGeom prst="line">
              <a:avLst/>
            </a:prstGeom>
            <a:ln w="9525" cap="flat" cmpd="sng">
              <a:solidFill>
                <a:schemeClr val="tx1"/>
              </a:solidFill>
              <a:prstDash val="dash"/>
              <a:headEnd type="none" w="med" len="med"/>
              <a:tailEnd type="none" w="med" len="med"/>
            </a:ln>
          </p:spPr>
        </p:sp>
        <p:sp>
          <p:nvSpPr>
            <p:cNvPr id="85027" name="Line 84"/>
            <p:cNvSpPr/>
            <p:nvPr/>
          </p:nvSpPr>
          <p:spPr>
            <a:xfrm>
              <a:off x="3000" y="3168"/>
              <a:ext cx="0" cy="576"/>
            </a:xfrm>
            <a:prstGeom prst="line">
              <a:avLst/>
            </a:prstGeom>
            <a:ln w="9525" cap="flat" cmpd="sng">
              <a:solidFill>
                <a:schemeClr val="tx1"/>
              </a:solidFill>
              <a:prstDash val="dash"/>
              <a:headEnd type="none" w="med" len="med"/>
              <a:tailEnd type="none" w="med" len="med"/>
            </a:ln>
          </p:spPr>
        </p:sp>
        <p:sp>
          <p:nvSpPr>
            <p:cNvPr id="85028" name="Line 85"/>
            <p:cNvSpPr/>
            <p:nvPr/>
          </p:nvSpPr>
          <p:spPr>
            <a:xfrm>
              <a:off x="3144" y="3168"/>
              <a:ext cx="0" cy="576"/>
            </a:xfrm>
            <a:prstGeom prst="line">
              <a:avLst/>
            </a:prstGeom>
            <a:ln w="9525" cap="flat" cmpd="sng">
              <a:solidFill>
                <a:schemeClr val="tx1"/>
              </a:solidFill>
              <a:prstDash val="dash"/>
              <a:headEnd type="none" w="med" len="med"/>
              <a:tailEnd type="none" w="med" len="med"/>
            </a:ln>
          </p:spPr>
        </p:sp>
        <p:sp>
          <p:nvSpPr>
            <p:cNvPr id="85029" name="Line 86"/>
            <p:cNvSpPr/>
            <p:nvPr/>
          </p:nvSpPr>
          <p:spPr>
            <a:xfrm>
              <a:off x="3288" y="3168"/>
              <a:ext cx="0" cy="576"/>
            </a:xfrm>
            <a:prstGeom prst="line">
              <a:avLst/>
            </a:prstGeom>
            <a:ln w="9525" cap="flat" cmpd="sng">
              <a:solidFill>
                <a:schemeClr val="tx1"/>
              </a:solidFill>
              <a:prstDash val="dash"/>
              <a:headEnd type="none" w="med" len="med"/>
              <a:tailEnd type="none" w="med" len="med"/>
            </a:ln>
          </p:spPr>
        </p:sp>
        <p:sp>
          <p:nvSpPr>
            <p:cNvPr id="85030" name="Line 87"/>
            <p:cNvSpPr/>
            <p:nvPr/>
          </p:nvSpPr>
          <p:spPr>
            <a:xfrm>
              <a:off x="3432" y="3168"/>
              <a:ext cx="0" cy="576"/>
            </a:xfrm>
            <a:prstGeom prst="line">
              <a:avLst/>
            </a:prstGeom>
            <a:ln w="9525" cap="flat" cmpd="sng">
              <a:solidFill>
                <a:schemeClr val="tx1"/>
              </a:solidFill>
              <a:prstDash val="dash"/>
              <a:headEnd type="none" w="med" len="med"/>
              <a:tailEnd type="none" w="med" len="med"/>
            </a:ln>
          </p:spPr>
        </p:sp>
        <p:sp>
          <p:nvSpPr>
            <p:cNvPr id="85031" name="Line 88"/>
            <p:cNvSpPr/>
            <p:nvPr/>
          </p:nvSpPr>
          <p:spPr>
            <a:xfrm>
              <a:off x="3576" y="3168"/>
              <a:ext cx="0" cy="576"/>
            </a:xfrm>
            <a:prstGeom prst="line">
              <a:avLst/>
            </a:prstGeom>
            <a:ln w="9525" cap="flat" cmpd="sng">
              <a:solidFill>
                <a:schemeClr val="tx1"/>
              </a:solidFill>
              <a:prstDash val="dash"/>
              <a:headEnd type="none" w="med" len="med"/>
              <a:tailEnd type="none" w="med" len="med"/>
            </a:ln>
          </p:spPr>
        </p:sp>
        <p:sp>
          <p:nvSpPr>
            <p:cNvPr id="85032" name="Line 89"/>
            <p:cNvSpPr/>
            <p:nvPr/>
          </p:nvSpPr>
          <p:spPr>
            <a:xfrm>
              <a:off x="3720" y="3168"/>
              <a:ext cx="0" cy="576"/>
            </a:xfrm>
            <a:prstGeom prst="line">
              <a:avLst/>
            </a:prstGeom>
            <a:ln w="9525" cap="flat" cmpd="sng">
              <a:solidFill>
                <a:schemeClr val="tx1"/>
              </a:solidFill>
              <a:prstDash val="dash"/>
              <a:headEnd type="none" w="med" len="med"/>
              <a:tailEnd type="none" w="med" len="med"/>
            </a:ln>
          </p:spPr>
        </p:sp>
        <p:sp>
          <p:nvSpPr>
            <p:cNvPr id="85033" name="Line 90"/>
            <p:cNvSpPr/>
            <p:nvPr/>
          </p:nvSpPr>
          <p:spPr>
            <a:xfrm>
              <a:off x="3864" y="3168"/>
              <a:ext cx="0" cy="576"/>
            </a:xfrm>
            <a:prstGeom prst="line">
              <a:avLst/>
            </a:prstGeom>
            <a:ln w="9525" cap="flat" cmpd="sng">
              <a:solidFill>
                <a:schemeClr val="tx1"/>
              </a:solidFill>
              <a:prstDash val="dash"/>
              <a:headEnd type="none" w="med" len="med"/>
              <a:tailEnd type="none" w="med" len="med"/>
            </a:ln>
          </p:spPr>
        </p:sp>
        <p:sp>
          <p:nvSpPr>
            <p:cNvPr id="85034" name="Line 91"/>
            <p:cNvSpPr/>
            <p:nvPr/>
          </p:nvSpPr>
          <p:spPr>
            <a:xfrm>
              <a:off x="4008" y="3168"/>
              <a:ext cx="0" cy="576"/>
            </a:xfrm>
            <a:prstGeom prst="line">
              <a:avLst/>
            </a:prstGeom>
            <a:ln w="9525" cap="flat" cmpd="sng">
              <a:solidFill>
                <a:schemeClr val="tx1"/>
              </a:solidFill>
              <a:prstDash val="dash"/>
              <a:headEnd type="none" w="med" len="med"/>
              <a:tailEnd type="none" w="med" len="med"/>
            </a:ln>
          </p:spPr>
        </p:sp>
        <p:sp>
          <p:nvSpPr>
            <p:cNvPr id="85035" name="Line 92"/>
            <p:cNvSpPr/>
            <p:nvPr/>
          </p:nvSpPr>
          <p:spPr>
            <a:xfrm>
              <a:off x="4152" y="3168"/>
              <a:ext cx="0" cy="576"/>
            </a:xfrm>
            <a:prstGeom prst="line">
              <a:avLst/>
            </a:prstGeom>
            <a:ln w="9525" cap="flat" cmpd="sng">
              <a:solidFill>
                <a:schemeClr val="tx1"/>
              </a:solidFill>
              <a:prstDash val="dash"/>
              <a:headEnd type="none" w="med" len="med"/>
              <a:tailEnd type="none" w="med" len="med"/>
            </a:ln>
          </p:spPr>
        </p:sp>
        <p:sp>
          <p:nvSpPr>
            <p:cNvPr id="85036" name="Line 93"/>
            <p:cNvSpPr/>
            <p:nvPr/>
          </p:nvSpPr>
          <p:spPr>
            <a:xfrm>
              <a:off x="4296" y="3168"/>
              <a:ext cx="0" cy="576"/>
            </a:xfrm>
            <a:prstGeom prst="line">
              <a:avLst/>
            </a:prstGeom>
            <a:ln w="9525" cap="flat" cmpd="sng">
              <a:solidFill>
                <a:schemeClr val="tx1"/>
              </a:solidFill>
              <a:prstDash val="dash"/>
              <a:headEnd type="none" w="med" len="med"/>
              <a:tailEnd type="none" w="med" len="med"/>
            </a:ln>
          </p:spPr>
        </p:sp>
        <p:sp>
          <p:nvSpPr>
            <p:cNvPr id="85037" name="Line 94"/>
            <p:cNvSpPr/>
            <p:nvPr/>
          </p:nvSpPr>
          <p:spPr>
            <a:xfrm>
              <a:off x="4440" y="3168"/>
              <a:ext cx="0" cy="576"/>
            </a:xfrm>
            <a:prstGeom prst="line">
              <a:avLst/>
            </a:prstGeom>
            <a:ln w="9525" cap="flat" cmpd="sng">
              <a:solidFill>
                <a:schemeClr val="tx1"/>
              </a:solidFill>
              <a:prstDash val="dash"/>
              <a:headEnd type="none" w="med" len="med"/>
              <a:tailEnd type="none" w="med" len="med"/>
            </a:ln>
          </p:spPr>
        </p:sp>
        <p:sp>
          <p:nvSpPr>
            <p:cNvPr id="85038" name="Line 95"/>
            <p:cNvSpPr/>
            <p:nvPr/>
          </p:nvSpPr>
          <p:spPr>
            <a:xfrm>
              <a:off x="4584" y="3168"/>
              <a:ext cx="0" cy="576"/>
            </a:xfrm>
            <a:prstGeom prst="line">
              <a:avLst/>
            </a:prstGeom>
            <a:ln w="9525" cap="flat" cmpd="sng">
              <a:solidFill>
                <a:schemeClr val="tx1"/>
              </a:solidFill>
              <a:prstDash val="dash"/>
              <a:headEnd type="none" w="med" len="med"/>
              <a:tailEnd type="none" w="med" len="med"/>
            </a:ln>
          </p:spPr>
        </p:sp>
      </p:grpSp>
      <p:grpSp>
        <p:nvGrpSpPr>
          <p:cNvPr id="13" name="Group 99"/>
          <p:cNvGrpSpPr/>
          <p:nvPr/>
        </p:nvGrpSpPr>
        <p:grpSpPr>
          <a:xfrm>
            <a:off x="5368925" y="1257300"/>
            <a:ext cx="2709863" cy="952500"/>
            <a:chOff x="3477" y="216"/>
            <a:chExt cx="1707" cy="600"/>
          </a:xfrm>
        </p:grpSpPr>
        <p:grpSp>
          <p:nvGrpSpPr>
            <p:cNvPr id="85012" name="Group 100"/>
            <p:cNvGrpSpPr/>
            <p:nvPr/>
          </p:nvGrpSpPr>
          <p:grpSpPr>
            <a:xfrm>
              <a:off x="3477" y="528"/>
              <a:ext cx="1707" cy="288"/>
              <a:chOff x="3477" y="288"/>
              <a:chExt cx="1707" cy="288"/>
            </a:xfrm>
          </p:grpSpPr>
          <p:sp>
            <p:nvSpPr>
              <p:cNvPr id="85014" name="Text Box 101"/>
              <p:cNvSpPr txBox="1"/>
              <p:nvPr/>
            </p:nvSpPr>
            <p:spPr>
              <a:xfrm>
                <a:off x="3477" y="288"/>
                <a:ext cx="74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2400" dirty="0">
                    <a:latin typeface="Arial" panose="020B0604020202020204" pitchFamily="34" charset="0"/>
                    <a:ea typeface="宋体" panose="02010600030101010101" pitchFamily="2" charset="-122"/>
                  </a:rPr>
                  <a:t>4 users</a:t>
                </a:r>
                <a:endParaRPr lang="fr-FR" altLang="zh-CN" sz="2400" dirty="0">
                  <a:latin typeface="Arial" panose="020B0604020202020204" pitchFamily="34" charset="0"/>
                  <a:ea typeface="宋体" panose="02010600030101010101" pitchFamily="2" charset="-122"/>
                </a:endParaRPr>
              </a:p>
            </p:txBody>
          </p:sp>
          <p:sp>
            <p:nvSpPr>
              <p:cNvPr id="85015" name="Rectangle 102"/>
              <p:cNvSpPr/>
              <p:nvPr/>
            </p:nvSpPr>
            <p:spPr>
              <a:xfrm>
                <a:off x="4464" y="352"/>
                <a:ext cx="144" cy="144"/>
              </a:xfrm>
              <a:prstGeom prst="rect">
                <a:avLst/>
              </a:prstGeom>
              <a:solidFill>
                <a:srgbClr val="3366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16" name="Rectangle 103"/>
              <p:cNvSpPr/>
              <p:nvPr/>
            </p:nvSpPr>
            <p:spPr>
              <a:xfrm>
                <a:off x="4656" y="352"/>
                <a:ext cx="144" cy="144"/>
              </a:xfrm>
              <a:prstGeom prst="rect">
                <a:avLst/>
              </a:prstGeom>
              <a:solidFill>
                <a:srgbClr val="99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17" name="Rectangle 104"/>
              <p:cNvSpPr/>
              <p:nvPr/>
            </p:nvSpPr>
            <p:spPr>
              <a:xfrm>
                <a:off x="4848" y="352"/>
                <a:ext cx="144" cy="144"/>
              </a:xfrm>
              <a:prstGeom prst="rect">
                <a:avLst/>
              </a:prstGeom>
              <a:solidFill>
                <a:srgbClr val="FFCC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5018" name="Rectangle 105"/>
              <p:cNvSpPr/>
              <p:nvPr/>
            </p:nvSpPr>
            <p:spPr>
              <a:xfrm>
                <a:off x="5040" y="352"/>
                <a:ext cx="144" cy="144"/>
              </a:xfrm>
              <a:prstGeom prst="rect">
                <a:avLst/>
              </a:prstGeom>
              <a:solidFill>
                <a:srgbClr val="FF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85013" name="Text Box 106"/>
            <p:cNvSpPr txBox="1"/>
            <p:nvPr/>
          </p:nvSpPr>
          <p:spPr>
            <a:xfrm>
              <a:off x="3480" y="216"/>
              <a:ext cx="91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2400" dirty="0">
                  <a:latin typeface="Arial" panose="020B0604020202020204" pitchFamily="34" charset="0"/>
                  <a:ea typeface="宋体" panose="02010600030101010101" pitchFamily="2" charset="-122"/>
                </a:rPr>
                <a:t>Example:</a:t>
              </a:r>
              <a:endParaRPr lang="fr-FR" altLang="zh-CN" sz="2400" dirty="0">
                <a:latin typeface="Arial" panose="020B0604020202020204" pitchFamily="34" charset="0"/>
                <a:ea typeface="宋体" panose="02010600030101010101" pitchFamily="2" charset="-122"/>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5307"/>
                                        </p:tgtEl>
                                        <p:attrNameLst>
                                          <p:attrName>style.visibility</p:attrName>
                                        </p:attrNameLst>
                                      </p:cBhvr>
                                      <p:to>
                                        <p:strVal val="visible"/>
                                      </p:to>
                                    </p:set>
                                    <p:animEffect transition="in" filter="wipe(left)">
                                      <p:cBhvr>
                                        <p:cTn id="21" dur="500"/>
                                        <p:tgtEl>
                                          <p:spTgt spid="55307"/>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55308"/>
                                        </p:tgtEl>
                                        <p:attrNameLst>
                                          <p:attrName>style.visibility</p:attrName>
                                        </p:attrNameLst>
                                      </p:cBhvr>
                                      <p:to>
                                        <p:strVal val="visible"/>
                                      </p:to>
                                    </p:set>
                                    <p:animEffect transition="in" filter="wipe(left)">
                                      <p:cBhvr>
                                        <p:cTn id="25" dur="500"/>
                                        <p:tgtEl>
                                          <p:spTgt spid="55308"/>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55309"/>
                                        </p:tgtEl>
                                        <p:attrNameLst>
                                          <p:attrName>style.visibility</p:attrName>
                                        </p:attrNameLst>
                                      </p:cBhvr>
                                      <p:to>
                                        <p:strVal val="visible"/>
                                      </p:to>
                                    </p:set>
                                    <p:animEffect transition="in" filter="wipe(left)">
                                      <p:cBhvr>
                                        <p:cTn id="29" dur="500"/>
                                        <p:tgtEl>
                                          <p:spTgt spid="55309"/>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55310"/>
                                        </p:tgtEl>
                                        <p:attrNameLst>
                                          <p:attrName>style.visibility</p:attrName>
                                        </p:attrNameLst>
                                      </p:cBhvr>
                                      <p:to>
                                        <p:strVal val="visible"/>
                                      </p:to>
                                    </p:set>
                                    <p:animEffect transition="in" filter="wipe(left)">
                                      <p:cBhvr>
                                        <p:cTn id="33" dur="500"/>
                                        <p:tgtEl>
                                          <p:spTgt spid="55310"/>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up)">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up)">
                                      <p:cBhvr>
                                        <p:cTn id="47" dur="500"/>
                                        <p:tgtEl>
                                          <p:spTgt spid="5"/>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up)">
                                      <p:cBhvr>
                                        <p:cTn id="51" dur="500"/>
                                        <p:tgtEl>
                                          <p:spTgt spid="6"/>
                                        </p:tgtEl>
                                      </p:cBhvr>
                                    </p:animEffect>
                                  </p:childTnLst>
                                </p:cTn>
                              </p:par>
                            </p:childTnLst>
                          </p:cTn>
                        </p:par>
                        <p:par>
                          <p:cTn id="52" fill="hold">
                            <p:stCondLst>
                              <p:cond delay="1000"/>
                            </p:stCondLst>
                            <p:childTnLst>
                              <p:par>
                                <p:cTn id="53" presetID="22" presetClass="entr" presetSubtype="1" fill="hold"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ipe(up)">
                                      <p:cBhvr>
                                        <p:cTn id="55" dur="500"/>
                                        <p:tgtEl>
                                          <p:spTgt spid="7"/>
                                        </p:tgtEl>
                                      </p:cBhvr>
                                    </p:animEffect>
                                  </p:childTnLst>
                                </p:cTn>
                              </p:par>
                            </p:childTnLst>
                          </p:cTn>
                        </p:par>
                        <p:par>
                          <p:cTn id="56" fill="hold">
                            <p:stCondLst>
                              <p:cond delay="1500"/>
                            </p:stCondLst>
                            <p:childTnLst>
                              <p:par>
                                <p:cTn id="57" presetID="22" presetClass="entr" presetSubtype="1" fill="hold" nodeType="after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wipe(up)">
                                      <p:cBhvr>
                                        <p:cTn id="59" dur="500"/>
                                        <p:tgtEl>
                                          <p:spTgt spid="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ipe(left)">
                                      <p:cBhvr>
                                        <p:cTn id="64" dur="500"/>
                                        <p:tgtEl>
                                          <p:spTgt spid="1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wipe(up)">
                                      <p:cBhvr>
                                        <p:cTn id="6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7" grpId="0" animBg="1"/>
      <p:bldP spid="55308" grpId="0" animBg="1"/>
      <p:bldP spid="55309" grpId="0" animBg="1"/>
      <p:bldP spid="5531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87043"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8704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Numerical example</a:t>
            </a:r>
            <a:endParaRPr lang="en-US" altLang="zh-CN" dirty="0">
              <a:ea typeface="宋体" panose="02010600030101010101" pitchFamily="2" charset="-122"/>
            </a:endParaRPr>
          </a:p>
        </p:txBody>
      </p:sp>
      <p:sp>
        <p:nvSpPr>
          <p:cNvPr id="87045" name="Rectangle 3"/>
          <p:cNvSpPr>
            <a:spLocks noGrp="1"/>
          </p:cNvSpPr>
          <p:nvPr>
            <p:ph idx="1"/>
          </p:nvPr>
        </p:nvSpPr>
        <p:spPr/>
        <p:txBody>
          <a:bodyPr vert="horz" wrap="square" lIns="91440" tIns="45720" rIns="91440" bIns="45720" anchor="t" anchorCtr="0"/>
          <a:p>
            <a:r>
              <a:rPr lang="en-US" altLang="zh-CN" dirty="0">
                <a:solidFill>
                  <a:srgbClr val="FF0000"/>
                </a:solidFill>
                <a:ea typeface="宋体" panose="02010600030101010101" pitchFamily="2" charset="-122"/>
              </a:rPr>
              <a:t>How long does it take to send a file of 640,000 bits from host A to host B over a circuit-switched network?</a:t>
            </a:r>
            <a:endParaRPr lang="en-US" altLang="zh-CN" dirty="0">
              <a:solidFill>
                <a:srgbClr val="FF0000"/>
              </a:solidFill>
              <a:ea typeface="宋体" panose="02010600030101010101" pitchFamily="2" charset="-122"/>
            </a:endParaRPr>
          </a:p>
          <a:p>
            <a:pPr lvl="1"/>
            <a:r>
              <a:rPr lang="en-US" altLang="zh-CN" dirty="0">
                <a:ea typeface="宋体" panose="02010600030101010101" pitchFamily="2" charset="-122"/>
              </a:rPr>
              <a:t>All links are 1.536 Mbps</a:t>
            </a:r>
            <a:endParaRPr lang="en-US" altLang="zh-CN" dirty="0">
              <a:ea typeface="宋体" panose="02010600030101010101" pitchFamily="2" charset="-122"/>
            </a:endParaRPr>
          </a:p>
          <a:p>
            <a:pPr lvl="1"/>
            <a:r>
              <a:rPr lang="en-US" altLang="zh-CN" dirty="0">
                <a:ea typeface="宋体" panose="02010600030101010101" pitchFamily="2" charset="-122"/>
              </a:rPr>
              <a:t>Each link uses TDM with 24 slots/sec</a:t>
            </a:r>
            <a:endParaRPr lang="en-US" altLang="zh-CN" dirty="0">
              <a:ea typeface="宋体" panose="02010600030101010101" pitchFamily="2" charset="-122"/>
            </a:endParaRPr>
          </a:p>
          <a:p>
            <a:pPr lvl="1"/>
            <a:r>
              <a:rPr lang="en-US" altLang="zh-CN" dirty="0">
                <a:ea typeface="宋体" panose="02010600030101010101" pitchFamily="2" charset="-122"/>
              </a:rPr>
              <a:t>500 msec to establish end-to-end circuit</a:t>
            </a:r>
            <a:endParaRPr lang="en-US" altLang="zh-CN" dirty="0">
              <a:ea typeface="宋体" panose="02010600030101010101" pitchFamily="2" charset="-122"/>
            </a:endParaRPr>
          </a:p>
          <a:p>
            <a:pPr lvl="1"/>
            <a:endParaRPr lang="en-US" altLang="zh-CN" dirty="0">
              <a:ea typeface="宋体" panose="02010600030101010101" pitchFamily="2" charset="-122"/>
            </a:endParaRPr>
          </a:p>
          <a:p>
            <a:pPr>
              <a:buNone/>
            </a:pPr>
            <a:r>
              <a:rPr lang="en-US" altLang="zh-CN" dirty="0">
                <a:solidFill>
                  <a:schemeClr val="accent2"/>
                </a:solidFill>
                <a:ea typeface="宋体" panose="02010600030101010101" pitchFamily="2" charset="-122"/>
              </a:rPr>
              <a:t>Let’s work it out!</a:t>
            </a:r>
            <a:endParaRPr lang="en-US" altLang="zh-CN" dirty="0">
              <a:solidFill>
                <a:schemeClr val="accent2"/>
              </a:solidFill>
              <a:ea typeface="宋体" panose="02010600030101010101" pitchFamily="2" charset="-122"/>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90115"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9011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Network Core: Packet Switching</a:t>
            </a:r>
            <a:endParaRPr lang="en-US" altLang="zh-CN" dirty="0">
              <a:ea typeface="宋体" panose="02010600030101010101" pitchFamily="2" charset="-122"/>
            </a:endParaRPr>
          </a:p>
        </p:txBody>
      </p:sp>
      <p:sp>
        <p:nvSpPr>
          <p:cNvPr id="90117" name="Rectangle 3"/>
          <p:cNvSpPr>
            <a:spLocks noGrp="1"/>
          </p:cNvSpPr>
          <p:nvPr>
            <p:ph sz="half" idx="1"/>
          </p:nvPr>
        </p:nvSpPr>
        <p:spPr>
          <a:xfrm>
            <a:off x="533400" y="1371600"/>
            <a:ext cx="4343400" cy="3276600"/>
          </a:xfrm>
        </p:spPr>
        <p:txBody>
          <a:bodyPr vert="horz" wrap="square" lIns="91440" tIns="45720" rIns="91440" bIns="45720" anchor="t" anchorCtr="0"/>
          <a:p>
            <a:pPr>
              <a:buSzPct val="85000"/>
              <a:buFont typeface="Wingdings" panose="05000000000000000000" pitchFamily="2" charset="2"/>
              <a:buNone/>
            </a:pPr>
            <a:r>
              <a:rPr lang="en-US" altLang="zh-CN" sz="2400" dirty="0">
                <a:solidFill>
                  <a:srgbClr val="FF0000"/>
                </a:solidFill>
                <a:latin typeface="+mn-lt"/>
                <a:ea typeface="宋体" panose="02010600030101010101" pitchFamily="2" charset="-122"/>
                <a:cs typeface="+mn-cs"/>
              </a:rPr>
              <a:t>each end-end data stream divided into </a:t>
            </a:r>
            <a:r>
              <a:rPr lang="en-US" altLang="zh-CN" sz="2400" i="1" dirty="0">
                <a:solidFill>
                  <a:srgbClr val="FF0000"/>
                </a:solidFill>
                <a:latin typeface="+mn-lt"/>
                <a:ea typeface="宋体" panose="02010600030101010101" pitchFamily="2" charset="-122"/>
                <a:cs typeface="+mn-cs"/>
              </a:rPr>
              <a:t>packets</a:t>
            </a:r>
            <a:endParaRPr lang="en-US" altLang="zh-CN" sz="20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user A, B packets </a:t>
            </a:r>
            <a:r>
              <a:rPr lang="en-US" altLang="zh-CN" sz="2400" i="1" dirty="0">
                <a:latin typeface="+mn-lt"/>
                <a:ea typeface="宋体" panose="02010600030101010101" pitchFamily="2" charset="-122"/>
                <a:cs typeface="+mn-cs"/>
              </a:rPr>
              <a:t>share</a:t>
            </a:r>
            <a:r>
              <a:rPr lang="en-US" altLang="zh-CN" sz="2400" dirty="0">
                <a:latin typeface="+mn-lt"/>
                <a:ea typeface="宋体" panose="02010600030101010101" pitchFamily="2" charset="-122"/>
                <a:cs typeface="+mn-cs"/>
              </a:rPr>
              <a:t> network resources</a:t>
            </a:r>
            <a:r>
              <a:rPr lang="en-US" altLang="zh-CN" sz="2000" dirty="0">
                <a:latin typeface="+mn-lt"/>
                <a:ea typeface="宋体" panose="02010600030101010101" pitchFamily="2" charset="-122"/>
                <a:cs typeface="+mn-cs"/>
              </a:rPr>
              <a:t> </a:t>
            </a:r>
            <a:endParaRPr lang="en-US" altLang="zh-CN" sz="20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each packet uses full link bandwidth </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resources used </a:t>
            </a:r>
            <a:r>
              <a:rPr lang="en-US" altLang="zh-CN" sz="2400" i="1" dirty="0">
                <a:latin typeface="+mn-lt"/>
                <a:ea typeface="宋体" panose="02010600030101010101" pitchFamily="2" charset="-122"/>
                <a:cs typeface="+mn-cs"/>
              </a:rPr>
              <a:t>as needed</a:t>
            </a:r>
            <a:r>
              <a:rPr lang="en-US" altLang="zh-CN" sz="2400" dirty="0">
                <a:latin typeface="+mn-lt"/>
                <a:ea typeface="宋体" panose="02010600030101010101" pitchFamily="2" charset="-122"/>
                <a:cs typeface="+mn-cs"/>
              </a:rPr>
              <a:t> </a:t>
            </a:r>
            <a:endParaRPr lang="en-US" altLang="zh-CN" sz="2400" dirty="0">
              <a:latin typeface="+mn-lt"/>
              <a:ea typeface="宋体" panose="02010600030101010101" pitchFamily="2" charset="-122"/>
              <a:cs typeface="+mn-cs"/>
            </a:endParaRPr>
          </a:p>
          <a:p>
            <a:pPr>
              <a:buSzPct val="85000"/>
            </a:pPr>
            <a:endParaRPr lang="en-US" altLang="zh-CN" sz="2400" dirty="0">
              <a:latin typeface="+mn-lt"/>
              <a:ea typeface="宋体" panose="02010600030101010101" pitchFamily="2" charset="-122"/>
              <a:cs typeface="+mn-cs"/>
            </a:endParaRPr>
          </a:p>
          <a:p>
            <a:pPr>
              <a:buSzPct val="85000"/>
            </a:pPr>
            <a:endParaRPr lang="en-US" altLang="zh-CN" sz="2000" dirty="0">
              <a:latin typeface="+mn-lt"/>
              <a:ea typeface="宋体" panose="02010600030101010101" pitchFamily="2" charset="-122"/>
              <a:cs typeface="+mn-cs"/>
            </a:endParaRPr>
          </a:p>
        </p:txBody>
      </p:sp>
      <p:sp>
        <p:nvSpPr>
          <p:cNvPr id="90118" name="Rectangle 6"/>
          <p:cNvSpPr/>
          <p:nvPr/>
        </p:nvSpPr>
        <p:spPr>
          <a:xfrm>
            <a:off x="5029200" y="1371600"/>
            <a:ext cx="3886200" cy="46482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buNone/>
            </a:pPr>
            <a:r>
              <a:rPr lang="en-US" altLang="zh-CN" sz="2400" dirty="0">
                <a:solidFill>
                  <a:srgbClr val="FF0000"/>
                </a:solidFill>
                <a:ea typeface="宋体" panose="02010600030101010101" pitchFamily="2" charset="-122"/>
              </a:rPr>
              <a:t>resource contention:</a:t>
            </a:r>
            <a:r>
              <a:rPr lang="en-US" altLang="zh-CN" sz="2000" dirty="0">
                <a:ea typeface="宋体" panose="02010600030101010101" pitchFamily="2" charset="-122"/>
              </a:rPr>
              <a:t> </a:t>
            </a:r>
            <a:endParaRPr lang="en-US" altLang="zh-CN" sz="2000" dirty="0">
              <a:ea typeface="宋体" panose="02010600030101010101" pitchFamily="2" charset="-122"/>
            </a:endParaRPr>
          </a:p>
          <a:p>
            <a:pPr marL="342900" lvl="0" indent="-342900"/>
            <a:r>
              <a:rPr lang="en-US" altLang="zh-CN" sz="2400" dirty="0">
                <a:ea typeface="宋体" panose="02010600030101010101" pitchFamily="2" charset="-122"/>
              </a:rPr>
              <a:t>aggregate resource demand can exceed amount available</a:t>
            </a:r>
            <a:endParaRPr lang="en-US" altLang="zh-CN" sz="2400" dirty="0">
              <a:ea typeface="宋体" panose="02010600030101010101" pitchFamily="2" charset="-122"/>
            </a:endParaRPr>
          </a:p>
          <a:p>
            <a:pPr marL="342900" lvl="0" indent="-342900"/>
            <a:r>
              <a:rPr lang="en-US" altLang="zh-CN" sz="2400" dirty="0">
                <a:ea typeface="宋体" panose="02010600030101010101" pitchFamily="2" charset="-122"/>
              </a:rPr>
              <a:t>congestion: packets queue, wait for link use</a:t>
            </a:r>
            <a:endParaRPr lang="en-US" altLang="zh-CN" sz="2400" dirty="0">
              <a:ea typeface="宋体" panose="02010600030101010101" pitchFamily="2" charset="-122"/>
            </a:endParaRPr>
          </a:p>
          <a:p>
            <a:pPr marL="342900" lvl="0" indent="-342900"/>
            <a:r>
              <a:rPr lang="en-US" altLang="zh-CN" sz="2400" dirty="0">
                <a:ea typeface="宋体" panose="02010600030101010101" pitchFamily="2" charset="-122"/>
              </a:rPr>
              <a:t>store and forward: packets move one hop at a time</a:t>
            </a:r>
            <a:endParaRPr lang="en-US" altLang="zh-CN" sz="2400" dirty="0">
              <a:ea typeface="宋体" panose="02010600030101010101" pitchFamily="2" charset="-122"/>
            </a:endParaRPr>
          </a:p>
          <a:p>
            <a:pPr marL="742950" lvl="1" indent="-285750"/>
            <a:r>
              <a:rPr lang="en-US" altLang="zh-CN" sz="1800" dirty="0">
                <a:ea typeface="宋体" panose="02010600030101010101" pitchFamily="2" charset="-122"/>
              </a:rPr>
              <a:t>Node receives complete packet before forwarding</a:t>
            </a:r>
            <a:endParaRPr lang="en-US" altLang="zh-CN" sz="1800" dirty="0">
              <a:ea typeface="宋体" panose="02010600030101010101" pitchFamily="2" charset="-122"/>
            </a:endParaRPr>
          </a:p>
        </p:txBody>
      </p:sp>
      <p:grpSp>
        <p:nvGrpSpPr>
          <p:cNvPr id="90119" name="Group 10"/>
          <p:cNvGrpSpPr/>
          <p:nvPr/>
        </p:nvGrpSpPr>
        <p:grpSpPr>
          <a:xfrm>
            <a:off x="533400" y="4419600"/>
            <a:ext cx="4038600" cy="2209800"/>
            <a:chOff x="336" y="2496"/>
            <a:chExt cx="2544" cy="1392"/>
          </a:xfrm>
        </p:grpSpPr>
        <p:sp>
          <p:nvSpPr>
            <p:cNvPr id="90120" name="Rectangle 7"/>
            <p:cNvSpPr/>
            <p:nvPr/>
          </p:nvSpPr>
          <p:spPr>
            <a:xfrm>
              <a:off x="336" y="2784"/>
              <a:ext cx="2544" cy="816"/>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lgn="ctr">
                <a:buNone/>
              </a:pPr>
              <a:r>
                <a:rPr lang="en-US" altLang="zh-CN" sz="2000" dirty="0">
                  <a:ea typeface="宋体" panose="02010600030101010101" pitchFamily="2" charset="-122"/>
                </a:rPr>
                <a:t>Bandwidth division into “pieces”</a:t>
              </a:r>
              <a:endParaRPr lang="en-US" altLang="zh-CN" sz="2000" dirty="0">
                <a:ea typeface="宋体" panose="02010600030101010101" pitchFamily="2" charset="-122"/>
              </a:endParaRPr>
            </a:p>
            <a:p>
              <a:pPr marL="342900" lvl="0" indent="-342900" algn="ctr">
                <a:buNone/>
              </a:pPr>
              <a:r>
                <a:rPr lang="en-US" altLang="zh-CN" sz="2000" dirty="0">
                  <a:ea typeface="宋体" panose="02010600030101010101" pitchFamily="2" charset="-122"/>
                </a:rPr>
                <a:t>Dedicated allocation</a:t>
              </a:r>
              <a:endParaRPr lang="en-US" altLang="zh-CN" sz="2000" dirty="0">
                <a:ea typeface="宋体" panose="02010600030101010101" pitchFamily="2" charset="-122"/>
              </a:endParaRPr>
            </a:p>
            <a:p>
              <a:pPr marL="342900" lvl="0" indent="-342900" algn="ctr">
                <a:buNone/>
              </a:pPr>
              <a:r>
                <a:rPr lang="en-US" altLang="zh-CN" sz="2000" dirty="0">
                  <a:ea typeface="宋体" panose="02010600030101010101" pitchFamily="2" charset="-122"/>
                </a:rPr>
                <a:t>Resource reservation</a:t>
              </a:r>
              <a:endParaRPr lang="en-US" altLang="zh-CN" sz="2000" dirty="0">
                <a:ea typeface="宋体" panose="02010600030101010101" pitchFamily="2" charset="-122"/>
              </a:endParaRPr>
            </a:p>
          </p:txBody>
        </p:sp>
        <p:sp>
          <p:nvSpPr>
            <p:cNvPr id="90121" name="Oval 8"/>
            <p:cNvSpPr/>
            <p:nvPr/>
          </p:nvSpPr>
          <p:spPr>
            <a:xfrm>
              <a:off x="768" y="2496"/>
              <a:ext cx="1488" cy="1392"/>
            </a:xfrm>
            <a:prstGeom prst="ellipse">
              <a:avLst/>
            </a:prstGeom>
            <a:noFill/>
            <a:ln w="7620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0122" name="Line 9"/>
            <p:cNvSpPr/>
            <p:nvPr/>
          </p:nvSpPr>
          <p:spPr>
            <a:xfrm>
              <a:off x="1056" y="2640"/>
              <a:ext cx="960" cy="1056"/>
            </a:xfrm>
            <a:prstGeom prst="line">
              <a:avLst/>
            </a:prstGeom>
            <a:ln w="76200" cap="flat" cmpd="sng">
              <a:solidFill>
                <a:srgbClr val="FF0000"/>
              </a:solidFill>
              <a:prstDash val="solid"/>
              <a:headEnd type="none" w="med" len="med"/>
              <a:tailEnd type="none" w="med" len="med"/>
            </a:ln>
          </p:spPr>
        </p:sp>
      </p:gr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92163"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92164" name="Rectangle 2"/>
          <p:cNvSpPr>
            <a:spLocks noGrp="1"/>
          </p:cNvSpPr>
          <p:nvPr>
            <p:ph type="title"/>
          </p:nvPr>
        </p:nvSpPr>
        <p:spPr>
          <a:xfrm>
            <a:off x="533400" y="228600"/>
            <a:ext cx="8447088" cy="1143000"/>
          </a:xfrm>
        </p:spPr>
        <p:txBody>
          <a:bodyPr vert="horz" wrap="square" lIns="91440" tIns="45720" rIns="91440" bIns="45720" anchor="ctr" anchorCtr="0"/>
          <a:p>
            <a:r>
              <a:rPr lang="en-US" altLang="zh-CN" sz="3200" dirty="0">
                <a:ea typeface="宋体" panose="02010600030101010101" pitchFamily="2" charset="-122"/>
              </a:rPr>
              <a:t>Packet Switching: Statistical Multiplexing</a:t>
            </a:r>
            <a:endParaRPr lang="en-US" altLang="zh-CN" sz="3600" dirty="0">
              <a:ea typeface="宋体" panose="02010600030101010101" pitchFamily="2" charset="-122"/>
            </a:endParaRPr>
          </a:p>
        </p:txBody>
      </p:sp>
      <p:sp>
        <p:nvSpPr>
          <p:cNvPr id="92165" name="Rectangle 3"/>
          <p:cNvSpPr>
            <a:spLocks noGrp="1"/>
          </p:cNvSpPr>
          <p:nvPr>
            <p:ph sz="half" idx="1"/>
          </p:nvPr>
        </p:nvSpPr>
        <p:spPr>
          <a:xfrm>
            <a:off x="307975" y="5076825"/>
            <a:ext cx="8672513" cy="1524000"/>
          </a:xfrm>
        </p:spPr>
        <p:txBody>
          <a:bodyPr vert="horz" wrap="square" lIns="91440" tIns="45720" rIns="91440" bIns="45720" anchor="t" anchorCtr="0"/>
          <a:p>
            <a:pPr>
              <a:buSzPct val="85000"/>
              <a:buFont typeface="Wingdings" panose="05000000000000000000" pitchFamily="2" charset="2"/>
              <a:buNone/>
            </a:pPr>
            <a:r>
              <a:rPr lang="en-US" altLang="zh-CN" sz="2400" dirty="0">
                <a:latin typeface="+mn-lt"/>
                <a:ea typeface="宋体" panose="02010600030101010101" pitchFamily="2" charset="-122"/>
                <a:cs typeface="+mn-cs"/>
              </a:rPr>
              <a:t>Sequence of A &amp; B packets does not have fixed pattern, bandwidth shared on demand </a:t>
            </a:r>
            <a:r>
              <a:rPr lang="en-US" altLang="zh-CN" sz="2400" dirty="0">
                <a:latin typeface="+mn-lt"/>
                <a:ea typeface="宋体" panose="02010600030101010101" pitchFamily="2" charset="-122"/>
                <a:cs typeface="+mn-cs"/>
                <a:sym typeface="Monotype Sorts"/>
              </a:rPr>
              <a:t> </a:t>
            </a:r>
            <a:r>
              <a:rPr lang="en-US" altLang="zh-CN" sz="2400" b="1" i="1" dirty="0">
                <a:solidFill>
                  <a:srgbClr val="FF0000"/>
                </a:solidFill>
                <a:latin typeface="+mn-lt"/>
                <a:ea typeface="宋体" panose="02010600030101010101" pitchFamily="2" charset="-122"/>
                <a:cs typeface="+mn-cs"/>
                <a:sym typeface="Monotype Sorts"/>
              </a:rPr>
              <a:t>statistical multiplexing</a:t>
            </a:r>
            <a:r>
              <a:rPr lang="en-US" altLang="zh-CN" sz="2400" dirty="0">
                <a:latin typeface="+mn-lt"/>
                <a:ea typeface="宋体" panose="02010600030101010101" pitchFamily="2" charset="-122"/>
                <a:cs typeface="+mn-cs"/>
                <a:sym typeface="Monotype Sorts"/>
              </a:rPr>
              <a:t>.</a:t>
            </a:r>
            <a:endParaRPr lang="en-US" altLang="zh-CN" sz="2400" dirty="0">
              <a:latin typeface="+mn-lt"/>
              <a:ea typeface="宋体" panose="02010600030101010101" pitchFamily="2" charset="-122"/>
              <a:cs typeface="+mn-cs"/>
              <a:sym typeface="Monotype Sorts"/>
            </a:endParaRPr>
          </a:p>
          <a:p>
            <a:pPr>
              <a:buSzPct val="85000"/>
              <a:buFont typeface="Wingdings" panose="05000000000000000000" pitchFamily="2" charset="2"/>
              <a:buNone/>
            </a:pPr>
            <a:r>
              <a:rPr lang="en-US" altLang="zh-CN" sz="2400" dirty="0">
                <a:latin typeface="+mn-lt"/>
                <a:ea typeface="宋体" panose="02010600030101010101" pitchFamily="2" charset="-122"/>
                <a:cs typeface="+mn-cs"/>
                <a:sym typeface="Monotype Sorts"/>
              </a:rPr>
              <a:t>TDM: each host gets same slot in revolving TDM frame.</a:t>
            </a:r>
            <a:endParaRPr lang="en-US" altLang="zh-CN" sz="2400" dirty="0">
              <a:latin typeface="+mn-lt"/>
              <a:ea typeface="宋体" panose="02010600030101010101" pitchFamily="2" charset="-122"/>
              <a:cs typeface="+mn-cs"/>
            </a:endParaRPr>
          </a:p>
          <a:p>
            <a:pPr>
              <a:buSzPct val="85000"/>
            </a:pPr>
            <a:endParaRPr lang="en-US" altLang="zh-CN" sz="2400" dirty="0">
              <a:latin typeface="+mn-lt"/>
              <a:ea typeface="宋体" panose="02010600030101010101" pitchFamily="2" charset="-122"/>
              <a:cs typeface="+mn-cs"/>
            </a:endParaRPr>
          </a:p>
        </p:txBody>
      </p:sp>
      <p:graphicFrame>
        <p:nvGraphicFramePr>
          <p:cNvPr id="92166" name="Object 226"/>
          <p:cNvGraphicFramePr>
            <a:graphicFrameLocks noChangeAspect="1"/>
          </p:cNvGraphicFramePr>
          <p:nvPr/>
        </p:nvGraphicFramePr>
        <p:xfrm>
          <a:off x="1203325" y="2470150"/>
          <a:ext cx="646113" cy="533400"/>
        </p:xfrm>
        <a:graphic>
          <a:graphicData uri="http://schemas.openxmlformats.org/presentationml/2006/ole">
            <mc:AlternateContent xmlns:mc="http://schemas.openxmlformats.org/markup-compatibility/2006">
              <mc:Choice xmlns:v="urn:schemas-microsoft-com:vml" Requires="v">
                <p:oleObj spid="_x0000_s3151" name="" r:id="rId1" imgW="18192750" imgH="15087600" progId="MS_ClipArt_Gallery.2">
                  <p:embed/>
                </p:oleObj>
              </mc:Choice>
              <mc:Fallback>
                <p:oleObj name="" r:id="rId1" imgW="18192750" imgH="15087600" progId="MS_ClipArt_Gallery.2">
                  <p:embed/>
                  <p:pic>
                    <p:nvPicPr>
                      <p:cNvPr id="0" name="图片 3150"/>
                      <p:cNvPicPr/>
                      <p:nvPr/>
                    </p:nvPicPr>
                    <p:blipFill>
                      <a:blip r:embed="rId2"/>
                      <a:stretch>
                        <a:fillRect/>
                      </a:stretch>
                    </p:blipFill>
                    <p:spPr>
                      <a:xfrm>
                        <a:off x="1203325" y="2470150"/>
                        <a:ext cx="646113" cy="533400"/>
                      </a:xfrm>
                      <a:prstGeom prst="rect">
                        <a:avLst/>
                      </a:prstGeom>
                      <a:noFill/>
                      <a:ln w="38100">
                        <a:noFill/>
                        <a:miter/>
                      </a:ln>
                    </p:spPr>
                  </p:pic>
                </p:oleObj>
              </mc:Fallback>
            </mc:AlternateContent>
          </a:graphicData>
        </a:graphic>
      </p:graphicFrame>
      <p:sp>
        <p:nvSpPr>
          <p:cNvPr id="92167" name="Line 230"/>
          <p:cNvSpPr/>
          <p:nvPr/>
        </p:nvSpPr>
        <p:spPr>
          <a:xfrm>
            <a:off x="3538538" y="2303463"/>
            <a:ext cx="0" cy="228600"/>
          </a:xfrm>
          <a:prstGeom prst="line">
            <a:avLst/>
          </a:prstGeom>
          <a:ln w="12700">
            <a:noFill/>
          </a:ln>
        </p:spPr>
      </p:sp>
      <p:sp>
        <p:nvSpPr>
          <p:cNvPr id="92168" name="Oval 228"/>
          <p:cNvSpPr/>
          <p:nvPr/>
        </p:nvSpPr>
        <p:spPr>
          <a:xfrm>
            <a:off x="2320925" y="2333625"/>
            <a:ext cx="1198563" cy="369888"/>
          </a:xfrm>
          <a:prstGeom prst="ellipse">
            <a:avLst/>
          </a:prstGeom>
          <a:solidFill>
            <a:srgbClr val="B2B2B2"/>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69" name="Rectangle 231"/>
          <p:cNvSpPr/>
          <p:nvPr/>
        </p:nvSpPr>
        <p:spPr>
          <a:xfrm>
            <a:off x="2320925" y="2265363"/>
            <a:ext cx="1198563" cy="263525"/>
          </a:xfrm>
          <a:prstGeom prst="rect">
            <a:avLst/>
          </a:prstGeom>
          <a:solidFill>
            <a:srgbClr val="B2B2B2"/>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70" name="Oval 232"/>
          <p:cNvSpPr/>
          <p:nvPr/>
        </p:nvSpPr>
        <p:spPr>
          <a:xfrm>
            <a:off x="2330450" y="2036763"/>
            <a:ext cx="1198563" cy="430212"/>
          </a:xfrm>
          <a:prstGeom prst="ellipse">
            <a:avLst/>
          </a:prstGeom>
          <a:solidFill>
            <a:srgbClr val="B2B2B2"/>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92171" name="Group 242"/>
          <p:cNvGrpSpPr/>
          <p:nvPr/>
        </p:nvGrpSpPr>
        <p:grpSpPr>
          <a:xfrm>
            <a:off x="2676525" y="2066925"/>
            <a:ext cx="498475" cy="119063"/>
            <a:chOff x="2208" y="2184"/>
            <a:chExt cx="176" cy="69"/>
          </a:xfrm>
        </p:grpSpPr>
        <p:grpSp>
          <p:nvGrpSpPr>
            <p:cNvPr id="92245" name="Group 120"/>
            <p:cNvGrpSpPr/>
            <p:nvPr/>
          </p:nvGrpSpPr>
          <p:grpSpPr>
            <a:xfrm>
              <a:off x="2208" y="2185"/>
              <a:ext cx="176" cy="68"/>
              <a:chOff x="2848" y="848"/>
              <a:chExt cx="140" cy="98"/>
            </a:xfrm>
          </p:grpSpPr>
          <p:sp>
            <p:nvSpPr>
              <p:cNvPr id="92250" name="Line 12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2251" name="Line 12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2252" name="Line 12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2246" name="Group 124"/>
            <p:cNvGrpSpPr/>
            <p:nvPr/>
          </p:nvGrpSpPr>
          <p:grpSpPr>
            <a:xfrm flipV="1">
              <a:off x="2208" y="2184"/>
              <a:ext cx="176" cy="68"/>
              <a:chOff x="2848" y="848"/>
              <a:chExt cx="140" cy="98"/>
            </a:xfrm>
          </p:grpSpPr>
          <p:sp>
            <p:nvSpPr>
              <p:cNvPr id="92247" name="Line 12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2248" name="Line 12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2249" name="Line 12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92172" name="Oval 246"/>
          <p:cNvSpPr/>
          <p:nvPr/>
        </p:nvSpPr>
        <p:spPr>
          <a:xfrm>
            <a:off x="5416550" y="2352675"/>
            <a:ext cx="1198563" cy="369888"/>
          </a:xfrm>
          <a:prstGeom prst="ellipse">
            <a:avLst/>
          </a:prstGeom>
          <a:solidFill>
            <a:srgbClr val="B2B2B2"/>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73" name="Line 247"/>
          <p:cNvSpPr/>
          <p:nvPr/>
        </p:nvSpPr>
        <p:spPr>
          <a:xfrm>
            <a:off x="5426075" y="2332038"/>
            <a:ext cx="0" cy="228600"/>
          </a:xfrm>
          <a:prstGeom prst="line">
            <a:avLst/>
          </a:prstGeom>
          <a:ln w="12700" cap="flat" cmpd="sng">
            <a:solidFill>
              <a:schemeClr val="tx1"/>
            </a:solidFill>
            <a:prstDash val="solid"/>
            <a:headEnd type="none" w="med" len="med"/>
            <a:tailEnd type="none" w="med" len="med"/>
          </a:ln>
        </p:spPr>
      </p:sp>
      <p:sp>
        <p:nvSpPr>
          <p:cNvPr id="92174" name="Rectangle 248"/>
          <p:cNvSpPr/>
          <p:nvPr/>
        </p:nvSpPr>
        <p:spPr>
          <a:xfrm>
            <a:off x="5426075" y="2293938"/>
            <a:ext cx="1198563" cy="263525"/>
          </a:xfrm>
          <a:prstGeom prst="rect">
            <a:avLst/>
          </a:prstGeom>
          <a:solidFill>
            <a:srgbClr val="B2B2B2"/>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75" name="Oval 249"/>
          <p:cNvSpPr/>
          <p:nvPr/>
        </p:nvSpPr>
        <p:spPr>
          <a:xfrm>
            <a:off x="5435600" y="2065338"/>
            <a:ext cx="1198563" cy="430212"/>
          </a:xfrm>
          <a:prstGeom prst="ellipse">
            <a:avLst/>
          </a:prstGeom>
          <a:solidFill>
            <a:srgbClr val="B2B2B2"/>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aphicFrame>
        <p:nvGraphicFramePr>
          <p:cNvPr id="92176" name="Object 274"/>
          <p:cNvGraphicFramePr>
            <a:graphicFrameLocks noChangeAspect="1"/>
          </p:cNvGraphicFramePr>
          <p:nvPr/>
        </p:nvGraphicFramePr>
        <p:xfrm>
          <a:off x="7004050" y="1546225"/>
          <a:ext cx="646113" cy="533400"/>
        </p:xfrm>
        <a:graphic>
          <a:graphicData uri="http://schemas.openxmlformats.org/presentationml/2006/ole">
            <mc:AlternateContent xmlns:mc="http://schemas.openxmlformats.org/markup-compatibility/2006">
              <mc:Choice xmlns:v="urn:schemas-microsoft-com:vml" Requires="v">
                <p:oleObj spid="_x0000_s3153" name="" r:id="rId3" imgW="18192750" imgH="15087600" progId="MS_ClipArt_Gallery.2">
                  <p:embed/>
                </p:oleObj>
              </mc:Choice>
              <mc:Fallback>
                <p:oleObj name="" r:id="rId3" imgW="18192750" imgH="15087600" progId="MS_ClipArt_Gallery.2">
                  <p:embed/>
                  <p:pic>
                    <p:nvPicPr>
                      <p:cNvPr id="0" name="图片 3152"/>
                      <p:cNvPicPr/>
                      <p:nvPr/>
                    </p:nvPicPr>
                    <p:blipFill>
                      <a:blip r:embed="rId2"/>
                      <a:stretch>
                        <a:fillRect/>
                      </a:stretch>
                    </p:blipFill>
                    <p:spPr>
                      <a:xfrm>
                        <a:off x="7004050" y="1546225"/>
                        <a:ext cx="646113" cy="533400"/>
                      </a:xfrm>
                      <a:prstGeom prst="rect">
                        <a:avLst/>
                      </a:prstGeom>
                      <a:noFill/>
                      <a:ln w="38100">
                        <a:noFill/>
                        <a:miter/>
                      </a:ln>
                    </p:spPr>
                  </p:pic>
                </p:oleObj>
              </mc:Fallback>
            </mc:AlternateContent>
          </a:graphicData>
        </a:graphic>
      </p:graphicFrame>
      <p:graphicFrame>
        <p:nvGraphicFramePr>
          <p:cNvPr id="92177" name="Object 275"/>
          <p:cNvGraphicFramePr>
            <a:graphicFrameLocks noChangeAspect="1"/>
          </p:cNvGraphicFramePr>
          <p:nvPr/>
        </p:nvGraphicFramePr>
        <p:xfrm>
          <a:off x="965200" y="1565275"/>
          <a:ext cx="646113" cy="533400"/>
        </p:xfrm>
        <a:graphic>
          <a:graphicData uri="http://schemas.openxmlformats.org/presentationml/2006/ole">
            <mc:AlternateContent xmlns:mc="http://schemas.openxmlformats.org/markup-compatibility/2006">
              <mc:Choice xmlns:v="urn:schemas-microsoft-com:vml" Requires="v">
                <p:oleObj spid="_x0000_s3152" name="" r:id="rId4" imgW="18192750" imgH="15087600" progId="MS_ClipArt_Gallery.2">
                  <p:embed/>
                </p:oleObj>
              </mc:Choice>
              <mc:Fallback>
                <p:oleObj name="" r:id="rId4" imgW="18192750" imgH="15087600" progId="MS_ClipArt_Gallery.2">
                  <p:embed/>
                  <p:pic>
                    <p:nvPicPr>
                      <p:cNvPr id="0" name="图片 3151"/>
                      <p:cNvPicPr/>
                      <p:nvPr/>
                    </p:nvPicPr>
                    <p:blipFill>
                      <a:blip r:embed="rId2"/>
                      <a:stretch>
                        <a:fillRect/>
                      </a:stretch>
                    </p:blipFill>
                    <p:spPr>
                      <a:xfrm>
                        <a:off x="965200" y="1565275"/>
                        <a:ext cx="646113" cy="533400"/>
                      </a:xfrm>
                      <a:prstGeom prst="rect">
                        <a:avLst/>
                      </a:prstGeom>
                      <a:noFill/>
                      <a:ln w="38100">
                        <a:noFill/>
                        <a:miter/>
                      </a:ln>
                    </p:spPr>
                  </p:pic>
                </p:oleObj>
              </mc:Fallback>
            </mc:AlternateContent>
          </a:graphicData>
        </a:graphic>
      </p:graphicFrame>
      <p:sp>
        <p:nvSpPr>
          <p:cNvPr id="92178" name="Line 276"/>
          <p:cNvSpPr/>
          <p:nvPr/>
        </p:nvSpPr>
        <p:spPr>
          <a:xfrm>
            <a:off x="1590675" y="1971675"/>
            <a:ext cx="504825" cy="0"/>
          </a:xfrm>
          <a:prstGeom prst="line">
            <a:avLst/>
          </a:prstGeom>
          <a:ln w="19050" cap="flat" cmpd="sng">
            <a:solidFill>
              <a:schemeClr val="tx1"/>
            </a:solidFill>
            <a:prstDash val="solid"/>
            <a:headEnd type="none" w="med" len="med"/>
            <a:tailEnd type="none" w="med" len="med"/>
          </a:ln>
        </p:spPr>
      </p:sp>
      <p:sp>
        <p:nvSpPr>
          <p:cNvPr id="92179" name="Line 277"/>
          <p:cNvSpPr/>
          <p:nvPr/>
        </p:nvSpPr>
        <p:spPr>
          <a:xfrm flipV="1">
            <a:off x="1895475" y="2957513"/>
            <a:ext cx="195263" cy="4762"/>
          </a:xfrm>
          <a:prstGeom prst="line">
            <a:avLst/>
          </a:prstGeom>
          <a:ln w="19050" cap="flat" cmpd="sng">
            <a:solidFill>
              <a:schemeClr val="tx1"/>
            </a:solidFill>
            <a:prstDash val="solid"/>
            <a:headEnd type="none" w="med" len="med"/>
            <a:tailEnd type="none" w="med" len="med"/>
          </a:ln>
        </p:spPr>
      </p:sp>
      <p:sp>
        <p:nvSpPr>
          <p:cNvPr id="92180" name="Line 278"/>
          <p:cNvSpPr/>
          <p:nvPr/>
        </p:nvSpPr>
        <p:spPr>
          <a:xfrm>
            <a:off x="3514725" y="2390775"/>
            <a:ext cx="1933575" cy="9525"/>
          </a:xfrm>
          <a:prstGeom prst="line">
            <a:avLst/>
          </a:prstGeom>
          <a:ln w="19050" cap="flat" cmpd="sng">
            <a:solidFill>
              <a:schemeClr val="tx1"/>
            </a:solidFill>
            <a:prstDash val="solid"/>
            <a:headEnd type="none" w="med" len="med"/>
            <a:tailEnd type="none" w="med" len="med"/>
          </a:ln>
        </p:spPr>
      </p:sp>
      <p:sp>
        <p:nvSpPr>
          <p:cNvPr id="92181" name="Line 279"/>
          <p:cNvSpPr/>
          <p:nvPr/>
        </p:nvSpPr>
        <p:spPr>
          <a:xfrm flipV="1">
            <a:off x="5619750" y="2724150"/>
            <a:ext cx="142875" cy="657225"/>
          </a:xfrm>
          <a:prstGeom prst="line">
            <a:avLst/>
          </a:prstGeom>
          <a:ln w="19050" cap="flat" cmpd="sng">
            <a:solidFill>
              <a:schemeClr val="tx1"/>
            </a:solidFill>
            <a:prstDash val="solid"/>
            <a:headEnd type="none" w="med" len="med"/>
            <a:tailEnd type="none" w="med" len="med"/>
          </a:ln>
        </p:spPr>
      </p:sp>
      <p:sp>
        <p:nvSpPr>
          <p:cNvPr id="92182" name="Line 280"/>
          <p:cNvSpPr/>
          <p:nvPr/>
        </p:nvSpPr>
        <p:spPr>
          <a:xfrm flipV="1">
            <a:off x="6591300" y="1952625"/>
            <a:ext cx="504825" cy="266700"/>
          </a:xfrm>
          <a:prstGeom prst="line">
            <a:avLst/>
          </a:prstGeom>
          <a:ln w="19050" cap="flat" cmpd="sng">
            <a:solidFill>
              <a:schemeClr val="tx1"/>
            </a:solidFill>
            <a:prstDash val="solid"/>
            <a:headEnd type="none" w="med" len="med"/>
            <a:tailEnd type="none" w="med" len="med"/>
          </a:ln>
        </p:spPr>
      </p:sp>
      <p:sp>
        <p:nvSpPr>
          <p:cNvPr id="92183" name="Line 284"/>
          <p:cNvSpPr/>
          <p:nvPr/>
        </p:nvSpPr>
        <p:spPr>
          <a:xfrm flipH="1">
            <a:off x="2095500" y="1962150"/>
            <a:ext cx="0" cy="1000125"/>
          </a:xfrm>
          <a:prstGeom prst="line">
            <a:avLst/>
          </a:prstGeom>
          <a:ln w="19050" cap="flat" cmpd="sng">
            <a:solidFill>
              <a:schemeClr val="tx1"/>
            </a:solidFill>
            <a:prstDash val="solid"/>
            <a:headEnd type="none" w="med" len="med"/>
            <a:tailEnd type="none" w="med" len="med"/>
          </a:ln>
        </p:spPr>
      </p:sp>
      <p:sp>
        <p:nvSpPr>
          <p:cNvPr id="92184" name="Line 285"/>
          <p:cNvSpPr/>
          <p:nvPr/>
        </p:nvSpPr>
        <p:spPr>
          <a:xfrm>
            <a:off x="2105025" y="2395538"/>
            <a:ext cx="200025" cy="0"/>
          </a:xfrm>
          <a:prstGeom prst="line">
            <a:avLst/>
          </a:prstGeom>
          <a:ln w="19050" cap="flat" cmpd="sng">
            <a:solidFill>
              <a:schemeClr val="tx1"/>
            </a:solidFill>
            <a:prstDash val="solid"/>
            <a:headEnd type="none" w="med" len="med"/>
            <a:tailEnd type="none" w="med" len="med"/>
          </a:ln>
        </p:spPr>
      </p:sp>
      <p:sp>
        <p:nvSpPr>
          <p:cNvPr id="92185" name="Rectangle 287"/>
          <p:cNvSpPr/>
          <p:nvPr/>
        </p:nvSpPr>
        <p:spPr>
          <a:xfrm>
            <a:off x="3548063" y="2185988"/>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86" name="Rectangle 288"/>
          <p:cNvSpPr/>
          <p:nvPr/>
        </p:nvSpPr>
        <p:spPr>
          <a:xfrm>
            <a:off x="3709988" y="2185988"/>
            <a:ext cx="147637" cy="2000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87" name="Rectangle 289"/>
          <p:cNvSpPr/>
          <p:nvPr/>
        </p:nvSpPr>
        <p:spPr>
          <a:xfrm>
            <a:off x="3871913" y="2185988"/>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88" name="Rectangle 290"/>
          <p:cNvSpPr/>
          <p:nvPr/>
        </p:nvSpPr>
        <p:spPr>
          <a:xfrm>
            <a:off x="4033838" y="2185988"/>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89" name="Rectangle 291"/>
          <p:cNvSpPr/>
          <p:nvPr/>
        </p:nvSpPr>
        <p:spPr>
          <a:xfrm>
            <a:off x="4195763" y="2185988"/>
            <a:ext cx="147637" cy="2000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90" name="Rectangle 292"/>
          <p:cNvSpPr/>
          <p:nvPr/>
        </p:nvSpPr>
        <p:spPr>
          <a:xfrm>
            <a:off x="4567238" y="2185988"/>
            <a:ext cx="147637" cy="2000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91" name="Rectangle 293"/>
          <p:cNvSpPr/>
          <p:nvPr/>
        </p:nvSpPr>
        <p:spPr>
          <a:xfrm>
            <a:off x="5005388" y="2181225"/>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92192" name="Group 311"/>
          <p:cNvGrpSpPr/>
          <p:nvPr/>
        </p:nvGrpSpPr>
        <p:grpSpPr>
          <a:xfrm>
            <a:off x="2857500" y="2262188"/>
            <a:ext cx="633413" cy="200025"/>
            <a:chOff x="1800" y="1425"/>
            <a:chExt cx="399" cy="126"/>
          </a:xfrm>
        </p:grpSpPr>
        <p:sp>
          <p:nvSpPr>
            <p:cNvPr id="92241" name="Rectangle 294"/>
            <p:cNvSpPr/>
            <p:nvPr/>
          </p:nvSpPr>
          <p:spPr>
            <a:xfrm>
              <a:off x="1800" y="1425"/>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42" name="Rectangle 295"/>
            <p:cNvSpPr/>
            <p:nvPr/>
          </p:nvSpPr>
          <p:spPr>
            <a:xfrm>
              <a:off x="1902" y="1425"/>
              <a:ext cx="93" cy="12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43" name="Rectangle 296"/>
            <p:cNvSpPr/>
            <p:nvPr/>
          </p:nvSpPr>
          <p:spPr>
            <a:xfrm>
              <a:off x="2004" y="1425"/>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44" name="Rectangle 297"/>
            <p:cNvSpPr/>
            <p:nvPr/>
          </p:nvSpPr>
          <p:spPr>
            <a:xfrm>
              <a:off x="2106" y="1425"/>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92193" name="Rectangle 298"/>
          <p:cNvSpPr/>
          <p:nvPr/>
        </p:nvSpPr>
        <p:spPr>
          <a:xfrm>
            <a:off x="2128838" y="2162175"/>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94" name="Rectangle 299"/>
          <p:cNvSpPr/>
          <p:nvPr/>
        </p:nvSpPr>
        <p:spPr>
          <a:xfrm>
            <a:off x="1909763" y="2733675"/>
            <a:ext cx="147637" cy="2000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195" name="Line 300"/>
          <p:cNvSpPr/>
          <p:nvPr/>
        </p:nvSpPr>
        <p:spPr>
          <a:xfrm>
            <a:off x="2305050" y="2266950"/>
            <a:ext cx="242888" cy="4763"/>
          </a:xfrm>
          <a:prstGeom prst="line">
            <a:avLst/>
          </a:prstGeom>
          <a:ln w="9525" cap="flat" cmpd="sng">
            <a:solidFill>
              <a:schemeClr val="tx1"/>
            </a:solidFill>
            <a:prstDash val="solid"/>
            <a:headEnd type="none" w="med" len="med"/>
            <a:tailEnd type="triangle" w="med" len="med"/>
          </a:ln>
        </p:spPr>
      </p:sp>
      <p:sp>
        <p:nvSpPr>
          <p:cNvPr id="92196" name="Line 301"/>
          <p:cNvSpPr/>
          <p:nvPr/>
        </p:nvSpPr>
        <p:spPr>
          <a:xfrm flipV="1">
            <a:off x="1971675" y="2543175"/>
            <a:ext cx="0" cy="176213"/>
          </a:xfrm>
          <a:prstGeom prst="line">
            <a:avLst/>
          </a:prstGeom>
          <a:ln w="9525" cap="flat" cmpd="sng">
            <a:solidFill>
              <a:schemeClr val="tx1"/>
            </a:solidFill>
            <a:prstDash val="solid"/>
            <a:headEnd type="none" w="med" len="med"/>
            <a:tailEnd type="triangle" w="med" len="med"/>
          </a:ln>
        </p:spPr>
      </p:sp>
      <p:sp>
        <p:nvSpPr>
          <p:cNvPr id="92197" name="Line 302"/>
          <p:cNvSpPr/>
          <p:nvPr/>
        </p:nvSpPr>
        <p:spPr>
          <a:xfrm>
            <a:off x="3929063" y="2076450"/>
            <a:ext cx="1062037" cy="0"/>
          </a:xfrm>
          <a:prstGeom prst="line">
            <a:avLst/>
          </a:prstGeom>
          <a:ln w="9525" cap="flat" cmpd="sng">
            <a:solidFill>
              <a:schemeClr val="tx1"/>
            </a:solidFill>
            <a:prstDash val="solid"/>
            <a:headEnd type="none" w="med" len="med"/>
            <a:tailEnd type="triangle" w="med" len="med"/>
          </a:ln>
        </p:spPr>
      </p:sp>
      <p:sp>
        <p:nvSpPr>
          <p:cNvPr id="92198" name="Text Box 303"/>
          <p:cNvSpPr txBox="1"/>
          <p:nvPr/>
        </p:nvSpPr>
        <p:spPr>
          <a:xfrm>
            <a:off x="612775" y="1589088"/>
            <a:ext cx="4064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chemeClr val="accent1"/>
                </a:solidFill>
                <a:ea typeface="宋体" panose="02010600030101010101" pitchFamily="2" charset="-122"/>
              </a:rPr>
              <a:t>A</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92199" name="Text Box 304"/>
          <p:cNvSpPr txBox="1"/>
          <p:nvPr/>
        </p:nvSpPr>
        <p:spPr>
          <a:xfrm>
            <a:off x="889000" y="2608263"/>
            <a:ext cx="3762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B</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92200" name="Text Box 305"/>
          <p:cNvSpPr txBox="1"/>
          <p:nvPr/>
        </p:nvSpPr>
        <p:spPr>
          <a:xfrm>
            <a:off x="6604000" y="1465263"/>
            <a:ext cx="3683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ea typeface="宋体" panose="02010600030101010101" pitchFamily="2" charset="-122"/>
              </a:rPr>
              <a:t>C</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92201" name="Text Box 308"/>
          <p:cNvSpPr txBox="1"/>
          <p:nvPr/>
        </p:nvSpPr>
        <p:spPr>
          <a:xfrm>
            <a:off x="1612900" y="1312863"/>
            <a:ext cx="13144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100 Mb/s</a:t>
            </a: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Ethernet</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92202" name="Text Box 309"/>
          <p:cNvSpPr txBox="1"/>
          <p:nvPr/>
        </p:nvSpPr>
        <p:spPr>
          <a:xfrm>
            <a:off x="3756025" y="2427288"/>
            <a:ext cx="12223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1.5 Mb/s</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92203" name="Text Box 310"/>
          <p:cNvSpPr txBox="1"/>
          <p:nvPr/>
        </p:nvSpPr>
        <p:spPr>
          <a:xfrm>
            <a:off x="6022975" y="2994025"/>
            <a:ext cx="184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solidFill>
                <a:schemeClr val="accent1"/>
              </a:solidFill>
              <a:latin typeface="Times New Roman" panose="02020603050405020304" pitchFamily="18" charset="0"/>
              <a:ea typeface="宋体" panose="02010600030101010101" pitchFamily="2" charset="-122"/>
            </a:endParaRPr>
          </a:p>
        </p:txBody>
      </p:sp>
      <p:sp>
        <p:nvSpPr>
          <p:cNvPr id="92204" name="Rectangle 313"/>
          <p:cNvSpPr/>
          <p:nvPr/>
        </p:nvSpPr>
        <p:spPr>
          <a:xfrm>
            <a:off x="5467350" y="2205038"/>
            <a:ext cx="147638" cy="200025"/>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05" name="Rectangle 314"/>
          <p:cNvSpPr/>
          <p:nvPr/>
        </p:nvSpPr>
        <p:spPr>
          <a:xfrm>
            <a:off x="5629275" y="2205038"/>
            <a:ext cx="147638" cy="200025"/>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06" name="Rectangle 315"/>
          <p:cNvSpPr/>
          <p:nvPr/>
        </p:nvSpPr>
        <p:spPr>
          <a:xfrm>
            <a:off x="5791200" y="2205038"/>
            <a:ext cx="147638" cy="200025"/>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92207" name="Group 319"/>
          <p:cNvGrpSpPr/>
          <p:nvPr/>
        </p:nvGrpSpPr>
        <p:grpSpPr>
          <a:xfrm rot="-1962567">
            <a:off x="5715000" y="2424113"/>
            <a:ext cx="633413" cy="200025"/>
            <a:chOff x="4176" y="2211"/>
            <a:chExt cx="399" cy="126"/>
          </a:xfrm>
        </p:grpSpPr>
        <p:sp>
          <p:nvSpPr>
            <p:cNvPr id="92237" name="Rectangle 320"/>
            <p:cNvSpPr/>
            <p:nvPr/>
          </p:nvSpPr>
          <p:spPr>
            <a:xfrm>
              <a:off x="4176" y="2211"/>
              <a:ext cx="93" cy="12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38" name="Rectangle 321"/>
            <p:cNvSpPr/>
            <p:nvPr/>
          </p:nvSpPr>
          <p:spPr>
            <a:xfrm>
              <a:off x="4278" y="2211"/>
              <a:ext cx="93" cy="12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39" name="Rectangle 322"/>
            <p:cNvSpPr/>
            <p:nvPr/>
          </p:nvSpPr>
          <p:spPr>
            <a:xfrm>
              <a:off x="4380" y="2211"/>
              <a:ext cx="93" cy="12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40" name="Rectangle 323"/>
            <p:cNvSpPr/>
            <p:nvPr/>
          </p:nvSpPr>
          <p:spPr>
            <a:xfrm>
              <a:off x="4482" y="2211"/>
              <a:ext cx="93" cy="12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92208" name="Group 331"/>
          <p:cNvGrpSpPr/>
          <p:nvPr/>
        </p:nvGrpSpPr>
        <p:grpSpPr>
          <a:xfrm>
            <a:off x="3679825" y="3341688"/>
            <a:ext cx="3117850" cy="1471612"/>
            <a:chOff x="1646" y="2009"/>
            <a:chExt cx="1964" cy="927"/>
          </a:xfrm>
        </p:grpSpPr>
        <p:graphicFrame>
          <p:nvGraphicFramePr>
            <p:cNvPr id="92212" name="Object 11"/>
            <p:cNvGraphicFramePr>
              <a:graphicFrameLocks noChangeAspect="1"/>
            </p:cNvGraphicFramePr>
            <p:nvPr/>
          </p:nvGraphicFramePr>
          <p:xfrm>
            <a:off x="2960" y="2600"/>
            <a:ext cx="407" cy="336"/>
          </p:xfrm>
          <a:graphic>
            <a:graphicData uri="http://schemas.openxmlformats.org/presentationml/2006/ole">
              <mc:AlternateContent xmlns:mc="http://schemas.openxmlformats.org/markup-compatibility/2006">
                <mc:Choice xmlns:v="urn:schemas-microsoft-com:vml" Requires="v">
                  <p:oleObj spid="_x0000_s3154" name="" r:id="rId5" imgW="18192750" imgH="15087600" progId="MS_ClipArt_Gallery.2">
                    <p:embed/>
                  </p:oleObj>
                </mc:Choice>
                <mc:Fallback>
                  <p:oleObj name="" r:id="rId5" imgW="18192750" imgH="15087600" progId="MS_ClipArt_Gallery.2">
                    <p:embed/>
                    <p:pic>
                      <p:nvPicPr>
                        <p:cNvPr id="0" name="图片 3153"/>
                        <p:cNvPicPr/>
                        <p:nvPr/>
                      </p:nvPicPr>
                      <p:blipFill>
                        <a:blip r:embed="rId2"/>
                        <a:stretch>
                          <a:fillRect/>
                        </a:stretch>
                      </p:blipFill>
                      <p:spPr>
                        <a:xfrm>
                          <a:off x="2960" y="2600"/>
                          <a:ext cx="407" cy="336"/>
                        </a:xfrm>
                        <a:prstGeom prst="rect">
                          <a:avLst/>
                        </a:prstGeom>
                        <a:noFill/>
                        <a:ln w="38100">
                          <a:noFill/>
                          <a:miter/>
                        </a:ln>
                      </p:spPr>
                    </p:pic>
                  </p:oleObj>
                </mc:Fallback>
              </mc:AlternateContent>
            </a:graphicData>
          </a:graphic>
        </p:graphicFrame>
        <p:grpSp>
          <p:nvGrpSpPr>
            <p:cNvPr id="92213" name="Group 259"/>
            <p:cNvGrpSpPr/>
            <p:nvPr/>
          </p:nvGrpSpPr>
          <p:grpSpPr>
            <a:xfrm>
              <a:off x="2428" y="2009"/>
              <a:ext cx="761" cy="420"/>
              <a:chOff x="1462" y="1283"/>
              <a:chExt cx="761" cy="420"/>
            </a:xfrm>
          </p:grpSpPr>
          <p:sp>
            <p:nvSpPr>
              <p:cNvPr id="92224" name="Oval 260"/>
              <p:cNvSpPr/>
              <p:nvPr/>
            </p:nvSpPr>
            <p:spPr>
              <a:xfrm>
                <a:off x="1462" y="1470"/>
                <a:ext cx="755" cy="233"/>
              </a:xfrm>
              <a:prstGeom prst="ellipse">
                <a:avLst/>
              </a:prstGeom>
              <a:solidFill>
                <a:srgbClr val="B2B2B2"/>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25" name="Line 261"/>
              <p:cNvSpPr/>
              <p:nvPr/>
            </p:nvSpPr>
            <p:spPr>
              <a:xfrm>
                <a:off x="1462" y="1451"/>
                <a:ext cx="0" cy="144"/>
              </a:xfrm>
              <a:prstGeom prst="line">
                <a:avLst/>
              </a:prstGeom>
              <a:ln w="12700" cap="flat" cmpd="sng">
                <a:solidFill>
                  <a:schemeClr val="tx1"/>
                </a:solidFill>
                <a:prstDash val="solid"/>
                <a:headEnd type="none" w="med" len="med"/>
                <a:tailEnd type="none" w="med" len="med"/>
              </a:ln>
            </p:spPr>
          </p:sp>
          <p:sp>
            <p:nvSpPr>
              <p:cNvPr id="92226" name="Rectangle 262"/>
              <p:cNvSpPr/>
              <p:nvPr/>
            </p:nvSpPr>
            <p:spPr>
              <a:xfrm>
                <a:off x="1462" y="1427"/>
                <a:ext cx="755" cy="166"/>
              </a:xfrm>
              <a:prstGeom prst="rect">
                <a:avLst/>
              </a:prstGeom>
              <a:solidFill>
                <a:srgbClr val="B2B2B2"/>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27" name="Oval 263"/>
              <p:cNvSpPr/>
              <p:nvPr/>
            </p:nvSpPr>
            <p:spPr>
              <a:xfrm>
                <a:off x="1468" y="1283"/>
                <a:ext cx="755" cy="271"/>
              </a:xfrm>
              <a:prstGeom prst="ellipse">
                <a:avLst/>
              </a:prstGeom>
              <a:solidFill>
                <a:srgbClr val="B2B2B2"/>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92228" name="Group 264"/>
              <p:cNvGrpSpPr/>
              <p:nvPr/>
            </p:nvGrpSpPr>
            <p:grpSpPr>
              <a:xfrm>
                <a:off x="1686" y="1302"/>
                <a:ext cx="314" cy="75"/>
                <a:chOff x="2208" y="2184"/>
                <a:chExt cx="176" cy="69"/>
              </a:xfrm>
            </p:grpSpPr>
            <p:grpSp>
              <p:nvGrpSpPr>
                <p:cNvPr id="92229" name="Group 265"/>
                <p:cNvGrpSpPr/>
                <p:nvPr/>
              </p:nvGrpSpPr>
              <p:grpSpPr>
                <a:xfrm>
                  <a:off x="2208" y="2185"/>
                  <a:ext cx="176" cy="68"/>
                  <a:chOff x="2848" y="848"/>
                  <a:chExt cx="140" cy="98"/>
                </a:xfrm>
              </p:grpSpPr>
              <p:sp>
                <p:nvSpPr>
                  <p:cNvPr id="92234" name="Line 2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2235" name="Line 2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2236" name="Line 2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2230" name="Group 269"/>
                <p:cNvGrpSpPr/>
                <p:nvPr/>
              </p:nvGrpSpPr>
              <p:grpSpPr>
                <a:xfrm flipV="1">
                  <a:off x="2208" y="2184"/>
                  <a:ext cx="176" cy="68"/>
                  <a:chOff x="2848" y="848"/>
                  <a:chExt cx="140" cy="98"/>
                </a:xfrm>
              </p:grpSpPr>
              <p:sp>
                <p:nvSpPr>
                  <p:cNvPr id="92231" name="Line 27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2232" name="Line 27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2233" name="Line 27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graphicFrame>
          <p:nvGraphicFramePr>
            <p:cNvPr id="92214" name="Object 273"/>
            <p:cNvGraphicFramePr>
              <a:graphicFrameLocks noChangeAspect="1"/>
            </p:cNvGraphicFramePr>
            <p:nvPr/>
          </p:nvGraphicFramePr>
          <p:xfrm>
            <a:off x="1874" y="2546"/>
            <a:ext cx="407" cy="336"/>
          </p:xfrm>
          <a:graphic>
            <a:graphicData uri="http://schemas.openxmlformats.org/presentationml/2006/ole">
              <mc:AlternateContent xmlns:mc="http://schemas.openxmlformats.org/markup-compatibility/2006">
                <mc:Choice xmlns:v="urn:schemas-microsoft-com:vml" Requires="v">
                  <p:oleObj spid="_x0000_s3155" name="" r:id="rId6" imgW="18192750" imgH="15087600" progId="MS_ClipArt_Gallery.2">
                    <p:embed/>
                  </p:oleObj>
                </mc:Choice>
                <mc:Fallback>
                  <p:oleObj name="" r:id="rId6" imgW="18192750" imgH="15087600" progId="MS_ClipArt_Gallery.2">
                    <p:embed/>
                    <p:pic>
                      <p:nvPicPr>
                        <p:cNvPr id="0" name="图片 3154"/>
                        <p:cNvPicPr/>
                        <p:nvPr/>
                      </p:nvPicPr>
                      <p:blipFill>
                        <a:blip r:embed="rId2"/>
                        <a:stretch>
                          <a:fillRect/>
                        </a:stretch>
                      </p:blipFill>
                      <p:spPr>
                        <a:xfrm>
                          <a:off x="1874" y="2546"/>
                          <a:ext cx="407" cy="336"/>
                        </a:xfrm>
                        <a:prstGeom prst="rect">
                          <a:avLst/>
                        </a:prstGeom>
                        <a:noFill/>
                        <a:ln w="38100">
                          <a:noFill/>
                          <a:miter/>
                        </a:ln>
                      </p:spPr>
                    </p:pic>
                  </p:oleObj>
                </mc:Fallback>
              </mc:AlternateContent>
            </a:graphicData>
          </a:graphic>
        </p:graphicFrame>
        <p:sp>
          <p:nvSpPr>
            <p:cNvPr id="92215" name="Line 281"/>
            <p:cNvSpPr/>
            <p:nvPr/>
          </p:nvSpPr>
          <p:spPr>
            <a:xfrm flipV="1">
              <a:off x="2214" y="2370"/>
              <a:ext cx="294" cy="252"/>
            </a:xfrm>
            <a:prstGeom prst="line">
              <a:avLst/>
            </a:prstGeom>
            <a:ln w="19050" cap="flat" cmpd="sng">
              <a:solidFill>
                <a:schemeClr val="tx1"/>
              </a:solidFill>
              <a:prstDash val="solid"/>
              <a:headEnd type="none" w="med" len="med"/>
              <a:tailEnd type="none" w="med" len="med"/>
            </a:ln>
          </p:spPr>
        </p:sp>
        <p:sp>
          <p:nvSpPr>
            <p:cNvPr id="92216" name="Line 283"/>
            <p:cNvSpPr/>
            <p:nvPr/>
          </p:nvSpPr>
          <p:spPr>
            <a:xfrm flipH="1" flipV="1">
              <a:off x="2964" y="2406"/>
              <a:ext cx="210" cy="192"/>
            </a:xfrm>
            <a:prstGeom prst="line">
              <a:avLst/>
            </a:prstGeom>
            <a:ln w="19050" cap="flat" cmpd="sng">
              <a:solidFill>
                <a:schemeClr val="tx1"/>
              </a:solidFill>
              <a:prstDash val="solid"/>
              <a:headEnd type="none" w="med" len="med"/>
              <a:tailEnd type="none" w="med" len="med"/>
            </a:ln>
          </p:spPr>
        </p:sp>
        <p:sp>
          <p:nvSpPr>
            <p:cNvPr id="92217" name="Text Box 306"/>
            <p:cNvSpPr txBox="1"/>
            <p:nvPr/>
          </p:nvSpPr>
          <p:spPr>
            <a:xfrm>
              <a:off x="1646" y="2549"/>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ea typeface="宋体" panose="02010600030101010101" pitchFamily="2" charset="-122"/>
                </a:rPr>
                <a:t>D</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92218" name="Text Box 307"/>
            <p:cNvSpPr txBox="1"/>
            <p:nvPr/>
          </p:nvSpPr>
          <p:spPr>
            <a:xfrm>
              <a:off x="3374" y="2591"/>
              <a:ext cx="23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ea typeface="宋体" panose="02010600030101010101" pitchFamily="2" charset="-122"/>
                </a:rPr>
                <a:t>E</a:t>
              </a:r>
              <a:endParaRPr lang="en-US" altLang="zh-CN" sz="2400" dirty="0">
                <a:solidFill>
                  <a:schemeClr val="accent1"/>
                </a:solidFill>
                <a:latin typeface="Times New Roman" panose="02020603050405020304" pitchFamily="18" charset="0"/>
                <a:ea typeface="宋体" panose="02010600030101010101" pitchFamily="2" charset="-122"/>
              </a:endParaRPr>
            </a:p>
          </p:txBody>
        </p:sp>
        <p:grpSp>
          <p:nvGrpSpPr>
            <p:cNvPr id="92219" name="Group 324"/>
            <p:cNvGrpSpPr/>
            <p:nvPr/>
          </p:nvGrpSpPr>
          <p:grpSpPr>
            <a:xfrm rot="-2018696">
              <a:off x="2736" y="2139"/>
              <a:ext cx="399" cy="126"/>
              <a:chOff x="4176" y="2211"/>
              <a:chExt cx="399" cy="126"/>
            </a:xfrm>
          </p:grpSpPr>
          <p:sp>
            <p:nvSpPr>
              <p:cNvPr id="92220" name="Rectangle 325"/>
              <p:cNvSpPr/>
              <p:nvPr/>
            </p:nvSpPr>
            <p:spPr>
              <a:xfrm>
                <a:off x="4176" y="2211"/>
                <a:ext cx="93" cy="12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21" name="Rectangle 326"/>
              <p:cNvSpPr/>
              <p:nvPr/>
            </p:nvSpPr>
            <p:spPr>
              <a:xfrm>
                <a:off x="4278" y="2211"/>
                <a:ext cx="93" cy="12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22" name="Rectangle 327"/>
              <p:cNvSpPr/>
              <p:nvPr/>
            </p:nvSpPr>
            <p:spPr>
              <a:xfrm>
                <a:off x="4380" y="2211"/>
                <a:ext cx="93" cy="12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2223" name="Rectangle 328"/>
              <p:cNvSpPr/>
              <p:nvPr/>
            </p:nvSpPr>
            <p:spPr>
              <a:xfrm>
                <a:off x="4482" y="2211"/>
                <a:ext cx="93" cy="12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sp>
        <p:nvSpPr>
          <p:cNvPr id="92209" name="Text Box 329"/>
          <p:cNvSpPr txBox="1"/>
          <p:nvPr/>
        </p:nvSpPr>
        <p:spPr>
          <a:xfrm>
            <a:off x="3241675" y="1636713"/>
            <a:ext cx="29495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b="1" i="1" dirty="0">
                <a:solidFill>
                  <a:srgbClr val="FF0000"/>
                </a:solidFill>
                <a:ea typeface="宋体" panose="02010600030101010101" pitchFamily="2" charset="-122"/>
              </a:rPr>
              <a:t>statistical multiplexing</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92210" name="Text Box 330"/>
          <p:cNvSpPr txBox="1"/>
          <p:nvPr/>
        </p:nvSpPr>
        <p:spPr>
          <a:xfrm>
            <a:off x="1957388" y="2984500"/>
            <a:ext cx="2112962" cy="9159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ea typeface="宋体" panose="02010600030101010101" pitchFamily="2" charset="-122"/>
              </a:rPr>
              <a:t>queue of packets</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waiting for output</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link</a:t>
            </a:r>
            <a:endParaRPr lang="en-US" altLang="zh-CN" sz="1800" dirty="0">
              <a:solidFill>
                <a:schemeClr val="accent1"/>
              </a:solidFill>
              <a:latin typeface="Times New Roman" panose="02020603050405020304" pitchFamily="18" charset="0"/>
              <a:ea typeface="宋体" panose="02010600030101010101" pitchFamily="2" charset="-122"/>
            </a:endParaRPr>
          </a:p>
        </p:txBody>
      </p:sp>
      <p:sp>
        <p:nvSpPr>
          <p:cNvPr id="92211" name="Line 332"/>
          <p:cNvSpPr/>
          <p:nvPr/>
        </p:nvSpPr>
        <p:spPr>
          <a:xfrm flipV="1">
            <a:off x="2890838" y="2514600"/>
            <a:ext cx="166687" cy="523875"/>
          </a:xfrm>
          <a:prstGeom prst="line">
            <a:avLst/>
          </a:prstGeom>
          <a:ln w="9525" cap="flat" cmpd="sng">
            <a:solidFill>
              <a:schemeClr val="tx1"/>
            </a:solidFill>
            <a:prstDash val="solid"/>
            <a:headEnd type="none" w="med" len="med"/>
            <a:tailEnd type="triangle" w="med" len="med"/>
          </a:ln>
        </p:spPr>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94211"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94212" name="Rectangle 2"/>
          <p:cNvSpPr>
            <a:spLocks noGrp="1"/>
          </p:cNvSpPr>
          <p:nvPr>
            <p:ph type="title"/>
          </p:nvPr>
        </p:nvSpPr>
        <p:spPr>
          <a:xfrm>
            <a:off x="533400" y="228600"/>
            <a:ext cx="8193088" cy="1143000"/>
          </a:xfrm>
        </p:spPr>
        <p:txBody>
          <a:bodyPr vert="horz" wrap="square" lIns="91440" tIns="45720" rIns="91440" bIns="45720" anchor="ctr" anchorCtr="0"/>
          <a:p>
            <a:r>
              <a:rPr lang="en-US" altLang="zh-CN" sz="3600" dirty="0">
                <a:ea typeface="宋体" panose="02010600030101010101" pitchFamily="2" charset="-122"/>
              </a:rPr>
              <a:t>Packet-switching: store-and-forward</a:t>
            </a:r>
            <a:endParaRPr lang="en-US" altLang="zh-CN" sz="3600" dirty="0">
              <a:ea typeface="宋体" panose="02010600030101010101" pitchFamily="2" charset="-122"/>
            </a:endParaRPr>
          </a:p>
        </p:txBody>
      </p:sp>
      <p:sp>
        <p:nvSpPr>
          <p:cNvPr id="94213" name="Rectangle 3"/>
          <p:cNvSpPr>
            <a:spLocks noGrp="1"/>
          </p:cNvSpPr>
          <p:nvPr>
            <p:ph sz="half" idx="1"/>
          </p:nvPr>
        </p:nvSpPr>
        <p:spPr>
          <a:xfrm>
            <a:off x="441325" y="2317750"/>
            <a:ext cx="3902075" cy="3930650"/>
          </a:xfrm>
        </p:spPr>
        <p:txBody>
          <a:bodyPr vert="horz" wrap="square" lIns="91440" tIns="45720" rIns="91440" bIns="45720" anchor="t" anchorCtr="0"/>
          <a:p>
            <a:pPr>
              <a:lnSpc>
                <a:spcPct val="90000"/>
              </a:lnSpc>
              <a:buSzPct val="85000"/>
            </a:pPr>
            <a:r>
              <a:rPr lang="en-US" altLang="zh-CN" sz="2400" dirty="0">
                <a:latin typeface="+mn-lt"/>
                <a:ea typeface="宋体" panose="02010600030101010101" pitchFamily="2" charset="-122"/>
                <a:cs typeface="+mn-cs"/>
              </a:rPr>
              <a:t>takes L/R seconds to transmit (push out) packet of L bits on to link at R bps</a:t>
            </a:r>
            <a:endParaRPr lang="en-US" altLang="zh-CN" sz="2400" dirty="0">
              <a:latin typeface="+mn-lt"/>
              <a:ea typeface="宋体" panose="02010600030101010101" pitchFamily="2" charset="-122"/>
              <a:cs typeface="+mn-cs"/>
            </a:endParaRPr>
          </a:p>
          <a:p>
            <a:pPr>
              <a:lnSpc>
                <a:spcPct val="90000"/>
              </a:lnSpc>
              <a:buSzPct val="85000"/>
            </a:pPr>
            <a:r>
              <a:rPr lang="en-US" altLang="zh-CN" sz="2400" i="1" dirty="0">
                <a:solidFill>
                  <a:srgbClr val="FF0000"/>
                </a:solidFill>
                <a:latin typeface="+mn-lt"/>
                <a:ea typeface="宋体" panose="02010600030101010101" pitchFamily="2" charset="-122"/>
                <a:cs typeface="+mn-cs"/>
              </a:rPr>
              <a:t>store and forward: </a:t>
            </a:r>
            <a:r>
              <a:rPr lang="en-US" altLang="zh-CN" sz="2400" dirty="0">
                <a:latin typeface="+mn-lt"/>
                <a:ea typeface="宋体" panose="02010600030101010101" pitchFamily="2" charset="-122"/>
                <a:cs typeface="+mn-cs"/>
              </a:rPr>
              <a:t>entire packet must  arrive at router before it can be transmitted on next link</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delay = 3L/R (assuming zero propagation delay)</a:t>
            </a:r>
            <a:endParaRPr lang="en-US" altLang="zh-CN" sz="2400" dirty="0">
              <a:latin typeface="+mn-lt"/>
              <a:ea typeface="宋体" panose="02010600030101010101" pitchFamily="2" charset="-122"/>
              <a:cs typeface="+mn-cs"/>
            </a:endParaRPr>
          </a:p>
        </p:txBody>
      </p:sp>
      <p:sp>
        <p:nvSpPr>
          <p:cNvPr id="94214" name="Rectangle 4"/>
          <p:cNvSpPr>
            <a:spLocks noGrp="1"/>
          </p:cNvSpPr>
          <p:nvPr>
            <p:ph sz="half" idx="2"/>
          </p:nvPr>
        </p:nvSpPr>
        <p:spPr>
          <a:xfrm>
            <a:off x="4495800" y="2317750"/>
            <a:ext cx="3810000" cy="3930650"/>
          </a:xfrm>
        </p:spPr>
        <p:txBody>
          <a:bodyPr vert="horz" wrap="square" lIns="91440" tIns="45720" rIns="91440" bIns="45720" anchor="t" anchorCtr="0"/>
          <a:p>
            <a:pPr>
              <a:lnSpc>
                <a:spcPct val="90000"/>
              </a:lnSpc>
              <a:buSzPct val="85000"/>
              <a:buFont typeface="Wingdings" panose="05000000000000000000" pitchFamily="2" charset="2"/>
              <a:buNone/>
            </a:pPr>
            <a:r>
              <a:rPr lang="en-US" altLang="zh-CN" sz="2400" u="sng" dirty="0">
                <a:solidFill>
                  <a:srgbClr val="FF0000"/>
                </a:solidFill>
                <a:latin typeface="+mn-lt"/>
                <a:ea typeface="宋体" panose="02010600030101010101" pitchFamily="2" charset="-122"/>
                <a:cs typeface="+mn-cs"/>
              </a:rPr>
              <a:t>Example:</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L = 7.5 Mbits</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R = 1.5 Mbps</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transmission delay = 15 sec</a:t>
            </a:r>
            <a:endParaRPr lang="en-US" altLang="zh-CN" sz="2400" dirty="0">
              <a:latin typeface="+mn-lt"/>
              <a:ea typeface="宋体" panose="02010600030101010101" pitchFamily="2" charset="-122"/>
              <a:cs typeface="+mn-cs"/>
            </a:endParaRPr>
          </a:p>
        </p:txBody>
      </p:sp>
      <p:sp>
        <p:nvSpPr>
          <p:cNvPr id="94215" name="Line 6"/>
          <p:cNvSpPr/>
          <p:nvPr/>
        </p:nvSpPr>
        <p:spPr>
          <a:xfrm>
            <a:off x="2643188" y="1744663"/>
            <a:ext cx="3095625" cy="7937"/>
          </a:xfrm>
          <a:prstGeom prst="line">
            <a:avLst/>
          </a:prstGeom>
          <a:ln w="19050" cap="flat" cmpd="sng">
            <a:solidFill>
              <a:schemeClr val="tx1"/>
            </a:solidFill>
            <a:prstDash val="solid"/>
            <a:headEnd type="none" w="med" len="med"/>
            <a:tailEnd type="none" w="med" len="med"/>
          </a:ln>
        </p:spPr>
      </p:sp>
      <p:graphicFrame>
        <p:nvGraphicFramePr>
          <p:cNvPr id="94216" name="Object 7"/>
          <p:cNvGraphicFramePr>
            <a:graphicFrameLocks noChangeAspect="1"/>
          </p:cNvGraphicFramePr>
          <p:nvPr/>
        </p:nvGraphicFramePr>
        <p:xfrm>
          <a:off x="2044700" y="1382713"/>
          <a:ext cx="646113" cy="533400"/>
        </p:xfrm>
        <a:graphic>
          <a:graphicData uri="http://schemas.openxmlformats.org/presentationml/2006/ole">
            <mc:AlternateContent xmlns:mc="http://schemas.openxmlformats.org/markup-compatibility/2006">
              <mc:Choice xmlns:v="urn:schemas-microsoft-com:vml" Requires="v">
                <p:oleObj spid="_x0000_s3156" name="" r:id="rId1" imgW="18192750" imgH="15087600" progId="MS_ClipArt_Gallery.2">
                  <p:embed/>
                </p:oleObj>
              </mc:Choice>
              <mc:Fallback>
                <p:oleObj name="" r:id="rId1" imgW="18192750" imgH="15087600" progId="MS_ClipArt_Gallery.2">
                  <p:embed/>
                  <p:pic>
                    <p:nvPicPr>
                      <p:cNvPr id="0" name="图片 3155"/>
                      <p:cNvPicPr/>
                      <p:nvPr/>
                    </p:nvPicPr>
                    <p:blipFill>
                      <a:blip r:embed="rId2"/>
                      <a:stretch>
                        <a:fillRect/>
                      </a:stretch>
                    </p:blipFill>
                    <p:spPr>
                      <a:xfrm>
                        <a:off x="2044700" y="1382713"/>
                        <a:ext cx="646113" cy="533400"/>
                      </a:xfrm>
                      <a:prstGeom prst="rect">
                        <a:avLst/>
                      </a:prstGeom>
                      <a:noFill/>
                      <a:ln w="38100">
                        <a:noFill/>
                        <a:miter/>
                      </a:ln>
                    </p:spPr>
                  </p:pic>
                </p:oleObj>
              </mc:Fallback>
            </mc:AlternateContent>
          </a:graphicData>
        </a:graphic>
      </p:graphicFrame>
      <p:graphicFrame>
        <p:nvGraphicFramePr>
          <p:cNvPr id="94217" name="Object 8"/>
          <p:cNvGraphicFramePr>
            <a:graphicFrameLocks noChangeAspect="1"/>
          </p:cNvGraphicFramePr>
          <p:nvPr/>
        </p:nvGraphicFramePr>
        <p:xfrm>
          <a:off x="5662613" y="1425575"/>
          <a:ext cx="646112" cy="533400"/>
        </p:xfrm>
        <a:graphic>
          <a:graphicData uri="http://schemas.openxmlformats.org/presentationml/2006/ole">
            <mc:AlternateContent xmlns:mc="http://schemas.openxmlformats.org/markup-compatibility/2006">
              <mc:Choice xmlns:v="urn:schemas-microsoft-com:vml" Requires="v">
                <p:oleObj spid="_x0000_s3157" name="" r:id="rId3" imgW="18192750" imgH="15087600" progId="MS_ClipArt_Gallery.2">
                  <p:embed/>
                </p:oleObj>
              </mc:Choice>
              <mc:Fallback>
                <p:oleObj name="" r:id="rId3" imgW="18192750" imgH="15087600" progId="MS_ClipArt_Gallery.2">
                  <p:embed/>
                  <p:pic>
                    <p:nvPicPr>
                      <p:cNvPr id="0" name="图片 3156"/>
                      <p:cNvPicPr/>
                      <p:nvPr/>
                    </p:nvPicPr>
                    <p:blipFill>
                      <a:blip r:embed="rId2"/>
                      <a:stretch>
                        <a:fillRect/>
                      </a:stretch>
                    </p:blipFill>
                    <p:spPr>
                      <a:xfrm>
                        <a:off x="5662613" y="1425575"/>
                        <a:ext cx="646112" cy="533400"/>
                      </a:xfrm>
                      <a:prstGeom prst="rect">
                        <a:avLst/>
                      </a:prstGeom>
                      <a:noFill/>
                      <a:ln w="38100">
                        <a:noFill/>
                        <a:miter/>
                      </a:ln>
                    </p:spPr>
                  </p:pic>
                </p:oleObj>
              </mc:Fallback>
            </mc:AlternateContent>
          </a:graphicData>
        </a:graphic>
      </p:graphicFrame>
      <p:sp>
        <p:nvSpPr>
          <p:cNvPr id="94218" name="Text Box 37"/>
          <p:cNvSpPr txBox="1"/>
          <p:nvPr/>
        </p:nvSpPr>
        <p:spPr>
          <a:xfrm>
            <a:off x="2849563" y="1719263"/>
            <a:ext cx="34448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R</a:t>
            </a:r>
            <a:endParaRPr lang="en-US" altLang="zh-CN" sz="2400" dirty="0">
              <a:latin typeface="Times New Roman" panose="02020603050405020304" pitchFamily="18" charset="0"/>
              <a:ea typeface="宋体" panose="02010600030101010101" pitchFamily="2" charset="-122"/>
            </a:endParaRPr>
          </a:p>
        </p:txBody>
      </p:sp>
      <p:sp>
        <p:nvSpPr>
          <p:cNvPr id="94219" name="Text Box 38"/>
          <p:cNvSpPr txBox="1"/>
          <p:nvPr/>
        </p:nvSpPr>
        <p:spPr>
          <a:xfrm>
            <a:off x="4022725" y="1703388"/>
            <a:ext cx="34448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R</a:t>
            </a:r>
            <a:endParaRPr lang="en-US" altLang="zh-CN" sz="2400" dirty="0">
              <a:latin typeface="Times New Roman" panose="02020603050405020304" pitchFamily="18" charset="0"/>
              <a:ea typeface="宋体" panose="02010600030101010101" pitchFamily="2" charset="-122"/>
            </a:endParaRPr>
          </a:p>
        </p:txBody>
      </p:sp>
      <p:sp>
        <p:nvSpPr>
          <p:cNvPr id="94220" name="Text Box 39"/>
          <p:cNvSpPr txBox="1"/>
          <p:nvPr/>
        </p:nvSpPr>
        <p:spPr>
          <a:xfrm>
            <a:off x="5202238" y="1709738"/>
            <a:ext cx="34448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R</a:t>
            </a:r>
            <a:endParaRPr lang="en-US" altLang="zh-CN" sz="2400" dirty="0">
              <a:latin typeface="Times New Roman" panose="02020603050405020304" pitchFamily="18" charset="0"/>
              <a:ea typeface="宋体" panose="02010600030101010101" pitchFamily="2" charset="-122"/>
            </a:endParaRPr>
          </a:p>
        </p:txBody>
      </p:sp>
      <p:sp>
        <p:nvSpPr>
          <p:cNvPr id="94221" name="Rectangle 40"/>
          <p:cNvSpPr/>
          <p:nvPr/>
        </p:nvSpPr>
        <p:spPr>
          <a:xfrm>
            <a:off x="2476500" y="1395413"/>
            <a:ext cx="485775" cy="29368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L</a:t>
            </a:r>
            <a:endParaRPr lang="en-US" altLang="zh-CN" sz="2400" dirty="0">
              <a:latin typeface="Times New Roman" panose="02020603050405020304" pitchFamily="18" charset="0"/>
              <a:ea typeface="宋体" panose="02010600030101010101" pitchFamily="2" charset="-122"/>
            </a:endParaRPr>
          </a:p>
        </p:txBody>
      </p:sp>
      <p:sp>
        <p:nvSpPr>
          <p:cNvPr id="94222" name="AutoShape 42"/>
          <p:cNvSpPr/>
          <p:nvPr/>
        </p:nvSpPr>
        <p:spPr>
          <a:xfrm>
            <a:off x="4379913" y="5307013"/>
            <a:ext cx="152400" cy="914400"/>
          </a:xfrm>
          <a:prstGeom prst="rightBrace">
            <a:avLst>
              <a:gd name="adj1" fmla="val 50000"/>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23" name="Text Box 43"/>
          <p:cNvSpPr txBox="1"/>
          <p:nvPr/>
        </p:nvSpPr>
        <p:spPr>
          <a:xfrm>
            <a:off x="4537075" y="5529263"/>
            <a:ext cx="298608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more on delay shortly …</a:t>
            </a:r>
            <a:endParaRPr lang="en-US" altLang="zh-CN" sz="2000" dirty="0">
              <a:ea typeface="宋体" panose="02010600030101010101" pitchFamily="2" charset="-122"/>
            </a:endParaRPr>
          </a:p>
        </p:txBody>
      </p:sp>
      <p:grpSp>
        <p:nvGrpSpPr>
          <p:cNvPr id="94224" name="Group 58"/>
          <p:cNvGrpSpPr/>
          <p:nvPr/>
        </p:nvGrpSpPr>
        <p:grpSpPr>
          <a:xfrm>
            <a:off x="3282950" y="1528763"/>
            <a:ext cx="700088" cy="393700"/>
            <a:chOff x="3600" y="219"/>
            <a:chExt cx="360" cy="175"/>
          </a:xfrm>
        </p:grpSpPr>
        <p:sp>
          <p:nvSpPr>
            <p:cNvPr id="94239" name="Oval 5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40" name="Line 6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94241" name="Line 6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94242" name="Rectangle 6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43" name="Oval 6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94244" name="Group 64"/>
            <p:cNvGrpSpPr/>
            <p:nvPr/>
          </p:nvGrpSpPr>
          <p:grpSpPr>
            <a:xfrm>
              <a:off x="3686" y="244"/>
              <a:ext cx="177" cy="66"/>
              <a:chOff x="2848" y="848"/>
              <a:chExt cx="140" cy="98"/>
            </a:xfrm>
          </p:grpSpPr>
          <p:sp>
            <p:nvSpPr>
              <p:cNvPr id="94249" name="Line 6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4250" name="Line 6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4251" name="Line 6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4245" name="Group 68"/>
            <p:cNvGrpSpPr/>
            <p:nvPr/>
          </p:nvGrpSpPr>
          <p:grpSpPr>
            <a:xfrm flipV="1">
              <a:off x="3686" y="243"/>
              <a:ext cx="177" cy="66"/>
              <a:chOff x="2848" y="848"/>
              <a:chExt cx="140" cy="98"/>
            </a:xfrm>
          </p:grpSpPr>
          <p:sp>
            <p:nvSpPr>
              <p:cNvPr id="94246" name="Line 6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4247" name="Line 7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4248" name="Line 7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94225" name="Group 72"/>
          <p:cNvGrpSpPr/>
          <p:nvPr/>
        </p:nvGrpSpPr>
        <p:grpSpPr>
          <a:xfrm>
            <a:off x="4337050" y="1546225"/>
            <a:ext cx="700088" cy="393700"/>
            <a:chOff x="3600" y="219"/>
            <a:chExt cx="360" cy="175"/>
          </a:xfrm>
        </p:grpSpPr>
        <p:sp>
          <p:nvSpPr>
            <p:cNvPr id="94226" name="Oval 7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27" name="Line 7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94228" name="Line 7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94229" name="Rectangle 7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30" name="Oval 7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94231" name="Group 78"/>
            <p:cNvGrpSpPr/>
            <p:nvPr/>
          </p:nvGrpSpPr>
          <p:grpSpPr>
            <a:xfrm>
              <a:off x="3686" y="244"/>
              <a:ext cx="177" cy="66"/>
              <a:chOff x="2848" y="848"/>
              <a:chExt cx="140" cy="98"/>
            </a:xfrm>
          </p:grpSpPr>
          <p:sp>
            <p:nvSpPr>
              <p:cNvPr id="94236" name="Line 7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4237" name="Line 8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4238" name="Line 8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4232" name="Group 82"/>
            <p:cNvGrpSpPr/>
            <p:nvPr/>
          </p:nvGrpSpPr>
          <p:grpSpPr>
            <a:xfrm flipV="1">
              <a:off x="3686" y="243"/>
              <a:ext cx="177" cy="66"/>
              <a:chOff x="2848" y="848"/>
              <a:chExt cx="140" cy="98"/>
            </a:xfrm>
          </p:grpSpPr>
          <p:sp>
            <p:nvSpPr>
              <p:cNvPr id="94233" name="Line 8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4234" name="Line 8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4235" name="Line 8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9625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grpSp>
        <p:nvGrpSpPr>
          <p:cNvPr id="96260" name="Group 49"/>
          <p:cNvGrpSpPr/>
          <p:nvPr/>
        </p:nvGrpSpPr>
        <p:grpSpPr>
          <a:xfrm>
            <a:off x="5992813" y="3541713"/>
            <a:ext cx="1155700" cy="620712"/>
            <a:chOff x="3600" y="219"/>
            <a:chExt cx="360" cy="175"/>
          </a:xfrm>
        </p:grpSpPr>
        <p:sp>
          <p:nvSpPr>
            <p:cNvPr id="96274" name="Oval 50"/>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6275" name="Line 5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96276" name="Line 5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96277" name="Rectangle 53"/>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6278" name="Oval 54"/>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96279" name="Group 55"/>
            <p:cNvGrpSpPr/>
            <p:nvPr/>
          </p:nvGrpSpPr>
          <p:grpSpPr>
            <a:xfrm>
              <a:off x="3686" y="244"/>
              <a:ext cx="177" cy="66"/>
              <a:chOff x="2848" y="848"/>
              <a:chExt cx="140" cy="98"/>
            </a:xfrm>
          </p:grpSpPr>
          <p:sp>
            <p:nvSpPr>
              <p:cNvPr id="96284" name="Line 5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6285" name="Line 5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6286" name="Line 5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6280" name="Group 59"/>
            <p:cNvGrpSpPr/>
            <p:nvPr/>
          </p:nvGrpSpPr>
          <p:grpSpPr>
            <a:xfrm flipV="1">
              <a:off x="3686" y="243"/>
              <a:ext cx="177" cy="66"/>
              <a:chOff x="2848" y="848"/>
              <a:chExt cx="140" cy="98"/>
            </a:xfrm>
          </p:grpSpPr>
          <p:sp>
            <p:nvSpPr>
              <p:cNvPr id="96281" name="Line 6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6282" name="Line 6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6283" name="Line 6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96261" name="Rectangle 2"/>
          <p:cNvSpPr>
            <a:spLocks noGrp="1"/>
          </p:cNvSpPr>
          <p:nvPr>
            <p:ph type="title"/>
          </p:nvPr>
        </p:nvSpPr>
        <p:spPr>
          <a:xfrm>
            <a:off x="533400" y="228600"/>
            <a:ext cx="8001000" cy="1143000"/>
          </a:xfrm>
        </p:spPr>
        <p:txBody>
          <a:bodyPr vert="horz" wrap="square" lIns="91440" tIns="45720" rIns="91440" bIns="45720" anchor="ctr" anchorCtr="0"/>
          <a:p>
            <a:r>
              <a:rPr lang="en-US" altLang="zh-CN" sz="3200" dirty="0">
                <a:ea typeface="宋体" panose="02010600030101010101" pitchFamily="2" charset="-122"/>
              </a:rPr>
              <a:t>Packet switching versus circuit switching</a:t>
            </a:r>
            <a:endParaRPr lang="en-US" altLang="zh-CN" dirty="0">
              <a:ea typeface="宋体" panose="02010600030101010101" pitchFamily="2" charset="-122"/>
            </a:endParaRPr>
          </a:p>
        </p:txBody>
      </p:sp>
      <p:sp>
        <p:nvSpPr>
          <p:cNvPr id="96262" name="Rectangle 3"/>
          <p:cNvSpPr>
            <a:spLocks noGrp="1"/>
          </p:cNvSpPr>
          <p:nvPr>
            <p:ph sz="half" idx="1"/>
          </p:nvPr>
        </p:nvSpPr>
        <p:spPr>
          <a:xfrm>
            <a:off x="533400" y="1981200"/>
            <a:ext cx="3810000" cy="4648200"/>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1 Mb/s link</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each user: </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100 kb/s when “active”</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active 10% of time</a:t>
            </a:r>
            <a:endParaRPr lang="en-US" altLang="zh-CN" sz="2000" dirty="0">
              <a:latin typeface="+mn-lt"/>
              <a:ea typeface="宋体" panose="02010600030101010101" pitchFamily="2" charset="-122"/>
            </a:endParaRPr>
          </a:p>
          <a:p>
            <a:pPr lvl="1">
              <a:buSzPct val="75000"/>
            </a:pPr>
            <a:endParaRPr lang="en-US" altLang="zh-CN" sz="2000" dirty="0">
              <a:latin typeface="+mn-lt"/>
              <a:ea typeface="宋体" panose="02010600030101010101" pitchFamily="2" charset="-122"/>
            </a:endParaRPr>
          </a:p>
          <a:p>
            <a:pPr>
              <a:buSzPct val="85000"/>
            </a:pPr>
            <a:r>
              <a:rPr lang="en-US" altLang="zh-CN" sz="2400" i="1" dirty="0">
                <a:solidFill>
                  <a:srgbClr val="FF3300"/>
                </a:solidFill>
                <a:latin typeface="+mn-lt"/>
                <a:ea typeface="宋体" panose="02010600030101010101" pitchFamily="2" charset="-122"/>
                <a:cs typeface="+mn-cs"/>
              </a:rPr>
              <a:t>circuit-switching:</a:t>
            </a:r>
            <a:r>
              <a:rPr lang="en-US" altLang="zh-CN" sz="2400" dirty="0">
                <a:latin typeface="+mn-lt"/>
                <a:ea typeface="宋体" panose="02010600030101010101" pitchFamily="2" charset="-122"/>
                <a:cs typeface="+mn-cs"/>
              </a:rPr>
              <a:t> </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10 users</a:t>
            </a:r>
            <a:endParaRPr lang="en-US" altLang="zh-CN" sz="2000" dirty="0">
              <a:latin typeface="+mn-lt"/>
              <a:ea typeface="宋体" panose="02010600030101010101" pitchFamily="2" charset="-122"/>
            </a:endParaRPr>
          </a:p>
          <a:p>
            <a:pPr>
              <a:buSzPct val="85000"/>
            </a:pPr>
            <a:r>
              <a:rPr lang="en-US" altLang="zh-CN" sz="2400" i="1" dirty="0">
                <a:solidFill>
                  <a:srgbClr val="FF3300"/>
                </a:solidFill>
                <a:latin typeface="+mn-lt"/>
                <a:ea typeface="宋体" panose="02010600030101010101" pitchFamily="2" charset="-122"/>
                <a:cs typeface="+mn-cs"/>
              </a:rPr>
              <a:t>packet switching:</a:t>
            </a:r>
            <a:r>
              <a:rPr lang="en-US" altLang="zh-CN" sz="2400" dirty="0">
                <a:latin typeface="+mn-lt"/>
                <a:ea typeface="宋体" panose="02010600030101010101" pitchFamily="2" charset="-122"/>
                <a:cs typeface="+mn-cs"/>
              </a:rPr>
              <a:t> </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with 35 users, probability &gt; 10 active at same time is less than .0004</a:t>
            </a:r>
            <a:endParaRPr lang="en-US" altLang="zh-CN" sz="2000" dirty="0">
              <a:latin typeface="+mn-lt"/>
              <a:ea typeface="宋体" panose="02010600030101010101" pitchFamily="2" charset="-122"/>
            </a:endParaRPr>
          </a:p>
          <a:p>
            <a:pPr>
              <a:buSzPct val="85000"/>
            </a:pPr>
            <a:endParaRPr lang="en-US" altLang="zh-CN" sz="2400" dirty="0">
              <a:latin typeface="+mn-lt"/>
              <a:ea typeface="宋体" panose="02010600030101010101" pitchFamily="2" charset="-122"/>
              <a:cs typeface="+mn-cs"/>
            </a:endParaRPr>
          </a:p>
        </p:txBody>
      </p:sp>
      <p:sp>
        <p:nvSpPr>
          <p:cNvPr id="96263" name="Rectangle 4"/>
          <p:cNvSpPr>
            <a:spLocks noGrp="1"/>
          </p:cNvSpPr>
          <p:nvPr>
            <p:ph sz="half" idx="2"/>
          </p:nvPr>
        </p:nvSpPr>
        <p:spPr>
          <a:xfrm>
            <a:off x="257175" y="1293813"/>
            <a:ext cx="8715375" cy="609600"/>
          </a:xfrm>
        </p:spPr>
        <p:txBody>
          <a:bodyPr vert="horz" wrap="square" lIns="91440" tIns="45720" rIns="91440" bIns="45720" anchor="t" anchorCtr="0"/>
          <a:p>
            <a:pPr>
              <a:buSzPct val="85000"/>
              <a:buFont typeface="Wingdings" panose="05000000000000000000" pitchFamily="2" charset="2"/>
              <a:buNone/>
            </a:pPr>
            <a:r>
              <a:rPr lang="en-US" altLang="zh-CN" i="1" dirty="0">
                <a:solidFill>
                  <a:srgbClr val="FF3300"/>
                </a:solidFill>
                <a:latin typeface="+mn-lt"/>
                <a:ea typeface="宋体" panose="02010600030101010101" pitchFamily="2" charset="-122"/>
                <a:cs typeface="+mn-cs"/>
              </a:rPr>
              <a:t>Packet switching allows more users to use network!</a:t>
            </a:r>
            <a:endParaRPr lang="en-US" altLang="zh-CN" i="1" dirty="0">
              <a:solidFill>
                <a:srgbClr val="FF3300"/>
              </a:solidFill>
              <a:latin typeface="+mn-lt"/>
              <a:ea typeface="宋体" panose="02010600030101010101" pitchFamily="2" charset="-122"/>
              <a:cs typeface="+mn-cs"/>
            </a:endParaRPr>
          </a:p>
        </p:txBody>
      </p:sp>
      <p:sp>
        <p:nvSpPr>
          <p:cNvPr id="96264" name="Line 15"/>
          <p:cNvSpPr/>
          <p:nvPr/>
        </p:nvSpPr>
        <p:spPr>
          <a:xfrm>
            <a:off x="4933950" y="3333750"/>
            <a:ext cx="838200" cy="457200"/>
          </a:xfrm>
          <a:prstGeom prst="line">
            <a:avLst/>
          </a:prstGeom>
          <a:ln w="28575" cap="flat" cmpd="sng">
            <a:solidFill>
              <a:schemeClr val="accent2"/>
            </a:solidFill>
            <a:prstDash val="solid"/>
            <a:headEnd type="none" w="med" len="med"/>
            <a:tailEnd type="none" w="med" len="med"/>
          </a:ln>
        </p:spPr>
      </p:sp>
      <p:sp>
        <p:nvSpPr>
          <p:cNvPr id="96265" name="Line 16"/>
          <p:cNvSpPr/>
          <p:nvPr/>
        </p:nvSpPr>
        <p:spPr>
          <a:xfrm>
            <a:off x="5772150" y="3790950"/>
            <a:ext cx="2038350" cy="0"/>
          </a:xfrm>
          <a:prstGeom prst="line">
            <a:avLst/>
          </a:prstGeom>
          <a:ln w="28575" cap="flat" cmpd="sng">
            <a:solidFill>
              <a:schemeClr val="accent2"/>
            </a:solidFill>
            <a:prstDash val="solid"/>
            <a:headEnd type="none" w="med" len="med"/>
            <a:tailEnd type="triangle" w="med" len="med"/>
          </a:ln>
        </p:spPr>
      </p:sp>
      <p:sp>
        <p:nvSpPr>
          <p:cNvPr id="96266" name="Line 17"/>
          <p:cNvSpPr/>
          <p:nvPr/>
        </p:nvSpPr>
        <p:spPr>
          <a:xfrm>
            <a:off x="5772150" y="3943350"/>
            <a:ext cx="2038350" cy="0"/>
          </a:xfrm>
          <a:prstGeom prst="line">
            <a:avLst/>
          </a:prstGeom>
          <a:ln w="28575" cap="flat" cmpd="sng">
            <a:solidFill>
              <a:schemeClr val="accent2"/>
            </a:solidFill>
            <a:prstDash val="solid"/>
            <a:headEnd type="none" w="med" len="med"/>
            <a:tailEnd type="triangle" w="med" len="med"/>
          </a:ln>
        </p:spPr>
      </p:sp>
      <p:sp>
        <p:nvSpPr>
          <p:cNvPr id="96267" name="Line 18"/>
          <p:cNvSpPr/>
          <p:nvPr/>
        </p:nvSpPr>
        <p:spPr>
          <a:xfrm flipV="1">
            <a:off x="5010150" y="3943350"/>
            <a:ext cx="762000" cy="609600"/>
          </a:xfrm>
          <a:prstGeom prst="line">
            <a:avLst/>
          </a:prstGeom>
          <a:ln w="28575" cap="flat" cmpd="sng">
            <a:solidFill>
              <a:schemeClr val="accent2"/>
            </a:solidFill>
            <a:prstDash val="solid"/>
            <a:headEnd type="none" w="med" len="med"/>
            <a:tailEnd type="none" w="med" len="med"/>
          </a:ln>
        </p:spPr>
      </p:sp>
      <p:sp>
        <p:nvSpPr>
          <p:cNvPr id="96268" name="Text Box 19"/>
          <p:cNvSpPr txBox="1"/>
          <p:nvPr/>
        </p:nvSpPr>
        <p:spPr>
          <a:xfrm>
            <a:off x="3897313" y="3627438"/>
            <a:ext cx="128428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N users</a:t>
            </a:r>
            <a:endParaRPr lang="en-US" altLang="zh-CN" sz="2400" dirty="0">
              <a:latin typeface="Times New Roman" panose="02020603050405020304" pitchFamily="18" charset="0"/>
              <a:ea typeface="宋体" panose="02010600030101010101" pitchFamily="2" charset="-122"/>
            </a:endParaRPr>
          </a:p>
        </p:txBody>
      </p:sp>
      <p:sp>
        <p:nvSpPr>
          <p:cNvPr id="96269" name="Text Box 20"/>
          <p:cNvSpPr txBox="1"/>
          <p:nvPr/>
        </p:nvSpPr>
        <p:spPr>
          <a:xfrm>
            <a:off x="7096125" y="4075113"/>
            <a:ext cx="1758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ea typeface="宋体" panose="02010600030101010101" pitchFamily="2" charset="-122"/>
              </a:rPr>
              <a:t>1 Mbps link</a:t>
            </a:r>
            <a:endParaRPr lang="en-US" altLang="zh-CN" sz="2400" dirty="0">
              <a:latin typeface="Times New Roman" panose="02020603050405020304" pitchFamily="18" charset="0"/>
              <a:ea typeface="宋体" panose="02010600030101010101" pitchFamily="2" charset="-122"/>
            </a:endParaRPr>
          </a:p>
        </p:txBody>
      </p:sp>
      <p:sp>
        <p:nvSpPr>
          <p:cNvPr id="96270" name="Line 47"/>
          <p:cNvSpPr/>
          <p:nvPr/>
        </p:nvSpPr>
        <p:spPr>
          <a:xfrm>
            <a:off x="7077075" y="3857625"/>
            <a:ext cx="1714500" cy="0"/>
          </a:xfrm>
          <a:prstGeom prst="line">
            <a:avLst/>
          </a:prstGeom>
          <a:ln w="28575" cap="flat" cmpd="sng">
            <a:solidFill>
              <a:schemeClr val="tx1"/>
            </a:solidFill>
            <a:prstDash val="solid"/>
            <a:headEnd type="none" w="med" len="med"/>
            <a:tailEnd type="none" w="med" len="med"/>
          </a:ln>
        </p:spPr>
      </p:sp>
      <p:sp>
        <p:nvSpPr>
          <p:cNvPr id="96271" name="Text Box 48"/>
          <p:cNvSpPr txBox="1"/>
          <p:nvPr/>
        </p:nvSpPr>
        <p:spPr>
          <a:xfrm>
            <a:off x="4468813" y="5330825"/>
            <a:ext cx="40386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Q: how did we get value 0.0004?</a:t>
            </a:r>
            <a:endParaRPr lang="en-US" altLang="zh-CN" sz="2000" dirty="0">
              <a:ea typeface="宋体" panose="02010600030101010101" pitchFamily="2" charset="-122"/>
            </a:endParaRPr>
          </a:p>
        </p:txBody>
      </p:sp>
      <p:graphicFrame>
        <p:nvGraphicFramePr>
          <p:cNvPr id="96272" name="Object 63"/>
          <p:cNvGraphicFramePr>
            <a:graphicFrameLocks noChangeAspect="1"/>
          </p:cNvGraphicFramePr>
          <p:nvPr/>
        </p:nvGraphicFramePr>
        <p:xfrm>
          <a:off x="4379913" y="2946400"/>
          <a:ext cx="611187" cy="504825"/>
        </p:xfrm>
        <a:graphic>
          <a:graphicData uri="http://schemas.openxmlformats.org/presentationml/2006/ole">
            <mc:AlternateContent xmlns:mc="http://schemas.openxmlformats.org/markup-compatibility/2006">
              <mc:Choice xmlns:v="urn:schemas-microsoft-com:vml" Requires="v">
                <p:oleObj spid="_x0000_s3158" name="" r:id="rId1" imgW="18192750" imgH="15087600" progId="MS_ClipArt_Gallery.2">
                  <p:embed/>
                </p:oleObj>
              </mc:Choice>
              <mc:Fallback>
                <p:oleObj name="" r:id="rId1" imgW="18192750" imgH="15087600" progId="MS_ClipArt_Gallery.2">
                  <p:embed/>
                  <p:pic>
                    <p:nvPicPr>
                      <p:cNvPr id="0" name="图片 3157"/>
                      <p:cNvPicPr/>
                      <p:nvPr/>
                    </p:nvPicPr>
                    <p:blipFill>
                      <a:blip r:embed="rId2"/>
                      <a:stretch>
                        <a:fillRect/>
                      </a:stretch>
                    </p:blipFill>
                    <p:spPr>
                      <a:xfrm>
                        <a:off x="4379913" y="2946400"/>
                        <a:ext cx="611187" cy="504825"/>
                      </a:xfrm>
                      <a:prstGeom prst="rect">
                        <a:avLst/>
                      </a:prstGeom>
                      <a:noFill/>
                      <a:ln w="38100">
                        <a:noFill/>
                        <a:miter/>
                      </a:ln>
                    </p:spPr>
                  </p:pic>
                </p:oleObj>
              </mc:Fallback>
            </mc:AlternateContent>
          </a:graphicData>
        </a:graphic>
      </p:graphicFrame>
      <p:graphicFrame>
        <p:nvGraphicFramePr>
          <p:cNvPr id="96273" name="Object 64"/>
          <p:cNvGraphicFramePr>
            <a:graphicFrameLocks noChangeAspect="1"/>
          </p:cNvGraphicFramePr>
          <p:nvPr/>
        </p:nvGraphicFramePr>
        <p:xfrm>
          <a:off x="4465638" y="4294188"/>
          <a:ext cx="611187" cy="504825"/>
        </p:xfrm>
        <a:graphic>
          <a:graphicData uri="http://schemas.openxmlformats.org/presentationml/2006/ole">
            <mc:AlternateContent xmlns:mc="http://schemas.openxmlformats.org/markup-compatibility/2006">
              <mc:Choice xmlns:v="urn:schemas-microsoft-com:vml" Requires="v">
                <p:oleObj spid="_x0000_s3159" name="" r:id="rId3" imgW="18192750" imgH="15087600" progId="MS_ClipArt_Gallery.2">
                  <p:embed/>
                </p:oleObj>
              </mc:Choice>
              <mc:Fallback>
                <p:oleObj name="" r:id="rId3" imgW="18192750" imgH="15087600" progId="MS_ClipArt_Gallery.2">
                  <p:embed/>
                  <p:pic>
                    <p:nvPicPr>
                      <p:cNvPr id="0" name="图片 3158"/>
                      <p:cNvPicPr/>
                      <p:nvPr/>
                    </p:nvPicPr>
                    <p:blipFill>
                      <a:blip r:embed="rId2"/>
                      <a:stretch>
                        <a:fillRect/>
                      </a:stretch>
                    </p:blipFill>
                    <p:spPr>
                      <a:xfrm>
                        <a:off x="4465638" y="4294188"/>
                        <a:ext cx="611187" cy="504825"/>
                      </a:xfrm>
                      <a:prstGeom prst="rect">
                        <a:avLst/>
                      </a:prstGeom>
                      <a:noFill/>
                      <a:ln w="38100">
                        <a:noFill/>
                        <a:miter/>
                      </a:ln>
                    </p:spPr>
                  </p:pic>
                </p:oleObj>
              </mc:Fallback>
            </mc:AlternateContent>
          </a:graphicData>
        </a:graphic>
      </p:graphicFrame>
      <p:pic>
        <p:nvPicPr>
          <p:cNvPr id="3" name="图片 2"/>
          <p:cNvPicPr>
            <a:picLocks noChangeAspect="1"/>
          </p:cNvPicPr>
          <p:nvPr>
            <p:custDataLst>
              <p:tags r:id="rId4"/>
            </p:custDataLst>
          </p:nvPr>
        </p:nvPicPr>
        <p:blipFill>
          <a:blip r:embed="rId5"/>
          <a:stretch>
            <a:fillRect/>
          </a:stretch>
        </p:blipFill>
        <p:spPr>
          <a:xfrm>
            <a:off x="5010150" y="5725160"/>
            <a:ext cx="3702050" cy="615950"/>
          </a:xfrm>
          <a:prstGeom prst="rect">
            <a:avLst/>
          </a:prstGeom>
        </p:spPr>
      </p:pic>
      <p:sp>
        <p:nvSpPr>
          <p:cNvPr id="2" name="文本框 1"/>
          <p:cNvSpPr txBox="1"/>
          <p:nvPr/>
        </p:nvSpPr>
        <p:spPr>
          <a:xfrm>
            <a:off x="4572000" y="5808980"/>
            <a:ext cx="4283075" cy="398780"/>
          </a:xfrm>
          <a:prstGeom prst="rect">
            <a:avLst/>
          </a:prstGeom>
          <a:noFill/>
        </p:spPr>
        <p:txBody>
          <a:bodyPr wrap="square" rtlCol="0" anchor="t">
            <a:spAutoFit/>
          </a:bodyPr>
          <a:p>
            <a:r>
              <a:rPr lang="en-US" altLang="zh-CN" sz="2000" dirty="0">
                <a:ea typeface="宋体" panose="02010600030101010101" pitchFamily="2" charset="-122"/>
                <a:sym typeface="+mn-ea"/>
              </a:rPr>
              <a:t>A: </a:t>
            </a:r>
            <a:endParaRPr lang="en-US" altLang="zh-CN" sz="2000" dirty="0">
              <a:ea typeface="宋体" panose="02010600030101010101" pitchFamily="2" charset="-122"/>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98307"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98308" name="Rectangle 2"/>
          <p:cNvSpPr>
            <a:spLocks noGrp="1"/>
          </p:cNvSpPr>
          <p:nvPr>
            <p:ph type="title"/>
          </p:nvPr>
        </p:nvSpPr>
        <p:spPr>
          <a:xfrm>
            <a:off x="533400" y="228600"/>
            <a:ext cx="8001000" cy="1143000"/>
          </a:xfrm>
        </p:spPr>
        <p:txBody>
          <a:bodyPr vert="horz" wrap="square" lIns="91440" tIns="45720" rIns="91440" bIns="45720" anchor="ctr" anchorCtr="0"/>
          <a:p>
            <a:r>
              <a:rPr lang="en-US" altLang="zh-CN" sz="3200" dirty="0">
                <a:ea typeface="宋体" panose="02010600030101010101" pitchFamily="2" charset="-122"/>
              </a:rPr>
              <a:t>Packet switching versus circuit switching</a:t>
            </a:r>
            <a:endParaRPr lang="en-US" altLang="zh-CN" dirty="0">
              <a:ea typeface="宋体" panose="02010600030101010101" pitchFamily="2" charset="-122"/>
            </a:endParaRPr>
          </a:p>
        </p:txBody>
      </p:sp>
      <p:sp>
        <p:nvSpPr>
          <p:cNvPr id="98309" name="Rectangle 3"/>
          <p:cNvSpPr>
            <a:spLocks noGrp="1"/>
          </p:cNvSpPr>
          <p:nvPr>
            <p:ph sz="half" idx="1"/>
          </p:nvPr>
        </p:nvSpPr>
        <p:spPr>
          <a:xfrm>
            <a:off x="533400" y="1981200"/>
            <a:ext cx="8196263" cy="4648200"/>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great for bursty data(</a:t>
            </a:r>
            <a:r>
              <a:rPr lang="zh-CN" altLang="en-US" sz="2400" dirty="0">
                <a:latin typeface="+mn-lt"/>
                <a:ea typeface="宋体" panose="02010600030101010101" pitchFamily="2" charset="-122"/>
                <a:cs typeface="+mn-cs"/>
              </a:rPr>
              <a:t>成组数据</a:t>
            </a:r>
            <a:r>
              <a:rPr lang="en-US" altLang="zh-CN" sz="2400" dirty="0">
                <a:latin typeface="+mn-lt"/>
                <a:ea typeface="宋体" panose="02010600030101010101" pitchFamily="2" charset="-122"/>
                <a:cs typeface="+mn-cs"/>
              </a:rPr>
              <a:t>)</a:t>
            </a:r>
            <a:endParaRPr lang="en-US" altLang="zh-CN" sz="2400" dirty="0">
              <a:latin typeface="+mn-lt"/>
              <a:ea typeface="宋体" panose="02010600030101010101" pitchFamily="2" charset="-122"/>
              <a:cs typeface="+mn-cs"/>
            </a:endParaRPr>
          </a:p>
          <a:p>
            <a:pPr lvl="1">
              <a:buSzPct val="75000"/>
            </a:pPr>
            <a:r>
              <a:rPr lang="en-US" altLang="zh-CN" dirty="0">
                <a:latin typeface="+mn-lt"/>
                <a:ea typeface="宋体" panose="02010600030101010101" pitchFamily="2" charset="-122"/>
              </a:rPr>
              <a:t>resource sharing</a:t>
            </a:r>
            <a:endParaRPr lang="en-US" altLang="zh-CN" dirty="0">
              <a:latin typeface="+mn-lt"/>
              <a:ea typeface="宋体" panose="02010600030101010101" pitchFamily="2" charset="-122"/>
            </a:endParaRPr>
          </a:p>
          <a:p>
            <a:pPr lvl="1">
              <a:buSzPct val="75000"/>
            </a:pPr>
            <a:r>
              <a:rPr lang="en-US" altLang="zh-CN" dirty="0">
                <a:latin typeface="+mn-lt"/>
                <a:ea typeface="宋体" panose="02010600030101010101" pitchFamily="2" charset="-122"/>
              </a:rPr>
              <a:t>simpler, no call setup</a:t>
            </a:r>
            <a:endParaRPr lang="en-US" altLang="zh-CN" sz="2000" dirty="0">
              <a:latin typeface="+mn-lt"/>
              <a:ea typeface="宋体" panose="02010600030101010101" pitchFamily="2" charset="-122"/>
            </a:endParaRPr>
          </a:p>
          <a:p>
            <a:pPr>
              <a:buSzPct val="85000"/>
            </a:pPr>
            <a:r>
              <a:rPr lang="en-US" altLang="zh-CN" sz="2400" dirty="0">
                <a:solidFill>
                  <a:srgbClr val="FF0000"/>
                </a:solidFill>
                <a:latin typeface="+mn-lt"/>
                <a:ea typeface="宋体" panose="02010600030101010101" pitchFamily="2" charset="-122"/>
                <a:cs typeface="+mn-cs"/>
              </a:rPr>
              <a:t>excessive congestion:</a:t>
            </a:r>
            <a:r>
              <a:rPr lang="en-US" altLang="zh-CN" sz="2400" dirty="0">
                <a:latin typeface="+mn-lt"/>
                <a:ea typeface="宋体" panose="02010600030101010101" pitchFamily="2" charset="-122"/>
                <a:cs typeface="+mn-cs"/>
              </a:rPr>
              <a:t> packet delay and loss</a:t>
            </a:r>
            <a:endParaRPr lang="en-US" altLang="zh-CN" sz="2400" dirty="0">
              <a:latin typeface="+mn-lt"/>
              <a:ea typeface="宋体" panose="02010600030101010101" pitchFamily="2" charset="-122"/>
              <a:cs typeface="+mn-cs"/>
            </a:endParaRPr>
          </a:p>
          <a:p>
            <a:pPr lvl="1">
              <a:buSzPct val="75000"/>
            </a:pPr>
            <a:r>
              <a:rPr lang="en-US" altLang="zh-CN" dirty="0">
                <a:latin typeface="+mn-lt"/>
                <a:ea typeface="宋体" panose="02010600030101010101" pitchFamily="2" charset="-122"/>
              </a:rPr>
              <a:t>protocols needed for reliable data transfer, congestion control</a:t>
            </a:r>
            <a:endParaRPr lang="en-US" altLang="zh-CN" sz="2000" dirty="0">
              <a:latin typeface="+mn-lt"/>
              <a:ea typeface="宋体" panose="02010600030101010101" pitchFamily="2" charset="-122"/>
            </a:endParaRPr>
          </a:p>
          <a:p>
            <a:pPr>
              <a:buSzPct val="85000"/>
            </a:pPr>
            <a:r>
              <a:rPr lang="en-US" altLang="zh-CN" sz="2400" dirty="0">
                <a:solidFill>
                  <a:srgbClr val="FF0000"/>
                </a:solidFill>
                <a:latin typeface="+mn-lt"/>
                <a:ea typeface="宋体" panose="02010600030101010101" pitchFamily="2" charset="-122"/>
                <a:cs typeface="+mn-cs"/>
              </a:rPr>
              <a:t>Q: How to provide circuit-like behavior?</a:t>
            </a:r>
            <a:endParaRPr lang="en-US" altLang="zh-CN" sz="2400" dirty="0">
              <a:latin typeface="+mn-lt"/>
              <a:ea typeface="宋体" panose="02010600030101010101" pitchFamily="2" charset="-122"/>
              <a:cs typeface="+mn-cs"/>
            </a:endParaRPr>
          </a:p>
          <a:p>
            <a:pPr lvl="1">
              <a:buSzPct val="75000"/>
            </a:pPr>
            <a:r>
              <a:rPr lang="en-US" altLang="zh-CN" dirty="0">
                <a:latin typeface="+mn-lt"/>
                <a:ea typeface="宋体" panose="02010600030101010101" pitchFamily="2" charset="-122"/>
              </a:rPr>
              <a:t>bandwidth guarantees needed for audio/video apps</a:t>
            </a:r>
            <a:endParaRPr lang="en-US" altLang="zh-CN" dirty="0">
              <a:latin typeface="+mn-lt"/>
              <a:ea typeface="宋体" panose="02010600030101010101" pitchFamily="2" charset="-122"/>
            </a:endParaRPr>
          </a:p>
          <a:p>
            <a:pPr lvl="1">
              <a:buSzPct val="75000"/>
            </a:pPr>
            <a:r>
              <a:rPr lang="en-US" altLang="zh-CN" dirty="0">
                <a:latin typeface="+mn-lt"/>
                <a:ea typeface="宋体" panose="02010600030101010101" pitchFamily="2" charset="-122"/>
              </a:rPr>
              <a:t>still an unsolved problem (chapter 7)</a:t>
            </a:r>
            <a:endParaRPr lang="en-US" altLang="zh-CN" sz="2000" dirty="0">
              <a:latin typeface="+mn-lt"/>
              <a:ea typeface="宋体" panose="02010600030101010101" pitchFamily="2" charset="-122"/>
            </a:endParaRPr>
          </a:p>
        </p:txBody>
      </p:sp>
      <p:sp>
        <p:nvSpPr>
          <p:cNvPr id="98310" name="Rectangle 4"/>
          <p:cNvSpPr>
            <a:spLocks noGrp="1"/>
          </p:cNvSpPr>
          <p:nvPr>
            <p:ph sz="half" idx="2"/>
          </p:nvPr>
        </p:nvSpPr>
        <p:spPr>
          <a:xfrm>
            <a:off x="533400" y="1371600"/>
            <a:ext cx="7620000" cy="609600"/>
          </a:xfrm>
        </p:spPr>
        <p:txBody>
          <a:bodyPr vert="horz" wrap="square" lIns="91440" tIns="45720" rIns="91440" bIns="45720" anchor="t" anchorCtr="0"/>
          <a:p>
            <a:pPr>
              <a:buSzPct val="85000"/>
              <a:buFont typeface="Wingdings" panose="05000000000000000000" pitchFamily="2" charset="2"/>
              <a:buNone/>
            </a:pPr>
            <a:r>
              <a:rPr lang="en-US" altLang="zh-CN" sz="2400" dirty="0">
                <a:solidFill>
                  <a:srgbClr val="FF0000"/>
                </a:solidFill>
                <a:latin typeface="+mn-lt"/>
                <a:ea typeface="宋体" panose="02010600030101010101" pitchFamily="2" charset="-122"/>
                <a:cs typeface="+mn-cs"/>
              </a:rPr>
              <a:t>Is packet switching a “slam dunk winner?”</a:t>
            </a:r>
            <a:endParaRPr lang="en-US" altLang="zh-CN" sz="2400" dirty="0">
              <a:latin typeface="+mn-lt"/>
              <a:ea typeface="宋体" panose="02010600030101010101" pitchFamily="2" charset="-122"/>
              <a:cs typeface="+mn-cs"/>
            </a:endParaRPr>
          </a:p>
        </p:txBody>
      </p:sp>
      <p:sp>
        <p:nvSpPr>
          <p:cNvPr id="98311" name="Text Box 20"/>
          <p:cNvSpPr txBox="1"/>
          <p:nvPr/>
        </p:nvSpPr>
        <p:spPr>
          <a:xfrm>
            <a:off x="350838" y="6010275"/>
            <a:ext cx="6634162"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Q:  human analogies of reserved resources (circuit switching) versus on-demand allocation (packet-switching)?</a:t>
            </a:r>
            <a:endParaRPr lang="en-US" altLang="zh-CN" sz="1800" dirty="0">
              <a:ea typeface="宋体" panose="02010600030101010101" pitchFamily="2" charset="-122"/>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00355"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00356" name="Rectangle 2"/>
          <p:cNvSpPr>
            <a:spLocks noGrp="1"/>
          </p:cNvSpPr>
          <p:nvPr>
            <p:ph type="title"/>
          </p:nvPr>
        </p:nvSpPr>
        <p:spPr>
          <a:xfrm>
            <a:off x="533400" y="228600"/>
            <a:ext cx="8096250" cy="1143000"/>
          </a:xfrm>
        </p:spPr>
        <p:txBody>
          <a:bodyPr vert="horz" wrap="square" lIns="91440" tIns="45720" rIns="91440" bIns="45720" anchor="ctr" anchorCtr="0"/>
          <a:p>
            <a:r>
              <a:rPr lang="en-US" altLang="zh-CN" sz="3200" dirty="0">
                <a:ea typeface="宋体" panose="02010600030101010101" pitchFamily="2" charset="-122"/>
              </a:rPr>
              <a:t>Internet structure: network of networks</a:t>
            </a:r>
            <a:endParaRPr lang="en-US" altLang="zh-CN" dirty="0">
              <a:ea typeface="宋体" panose="02010600030101010101" pitchFamily="2" charset="-122"/>
            </a:endParaRPr>
          </a:p>
        </p:txBody>
      </p:sp>
      <p:sp>
        <p:nvSpPr>
          <p:cNvPr id="100357" name="Rectangle 3"/>
          <p:cNvSpPr>
            <a:spLocks noGrp="1"/>
          </p:cNvSpPr>
          <p:nvPr>
            <p:ph sz="half" idx="1"/>
          </p:nvPr>
        </p:nvSpPr>
        <p:spPr>
          <a:xfrm>
            <a:off x="352425" y="1428750"/>
            <a:ext cx="8440738" cy="4648200"/>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roughly hierarchical</a:t>
            </a:r>
            <a:endParaRPr lang="en-US" altLang="zh-CN" sz="2400" dirty="0">
              <a:latin typeface="+mn-lt"/>
              <a:ea typeface="宋体" panose="02010600030101010101" pitchFamily="2" charset="-122"/>
              <a:cs typeface="+mn-cs"/>
            </a:endParaRPr>
          </a:p>
          <a:p>
            <a:pPr>
              <a:buSzPct val="85000"/>
            </a:pPr>
            <a:r>
              <a:rPr lang="en-US" altLang="zh-CN" sz="2400" dirty="0">
                <a:solidFill>
                  <a:srgbClr val="FF0000"/>
                </a:solidFill>
                <a:latin typeface="+mn-lt"/>
                <a:ea typeface="宋体" panose="02010600030101010101" pitchFamily="2" charset="-122"/>
                <a:cs typeface="+mn-cs"/>
              </a:rPr>
              <a:t>at center: “tier-1” ISPs </a:t>
            </a:r>
            <a:r>
              <a:rPr lang="en-US" altLang="zh-CN" sz="2400" dirty="0">
                <a:latin typeface="+mn-lt"/>
                <a:ea typeface="宋体" panose="02010600030101010101" pitchFamily="2" charset="-122"/>
                <a:cs typeface="+mn-cs"/>
              </a:rPr>
              <a:t>(e.g., Verizon, Sprint, AT&amp;T, Cable and Wireless), national/international coverage</a:t>
            </a:r>
            <a:endParaRPr lang="en-US" altLang="zh-CN" sz="2400" dirty="0">
              <a:latin typeface="+mn-lt"/>
              <a:ea typeface="宋体" panose="02010600030101010101" pitchFamily="2" charset="-122"/>
              <a:cs typeface="+mn-cs"/>
            </a:endParaRPr>
          </a:p>
          <a:p>
            <a:pPr lvl="1">
              <a:buSzPct val="75000"/>
            </a:pPr>
            <a:r>
              <a:rPr lang="en-US" altLang="zh-CN" dirty="0">
                <a:latin typeface="+mn-lt"/>
                <a:ea typeface="宋体" panose="02010600030101010101" pitchFamily="2" charset="-122"/>
              </a:rPr>
              <a:t>treat each other as equals</a:t>
            </a:r>
            <a:endParaRPr lang="en-US" altLang="zh-CN" dirty="0">
              <a:latin typeface="+mn-lt"/>
              <a:ea typeface="宋体" panose="02010600030101010101" pitchFamily="2" charset="-122"/>
            </a:endParaRPr>
          </a:p>
        </p:txBody>
      </p:sp>
      <p:sp>
        <p:nvSpPr>
          <p:cNvPr id="100358" name="Oval 33"/>
          <p:cNvSpPr/>
          <p:nvPr/>
        </p:nvSpPr>
        <p:spPr>
          <a:xfrm>
            <a:off x="2432050" y="4883150"/>
            <a:ext cx="1863725" cy="790575"/>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0359" name="Oval 34"/>
          <p:cNvSpPr/>
          <p:nvPr/>
        </p:nvSpPr>
        <p:spPr>
          <a:xfrm>
            <a:off x="3530600" y="3679825"/>
            <a:ext cx="1863725" cy="790575"/>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0360" name="Oval 35"/>
          <p:cNvSpPr/>
          <p:nvPr/>
        </p:nvSpPr>
        <p:spPr>
          <a:xfrm>
            <a:off x="4800600" y="4845050"/>
            <a:ext cx="1863725" cy="7905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grpSp>
        <p:nvGrpSpPr>
          <p:cNvPr id="2" name="Group 53"/>
          <p:cNvGrpSpPr/>
          <p:nvPr/>
        </p:nvGrpSpPr>
        <p:grpSpPr>
          <a:xfrm>
            <a:off x="720725" y="3781425"/>
            <a:ext cx="4533900" cy="1543050"/>
            <a:chOff x="454" y="2122"/>
            <a:chExt cx="2856" cy="972"/>
          </a:xfrm>
        </p:grpSpPr>
        <p:sp>
          <p:nvSpPr>
            <p:cNvPr id="100362" name="Oval 23"/>
            <p:cNvSpPr/>
            <p:nvPr/>
          </p:nvSpPr>
          <p:spPr>
            <a:xfrm>
              <a:off x="3226" y="2796"/>
              <a:ext cx="84" cy="9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0363" name="Oval 36"/>
            <p:cNvSpPr/>
            <p:nvPr/>
          </p:nvSpPr>
          <p:spPr>
            <a:xfrm>
              <a:off x="2942" y="2500"/>
              <a:ext cx="84" cy="90"/>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0364" name="Oval 37"/>
            <p:cNvSpPr/>
            <p:nvPr/>
          </p:nvSpPr>
          <p:spPr>
            <a:xfrm>
              <a:off x="2650" y="2516"/>
              <a:ext cx="84" cy="90"/>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0365" name="Oval 38"/>
            <p:cNvSpPr/>
            <p:nvPr/>
          </p:nvSpPr>
          <p:spPr>
            <a:xfrm>
              <a:off x="2354" y="2804"/>
              <a:ext cx="84" cy="90"/>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0366" name="Oval 39"/>
            <p:cNvSpPr/>
            <p:nvPr/>
          </p:nvSpPr>
          <p:spPr>
            <a:xfrm>
              <a:off x="2666" y="3004"/>
              <a:ext cx="84" cy="90"/>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0367" name="Oval 40"/>
            <p:cNvSpPr/>
            <p:nvPr/>
          </p:nvSpPr>
          <p:spPr>
            <a:xfrm>
              <a:off x="2990" y="2996"/>
              <a:ext cx="84" cy="9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0368" name="Line 41"/>
            <p:cNvSpPr/>
            <p:nvPr/>
          </p:nvSpPr>
          <p:spPr>
            <a:xfrm flipV="1">
              <a:off x="2752" y="3040"/>
              <a:ext cx="240" cy="4"/>
            </a:xfrm>
            <a:prstGeom prst="line">
              <a:avLst/>
            </a:prstGeom>
            <a:ln w="19050" cap="flat" cmpd="sng">
              <a:solidFill>
                <a:schemeClr val="tx1"/>
              </a:solidFill>
              <a:prstDash val="solid"/>
              <a:headEnd type="none" w="med" len="med"/>
              <a:tailEnd type="none" w="med" len="med"/>
            </a:ln>
          </p:spPr>
        </p:sp>
        <p:sp>
          <p:nvSpPr>
            <p:cNvPr id="100369" name="Line 42"/>
            <p:cNvSpPr/>
            <p:nvPr/>
          </p:nvSpPr>
          <p:spPr>
            <a:xfrm>
              <a:off x="3010" y="2572"/>
              <a:ext cx="232" cy="232"/>
            </a:xfrm>
            <a:prstGeom prst="line">
              <a:avLst/>
            </a:prstGeom>
            <a:ln w="19050" cap="flat" cmpd="sng">
              <a:solidFill>
                <a:schemeClr val="tx1"/>
              </a:solidFill>
              <a:prstDash val="solid"/>
              <a:headEnd type="none" w="med" len="med"/>
              <a:tailEnd type="none" w="med" len="med"/>
            </a:ln>
          </p:spPr>
        </p:sp>
        <p:sp>
          <p:nvSpPr>
            <p:cNvPr id="100370" name="Line 43"/>
            <p:cNvSpPr/>
            <p:nvPr/>
          </p:nvSpPr>
          <p:spPr>
            <a:xfrm flipV="1">
              <a:off x="2416" y="2592"/>
              <a:ext cx="248" cy="224"/>
            </a:xfrm>
            <a:prstGeom prst="line">
              <a:avLst/>
            </a:prstGeom>
            <a:ln w="19050" cap="flat" cmpd="sng">
              <a:solidFill>
                <a:schemeClr val="tx1"/>
              </a:solidFill>
              <a:prstDash val="solid"/>
              <a:headEnd type="none" w="med" len="med"/>
              <a:tailEnd type="none" w="med" len="med"/>
            </a:ln>
          </p:spPr>
        </p:sp>
        <p:sp>
          <p:nvSpPr>
            <p:cNvPr id="100371" name="Text Box 47"/>
            <p:cNvSpPr txBox="1"/>
            <p:nvPr/>
          </p:nvSpPr>
          <p:spPr>
            <a:xfrm>
              <a:off x="454" y="2122"/>
              <a:ext cx="987" cy="92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Tier-1 providers interconnect (peer) privately</a:t>
              </a:r>
              <a:endParaRPr lang="en-US" altLang="zh-CN" sz="1800" dirty="0">
                <a:ea typeface="宋体" panose="02010600030101010101" pitchFamily="2" charset="-122"/>
              </a:endParaRPr>
            </a:p>
          </p:txBody>
        </p:sp>
        <p:sp>
          <p:nvSpPr>
            <p:cNvPr id="100372" name="Line 48"/>
            <p:cNvSpPr/>
            <p:nvPr/>
          </p:nvSpPr>
          <p:spPr>
            <a:xfrm>
              <a:off x="992" y="2224"/>
              <a:ext cx="1472" cy="432"/>
            </a:xfrm>
            <a:prstGeom prst="line">
              <a:avLst/>
            </a:prstGeom>
            <a:ln w="9525" cap="flat" cmpd="sng">
              <a:solidFill>
                <a:schemeClr val="tx1"/>
              </a:solidFill>
              <a:prstDash val="solid"/>
              <a:headEnd type="none" w="med" len="med"/>
              <a:tailEnd type="triangle" w="med" len="med"/>
            </a:ln>
          </p:spPr>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Footer Placeholder 3"/>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02403" name="Slide Number Placeholder 4"/>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pic>
        <p:nvPicPr>
          <p:cNvPr id="102404" name="Picture 313"/>
          <p:cNvPicPr>
            <a:picLocks noChangeAspect="1"/>
          </p:cNvPicPr>
          <p:nvPr/>
        </p:nvPicPr>
        <p:blipFill>
          <a:blip r:embed="rId1"/>
          <a:stretch>
            <a:fillRect/>
          </a:stretch>
        </p:blipFill>
        <p:spPr>
          <a:xfrm>
            <a:off x="565150" y="1465263"/>
            <a:ext cx="8385175" cy="4765675"/>
          </a:xfrm>
          <a:prstGeom prst="rect">
            <a:avLst/>
          </a:prstGeom>
          <a:noFill/>
          <a:ln w="9525">
            <a:noFill/>
          </a:ln>
        </p:spPr>
      </p:pic>
      <p:sp>
        <p:nvSpPr>
          <p:cNvPr id="102405"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Tier-1 ISP: e.g., Sprint</a:t>
            </a:r>
            <a:endParaRPr lang="en-US" altLang="zh-CN" dirty="0">
              <a:ea typeface="宋体" panose="02010600030101010101" pitchFamily="2" charset="-122"/>
            </a:endParaRPr>
          </a:p>
        </p:txBody>
      </p:sp>
      <p:grpSp>
        <p:nvGrpSpPr>
          <p:cNvPr id="2" name="Group 312"/>
          <p:cNvGrpSpPr/>
          <p:nvPr/>
        </p:nvGrpSpPr>
        <p:grpSpPr>
          <a:xfrm>
            <a:off x="1452563" y="1674813"/>
            <a:ext cx="3089275" cy="3046412"/>
            <a:chOff x="1063" y="1858"/>
            <a:chExt cx="1946" cy="1919"/>
          </a:xfrm>
        </p:grpSpPr>
        <p:grpSp>
          <p:nvGrpSpPr>
            <p:cNvPr id="102407" name="Group 201"/>
            <p:cNvGrpSpPr/>
            <p:nvPr/>
          </p:nvGrpSpPr>
          <p:grpSpPr>
            <a:xfrm>
              <a:off x="1449" y="1866"/>
              <a:ext cx="1560" cy="1911"/>
              <a:chOff x="2472" y="1212"/>
              <a:chExt cx="1908" cy="2232"/>
            </a:xfrm>
          </p:grpSpPr>
          <p:sp>
            <p:nvSpPr>
              <p:cNvPr id="102409" name="Rectangle 202"/>
              <p:cNvSpPr/>
              <p:nvPr/>
            </p:nvSpPr>
            <p:spPr>
              <a:xfrm>
                <a:off x="2472" y="1242"/>
                <a:ext cx="1908" cy="2202"/>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02410" name="Group 203"/>
              <p:cNvGrpSpPr/>
              <p:nvPr/>
            </p:nvGrpSpPr>
            <p:grpSpPr>
              <a:xfrm>
                <a:off x="2547" y="1212"/>
                <a:ext cx="1781" cy="2179"/>
                <a:chOff x="2547" y="1212"/>
                <a:chExt cx="1781" cy="2179"/>
              </a:xfrm>
            </p:grpSpPr>
            <p:grpSp>
              <p:nvGrpSpPr>
                <p:cNvPr id="102411" name="Group 204"/>
                <p:cNvGrpSpPr/>
                <p:nvPr/>
              </p:nvGrpSpPr>
              <p:grpSpPr>
                <a:xfrm flipH="1">
                  <a:off x="2612" y="2114"/>
                  <a:ext cx="345" cy="337"/>
                  <a:chOff x="3776" y="2126"/>
                  <a:chExt cx="441" cy="337"/>
                </a:xfrm>
              </p:grpSpPr>
              <p:sp>
                <p:nvSpPr>
                  <p:cNvPr id="102515" name="Line 205"/>
                  <p:cNvSpPr/>
                  <p:nvPr/>
                </p:nvSpPr>
                <p:spPr>
                  <a:xfrm>
                    <a:off x="3776" y="2278"/>
                    <a:ext cx="441" cy="0"/>
                  </a:xfrm>
                  <a:prstGeom prst="line">
                    <a:avLst/>
                  </a:prstGeom>
                  <a:ln w="12700" cap="flat" cmpd="sng">
                    <a:solidFill>
                      <a:schemeClr val="tx1"/>
                    </a:solidFill>
                    <a:prstDash val="solid"/>
                    <a:headEnd type="none" w="med" len="med"/>
                    <a:tailEnd type="none" w="med" len="med"/>
                  </a:ln>
                </p:spPr>
              </p:sp>
              <p:sp>
                <p:nvSpPr>
                  <p:cNvPr id="102516" name="Line 206"/>
                  <p:cNvSpPr/>
                  <p:nvPr/>
                </p:nvSpPr>
                <p:spPr>
                  <a:xfrm>
                    <a:off x="3776" y="2374"/>
                    <a:ext cx="441" cy="0"/>
                  </a:xfrm>
                  <a:prstGeom prst="line">
                    <a:avLst/>
                  </a:prstGeom>
                  <a:ln w="12700" cap="flat" cmpd="sng">
                    <a:solidFill>
                      <a:schemeClr val="tx1"/>
                    </a:solidFill>
                    <a:prstDash val="solid"/>
                    <a:headEnd type="none" w="med" len="med"/>
                    <a:tailEnd type="none" w="med" len="med"/>
                  </a:ln>
                </p:spPr>
              </p:sp>
              <p:sp>
                <p:nvSpPr>
                  <p:cNvPr id="102517" name="Text Box 207"/>
                  <p:cNvSpPr txBox="1"/>
                  <p:nvPr/>
                </p:nvSpPr>
                <p:spPr>
                  <a:xfrm>
                    <a:off x="3787" y="2126"/>
                    <a:ext cx="358" cy="3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grpSp>
            <p:grpSp>
              <p:nvGrpSpPr>
                <p:cNvPr id="102412" name="Group 208"/>
                <p:cNvGrpSpPr/>
                <p:nvPr/>
              </p:nvGrpSpPr>
              <p:grpSpPr>
                <a:xfrm flipH="1">
                  <a:off x="2867" y="2398"/>
                  <a:ext cx="949" cy="332"/>
                  <a:chOff x="2927" y="2500"/>
                  <a:chExt cx="949" cy="332"/>
                </a:xfrm>
              </p:grpSpPr>
              <p:sp>
                <p:nvSpPr>
                  <p:cNvPr id="102512" name="Line 209"/>
                  <p:cNvSpPr/>
                  <p:nvPr/>
                </p:nvSpPr>
                <p:spPr>
                  <a:xfrm flipH="1">
                    <a:off x="2927" y="2515"/>
                    <a:ext cx="236" cy="311"/>
                  </a:xfrm>
                  <a:prstGeom prst="line">
                    <a:avLst/>
                  </a:prstGeom>
                  <a:ln w="12700" cap="flat" cmpd="sng">
                    <a:solidFill>
                      <a:srgbClr val="000000"/>
                    </a:solidFill>
                    <a:prstDash val="solid"/>
                    <a:headEnd type="none" w="med" len="med"/>
                    <a:tailEnd type="none" w="med" len="med"/>
                  </a:ln>
                </p:spPr>
              </p:sp>
              <p:sp>
                <p:nvSpPr>
                  <p:cNvPr id="102513" name="Line 210"/>
                  <p:cNvSpPr/>
                  <p:nvPr/>
                </p:nvSpPr>
                <p:spPr>
                  <a:xfrm>
                    <a:off x="3209" y="2500"/>
                    <a:ext cx="201" cy="332"/>
                  </a:xfrm>
                  <a:prstGeom prst="line">
                    <a:avLst/>
                  </a:prstGeom>
                  <a:ln w="12700" cap="flat" cmpd="sng">
                    <a:solidFill>
                      <a:srgbClr val="000000"/>
                    </a:solidFill>
                    <a:prstDash val="solid"/>
                    <a:headEnd type="none" w="med" len="med"/>
                    <a:tailEnd type="none" w="med" len="med"/>
                  </a:ln>
                </p:spPr>
              </p:sp>
              <p:sp>
                <p:nvSpPr>
                  <p:cNvPr id="102514" name="Line 211"/>
                  <p:cNvSpPr/>
                  <p:nvPr/>
                </p:nvSpPr>
                <p:spPr>
                  <a:xfrm>
                    <a:off x="3315" y="2500"/>
                    <a:ext cx="561" cy="324"/>
                  </a:xfrm>
                  <a:prstGeom prst="line">
                    <a:avLst/>
                  </a:prstGeom>
                  <a:ln w="12700" cap="flat" cmpd="sng">
                    <a:solidFill>
                      <a:srgbClr val="000000"/>
                    </a:solidFill>
                    <a:prstDash val="solid"/>
                    <a:headEnd type="none" w="med" len="med"/>
                    <a:tailEnd type="none" w="med" len="med"/>
                  </a:ln>
                </p:spPr>
              </p:sp>
            </p:grpSp>
            <p:sp>
              <p:nvSpPr>
                <p:cNvPr id="102413" name="Line 212"/>
                <p:cNvSpPr/>
                <p:nvPr/>
              </p:nvSpPr>
              <p:spPr>
                <a:xfrm flipH="1" flipV="1">
                  <a:off x="3114" y="1780"/>
                  <a:ext cx="1" cy="415"/>
                </a:xfrm>
                <a:prstGeom prst="line">
                  <a:avLst/>
                </a:prstGeom>
                <a:ln w="12700" cap="flat" cmpd="sng">
                  <a:solidFill>
                    <a:srgbClr val="000000"/>
                  </a:solidFill>
                  <a:prstDash val="solid"/>
                  <a:headEnd type="none" w="med" len="med"/>
                  <a:tailEnd type="none" w="med" len="med"/>
                </a:ln>
              </p:spPr>
            </p:sp>
            <p:sp>
              <p:nvSpPr>
                <p:cNvPr id="102414" name="Line 213"/>
                <p:cNvSpPr/>
                <p:nvPr/>
              </p:nvSpPr>
              <p:spPr>
                <a:xfrm flipH="1">
                  <a:off x="2831" y="2419"/>
                  <a:ext cx="236" cy="311"/>
                </a:xfrm>
                <a:prstGeom prst="line">
                  <a:avLst/>
                </a:prstGeom>
                <a:ln w="12700" cap="flat" cmpd="sng">
                  <a:solidFill>
                    <a:srgbClr val="000000"/>
                  </a:solidFill>
                  <a:prstDash val="solid"/>
                  <a:headEnd type="none" w="med" len="med"/>
                  <a:tailEnd type="none" w="med" len="med"/>
                </a:ln>
              </p:spPr>
            </p:sp>
            <p:sp>
              <p:nvSpPr>
                <p:cNvPr id="102415" name="Line 214"/>
                <p:cNvSpPr/>
                <p:nvPr/>
              </p:nvSpPr>
              <p:spPr>
                <a:xfrm>
                  <a:off x="3113" y="2404"/>
                  <a:ext cx="201" cy="332"/>
                </a:xfrm>
                <a:prstGeom prst="line">
                  <a:avLst/>
                </a:prstGeom>
                <a:ln w="12700" cap="flat" cmpd="sng">
                  <a:solidFill>
                    <a:srgbClr val="000000"/>
                  </a:solidFill>
                  <a:prstDash val="solid"/>
                  <a:headEnd type="none" w="med" len="med"/>
                  <a:tailEnd type="none" w="med" len="med"/>
                </a:ln>
              </p:spPr>
            </p:sp>
            <p:sp>
              <p:nvSpPr>
                <p:cNvPr id="102416" name="Line 215"/>
                <p:cNvSpPr/>
                <p:nvPr/>
              </p:nvSpPr>
              <p:spPr>
                <a:xfrm>
                  <a:off x="3219" y="2404"/>
                  <a:ext cx="561" cy="324"/>
                </a:xfrm>
                <a:prstGeom prst="line">
                  <a:avLst/>
                </a:prstGeom>
                <a:ln w="12700" cap="flat" cmpd="sng">
                  <a:solidFill>
                    <a:srgbClr val="000000"/>
                  </a:solidFill>
                  <a:prstDash val="solid"/>
                  <a:headEnd type="none" w="med" len="med"/>
                  <a:tailEnd type="none" w="med" len="med"/>
                </a:ln>
              </p:spPr>
            </p:sp>
            <p:grpSp>
              <p:nvGrpSpPr>
                <p:cNvPr id="102417" name="Group 216"/>
                <p:cNvGrpSpPr/>
                <p:nvPr/>
              </p:nvGrpSpPr>
              <p:grpSpPr>
                <a:xfrm>
                  <a:off x="3408" y="2216"/>
                  <a:ext cx="370" cy="208"/>
                  <a:chOff x="3600" y="219"/>
                  <a:chExt cx="360" cy="175"/>
                </a:xfrm>
              </p:grpSpPr>
              <p:sp>
                <p:nvSpPr>
                  <p:cNvPr id="102499" name="Oval 217"/>
                  <p:cNvSpPr/>
                  <p:nvPr/>
                </p:nvSpPr>
                <p:spPr>
                  <a:xfrm>
                    <a:off x="3603" y="297"/>
                    <a:ext cx="357" cy="97"/>
                  </a:xfrm>
                  <a:prstGeom prst="ellipse">
                    <a:avLst/>
                  </a:prstGeom>
                  <a:solidFill>
                    <a:srgbClr val="CC66FF"/>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500" name="Line 21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02501" name="Line 21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02502" name="Rectangle 220"/>
                  <p:cNvSpPr/>
                  <p:nvPr/>
                </p:nvSpPr>
                <p:spPr>
                  <a:xfrm>
                    <a:off x="3603" y="289"/>
                    <a:ext cx="354" cy="59"/>
                  </a:xfrm>
                  <a:prstGeom prst="rect">
                    <a:avLst/>
                  </a:prstGeom>
                  <a:solidFill>
                    <a:srgbClr val="CC66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503" name="Oval 221"/>
                  <p:cNvSpPr/>
                  <p:nvPr/>
                </p:nvSpPr>
                <p:spPr>
                  <a:xfrm>
                    <a:off x="3600" y="219"/>
                    <a:ext cx="357" cy="113"/>
                  </a:xfrm>
                  <a:prstGeom prst="ellipse">
                    <a:avLst/>
                  </a:prstGeom>
                  <a:solidFill>
                    <a:srgbClr val="CC66FF"/>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02504" name="Group 222"/>
                  <p:cNvGrpSpPr/>
                  <p:nvPr/>
                </p:nvGrpSpPr>
                <p:grpSpPr>
                  <a:xfrm>
                    <a:off x="3686" y="244"/>
                    <a:ext cx="177" cy="66"/>
                    <a:chOff x="2848" y="848"/>
                    <a:chExt cx="140" cy="98"/>
                  </a:xfrm>
                </p:grpSpPr>
                <p:sp>
                  <p:nvSpPr>
                    <p:cNvPr id="102509" name="Line 22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02510" name="Line 22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02511" name="Line 22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02505" name="Group 226"/>
                  <p:cNvGrpSpPr/>
                  <p:nvPr/>
                </p:nvGrpSpPr>
                <p:grpSpPr>
                  <a:xfrm flipV="1">
                    <a:off x="3686" y="243"/>
                    <a:ext cx="177" cy="66"/>
                    <a:chOff x="2848" y="848"/>
                    <a:chExt cx="140" cy="98"/>
                  </a:xfrm>
                </p:grpSpPr>
                <p:sp>
                  <p:nvSpPr>
                    <p:cNvPr id="102506" name="Line 22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02507" name="Line 22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02508" name="Line 22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02418" name="Group 230"/>
                <p:cNvGrpSpPr/>
                <p:nvPr/>
              </p:nvGrpSpPr>
              <p:grpSpPr>
                <a:xfrm>
                  <a:off x="3606" y="2727"/>
                  <a:ext cx="369" cy="208"/>
                  <a:chOff x="3600" y="219"/>
                  <a:chExt cx="360" cy="175"/>
                </a:xfrm>
              </p:grpSpPr>
              <p:sp>
                <p:nvSpPr>
                  <p:cNvPr id="102486" name="Oval 231"/>
                  <p:cNvSpPr/>
                  <p:nvPr/>
                </p:nvSpPr>
                <p:spPr>
                  <a:xfrm>
                    <a:off x="3603" y="297"/>
                    <a:ext cx="357" cy="97"/>
                  </a:xfrm>
                  <a:prstGeom prst="ellipse">
                    <a:avLst/>
                  </a:prstGeom>
                  <a:solidFill>
                    <a:srgbClr val="CC66FF"/>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87" name="Line 23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02488" name="Line 23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02489" name="Rectangle 234"/>
                  <p:cNvSpPr/>
                  <p:nvPr/>
                </p:nvSpPr>
                <p:spPr>
                  <a:xfrm>
                    <a:off x="3603" y="289"/>
                    <a:ext cx="354" cy="59"/>
                  </a:xfrm>
                  <a:prstGeom prst="rect">
                    <a:avLst/>
                  </a:prstGeom>
                  <a:solidFill>
                    <a:srgbClr val="CC66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90" name="Oval 235"/>
                  <p:cNvSpPr/>
                  <p:nvPr/>
                </p:nvSpPr>
                <p:spPr>
                  <a:xfrm>
                    <a:off x="3600" y="219"/>
                    <a:ext cx="357" cy="113"/>
                  </a:xfrm>
                  <a:prstGeom prst="ellipse">
                    <a:avLst/>
                  </a:prstGeom>
                  <a:solidFill>
                    <a:srgbClr val="CC66FF"/>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02491" name="Group 236"/>
                  <p:cNvGrpSpPr/>
                  <p:nvPr/>
                </p:nvGrpSpPr>
                <p:grpSpPr>
                  <a:xfrm>
                    <a:off x="3686" y="244"/>
                    <a:ext cx="177" cy="66"/>
                    <a:chOff x="2848" y="848"/>
                    <a:chExt cx="140" cy="98"/>
                  </a:xfrm>
                </p:grpSpPr>
                <p:sp>
                  <p:nvSpPr>
                    <p:cNvPr id="102496" name="Line 23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02497" name="Line 23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02498" name="Line 23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02492" name="Group 240"/>
                  <p:cNvGrpSpPr/>
                  <p:nvPr/>
                </p:nvGrpSpPr>
                <p:grpSpPr>
                  <a:xfrm flipV="1">
                    <a:off x="3686" y="243"/>
                    <a:ext cx="177" cy="66"/>
                    <a:chOff x="2848" y="848"/>
                    <a:chExt cx="140" cy="98"/>
                  </a:xfrm>
                </p:grpSpPr>
                <p:sp>
                  <p:nvSpPr>
                    <p:cNvPr id="102493" name="Line 24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02494" name="Line 24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02495" name="Line 24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02419" name="Group 244"/>
                <p:cNvGrpSpPr/>
                <p:nvPr/>
              </p:nvGrpSpPr>
              <p:grpSpPr>
                <a:xfrm>
                  <a:off x="3124" y="2738"/>
                  <a:ext cx="370" cy="208"/>
                  <a:chOff x="3600" y="219"/>
                  <a:chExt cx="360" cy="175"/>
                </a:xfrm>
              </p:grpSpPr>
              <p:sp>
                <p:nvSpPr>
                  <p:cNvPr id="102473" name="Oval 245"/>
                  <p:cNvSpPr/>
                  <p:nvPr/>
                </p:nvSpPr>
                <p:spPr>
                  <a:xfrm>
                    <a:off x="3603" y="297"/>
                    <a:ext cx="357" cy="97"/>
                  </a:xfrm>
                  <a:prstGeom prst="ellipse">
                    <a:avLst/>
                  </a:prstGeom>
                  <a:solidFill>
                    <a:srgbClr val="CC66FF"/>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74" name="Line 24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02475" name="Line 24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02476" name="Rectangle 248"/>
                  <p:cNvSpPr/>
                  <p:nvPr/>
                </p:nvSpPr>
                <p:spPr>
                  <a:xfrm>
                    <a:off x="3603" y="289"/>
                    <a:ext cx="354" cy="59"/>
                  </a:xfrm>
                  <a:prstGeom prst="rect">
                    <a:avLst/>
                  </a:prstGeom>
                  <a:solidFill>
                    <a:srgbClr val="CC66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77" name="Oval 249"/>
                  <p:cNvSpPr/>
                  <p:nvPr/>
                </p:nvSpPr>
                <p:spPr>
                  <a:xfrm>
                    <a:off x="3600" y="219"/>
                    <a:ext cx="357" cy="113"/>
                  </a:xfrm>
                  <a:prstGeom prst="ellipse">
                    <a:avLst/>
                  </a:prstGeom>
                  <a:solidFill>
                    <a:srgbClr val="CC66FF"/>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02478" name="Group 250"/>
                  <p:cNvGrpSpPr/>
                  <p:nvPr/>
                </p:nvGrpSpPr>
                <p:grpSpPr>
                  <a:xfrm>
                    <a:off x="3686" y="244"/>
                    <a:ext cx="177" cy="66"/>
                    <a:chOff x="2848" y="848"/>
                    <a:chExt cx="140" cy="98"/>
                  </a:xfrm>
                </p:grpSpPr>
                <p:sp>
                  <p:nvSpPr>
                    <p:cNvPr id="102483" name="Line 25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02484" name="Line 25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02485" name="Line 25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02479" name="Group 254"/>
                  <p:cNvGrpSpPr/>
                  <p:nvPr/>
                </p:nvGrpSpPr>
                <p:grpSpPr>
                  <a:xfrm flipV="1">
                    <a:off x="3686" y="243"/>
                    <a:ext cx="177" cy="66"/>
                    <a:chOff x="2848" y="848"/>
                    <a:chExt cx="140" cy="98"/>
                  </a:xfrm>
                </p:grpSpPr>
                <p:sp>
                  <p:nvSpPr>
                    <p:cNvPr id="102480" name="Line 25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02481" name="Line 25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02482" name="Line 25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02420" name="Group 258"/>
                <p:cNvGrpSpPr/>
                <p:nvPr/>
              </p:nvGrpSpPr>
              <p:grpSpPr>
                <a:xfrm>
                  <a:off x="2639" y="2739"/>
                  <a:ext cx="369" cy="207"/>
                  <a:chOff x="3600" y="219"/>
                  <a:chExt cx="360" cy="175"/>
                </a:xfrm>
              </p:grpSpPr>
              <p:sp>
                <p:nvSpPr>
                  <p:cNvPr id="102460" name="Oval 259"/>
                  <p:cNvSpPr/>
                  <p:nvPr/>
                </p:nvSpPr>
                <p:spPr>
                  <a:xfrm>
                    <a:off x="3603" y="297"/>
                    <a:ext cx="357" cy="97"/>
                  </a:xfrm>
                  <a:prstGeom prst="ellipse">
                    <a:avLst/>
                  </a:prstGeom>
                  <a:solidFill>
                    <a:srgbClr val="CC66FF"/>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61" name="Line 26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02462" name="Line 26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02463" name="Rectangle 262"/>
                  <p:cNvSpPr/>
                  <p:nvPr/>
                </p:nvSpPr>
                <p:spPr>
                  <a:xfrm>
                    <a:off x="3603" y="289"/>
                    <a:ext cx="354" cy="59"/>
                  </a:xfrm>
                  <a:prstGeom prst="rect">
                    <a:avLst/>
                  </a:prstGeom>
                  <a:solidFill>
                    <a:srgbClr val="CC66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64" name="Oval 263"/>
                  <p:cNvSpPr/>
                  <p:nvPr/>
                </p:nvSpPr>
                <p:spPr>
                  <a:xfrm>
                    <a:off x="3600" y="219"/>
                    <a:ext cx="357" cy="113"/>
                  </a:xfrm>
                  <a:prstGeom prst="ellipse">
                    <a:avLst/>
                  </a:prstGeom>
                  <a:solidFill>
                    <a:srgbClr val="CC66FF"/>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02465" name="Group 264"/>
                  <p:cNvGrpSpPr/>
                  <p:nvPr/>
                </p:nvGrpSpPr>
                <p:grpSpPr>
                  <a:xfrm>
                    <a:off x="3686" y="244"/>
                    <a:ext cx="177" cy="66"/>
                    <a:chOff x="2848" y="848"/>
                    <a:chExt cx="140" cy="98"/>
                  </a:xfrm>
                </p:grpSpPr>
                <p:sp>
                  <p:nvSpPr>
                    <p:cNvPr id="102470" name="Line 26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02471" name="Line 26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02472" name="Line 26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02466" name="Group 268"/>
                  <p:cNvGrpSpPr/>
                  <p:nvPr/>
                </p:nvGrpSpPr>
                <p:grpSpPr>
                  <a:xfrm flipV="1">
                    <a:off x="3686" y="243"/>
                    <a:ext cx="177" cy="66"/>
                    <a:chOff x="2848" y="848"/>
                    <a:chExt cx="140" cy="98"/>
                  </a:xfrm>
                </p:grpSpPr>
                <p:sp>
                  <p:nvSpPr>
                    <p:cNvPr id="102467" name="Line 26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02468" name="Line 27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02469" name="Line 27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02421" name="Text Box 272"/>
                <p:cNvSpPr txBox="1"/>
                <p:nvPr/>
              </p:nvSpPr>
              <p:spPr>
                <a:xfrm>
                  <a:off x="2826" y="3132"/>
                  <a:ext cx="1397" cy="24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to/from customers</a:t>
                  </a:r>
                  <a:endParaRPr lang="en-US" altLang="zh-CN" sz="1600" dirty="0">
                    <a:latin typeface="Arial" panose="020B0604020202020204" pitchFamily="34" charset="0"/>
                    <a:ea typeface="宋体" panose="02010600030101010101" pitchFamily="2" charset="-122"/>
                  </a:endParaRPr>
                </a:p>
              </p:txBody>
            </p:sp>
            <p:sp>
              <p:nvSpPr>
                <p:cNvPr id="102422" name="Text Box 273"/>
                <p:cNvSpPr txBox="1"/>
                <p:nvPr/>
              </p:nvSpPr>
              <p:spPr>
                <a:xfrm>
                  <a:off x="3666" y="2030"/>
                  <a:ext cx="662" cy="2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peering</a:t>
                  </a:r>
                  <a:endParaRPr lang="en-US" altLang="zh-CN" sz="1600" dirty="0">
                    <a:latin typeface="Arial" panose="020B0604020202020204" pitchFamily="34" charset="0"/>
                    <a:ea typeface="宋体" panose="02010600030101010101" pitchFamily="2" charset="-122"/>
                  </a:endParaRPr>
                </a:p>
              </p:txBody>
            </p:sp>
            <p:sp>
              <p:nvSpPr>
                <p:cNvPr id="102423" name="Text Box 274"/>
                <p:cNvSpPr txBox="1"/>
                <p:nvPr/>
              </p:nvSpPr>
              <p:spPr>
                <a:xfrm>
                  <a:off x="2891" y="1586"/>
                  <a:ext cx="1396" cy="24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 to/from backbone</a:t>
                  </a:r>
                  <a:endParaRPr lang="en-US" altLang="zh-CN" sz="1600" dirty="0">
                    <a:latin typeface="Arial" panose="020B0604020202020204" pitchFamily="34" charset="0"/>
                    <a:ea typeface="宋体" panose="02010600030101010101" pitchFamily="2" charset="-122"/>
                  </a:endParaRPr>
                </a:p>
              </p:txBody>
            </p:sp>
            <p:sp>
              <p:nvSpPr>
                <p:cNvPr id="102424" name="Rectangle 275"/>
                <p:cNvSpPr/>
                <p:nvPr/>
              </p:nvSpPr>
              <p:spPr>
                <a:xfrm>
                  <a:off x="2547" y="1319"/>
                  <a:ext cx="1770" cy="2072"/>
                </a:xfrm>
                <a:prstGeom prst="rect">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02425" name="Group 276"/>
                <p:cNvGrpSpPr/>
                <p:nvPr/>
              </p:nvGrpSpPr>
              <p:grpSpPr>
                <a:xfrm>
                  <a:off x="2922" y="2204"/>
                  <a:ext cx="370" cy="208"/>
                  <a:chOff x="3600" y="219"/>
                  <a:chExt cx="360" cy="175"/>
                </a:xfrm>
              </p:grpSpPr>
              <p:sp>
                <p:nvSpPr>
                  <p:cNvPr id="102447" name="Oval 277"/>
                  <p:cNvSpPr/>
                  <p:nvPr/>
                </p:nvSpPr>
                <p:spPr>
                  <a:xfrm>
                    <a:off x="3603" y="297"/>
                    <a:ext cx="357" cy="97"/>
                  </a:xfrm>
                  <a:prstGeom prst="ellipse">
                    <a:avLst/>
                  </a:prstGeom>
                  <a:solidFill>
                    <a:srgbClr val="CC66FF"/>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48" name="Line 27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02449" name="Line 27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02450" name="Rectangle 280"/>
                  <p:cNvSpPr/>
                  <p:nvPr/>
                </p:nvSpPr>
                <p:spPr>
                  <a:xfrm>
                    <a:off x="3603" y="289"/>
                    <a:ext cx="354" cy="59"/>
                  </a:xfrm>
                  <a:prstGeom prst="rect">
                    <a:avLst/>
                  </a:prstGeom>
                  <a:solidFill>
                    <a:srgbClr val="CC66FF"/>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51" name="Oval 281"/>
                  <p:cNvSpPr/>
                  <p:nvPr/>
                </p:nvSpPr>
                <p:spPr>
                  <a:xfrm>
                    <a:off x="3600" y="219"/>
                    <a:ext cx="357" cy="113"/>
                  </a:xfrm>
                  <a:prstGeom prst="ellipse">
                    <a:avLst/>
                  </a:prstGeom>
                  <a:solidFill>
                    <a:srgbClr val="CC66FF"/>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02452" name="Group 282"/>
                  <p:cNvGrpSpPr/>
                  <p:nvPr/>
                </p:nvGrpSpPr>
                <p:grpSpPr>
                  <a:xfrm>
                    <a:off x="3686" y="244"/>
                    <a:ext cx="177" cy="66"/>
                    <a:chOff x="2848" y="848"/>
                    <a:chExt cx="140" cy="98"/>
                  </a:xfrm>
                </p:grpSpPr>
                <p:sp>
                  <p:nvSpPr>
                    <p:cNvPr id="102457" name="Line 28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02458" name="Line 28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02459" name="Line 28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02453" name="Group 286"/>
                  <p:cNvGrpSpPr/>
                  <p:nvPr/>
                </p:nvGrpSpPr>
                <p:grpSpPr>
                  <a:xfrm flipV="1">
                    <a:off x="3686" y="243"/>
                    <a:ext cx="177" cy="66"/>
                    <a:chOff x="2848" y="848"/>
                    <a:chExt cx="140" cy="98"/>
                  </a:xfrm>
                </p:grpSpPr>
                <p:sp>
                  <p:nvSpPr>
                    <p:cNvPr id="102454" name="Line 28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02455" name="Line 28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02456" name="Line 28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02426" name="Line 290"/>
                <p:cNvSpPr/>
                <p:nvPr/>
              </p:nvSpPr>
              <p:spPr>
                <a:xfrm flipH="1" flipV="1">
                  <a:off x="3612" y="1810"/>
                  <a:ext cx="1" cy="415"/>
                </a:xfrm>
                <a:prstGeom prst="line">
                  <a:avLst/>
                </a:prstGeom>
                <a:ln w="12700" cap="flat" cmpd="sng">
                  <a:solidFill>
                    <a:srgbClr val="000000"/>
                  </a:solidFill>
                  <a:prstDash val="solid"/>
                  <a:headEnd type="none" w="med" len="med"/>
                  <a:tailEnd type="none" w="med" len="med"/>
                </a:ln>
              </p:spPr>
            </p:sp>
            <p:grpSp>
              <p:nvGrpSpPr>
                <p:cNvPr id="102427" name="Group 291"/>
                <p:cNvGrpSpPr/>
                <p:nvPr/>
              </p:nvGrpSpPr>
              <p:grpSpPr>
                <a:xfrm>
                  <a:off x="3776" y="2126"/>
                  <a:ext cx="441" cy="606"/>
                  <a:chOff x="3776" y="2126"/>
                  <a:chExt cx="441" cy="606"/>
                </a:xfrm>
              </p:grpSpPr>
              <p:sp>
                <p:nvSpPr>
                  <p:cNvPr id="102444" name="Line 292"/>
                  <p:cNvSpPr/>
                  <p:nvPr/>
                </p:nvSpPr>
                <p:spPr>
                  <a:xfrm>
                    <a:off x="3776" y="2278"/>
                    <a:ext cx="441" cy="0"/>
                  </a:xfrm>
                  <a:prstGeom prst="line">
                    <a:avLst/>
                  </a:prstGeom>
                  <a:ln w="12700" cap="flat" cmpd="sng">
                    <a:solidFill>
                      <a:schemeClr val="tx1"/>
                    </a:solidFill>
                    <a:prstDash val="solid"/>
                    <a:headEnd type="none" w="med" len="med"/>
                    <a:tailEnd type="none" w="med" len="med"/>
                  </a:ln>
                </p:spPr>
              </p:sp>
              <p:sp>
                <p:nvSpPr>
                  <p:cNvPr id="102445" name="Line 293"/>
                  <p:cNvSpPr/>
                  <p:nvPr/>
                </p:nvSpPr>
                <p:spPr>
                  <a:xfrm>
                    <a:off x="3776" y="2374"/>
                    <a:ext cx="441" cy="0"/>
                  </a:xfrm>
                  <a:prstGeom prst="line">
                    <a:avLst/>
                  </a:prstGeom>
                  <a:ln w="12700" cap="flat" cmpd="sng">
                    <a:solidFill>
                      <a:schemeClr val="tx1"/>
                    </a:solidFill>
                    <a:prstDash val="solid"/>
                    <a:headEnd type="none" w="med" len="med"/>
                    <a:tailEnd type="none" w="med" len="med"/>
                  </a:ln>
                </p:spPr>
              </p:sp>
              <p:sp>
                <p:nvSpPr>
                  <p:cNvPr id="102446" name="Text Box 294"/>
                  <p:cNvSpPr txBox="1"/>
                  <p:nvPr/>
                </p:nvSpPr>
                <p:spPr>
                  <a:xfrm>
                    <a:off x="3788" y="2126"/>
                    <a:ext cx="356" cy="60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grpSp>
            <p:grpSp>
              <p:nvGrpSpPr>
                <p:cNvPr id="102428" name="Group 295"/>
                <p:cNvGrpSpPr/>
                <p:nvPr/>
              </p:nvGrpSpPr>
              <p:grpSpPr>
                <a:xfrm>
                  <a:off x="3594" y="2893"/>
                  <a:ext cx="351" cy="279"/>
                  <a:chOff x="4302" y="2857"/>
                  <a:chExt cx="351" cy="279"/>
                </a:xfrm>
              </p:grpSpPr>
              <p:grpSp>
                <p:nvGrpSpPr>
                  <p:cNvPr id="102440" name="Group 296"/>
                  <p:cNvGrpSpPr/>
                  <p:nvPr/>
                </p:nvGrpSpPr>
                <p:grpSpPr>
                  <a:xfrm>
                    <a:off x="4461" y="2895"/>
                    <a:ext cx="102" cy="195"/>
                    <a:chOff x="4467" y="2745"/>
                    <a:chExt cx="96" cy="345"/>
                  </a:xfrm>
                </p:grpSpPr>
                <p:sp>
                  <p:nvSpPr>
                    <p:cNvPr id="102442" name="Line 297"/>
                    <p:cNvSpPr/>
                    <p:nvPr/>
                  </p:nvSpPr>
                  <p:spPr>
                    <a:xfrm rot="-5400000" flipH="1">
                      <a:off x="4294" y="2917"/>
                      <a:ext cx="345" cy="0"/>
                    </a:xfrm>
                    <a:prstGeom prst="line">
                      <a:avLst/>
                    </a:prstGeom>
                    <a:ln w="12700" cap="flat" cmpd="sng">
                      <a:solidFill>
                        <a:schemeClr val="tx1"/>
                      </a:solidFill>
                      <a:prstDash val="solid"/>
                      <a:headEnd type="none" w="med" len="med"/>
                      <a:tailEnd type="none" w="med" len="med"/>
                    </a:ln>
                  </p:spPr>
                </p:sp>
                <p:sp>
                  <p:nvSpPr>
                    <p:cNvPr id="102443" name="Line 298"/>
                    <p:cNvSpPr/>
                    <p:nvPr/>
                  </p:nvSpPr>
                  <p:spPr>
                    <a:xfrm rot="-5400000" flipH="1">
                      <a:off x="4390" y="2917"/>
                      <a:ext cx="345" cy="0"/>
                    </a:xfrm>
                    <a:prstGeom prst="line">
                      <a:avLst/>
                    </a:prstGeom>
                    <a:ln w="12700" cap="flat" cmpd="sng">
                      <a:solidFill>
                        <a:schemeClr val="tx1"/>
                      </a:solidFill>
                      <a:prstDash val="solid"/>
                      <a:headEnd type="none" w="med" len="med"/>
                      <a:tailEnd type="none" w="med" len="med"/>
                    </a:ln>
                  </p:spPr>
                </p:sp>
              </p:grpSp>
              <p:sp>
                <p:nvSpPr>
                  <p:cNvPr id="102441" name="Text Box 299"/>
                  <p:cNvSpPr txBox="1"/>
                  <p:nvPr/>
                </p:nvSpPr>
                <p:spPr>
                  <a:xfrm rot="-5400000" flipH="1">
                    <a:off x="4338" y="2821"/>
                    <a:ext cx="279" cy="35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grpSp>
            <p:grpSp>
              <p:nvGrpSpPr>
                <p:cNvPr id="102429" name="Group 300"/>
                <p:cNvGrpSpPr/>
                <p:nvPr/>
              </p:nvGrpSpPr>
              <p:grpSpPr>
                <a:xfrm>
                  <a:off x="3104" y="2919"/>
                  <a:ext cx="352" cy="279"/>
                  <a:chOff x="4304" y="2859"/>
                  <a:chExt cx="352" cy="279"/>
                </a:xfrm>
              </p:grpSpPr>
              <p:grpSp>
                <p:nvGrpSpPr>
                  <p:cNvPr id="102436" name="Group 301"/>
                  <p:cNvGrpSpPr/>
                  <p:nvPr/>
                </p:nvGrpSpPr>
                <p:grpSpPr>
                  <a:xfrm>
                    <a:off x="4461" y="2895"/>
                    <a:ext cx="102" cy="195"/>
                    <a:chOff x="4467" y="2745"/>
                    <a:chExt cx="96" cy="345"/>
                  </a:xfrm>
                </p:grpSpPr>
                <p:sp>
                  <p:nvSpPr>
                    <p:cNvPr id="102438" name="Line 302"/>
                    <p:cNvSpPr/>
                    <p:nvPr/>
                  </p:nvSpPr>
                  <p:spPr>
                    <a:xfrm rot="-5400000" flipH="1">
                      <a:off x="4294" y="2917"/>
                      <a:ext cx="345" cy="0"/>
                    </a:xfrm>
                    <a:prstGeom prst="line">
                      <a:avLst/>
                    </a:prstGeom>
                    <a:ln w="12700" cap="flat" cmpd="sng">
                      <a:solidFill>
                        <a:schemeClr val="tx1"/>
                      </a:solidFill>
                      <a:prstDash val="solid"/>
                      <a:headEnd type="none" w="med" len="med"/>
                      <a:tailEnd type="none" w="med" len="med"/>
                    </a:ln>
                  </p:spPr>
                </p:sp>
                <p:sp>
                  <p:nvSpPr>
                    <p:cNvPr id="102439" name="Line 303"/>
                    <p:cNvSpPr/>
                    <p:nvPr/>
                  </p:nvSpPr>
                  <p:spPr>
                    <a:xfrm rot="-5400000" flipH="1">
                      <a:off x="4390" y="2917"/>
                      <a:ext cx="345" cy="0"/>
                    </a:xfrm>
                    <a:prstGeom prst="line">
                      <a:avLst/>
                    </a:prstGeom>
                    <a:ln w="12700" cap="flat" cmpd="sng">
                      <a:solidFill>
                        <a:schemeClr val="tx1"/>
                      </a:solidFill>
                      <a:prstDash val="solid"/>
                      <a:headEnd type="none" w="med" len="med"/>
                      <a:tailEnd type="none" w="med" len="med"/>
                    </a:ln>
                  </p:spPr>
                </p:sp>
              </p:grpSp>
              <p:sp>
                <p:nvSpPr>
                  <p:cNvPr id="102437" name="Text Box 304"/>
                  <p:cNvSpPr txBox="1"/>
                  <p:nvPr/>
                </p:nvSpPr>
                <p:spPr>
                  <a:xfrm rot="-5400000" flipH="1">
                    <a:off x="4340" y="2822"/>
                    <a:ext cx="279" cy="35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grpSp>
            <p:grpSp>
              <p:nvGrpSpPr>
                <p:cNvPr id="102430" name="Group 305"/>
                <p:cNvGrpSpPr/>
                <p:nvPr/>
              </p:nvGrpSpPr>
              <p:grpSpPr>
                <a:xfrm>
                  <a:off x="2588" y="2913"/>
                  <a:ext cx="353" cy="279"/>
                  <a:chOff x="4304" y="2859"/>
                  <a:chExt cx="320" cy="279"/>
                </a:xfrm>
              </p:grpSpPr>
              <p:grpSp>
                <p:nvGrpSpPr>
                  <p:cNvPr id="102432" name="Group 306"/>
                  <p:cNvGrpSpPr/>
                  <p:nvPr/>
                </p:nvGrpSpPr>
                <p:grpSpPr>
                  <a:xfrm>
                    <a:off x="4461" y="2895"/>
                    <a:ext cx="102" cy="195"/>
                    <a:chOff x="4467" y="2745"/>
                    <a:chExt cx="96" cy="345"/>
                  </a:xfrm>
                </p:grpSpPr>
                <p:sp>
                  <p:nvSpPr>
                    <p:cNvPr id="102434" name="Line 307"/>
                    <p:cNvSpPr/>
                    <p:nvPr/>
                  </p:nvSpPr>
                  <p:spPr>
                    <a:xfrm rot="-5400000" flipH="1">
                      <a:off x="4294" y="2917"/>
                      <a:ext cx="345" cy="0"/>
                    </a:xfrm>
                    <a:prstGeom prst="line">
                      <a:avLst/>
                    </a:prstGeom>
                    <a:ln w="12700" cap="flat" cmpd="sng">
                      <a:solidFill>
                        <a:schemeClr val="tx1"/>
                      </a:solidFill>
                      <a:prstDash val="solid"/>
                      <a:headEnd type="none" w="med" len="med"/>
                      <a:tailEnd type="none" w="med" len="med"/>
                    </a:ln>
                  </p:spPr>
                </p:sp>
                <p:sp>
                  <p:nvSpPr>
                    <p:cNvPr id="102435" name="Line 308"/>
                    <p:cNvSpPr/>
                    <p:nvPr/>
                  </p:nvSpPr>
                  <p:spPr>
                    <a:xfrm rot="-5400000" flipH="1">
                      <a:off x="4390" y="2917"/>
                      <a:ext cx="345" cy="0"/>
                    </a:xfrm>
                    <a:prstGeom prst="line">
                      <a:avLst/>
                    </a:prstGeom>
                    <a:ln w="12700" cap="flat" cmpd="sng">
                      <a:solidFill>
                        <a:schemeClr val="tx1"/>
                      </a:solidFill>
                      <a:prstDash val="solid"/>
                      <a:headEnd type="none" w="med" len="med"/>
                      <a:tailEnd type="none" w="med" len="med"/>
                    </a:ln>
                  </p:spPr>
                </p:sp>
              </p:grpSp>
              <p:sp>
                <p:nvSpPr>
                  <p:cNvPr id="102433" name="Text Box 309"/>
                  <p:cNvSpPr txBox="1"/>
                  <p:nvPr/>
                </p:nvSpPr>
                <p:spPr>
                  <a:xfrm rot="-5400000" flipH="1">
                    <a:off x="4324" y="2838"/>
                    <a:ext cx="279" cy="3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grpSp>
            <p:sp>
              <p:nvSpPr>
                <p:cNvPr id="102431" name="Text Box 310"/>
                <p:cNvSpPr txBox="1"/>
                <p:nvPr/>
              </p:nvSpPr>
              <p:spPr>
                <a:xfrm>
                  <a:off x="2620" y="1212"/>
                  <a:ext cx="1569" cy="224"/>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400" dirty="0">
                      <a:solidFill>
                        <a:srgbClr val="FF0000"/>
                      </a:solidFill>
                      <a:latin typeface="Arial" panose="020B0604020202020204" pitchFamily="34" charset="0"/>
                      <a:ea typeface="宋体" panose="02010600030101010101" pitchFamily="2" charset="-122"/>
                    </a:rPr>
                    <a:t>POP: point-of-presence</a:t>
                  </a:r>
                  <a:endParaRPr lang="en-US" altLang="zh-CN" sz="1400" dirty="0">
                    <a:solidFill>
                      <a:srgbClr val="FF0000"/>
                    </a:solidFill>
                    <a:latin typeface="Arial" panose="020B0604020202020204" pitchFamily="34" charset="0"/>
                    <a:ea typeface="宋体" panose="02010600030101010101" pitchFamily="2" charset="-122"/>
                  </a:endParaRPr>
                </a:p>
              </p:txBody>
            </p:sp>
          </p:grpSp>
        </p:grpSp>
        <p:sp>
          <p:nvSpPr>
            <p:cNvPr id="102408" name="Freeform 311"/>
            <p:cNvSpPr/>
            <p:nvPr/>
          </p:nvSpPr>
          <p:spPr>
            <a:xfrm>
              <a:off x="1063" y="1858"/>
              <a:ext cx="446" cy="1866"/>
            </a:xfrm>
            <a:custGeom>
              <a:avLst/>
              <a:gdLst>
                <a:gd name="txL" fmla="*/ 0 w 446"/>
                <a:gd name="txT" fmla="*/ 0 h 1866"/>
                <a:gd name="txR" fmla="*/ 446 w 446"/>
                <a:gd name="txB" fmla="*/ 1866 h 1866"/>
              </a:gdLst>
              <a:ahLst/>
              <a:cxnLst>
                <a:cxn ang="0">
                  <a:pos x="0" y="1290"/>
                </a:cxn>
                <a:cxn ang="0">
                  <a:pos x="389" y="0"/>
                </a:cxn>
                <a:cxn ang="0">
                  <a:pos x="414" y="933"/>
                </a:cxn>
                <a:cxn ang="0">
                  <a:pos x="446" y="1509"/>
                </a:cxn>
                <a:cxn ang="0">
                  <a:pos x="446" y="1866"/>
                </a:cxn>
                <a:cxn ang="0">
                  <a:pos x="0" y="1290"/>
                </a:cxn>
              </a:cxnLst>
              <a:rect l="txL" t="txT" r="txR" b="txB"/>
              <a:pathLst>
                <a:path w="446" h="1866">
                  <a:moveTo>
                    <a:pt x="0" y="1290"/>
                  </a:moveTo>
                  <a:lnTo>
                    <a:pt x="389" y="0"/>
                  </a:lnTo>
                  <a:lnTo>
                    <a:pt x="414" y="933"/>
                  </a:lnTo>
                  <a:lnTo>
                    <a:pt x="446" y="1509"/>
                  </a:lnTo>
                  <a:lnTo>
                    <a:pt x="446" y="1866"/>
                  </a:lnTo>
                  <a:lnTo>
                    <a:pt x="0" y="1290"/>
                  </a:lnTo>
                  <a:close/>
                </a:path>
              </a:pathLst>
            </a:custGeom>
            <a:gradFill rotWithShape="1">
              <a:gsLst>
                <a:gs pos="0">
                  <a:srgbClr val="FF0000">
                    <a:alpha val="100000"/>
                  </a:srgbClr>
                </a:gs>
                <a:gs pos="100000">
                  <a:schemeClr val="bg1">
                    <a:alpha val="100000"/>
                  </a:schemeClr>
                </a:gs>
              </a:gsLst>
              <a:lin ang="0" scaled="1"/>
              <a:tileRect/>
            </a:gradFill>
            <a:ln w="9525">
              <a:noFill/>
            </a:ln>
          </p:spPr>
          <p:txBody>
            <a:bodyPr/>
            <a:p>
              <a:endParaRPr lang="zh-CN" alt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04451"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04452" name="Rectangle 2"/>
          <p:cNvSpPr>
            <a:spLocks noGrp="1"/>
          </p:cNvSpPr>
          <p:nvPr>
            <p:ph type="title"/>
          </p:nvPr>
        </p:nvSpPr>
        <p:spPr>
          <a:xfrm>
            <a:off x="533400" y="228600"/>
            <a:ext cx="8096250" cy="1143000"/>
          </a:xfrm>
        </p:spPr>
        <p:txBody>
          <a:bodyPr vert="horz" wrap="square" lIns="91440" tIns="45720" rIns="91440" bIns="45720" anchor="ctr" anchorCtr="0"/>
          <a:p>
            <a:r>
              <a:rPr lang="en-US" altLang="zh-CN" sz="3200" dirty="0">
                <a:ea typeface="宋体" panose="02010600030101010101" pitchFamily="2" charset="-122"/>
              </a:rPr>
              <a:t>Internet structure: network of networks</a:t>
            </a:r>
            <a:endParaRPr lang="en-US" altLang="zh-CN" dirty="0">
              <a:ea typeface="宋体" panose="02010600030101010101" pitchFamily="2" charset="-122"/>
            </a:endParaRPr>
          </a:p>
        </p:txBody>
      </p:sp>
      <p:sp>
        <p:nvSpPr>
          <p:cNvPr id="76803" name="Rectangle 3"/>
          <p:cNvSpPr>
            <a:spLocks noGrp="1"/>
          </p:cNvSpPr>
          <p:nvPr>
            <p:ph sz="half" idx="1"/>
          </p:nvPr>
        </p:nvSpPr>
        <p:spPr>
          <a:xfrm>
            <a:off x="352425" y="1428750"/>
            <a:ext cx="8440738" cy="914400"/>
          </a:xfrm>
        </p:spPr>
        <p:txBody>
          <a:bodyPr vert="horz" wrap="square" lIns="91440" tIns="45720" rIns="91440" bIns="45720" anchor="t" anchorCtr="0"/>
          <a:p>
            <a:pPr>
              <a:buSzPct val="85000"/>
            </a:pPr>
            <a:r>
              <a:rPr lang="en-US" altLang="zh-CN" sz="2400" dirty="0">
                <a:solidFill>
                  <a:srgbClr val="FF0000"/>
                </a:solidFill>
                <a:latin typeface="+mn-lt"/>
                <a:ea typeface="宋体" panose="02010600030101010101" pitchFamily="2" charset="-122"/>
                <a:cs typeface="+mn-cs"/>
              </a:rPr>
              <a:t>“Tier-2” ISPs: smaller (often regional) ISPs</a:t>
            </a:r>
            <a:endParaRPr lang="en-US" altLang="zh-CN" sz="2400" dirty="0">
              <a:solidFill>
                <a:srgbClr val="FF0000"/>
              </a:solidFill>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Connect to one or more tier-1 ISPs, possibly other tier-2 ISPs</a:t>
            </a:r>
            <a:endParaRPr lang="en-US" altLang="zh-CN" sz="2000" dirty="0">
              <a:latin typeface="+mn-lt"/>
              <a:ea typeface="宋体" panose="02010600030101010101" pitchFamily="2" charset="-122"/>
            </a:endParaRPr>
          </a:p>
          <a:p>
            <a:pPr>
              <a:buSzPct val="85000"/>
            </a:pPr>
            <a:endParaRPr lang="en-US" altLang="zh-CN" sz="2400" dirty="0">
              <a:solidFill>
                <a:srgbClr val="FF0000"/>
              </a:solidFill>
              <a:latin typeface="+mn-lt"/>
              <a:ea typeface="宋体" panose="02010600030101010101" pitchFamily="2" charset="-122"/>
              <a:cs typeface="+mn-cs"/>
            </a:endParaRPr>
          </a:p>
          <a:p>
            <a:pPr lvl="1">
              <a:buSzPct val="75000"/>
              <a:buFont typeface="Wingdings" panose="05000000000000000000" pitchFamily="2" charset="2"/>
              <a:buNone/>
            </a:pPr>
            <a:endParaRPr lang="en-US" altLang="zh-CN" sz="2000" dirty="0">
              <a:latin typeface="+mn-lt"/>
              <a:ea typeface="宋体" panose="02010600030101010101" pitchFamily="2" charset="-122"/>
            </a:endParaRPr>
          </a:p>
        </p:txBody>
      </p:sp>
      <p:sp>
        <p:nvSpPr>
          <p:cNvPr id="104454" name="Oval 4"/>
          <p:cNvSpPr/>
          <p:nvPr/>
        </p:nvSpPr>
        <p:spPr>
          <a:xfrm>
            <a:off x="2432050" y="4883150"/>
            <a:ext cx="1863725" cy="790575"/>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4455" name="Oval 5"/>
          <p:cNvSpPr/>
          <p:nvPr/>
        </p:nvSpPr>
        <p:spPr>
          <a:xfrm>
            <a:off x="3530600" y="3679825"/>
            <a:ext cx="1863725" cy="790575"/>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4456" name="Oval 6"/>
          <p:cNvSpPr/>
          <p:nvPr/>
        </p:nvSpPr>
        <p:spPr>
          <a:xfrm>
            <a:off x="4800600" y="4845050"/>
            <a:ext cx="1863725" cy="7905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4457" name="Oval 8"/>
          <p:cNvSpPr/>
          <p:nvPr/>
        </p:nvSpPr>
        <p:spPr>
          <a:xfrm>
            <a:off x="5121275" y="4851400"/>
            <a:ext cx="133350" cy="1428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58" name="Oval 9"/>
          <p:cNvSpPr/>
          <p:nvPr/>
        </p:nvSpPr>
        <p:spPr>
          <a:xfrm>
            <a:off x="4670425" y="4381500"/>
            <a:ext cx="133350" cy="142875"/>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59" name="Oval 10"/>
          <p:cNvSpPr/>
          <p:nvPr/>
        </p:nvSpPr>
        <p:spPr>
          <a:xfrm>
            <a:off x="4206875" y="4406900"/>
            <a:ext cx="133350" cy="142875"/>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60" name="Oval 11"/>
          <p:cNvSpPr/>
          <p:nvPr/>
        </p:nvSpPr>
        <p:spPr>
          <a:xfrm>
            <a:off x="3736975" y="4864100"/>
            <a:ext cx="133350" cy="142875"/>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61" name="Oval 12"/>
          <p:cNvSpPr/>
          <p:nvPr/>
        </p:nvSpPr>
        <p:spPr>
          <a:xfrm>
            <a:off x="4232275" y="5181600"/>
            <a:ext cx="133350" cy="142875"/>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62" name="Oval 13"/>
          <p:cNvSpPr/>
          <p:nvPr/>
        </p:nvSpPr>
        <p:spPr>
          <a:xfrm>
            <a:off x="4746625" y="5168900"/>
            <a:ext cx="133350" cy="1428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63" name="Line 14"/>
          <p:cNvSpPr/>
          <p:nvPr/>
        </p:nvSpPr>
        <p:spPr>
          <a:xfrm flipV="1">
            <a:off x="4368800" y="5238750"/>
            <a:ext cx="381000" cy="6350"/>
          </a:xfrm>
          <a:prstGeom prst="line">
            <a:avLst/>
          </a:prstGeom>
          <a:ln w="19050" cap="flat" cmpd="sng">
            <a:solidFill>
              <a:schemeClr val="tx1"/>
            </a:solidFill>
            <a:prstDash val="solid"/>
            <a:headEnd type="none" w="med" len="med"/>
            <a:tailEnd type="none" w="med" len="med"/>
          </a:ln>
        </p:spPr>
      </p:sp>
      <p:sp>
        <p:nvSpPr>
          <p:cNvPr id="104464" name="Line 15"/>
          <p:cNvSpPr/>
          <p:nvPr/>
        </p:nvSpPr>
        <p:spPr>
          <a:xfrm>
            <a:off x="4778375" y="4495800"/>
            <a:ext cx="368300" cy="368300"/>
          </a:xfrm>
          <a:prstGeom prst="line">
            <a:avLst/>
          </a:prstGeom>
          <a:ln w="19050" cap="flat" cmpd="sng">
            <a:solidFill>
              <a:schemeClr val="tx1"/>
            </a:solidFill>
            <a:prstDash val="solid"/>
            <a:headEnd type="none" w="med" len="med"/>
            <a:tailEnd type="none" w="med" len="med"/>
          </a:ln>
        </p:spPr>
      </p:sp>
      <p:sp>
        <p:nvSpPr>
          <p:cNvPr id="104465" name="Line 16"/>
          <p:cNvSpPr/>
          <p:nvPr/>
        </p:nvSpPr>
        <p:spPr>
          <a:xfrm flipV="1">
            <a:off x="3835400" y="4527550"/>
            <a:ext cx="393700" cy="355600"/>
          </a:xfrm>
          <a:prstGeom prst="line">
            <a:avLst/>
          </a:prstGeom>
          <a:ln w="19050" cap="flat" cmpd="sng">
            <a:solidFill>
              <a:schemeClr val="tx1"/>
            </a:solidFill>
            <a:prstDash val="solid"/>
            <a:headEnd type="none" w="med" len="med"/>
            <a:tailEnd type="none" w="med" len="med"/>
          </a:ln>
        </p:spPr>
      </p:sp>
      <p:grpSp>
        <p:nvGrpSpPr>
          <p:cNvPr id="2" name="Group 61"/>
          <p:cNvGrpSpPr/>
          <p:nvPr/>
        </p:nvGrpSpPr>
        <p:grpSpPr>
          <a:xfrm>
            <a:off x="1946275" y="3286125"/>
            <a:ext cx="6219825" cy="2838450"/>
            <a:chOff x="1226" y="2070"/>
            <a:chExt cx="3918" cy="1788"/>
          </a:xfrm>
        </p:grpSpPr>
        <p:grpSp>
          <p:nvGrpSpPr>
            <p:cNvPr id="104477" name="Group 32"/>
            <p:cNvGrpSpPr/>
            <p:nvPr/>
          </p:nvGrpSpPr>
          <p:grpSpPr>
            <a:xfrm>
              <a:off x="3042" y="2102"/>
              <a:ext cx="1054" cy="372"/>
              <a:chOff x="3042" y="2102"/>
              <a:chExt cx="1054" cy="372"/>
            </a:xfrm>
          </p:grpSpPr>
          <p:sp>
            <p:nvSpPr>
              <p:cNvPr id="104497" name="Oval 28"/>
              <p:cNvSpPr/>
              <p:nvPr/>
            </p:nvSpPr>
            <p:spPr>
              <a:xfrm>
                <a:off x="3042" y="2102"/>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98" name="Text Box 30"/>
              <p:cNvSpPr txBox="1"/>
              <p:nvPr/>
            </p:nvSpPr>
            <p:spPr>
              <a:xfrm>
                <a:off x="3182" y="2176"/>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a:t>
                </a:r>
                <a:endParaRPr lang="en-US" altLang="zh-CN" sz="2400" dirty="0">
                  <a:latin typeface="Times New Roman" panose="02020603050405020304" pitchFamily="18" charset="0"/>
                  <a:ea typeface="宋体" panose="02010600030101010101" pitchFamily="2" charset="-122"/>
                </a:endParaRPr>
              </a:p>
            </p:txBody>
          </p:sp>
          <p:sp>
            <p:nvSpPr>
              <p:cNvPr id="104499" name="Oval 29"/>
              <p:cNvSpPr/>
              <p:nvPr/>
            </p:nvSpPr>
            <p:spPr>
              <a:xfrm>
                <a:off x="3184" y="2340"/>
                <a:ext cx="84" cy="90"/>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4478" name="Group 37"/>
            <p:cNvGrpSpPr/>
            <p:nvPr/>
          </p:nvGrpSpPr>
          <p:grpSpPr>
            <a:xfrm>
              <a:off x="1610" y="2070"/>
              <a:ext cx="1054" cy="372"/>
              <a:chOff x="698" y="2190"/>
              <a:chExt cx="1054" cy="372"/>
            </a:xfrm>
          </p:grpSpPr>
          <p:sp>
            <p:nvSpPr>
              <p:cNvPr id="104494" name="Oval 34"/>
              <p:cNvSpPr/>
              <p:nvPr/>
            </p:nvSpPr>
            <p:spPr>
              <a:xfrm>
                <a:off x="698" y="2190"/>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95" name="Text Box 35"/>
              <p:cNvSpPr txBox="1"/>
              <p:nvPr/>
            </p:nvSpPr>
            <p:spPr>
              <a:xfrm>
                <a:off x="838" y="2264"/>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a:t>
                </a:r>
                <a:endParaRPr lang="en-US" altLang="zh-CN" sz="2400" dirty="0">
                  <a:latin typeface="Times New Roman" panose="02020603050405020304" pitchFamily="18" charset="0"/>
                  <a:ea typeface="宋体" panose="02010600030101010101" pitchFamily="2" charset="-122"/>
                </a:endParaRPr>
              </a:p>
            </p:txBody>
          </p:sp>
          <p:sp>
            <p:nvSpPr>
              <p:cNvPr id="104496" name="Oval 36"/>
              <p:cNvSpPr/>
              <p:nvPr/>
            </p:nvSpPr>
            <p:spPr>
              <a:xfrm>
                <a:off x="1464" y="2460"/>
                <a:ext cx="84" cy="90"/>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4479" name="Group 42"/>
            <p:cNvGrpSpPr/>
            <p:nvPr/>
          </p:nvGrpSpPr>
          <p:grpSpPr>
            <a:xfrm>
              <a:off x="1226" y="3476"/>
              <a:ext cx="1054" cy="374"/>
              <a:chOff x="442" y="3748"/>
              <a:chExt cx="1054" cy="374"/>
            </a:xfrm>
          </p:grpSpPr>
          <p:sp>
            <p:nvSpPr>
              <p:cNvPr id="104491" name="Oval 39"/>
              <p:cNvSpPr/>
              <p:nvPr/>
            </p:nvSpPr>
            <p:spPr>
              <a:xfrm>
                <a:off x="442" y="3750"/>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92" name="Text Box 40"/>
              <p:cNvSpPr txBox="1"/>
              <p:nvPr/>
            </p:nvSpPr>
            <p:spPr>
              <a:xfrm>
                <a:off x="582" y="3824"/>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a:t>
                </a:r>
                <a:endParaRPr lang="en-US" altLang="zh-CN" sz="2400" dirty="0">
                  <a:latin typeface="Times New Roman" panose="02020603050405020304" pitchFamily="18" charset="0"/>
                  <a:ea typeface="宋体" panose="02010600030101010101" pitchFamily="2" charset="-122"/>
                </a:endParaRPr>
              </a:p>
            </p:txBody>
          </p:sp>
          <p:sp>
            <p:nvSpPr>
              <p:cNvPr id="104493" name="Oval 41"/>
              <p:cNvSpPr/>
              <p:nvPr/>
            </p:nvSpPr>
            <p:spPr>
              <a:xfrm>
                <a:off x="904" y="3748"/>
                <a:ext cx="84" cy="90"/>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4480" name="Group 47"/>
            <p:cNvGrpSpPr/>
            <p:nvPr/>
          </p:nvGrpSpPr>
          <p:grpSpPr>
            <a:xfrm>
              <a:off x="2674" y="3486"/>
              <a:ext cx="1054" cy="372"/>
              <a:chOff x="2698" y="3710"/>
              <a:chExt cx="1054" cy="372"/>
            </a:xfrm>
          </p:grpSpPr>
          <p:sp>
            <p:nvSpPr>
              <p:cNvPr id="104488" name="Oval 44"/>
              <p:cNvSpPr/>
              <p:nvPr/>
            </p:nvSpPr>
            <p:spPr>
              <a:xfrm>
                <a:off x="2698" y="3710"/>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89" name="Text Box 45"/>
              <p:cNvSpPr txBox="1"/>
              <p:nvPr/>
            </p:nvSpPr>
            <p:spPr>
              <a:xfrm>
                <a:off x="2838" y="3784"/>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a:t>
                </a:r>
                <a:endParaRPr lang="en-US" altLang="zh-CN" sz="2400" dirty="0">
                  <a:latin typeface="Times New Roman" panose="02020603050405020304" pitchFamily="18" charset="0"/>
                  <a:ea typeface="宋体" panose="02010600030101010101" pitchFamily="2" charset="-122"/>
                </a:endParaRPr>
              </a:p>
            </p:txBody>
          </p:sp>
          <p:sp>
            <p:nvSpPr>
              <p:cNvPr id="104490" name="Oval 46"/>
              <p:cNvSpPr/>
              <p:nvPr/>
            </p:nvSpPr>
            <p:spPr>
              <a:xfrm>
                <a:off x="3408" y="3716"/>
                <a:ext cx="84" cy="9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4481" name="Group 52"/>
            <p:cNvGrpSpPr/>
            <p:nvPr/>
          </p:nvGrpSpPr>
          <p:grpSpPr>
            <a:xfrm>
              <a:off x="4090" y="3182"/>
              <a:ext cx="1054" cy="372"/>
              <a:chOff x="4090" y="3182"/>
              <a:chExt cx="1054" cy="372"/>
            </a:xfrm>
          </p:grpSpPr>
          <p:sp>
            <p:nvSpPr>
              <p:cNvPr id="104485" name="Oval 49"/>
              <p:cNvSpPr/>
              <p:nvPr/>
            </p:nvSpPr>
            <p:spPr>
              <a:xfrm>
                <a:off x="4090" y="3182"/>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86" name="Text Box 50"/>
              <p:cNvSpPr txBox="1"/>
              <p:nvPr/>
            </p:nvSpPr>
            <p:spPr>
              <a:xfrm>
                <a:off x="4230" y="3256"/>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a:t>
                </a:r>
                <a:endParaRPr lang="en-US" altLang="zh-CN" sz="2400" dirty="0">
                  <a:latin typeface="Times New Roman" panose="02020603050405020304" pitchFamily="18" charset="0"/>
                  <a:ea typeface="宋体" panose="02010600030101010101" pitchFamily="2" charset="-122"/>
                </a:endParaRPr>
              </a:p>
            </p:txBody>
          </p:sp>
          <p:sp>
            <p:nvSpPr>
              <p:cNvPr id="104487" name="Oval 51"/>
              <p:cNvSpPr/>
              <p:nvPr/>
            </p:nvSpPr>
            <p:spPr>
              <a:xfrm>
                <a:off x="4144" y="3308"/>
                <a:ext cx="84" cy="9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104482" name="Oval 54"/>
            <p:cNvSpPr/>
            <p:nvPr/>
          </p:nvSpPr>
          <p:spPr>
            <a:xfrm>
              <a:off x="1712" y="2328"/>
              <a:ext cx="96" cy="88"/>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83" name="Line 55"/>
            <p:cNvSpPr/>
            <p:nvPr/>
          </p:nvSpPr>
          <p:spPr>
            <a:xfrm>
              <a:off x="1768" y="2400"/>
              <a:ext cx="200" cy="684"/>
            </a:xfrm>
            <a:prstGeom prst="line">
              <a:avLst/>
            </a:prstGeom>
            <a:ln w="19050" cap="flat" cmpd="sng">
              <a:solidFill>
                <a:schemeClr val="tx1"/>
              </a:solidFill>
              <a:prstDash val="solid"/>
              <a:headEnd type="none" w="med" len="med"/>
              <a:tailEnd type="none" w="med" len="med"/>
            </a:ln>
          </p:spPr>
        </p:sp>
        <p:sp>
          <p:nvSpPr>
            <p:cNvPr id="104484" name="Oval 56"/>
            <p:cNvSpPr/>
            <p:nvPr/>
          </p:nvSpPr>
          <p:spPr>
            <a:xfrm>
              <a:off x="1928" y="3044"/>
              <a:ext cx="96" cy="88"/>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8" name="Group 62"/>
          <p:cNvGrpSpPr/>
          <p:nvPr/>
        </p:nvGrpSpPr>
        <p:grpSpPr>
          <a:xfrm>
            <a:off x="177800" y="3406775"/>
            <a:ext cx="3562350" cy="2014538"/>
            <a:chOff x="112" y="2146"/>
            <a:chExt cx="2244" cy="1269"/>
          </a:xfrm>
        </p:grpSpPr>
        <p:sp>
          <p:nvSpPr>
            <p:cNvPr id="104474" name="Text Box 53"/>
            <p:cNvSpPr txBox="1"/>
            <p:nvPr/>
          </p:nvSpPr>
          <p:spPr>
            <a:xfrm>
              <a:off x="112" y="2146"/>
              <a:ext cx="1292" cy="126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 pays tier-1 ISP for connectivity to rest of Internet</a:t>
              </a:r>
              <a:endParaRPr lang="en-US" altLang="zh-CN" sz="1800" dirty="0">
                <a:ea typeface="宋体" panose="02010600030101010101" pitchFamily="2" charset="-122"/>
              </a:endParaRPr>
            </a:p>
            <a:p>
              <a:pPr marL="0" lvl="0" indent="0">
                <a:spcBef>
                  <a:spcPct val="0"/>
                </a:spcBef>
                <a:buFont typeface="Wingdings" panose="05000000000000000000" pitchFamily="2" charset="2"/>
                <a:buChar char="q"/>
              </a:pPr>
              <a:r>
                <a:rPr lang="en-US" altLang="zh-CN" sz="1800" dirty="0">
                  <a:ea typeface="宋体" panose="02010600030101010101" pitchFamily="2" charset="-122"/>
                </a:rPr>
                <a:t> tier-2 ISP is c</a:t>
              </a:r>
              <a:r>
                <a:rPr lang="en-US" altLang="zh-CN" sz="1800" i="1" dirty="0">
                  <a:ea typeface="宋体" panose="02010600030101010101" pitchFamily="2" charset="-122"/>
                </a:rPr>
                <a:t>ustomer</a:t>
              </a:r>
              <a:r>
                <a:rPr lang="en-US" altLang="zh-CN" sz="1800" dirty="0">
                  <a:ea typeface="宋体" panose="02010600030101010101" pitchFamily="2" charset="-122"/>
                </a:rPr>
                <a:t> of</a:t>
              </a:r>
              <a:endParaRPr lang="en-US" altLang="zh-CN" sz="1800" dirty="0">
                <a:ea typeface="宋体" panose="02010600030101010101" pitchFamily="2" charset="-122"/>
              </a:endParaRPr>
            </a:p>
            <a:p>
              <a:pPr marL="0" lvl="0" indent="0">
                <a:spcBef>
                  <a:spcPct val="0"/>
                </a:spcBef>
                <a:buNone/>
              </a:pPr>
              <a:r>
                <a:rPr lang="en-US" altLang="zh-CN" sz="1800" dirty="0">
                  <a:ea typeface="宋体" panose="02010600030101010101" pitchFamily="2" charset="-122"/>
                </a:rPr>
                <a:t>tier-1 provider</a:t>
              </a:r>
              <a:endParaRPr lang="en-US" altLang="zh-CN" sz="1800" dirty="0">
                <a:ea typeface="宋体" panose="02010600030101010101" pitchFamily="2" charset="-122"/>
              </a:endParaRPr>
            </a:p>
          </p:txBody>
        </p:sp>
        <p:sp>
          <p:nvSpPr>
            <p:cNvPr id="104475" name="Line 57"/>
            <p:cNvSpPr/>
            <p:nvPr/>
          </p:nvSpPr>
          <p:spPr>
            <a:xfrm flipV="1">
              <a:off x="1344" y="2392"/>
              <a:ext cx="1012" cy="368"/>
            </a:xfrm>
            <a:prstGeom prst="line">
              <a:avLst/>
            </a:prstGeom>
            <a:ln w="9525" cap="flat" cmpd="sng">
              <a:solidFill>
                <a:schemeClr val="tx1"/>
              </a:solidFill>
              <a:prstDash val="solid"/>
              <a:headEnd type="none" w="med" len="med"/>
              <a:tailEnd type="triangle" w="med" len="med"/>
            </a:ln>
          </p:spPr>
        </p:sp>
        <p:sp>
          <p:nvSpPr>
            <p:cNvPr id="104476" name="Line 58"/>
            <p:cNvSpPr/>
            <p:nvPr/>
          </p:nvSpPr>
          <p:spPr>
            <a:xfrm flipV="1">
              <a:off x="1352" y="2412"/>
              <a:ext cx="360" cy="344"/>
            </a:xfrm>
            <a:prstGeom prst="line">
              <a:avLst/>
            </a:prstGeom>
            <a:ln w="9525" cap="flat" cmpd="sng">
              <a:solidFill>
                <a:schemeClr val="tx1"/>
              </a:solidFill>
              <a:prstDash val="solid"/>
              <a:headEnd type="none" w="med" len="med"/>
              <a:tailEnd type="triangle" w="med" len="med"/>
            </a:ln>
          </p:spPr>
        </p:sp>
      </p:grpSp>
      <p:grpSp>
        <p:nvGrpSpPr>
          <p:cNvPr id="9" name="Group 77"/>
          <p:cNvGrpSpPr/>
          <p:nvPr/>
        </p:nvGrpSpPr>
        <p:grpSpPr>
          <a:xfrm>
            <a:off x="6337300" y="3019425"/>
            <a:ext cx="2705100" cy="2136775"/>
            <a:chOff x="3992" y="1902"/>
            <a:chExt cx="1704" cy="1346"/>
          </a:xfrm>
        </p:grpSpPr>
        <p:sp>
          <p:nvSpPr>
            <p:cNvPr id="104469" name="Oval 67"/>
            <p:cNvSpPr/>
            <p:nvPr/>
          </p:nvSpPr>
          <p:spPr>
            <a:xfrm>
              <a:off x="3992" y="2320"/>
              <a:ext cx="96" cy="10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70" name="Text Box 64"/>
            <p:cNvSpPr txBox="1"/>
            <p:nvPr/>
          </p:nvSpPr>
          <p:spPr>
            <a:xfrm>
              <a:off x="4564" y="1902"/>
              <a:ext cx="1132" cy="7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ISPs also peer privately with each other.</a:t>
              </a:r>
              <a:endParaRPr lang="en-US" altLang="zh-CN" sz="1800" dirty="0">
                <a:ea typeface="宋体" panose="02010600030101010101" pitchFamily="2" charset="-122"/>
              </a:endParaRPr>
            </a:p>
          </p:txBody>
        </p:sp>
        <p:sp>
          <p:nvSpPr>
            <p:cNvPr id="104471" name="Oval 68"/>
            <p:cNvSpPr/>
            <p:nvPr/>
          </p:nvSpPr>
          <p:spPr>
            <a:xfrm>
              <a:off x="4600" y="3144"/>
              <a:ext cx="96" cy="10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72" name="Line 69"/>
            <p:cNvSpPr/>
            <p:nvPr/>
          </p:nvSpPr>
          <p:spPr>
            <a:xfrm>
              <a:off x="4064" y="2408"/>
              <a:ext cx="552" cy="728"/>
            </a:xfrm>
            <a:prstGeom prst="line">
              <a:avLst/>
            </a:prstGeom>
            <a:ln w="19050" cap="flat" cmpd="sng">
              <a:solidFill>
                <a:schemeClr val="tx1"/>
              </a:solidFill>
              <a:prstDash val="solid"/>
              <a:headEnd type="none" w="med" len="med"/>
              <a:tailEnd type="none" w="med" len="med"/>
            </a:ln>
          </p:spPr>
        </p:sp>
        <p:sp>
          <p:nvSpPr>
            <p:cNvPr id="104473" name="Line 72"/>
            <p:cNvSpPr/>
            <p:nvPr/>
          </p:nvSpPr>
          <p:spPr>
            <a:xfrm flipH="1">
              <a:off x="4179" y="2166"/>
              <a:ext cx="434" cy="291"/>
            </a:xfrm>
            <a:prstGeom prst="line">
              <a:avLst/>
            </a:prstGeom>
            <a:ln w="9525" cap="flat" cmpd="sng">
              <a:solidFill>
                <a:schemeClr val="tx1"/>
              </a:solidFill>
              <a:prstDash val="solid"/>
              <a:headEnd type="none" w="med" len="med"/>
              <a:tailEnd type="triangle" w="med" len="med"/>
            </a:ln>
          </p:spPr>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803">
                                            <p:txEl>
                                              <p:charRg st="0" end="4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803">
                                            <p:txEl>
                                              <p:charRg st="45" end="108"/>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0649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06500" name="Rectangle 2"/>
          <p:cNvSpPr>
            <a:spLocks noGrp="1"/>
          </p:cNvSpPr>
          <p:nvPr>
            <p:ph type="title"/>
          </p:nvPr>
        </p:nvSpPr>
        <p:spPr>
          <a:xfrm>
            <a:off x="533400" y="228600"/>
            <a:ext cx="8096250" cy="1143000"/>
          </a:xfrm>
        </p:spPr>
        <p:txBody>
          <a:bodyPr vert="horz" wrap="square" lIns="91440" tIns="45720" rIns="91440" bIns="45720" anchor="ctr" anchorCtr="0"/>
          <a:p>
            <a:r>
              <a:rPr lang="en-US" altLang="zh-CN" sz="3200" dirty="0">
                <a:ea typeface="宋体" panose="02010600030101010101" pitchFamily="2" charset="-122"/>
              </a:rPr>
              <a:t>Internet structure: network of networks</a:t>
            </a:r>
            <a:endParaRPr lang="en-US" altLang="zh-CN" dirty="0">
              <a:ea typeface="宋体" panose="02010600030101010101" pitchFamily="2" charset="-122"/>
            </a:endParaRPr>
          </a:p>
        </p:txBody>
      </p:sp>
      <p:sp>
        <p:nvSpPr>
          <p:cNvPr id="77827" name="Rectangle 3"/>
          <p:cNvSpPr>
            <a:spLocks noGrp="1"/>
          </p:cNvSpPr>
          <p:nvPr>
            <p:ph sz="half" idx="1"/>
          </p:nvPr>
        </p:nvSpPr>
        <p:spPr>
          <a:xfrm>
            <a:off x="352425" y="1428750"/>
            <a:ext cx="8440738" cy="914400"/>
          </a:xfrm>
        </p:spPr>
        <p:txBody>
          <a:bodyPr vert="horz" wrap="square" lIns="91440" tIns="45720" rIns="91440" bIns="45720" anchor="t" anchorCtr="0"/>
          <a:p>
            <a:pPr>
              <a:buSzPct val="85000"/>
            </a:pPr>
            <a:r>
              <a:rPr lang="en-US" altLang="zh-CN" sz="2400" dirty="0">
                <a:solidFill>
                  <a:srgbClr val="FF0000"/>
                </a:solidFill>
                <a:latin typeface="+mn-lt"/>
                <a:ea typeface="宋体" panose="02010600030101010101" pitchFamily="2" charset="-122"/>
                <a:cs typeface="+mn-cs"/>
              </a:rPr>
              <a:t>“Tier-3” ISPs and local ISPs </a:t>
            </a:r>
            <a:endParaRPr lang="en-US" altLang="zh-CN" sz="2400" dirty="0">
              <a:solidFill>
                <a:srgbClr val="FF0000"/>
              </a:solidFill>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last hop (“access”) network (closest to end systems)</a:t>
            </a:r>
            <a:endParaRPr lang="en-US" altLang="zh-CN" sz="2000" dirty="0">
              <a:latin typeface="+mn-lt"/>
              <a:ea typeface="宋体" panose="02010600030101010101" pitchFamily="2" charset="-122"/>
            </a:endParaRPr>
          </a:p>
          <a:p>
            <a:pPr>
              <a:buSzPct val="85000"/>
              <a:buFont typeface="Wingdings" panose="05000000000000000000" pitchFamily="2" charset="2"/>
              <a:buNone/>
            </a:pPr>
            <a:endParaRPr lang="en-US" altLang="zh-CN" sz="2400" dirty="0">
              <a:solidFill>
                <a:srgbClr val="FF0000"/>
              </a:solidFill>
              <a:latin typeface="+mn-lt"/>
              <a:ea typeface="宋体" panose="02010600030101010101" pitchFamily="2" charset="-122"/>
              <a:cs typeface="+mn-cs"/>
            </a:endParaRPr>
          </a:p>
          <a:p>
            <a:pPr lvl="1">
              <a:buSzPct val="75000"/>
              <a:buFont typeface="Wingdings" panose="05000000000000000000" pitchFamily="2" charset="2"/>
              <a:buNone/>
            </a:pPr>
            <a:endParaRPr lang="en-US" altLang="zh-CN" sz="2000" dirty="0">
              <a:latin typeface="+mn-lt"/>
              <a:ea typeface="宋体" panose="02010600030101010101" pitchFamily="2" charset="-122"/>
            </a:endParaRPr>
          </a:p>
        </p:txBody>
      </p:sp>
      <p:sp>
        <p:nvSpPr>
          <p:cNvPr id="106502" name="Oval 4"/>
          <p:cNvSpPr/>
          <p:nvPr/>
        </p:nvSpPr>
        <p:spPr>
          <a:xfrm>
            <a:off x="2432050" y="4883150"/>
            <a:ext cx="1863725" cy="790575"/>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6503" name="Oval 5"/>
          <p:cNvSpPr/>
          <p:nvPr/>
        </p:nvSpPr>
        <p:spPr>
          <a:xfrm>
            <a:off x="3530600" y="3679825"/>
            <a:ext cx="1863725" cy="790575"/>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6504" name="Oval 6"/>
          <p:cNvSpPr/>
          <p:nvPr/>
        </p:nvSpPr>
        <p:spPr>
          <a:xfrm>
            <a:off x="4800600" y="4845050"/>
            <a:ext cx="1863725" cy="7905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6505" name="Oval 7"/>
          <p:cNvSpPr/>
          <p:nvPr/>
        </p:nvSpPr>
        <p:spPr>
          <a:xfrm>
            <a:off x="5121275" y="4851400"/>
            <a:ext cx="133350" cy="1428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06" name="Oval 8"/>
          <p:cNvSpPr/>
          <p:nvPr/>
        </p:nvSpPr>
        <p:spPr>
          <a:xfrm>
            <a:off x="4670425" y="4381500"/>
            <a:ext cx="133350" cy="142875"/>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07" name="Oval 9"/>
          <p:cNvSpPr/>
          <p:nvPr/>
        </p:nvSpPr>
        <p:spPr>
          <a:xfrm>
            <a:off x="4206875" y="4406900"/>
            <a:ext cx="133350" cy="142875"/>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08" name="Oval 10"/>
          <p:cNvSpPr/>
          <p:nvPr/>
        </p:nvSpPr>
        <p:spPr>
          <a:xfrm>
            <a:off x="3736975" y="4864100"/>
            <a:ext cx="133350" cy="142875"/>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09" name="Oval 11"/>
          <p:cNvSpPr/>
          <p:nvPr/>
        </p:nvSpPr>
        <p:spPr>
          <a:xfrm>
            <a:off x="4232275" y="5181600"/>
            <a:ext cx="133350" cy="142875"/>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10" name="Oval 12"/>
          <p:cNvSpPr/>
          <p:nvPr/>
        </p:nvSpPr>
        <p:spPr>
          <a:xfrm>
            <a:off x="4746625" y="5168900"/>
            <a:ext cx="133350" cy="1428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11" name="Line 13"/>
          <p:cNvSpPr/>
          <p:nvPr/>
        </p:nvSpPr>
        <p:spPr>
          <a:xfrm flipV="1">
            <a:off x="4368800" y="5238750"/>
            <a:ext cx="381000" cy="6350"/>
          </a:xfrm>
          <a:prstGeom prst="line">
            <a:avLst/>
          </a:prstGeom>
          <a:ln w="19050" cap="flat" cmpd="sng">
            <a:solidFill>
              <a:schemeClr val="tx1"/>
            </a:solidFill>
            <a:prstDash val="solid"/>
            <a:headEnd type="none" w="med" len="med"/>
            <a:tailEnd type="none" w="med" len="med"/>
          </a:ln>
        </p:spPr>
      </p:sp>
      <p:sp>
        <p:nvSpPr>
          <p:cNvPr id="106512" name="Line 14"/>
          <p:cNvSpPr/>
          <p:nvPr/>
        </p:nvSpPr>
        <p:spPr>
          <a:xfrm>
            <a:off x="4778375" y="4495800"/>
            <a:ext cx="368300" cy="368300"/>
          </a:xfrm>
          <a:prstGeom prst="line">
            <a:avLst/>
          </a:prstGeom>
          <a:ln w="19050" cap="flat" cmpd="sng">
            <a:solidFill>
              <a:schemeClr val="tx1"/>
            </a:solidFill>
            <a:prstDash val="solid"/>
            <a:headEnd type="none" w="med" len="med"/>
            <a:tailEnd type="none" w="med" len="med"/>
          </a:ln>
        </p:spPr>
      </p:sp>
      <p:sp>
        <p:nvSpPr>
          <p:cNvPr id="106513" name="Line 15"/>
          <p:cNvSpPr/>
          <p:nvPr/>
        </p:nvSpPr>
        <p:spPr>
          <a:xfrm flipV="1">
            <a:off x="3835400" y="4527550"/>
            <a:ext cx="393700" cy="355600"/>
          </a:xfrm>
          <a:prstGeom prst="line">
            <a:avLst/>
          </a:prstGeom>
          <a:ln w="19050" cap="flat" cmpd="sng">
            <a:solidFill>
              <a:schemeClr val="tx1"/>
            </a:solidFill>
            <a:prstDash val="solid"/>
            <a:headEnd type="none" w="med" len="med"/>
            <a:tailEnd type="none" w="med" len="med"/>
          </a:ln>
        </p:spPr>
      </p:sp>
      <p:grpSp>
        <p:nvGrpSpPr>
          <p:cNvPr id="106514" name="Group 22"/>
          <p:cNvGrpSpPr/>
          <p:nvPr/>
        </p:nvGrpSpPr>
        <p:grpSpPr>
          <a:xfrm>
            <a:off x="1946275" y="3286125"/>
            <a:ext cx="6219825" cy="2838450"/>
            <a:chOff x="1226" y="2070"/>
            <a:chExt cx="3918" cy="1788"/>
          </a:xfrm>
        </p:grpSpPr>
        <p:grpSp>
          <p:nvGrpSpPr>
            <p:cNvPr id="106552" name="Group 23"/>
            <p:cNvGrpSpPr/>
            <p:nvPr/>
          </p:nvGrpSpPr>
          <p:grpSpPr>
            <a:xfrm>
              <a:off x="3042" y="2102"/>
              <a:ext cx="1054" cy="372"/>
              <a:chOff x="3042" y="2102"/>
              <a:chExt cx="1054" cy="372"/>
            </a:xfrm>
          </p:grpSpPr>
          <p:sp>
            <p:nvSpPr>
              <p:cNvPr id="106572" name="Oval 24"/>
              <p:cNvSpPr/>
              <p:nvPr/>
            </p:nvSpPr>
            <p:spPr>
              <a:xfrm>
                <a:off x="3042" y="2102"/>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73" name="Text Box 25"/>
              <p:cNvSpPr txBox="1"/>
              <p:nvPr/>
            </p:nvSpPr>
            <p:spPr>
              <a:xfrm>
                <a:off x="3182" y="2176"/>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a:t>
                </a:r>
                <a:endParaRPr lang="en-US" altLang="zh-CN" sz="2400" dirty="0">
                  <a:latin typeface="Times New Roman" panose="02020603050405020304" pitchFamily="18" charset="0"/>
                  <a:ea typeface="宋体" panose="02010600030101010101" pitchFamily="2" charset="-122"/>
                </a:endParaRPr>
              </a:p>
            </p:txBody>
          </p:sp>
          <p:sp>
            <p:nvSpPr>
              <p:cNvPr id="106574" name="Oval 26"/>
              <p:cNvSpPr/>
              <p:nvPr/>
            </p:nvSpPr>
            <p:spPr>
              <a:xfrm>
                <a:off x="3184" y="2340"/>
                <a:ext cx="84" cy="90"/>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6553" name="Group 27"/>
            <p:cNvGrpSpPr/>
            <p:nvPr/>
          </p:nvGrpSpPr>
          <p:grpSpPr>
            <a:xfrm>
              <a:off x="1610" y="2070"/>
              <a:ext cx="1054" cy="372"/>
              <a:chOff x="698" y="2190"/>
              <a:chExt cx="1054" cy="372"/>
            </a:xfrm>
          </p:grpSpPr>
          <p:sp>
            <p:nvSpPr>
              <p:cNvPr id="106569" name="Oval 28"/>
              <p:cNvSpPr/>
              <p:nvPr/>
            </p:nvSpPr>
            <p:spPr>
              <a:xfrm>
                <a:off x="698" y="2190"/>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70" name="Text Box 29"/>
              <p:cNvSpPr txBox="1"/>
              <p:nvPr/>
            </p:nvSpPr>
            <p:spPr>
              <a:xfrm>
                <a:off x="838" y="2264"/>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a:t>
                </a:r>
                <a:endParaRPr lang="en-US" altLang="zh-CN" sz="2400" dirty="0">
                  <a:latin typeface="Times New Roman" panose="02020603050405020304" pitchFamily="18" charset="0"/>
                  <a:ea typeface="宋体" panose="02010600030101010101" pitchFamily="2" charset="-122"/>
                </a:endParaRPr>
              </a:p>
            </p:txBody>
          </p:sp>
          <p:sp>
            <p:nvSpPr>
              <p:cNvPr id="106571" name="Oval 30"/>
              <p:cNvSpPr/>
              <p:nvPr/>
            </p:nvSpPr>
            <p:spPr>
              <a:xfrm>
                <a:off x="1464" y="2460"/>
                <a:ext cx="84" cy="90"/>
              </a:xfrm>
              <a:prstGeom prst="ellipse">
                <a:avLst/>
              </a:prstGeom>
              <a:solidFill>
                <a:schemeClr val="accent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6554" name="Group 31"/>
            <p:cNvGrpSpPr/>
            <p:nvPr/>
          </p:nvGrpSpPr>
          <p:grpSpPr>
            <a:xfrm>
              <a:off x="1226" y="3476"/>
              <a:ext cx="1054" cy="374"/>
              <a:chOff x="442" y="3748"/>
              <a:chExt cx="1054" cy="374"/>
            </a:xfrm>
          </p:grpSpPr>
          <p:sp>
            <p:nvSpPr>
              <p:cNvPr id="106566" name="Oval 32"/>
              <p:cNvSpPr/>
              <p:nvPr/>
            </p:nvSpPr>
            <p:spPr>
              <a:xfrm>
                <a:off x="442" y="3750"/>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67" name="Text Box 33"/>
              <p:cNvSpPr txBox="1"/>
              <p:nvPr/>
            </p:nvSpPr>
            <p:spPr>
              <a:xfrm>
                <a:off x="582" y="3824"/>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a:t>
                </a:r>
                <a:endParaRPr lang="en-US" altLang="zh-CN" sz="2400" dirty="0">
                  <a:latin typeface="Times New Roman" panose="02020603050405020304" pitchFamily="18" charset="0"/>
                  <a:ea typeface="宋体" panose="02010600030101010101" pitchFamily="2" charset="-122"/>
                </a:endParaRPr>
              </a:p>
            </p:txBody>
          </p:sp>
          <p:sp>
            <p:nvSpPr>
              <p:cNvPr id="106568" name="Oval 34"/>
              <p:cNvSpPr/>
              <p:nvPr/>
            </p:nvSpPr>
            <p:spPr>
              <a:xfrm>
                <a:off x="904" y="3748"/>
                <a:ext cx="84" cy="90"/>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6555" name="Group 35"/>
            <p:cNvGrpSpPr/>
            <p:nvPr/>
          </p:nvGrpSpPr>
          <p:grpSpPr>
            <a:xfrm>
              <a:off x="2674" y="3486"/>
              <a:ext cx="1054" cy="372"/>
              <a:chOff x="2698" y="3710"/>
              <a:chExt cx="1054" cy="372"/>
            </a:xfrm>
          </p:grpSpPr>
          <p:sp>
            <p:nvSpPr>
              <p:cNvPr id="106563" name="Oval 36"/>
              <p:cNvSpPr/>
              <p:nvPr/>
            </p:nvSpPr>
            <p:spPr>
              <a:xfrm>
                <a:off x="2698" y="3710"/>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64" name="Text Box 37"/>
              <p:cNvSpPr txBox="1"/>
              <p:nvPr/>
            </p:nvSpPr>
            <p:spPr>
              <a:xfrm>
                <a:off x="2838" y="3784"/>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a:t>
                </a:r>
                <a:endParaRPr lang="en-US" altLang="zh-CN" sz="2400" dirty="0">
                  <a:latin typeface="Times New Roman" panose="02020603050405020304" pitchFamily="18" charset="0"/>
                  <a:ea typeface="宋体" panose="02010600030101010101" pitchFamily="2" charset="-122"/>
                </a:endParaRPr>
              </a:p>
            </p:txBody>
          </p:sp>
          <p:sp>
            <p:nvSpPr>
              <p:cNvPr id="106565" name="Oval 38"/>
              <p:cNvSpPr/>
              <p:nvPr/>
            </p:nvSpPr>
            <p:spPr>
              <a:xfrm>
                <a:off x="3408" y="3716"/>
                <a:ext cx="84" cy="9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6556" name="Group 39"/>
            <p:cNvGrpSpPr/>
            <p:nvPr/>
          </p:nvGrpSpPr>
          <p:grpSpPr>
            <a:xfrm>
              <a:off x="4090" y="3182"/>
              <a:ext cx="1054" cy="372"/>
              <a:chOff x="4090" y="3182"/>
              <a:chExt cx="1054" cy="372"/>
            </a:xfrm>
          </p:grpSpPr>
          <p:sp>
            <p:nvSpPr>
              <p:cNvPr id="106560" name="Oval 40"/>
              <p:cNvSpPr/>
              <p:nvPr/>
            </p:nvSpPr>
            <p:spPr>
              <a:xfrm>
                <a:off x="4090" y="3182"/>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61" name="Text Box 41"/>
              <p:cNvSpPr txBox="1"/>
              <p:nvPr/>
            </p:nvSpPr>
            <p:spPr>
              <a:xfrm>
                <a:off x="4230" y="3256"/>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Tier-2 ISP</a:t>
                </a:r>
                <a:endParaRPr lang="en-US" altLang="zh-CN" sz="2400" dirty="0">
                  <a:latin typeface="Times New Roman" panose="02020603050405020304" pitchFamily="18" charset="0"/>
                  <a:ea typeface="宋体" panose="02010600030101010101" pitchFamily="2" charset="-122"/>
                </a:endParaRPr>
              </a:p>
            </p:txBody>
          </p:sp>
          <p:sp>
            <p:nvSpPr>
              <p:cNvPr id="106562" name="Oval 42"/>
              <p:cNvSpPr/>
              <p:nvPr/>
            </p:nvSpPr>
            <p:spPr>
              <a:xfrm>
                <a:off x="4144" y="3308"/>
                <a:ext cx="84" cy="9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106557" name="Oval 43"/>
            <p:cNvSpPr/>
            <p:nvPr/>
          </p:nvSpPr>
          <p:spPr>
            <a:xfrm>
              <a:off x="1712" y="2328"/>
              <a:ext cx="96" cy="88"/>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58" name="Line 44"/>
            <p:cNvSpPr/>
            <p:nvPr/>
          </p:nvSpPr>
          <p:spPr>
            <a:xfrm>
              <a:off x="1768" y="2400"/>
              <a:ext cx="200" cy="684"/>
            </a:xfrm>
            <a:prstGeom prst="line">
              <a:avLst/>
            </a:prstGeom>
            <a:ln w="19050" cap="flat" cmpd="sng">
              <a:solidFill>
                <a:schemeClr val="tx1"/>
              </a:solidFill>
              <a:prstDash val="solid"/>
              <a:headEnd type="none" w="med" len="med"/>
              <a:tailEnd type="none" w="med" len="med"/>
            </a:ln>
          </p:spPr>
        </p:sp>
        <p:sp>
          <p:nvSpPr>
            <p:cNvPr id="106559" name="Oval 45"/>
            <p:cNvSpPr/>
            <p:nvPr/>
          </p:nvSpPr>
          <p:spPr>
            <a:xfrm>
              <a:off x="1928" y="3044"/>
              <a:ext cx="96" cy="88"/>
            </a:xfrm>
            <a:prstGeom prst="ellipse">
              <a:avLst/>
            </a:prstGeom>
            <a:solidFill>
              <a:srgbClr val="FF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106515" name="Oval 52"/>
          <p:cNvSpPr/>
          <p:nvPr/>
        </p:nvSpPr>
        <p:spPr>
          <a:xfrm>
            <a:off x="6337300" y="3683000"/>
            <a:ext cx="152400" cy="1651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16" name="Oval 53"/>
          <p:cNvSpPr/>
          <p:nvPr/>
        </p:nvSpPr>
        <p:spPr>
          <a:xfrm>
            <a:off x="7302500" y="4991100"/>
            <a:ext cx="152400" cy="1651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17" name="Line 54"/>
          <p:cNvSpPr/>
          <p:nvPr/>
        </p:nvSpPr>
        <p:spPr>
          <a:xfrm>
            <a:off x="6451600" y="3822700"/>
            <a:ext cx="876300" cy="1155700"/>
          </a:xfrm>
          <a:prstGeom prst="line">
            <a:avLst/>
          </a:prstGeom>
          <a:ln w="19050" cap="flat" cmpd="sng">
            <a:solidFill>
              <a:schemeClr val="tx1"/>
            </a:solidFill>
            <a:prstDash val="solid"/>
            <a:headEnd type="none" w="med" len="med"/>
            <a:tailEnd type="none" w="med" len="med"/>
          </a:ln>
        </p:spPr>
      </p:sp>
      <p:grpSp>
        <p:nvGrpSpPr>
          <p:cNvPr id="8" name="Group 91"/>
          <p:cNvGrpSpPr/>
          <p:nvPr/>
        </p:nvGrpSpPr>
        <p:grpSpPr>
          <a:xfrm>
            <a:off x="1539875" y="2473325"/>
            <a:ext cx="6823075" cy="4162425"/>
            <a:chOff x="970" y="1558"/>
            <a:chExt cx="4298" cy="2622"/>
          </a:xfrm>
        </p:grpSpPr>
        <p:grpSp>
          <p:nvGrpSpPr>
            <p:cNvPr id="106525" name="Group 62"/>
            <p:cNvGrpSpPr/>
            <p:nvPr/>
          </p:nvGrpSpPr>
          <p:grpSpPr>
            <a:xfrm>
              <a:off x="3322" y="1686"/>
              <a:ext cx="666" cy="438"/>
              <a:chOff x="4314" y="1086"/>
              <a:chExt cx="666" cy="438"/>
            </a:xfrm>
          </p:grpSpPr>
          <p:sp>
            <p:nvSpPr>
              <p:cNvPr id="106550" name="Oval 63"/>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51" name="Text Box 64"/>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ea typeface="宋体" panose="02010600030101010101" pitchFamily="2" charset="-122"/>
                  </a:rPr>
                  <a:t>local</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ISP</a:t>
                </a:r>
                <a:endParaRPr lang="en-US" altLang="zh-CN" sz="2400" dirty="0">
                  <a:latin typeface="Times New Roman" panose="02020603050405020304" pitchFamily="18" charset="0"/>
                  <a:ea typeface="宋体" panose="02010600030101010101" pitchFamily="2" charset="-122"/>
                </a:endParaRPr>
              </a:p>
            </p:txBody>
          </p:sp>
        </p:grpSp>
        <p:grpSp>
          <p:nvGrpSpPr>
            <p:cNvPr id="106526" name="Group 65"/>
            <p:cNvGrpSpPr/>
            <p:nvPr/>
          </p:nvGrpSpPr>
          <p:grpSpPr>
            <a:xfrm>
              <a:off x="2714" y="1782"/>
              <a:ext cx="666" cy="438"/>
              <a:chOff x="4314" y="1086"/>
              <a:chExt cx="666" cy="438"/>
            </a:xfrm>
          </p:grpSpPr>
          <p:sp>
            <p:nvSpPr>
              <p:cNvPr id="106548" name="Oval 66"/>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49" name="Text Box 67"/>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ea typeface="宋体" panose="02010600030101010101" pitchFamily="2" charset="-122"/>
                  </a:rPr>
                  <a:t>local</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ISP</a:t>
                </a:r>
                <a:endParaRPr lang="en-US" altLang="zh-CN" sz="2400" dirty="0">
                  <a:latin typeface="Times New Roman" panose="02020603050405020304" pitchFamily="18" charset="0"/>
                  <a:ea typeface="宋体" panose="02010600030101010101" pitchFamily="2" charset="-122"/>
                </a:endParaRPr>
              </a:p>
            </p:txBody>
          </p:sp>
        </p:grpSp>
        <p:grpSp>
          <p:nvGrpSpPr>
            <p:cNvPr id="106527" name="Group 59"/>
            <p:cNvGrpSpPr/>
            <p:nvPr/>
          </p:nvGrpSpPr>
          <p:grpSpPr>
            <a:xfrm>
              <a:off x="3794" y="1774"/>
              <a:ext cx="666" cy="438"/>
              <a:chOff x="4314" y="1086"/>
              <a:chExt cx="666" cy="438"/>
            </a:xfrm>
          </p:grpSpPr>
          <p:sp>
            <p:nvSpPr>
              <p:cNvPr id="106546" name="Oval 60"/>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47" name="Text Box 61"/>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ea typeface="宋体" panose="02010600030101010101" pitchFamily="2" charset="-122"/>
                  </a:rPr>
                  <a:t>local</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ISP</a:t>
                </a:r>
                <a:endParaRPr lang="en-US" altLang="zh-CN" sz="2400" dirty="0">
                  <a:latin typeface="Times New Roman" panose="02020603050405020304" pitchFamily="18" charset="0"/>
                  <a:ea typeface="宋体" panose="02010600030101010101" pitchFamily="2" charset="-122"/>
                </a:endParaRPr>
              </a:p>
            </p:txBody>
          </p:sp>
        </p:grpSp>
        <p:grpSp>
          <p:nvGrpSpPr>
            <p:cNvPr id="106528" name="Group 71"/>
            <p:cNvGrpSpPr/>
            <p:nvPr/>
          </p:nvGrpSpPr>
          <p:grpSpPr>
            <a:xfrm>
              <a:off x="970" y="3702"/>
              <a:ext cx="666" cy="438"/>
              <a:chOff x="4314" y="1086"/>
              <a:chExt cx="666" cy="438"/>
            </a:xfrm>
          </p:grpSpPr>
          <p:sp>
            <p:nvSpPr>
              <p:cNvPr id="106544" name="Oval 72"/>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45" name="Text Box 73"/>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ea typeface="宋体" panose="02010600030101010101" pitchFamily="2" charset="-122"/>
                  </a:rPr>
                  <a:t>local</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ISP</a:t>
                </a:r>
                <a:endParaRPr lang="en-US" altLang="zh-CN" sz="2400" dirty="0">
                  <a:latin typeface="Times New Roman" panose="02020603050405020304" pitchFamily="18" charset="0"/>
                  <a:ea typeface="宋体" panose="02010600030101010101" pitchFamily="2" charset="-122"/>
                </a:endParaRPr>
              </a:p>
            </p:txBody>
          </p:sp>
        </p:grpSp>
        <p:grpSp>
          <p:nvGrpSpPr>
            <p:cNvPr id="106529" name="Group 74"/>
            <p:cNvGrpSpPr/>
            <p:nvPr/>
          </p:nvGrpSpPr>
          <p:grpSpPr>
            <a:xfrm>
              <a:off x="1186" y="1558"/>
              <a:ext cx="666" cy="438"/>
              <a:chOff x="4314" y="1086"/>
              <a:chExt cx="666" cy="438"/>
            </a:xfrm>
          </p:grpSpPr>
          <p:sp>
            <p:nvSpPr>
              <p:cNvPr id="106542" name="Oval 75"/>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43" name="Text Box 76"/>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ea typeface="宋体" panose="02010600030101010101" pitchFamily="2" charset="-122"/>
                  </a:rPr>
                  <a:t>local</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ISP</a:t>
                </a:r>
                <a:endParaRPr lang="en-US" altLang="zh-CN" sz="2400" dirty="0">
                  <a:latin typeface="Times New Roman" panose="02020603050405020304" pitchFamily="18" charset="0"/>
                  <a:ea typeface="宋体" panose="02010600030101010101" pitchFamily="2" charset="-122"/>
                </a:endParaRPr>
              </a:p>
            </p:txBody>
          </p:sp>
        </p:grpSp>
        <p:grpSp>
          <p:nvGrpSpPr>
            <p:cNvPr id="106530" name="Group 68"/>
            <p:cNvGrpSpPr/>
            <p:nvPr/>
          </p:nvGrpSpPr>
          <p:grpSpPr>
            <a:xfrm>
              <a:off x="1730" y="1710"/>
              <a:ext cx="666" cy="438"/>
              <a:chOff x="4314" y="1086"/>
              <a:chExt cx="666" cy="438"/>
            </a:xfrm>
          </p:grpSpPr>
          <p:sp>
            <p:nvSpPr>
              <p:cNvPr id="106540" name="Oval 69"/>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41" name="Text Box 70"/>
              <p:cNvSpPr txBox="1"/>
              <p:nvPr/>
            </p:nvSpPr>
            <p:spPr>
              <a:xfrm>
                <a:off x="4328" y="1106"/>
                <a:ext cx="533"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ea typeface="宋体" panose="02010600030101010101" pitchFamily="2" charset="-122"/>
                  </a:rPr>
                  <a:t>Tier 3</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ISP</a:t>
                </a:r>
                <a:endParaRPr lang="en-US" altLang="zh-CN" sz="2400" dirty="0">
                  <a:latin typeface="Times New Roman" panose="02020603050405020304" pitchFamily="18" charset="0"/>
                  <a:ea typeface="宋体" panose="02010600030101010101" pitchFamily="2" charset="-122"/>
                </a:endParaRPr>
              </a:p>
            </p:txBody>
          </p:sp>
        </p:grpSp>
        <p:grpSp>
          <p:nvGrpSpPr>
            <p:cNvPr id="106531" name="Group 77"/>
            <p:cNvGrpSpPr/>
            <p:nvPr/>
          </p:nvGrpSpPr>
          <p:grpSpPr>
            <a:xfrm>
              <a:off x="1826" y="3742"/>
              <a:ext cx="666" cy="438"/>
              <a:chOff x="4314" y="1086"/>
              <a:chExt cx="666" cy="438"/>
            </a:xfrm>
          </p:grpSpPr>
          <p:sp>
            <p:nvSpPr>
              <p:cNvPr id="106538" name="Oval 78"/>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39" name="Text Box 79"/>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ea typeface="宋体" panose="02010600030101010101" pitchFamily="2" charset="-122"/>
                  </a:rPr>
                  <a:t>local</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ISP</a:t>
                </a:r>
                <a:endParaRPr lang="en-US" altLang="zh-CN" sz="2400" dirty="0">
                  <a:latin typeface="Times New Roman" panose="02020603050405020304" pitchFamily="18" charset="0"/>
                  <a:ea typeface="宋体" panose="02010600030101010101" pitchFamily="2" charset="-122"/>
                </a:endParaRPr>
              </a:p>
            </p:txBody>
          </p:sp>
        </p:grpSp>
        <p:grpSp>
          <p:nvGrpSpPr>
            <p:cNvPr id="106532" name="Group 80"/>
            <p:cNvGrpSpPr/>
            <p:nvPr/>
          </p:nvGrpSpPr>
          <p:grpSpPr>
            <a:xfrm>
              <a:off x="2898" y="3742"/>
              <a:ext cx="666" cy="438"/>
              <a:chOff x="4314" y="1086"/>
              <a:chExt cx="666" cy="438"/>
            </a:xfrm>
          </p:grpSpPr>
          <p:sp>
            <p:nvSpPr>
              <p:cNvPr id="106536" name="Oval 81"/>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37" name="Text Box 82"/>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ea typeface="宋体" panose="02010600030101010101" pitchFamily="2" charset="-122"/>
                  </a:rPr>
                  <a:t>local</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ISP</a:t>
                </a:r>
                <a:endParaRPr lang="en-US" altLang="zh-CN" sz="2400" dirty="0">
                  <a:latin typeface="Times New Roman" panose="02020603050405020304" pitchFamily="18" charset="0"/>
                  <a:ea typeface="宋体" panose="02010600030101010101" pitchFamily="2" charset="-122"/>
                </a:endParaRPr>
              </a:p>
            </p:txBody>
          </p:sp>
        </p:grpSp>
        <p:grpSp>
          <p:nvGrpSpPr>
            <p:cNvPr id="106533" name="Group 83"/>
            <p:cNvGrpSpPr/>
            <p:nvPr/>
          </p:nvGrpSpPr>
          <p:grpSpPr>
            <a:xfrm>
              <a:off x="4602" y="3454"/>
              <a:ext cx="666" cy="438"/>
              <a:chOff x="4314" y="1086"/>
              <a:chExt cx="666" cy="438"/>
            </a:xfrm>
          </p:grpSpPr>
          <p:sp>
            <p:nvSpPr>
              <p:cNvPr id="106534" name="Oval 84"/>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6535" name="Text Box 85"/>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ea typeface="宋体" panose="02010600030101010101" pitchFamily="2" charset="-122"/>
                  </a:rPr>
                  <a:t>local</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ISP</a:t>
                </a:r>
                <a:endParaRPr lang="en-US" altLang="zh-CN" sz="2400" dirty="0">
                  <a:latin typeface="Times New Roman" panose="02020603050405020304" pitchFamily="18" charset="0"/>
                  <a:ea typeface="宋体" panose="02010600030101010101" pitchFamily="2" charset="-122"/>
                </a:endParaRPr>
              </a:p>
            </p:txBody>
          </p:sp>
        </p:grpSp>
      </p:grpSp>
      <p:grpSp>
        <p:nvGrpSpPr>
          <p:cNvPr id="18" name="Group 90"/>
          <p:cNvGrpSpPr/>
          <p:nvPr/>
        </p:nvGrpSpPr>
        <p:grpSpPr>
          <a:xfrm>
            <a:off x="184150" y="3175000"/>
            <a:ext cx="2825750" cy="2819400"/>
            <a:chOff x="116" y="2000"/>
            <a:chExt cx="1780" cy="1776"/>
          </a:xfrm>
        </p:grpSpPr>
        <p:sp>
          <p:nvSpPr>
            <p:cNvPr id="106520" name="Text Box 51"/>
            <p:cNvSpPr txBox="1"/>
            <p:nvPr/>
          </p:nvSpPr>
          <p:spPr>
            <a:xfrm>
              <a:off x="116" y="2094"/>
              <a:ext cx="1132" cy="1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Local and tier- 3 ISPs are </a:t>
              </a:r>
              <a:r>
                <a:rPr lang="en-US" altLang="zh-CN" sz="1800" i="1" dirty="0">
                  <a:ea typeface="宋体" panose="02010600030101010101" pitchFamily="2" charset="-122"/>
                </a:rPr>
                <a:t>customers</a:t>
              </a:r>
              <a:r>
                <a:rPr lang="en-US" altLang="zh-CN" sz="1800" dirty="0">
                  <a:ea typeface="宋体" panose="02010600030101010101" pitchFamily="2" charset="-122"/>
                </a:rPr>
                <a:t> of</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higher tier ISPs</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connecting them to rest of Internet</a:t>
              </a:r>
              <a:endParaRPr lang="en-US" altLang="zh-CN" sz="1800" dirty="0">
                <a:ea typeface="宋体" panose="02010600030101010101" pitchFamily="2" charset="-122"/>
              </a:endParaRPr>
            </a:p>
          </p:txBody>
        </p:sp>
        <p:sp>
          <p:nvSpPr>
            <p:cNvPr id="106521" name="Line 86"/>
            <p:cNvSpPr/>
            <p:nvPr/>
          </p:nvSpPr>
          <p:spPr>
            <a:xfrm flipV="1">
              <a:off x="1072" y="2008"/>
              <a:ext cx="344" cy="744"/>
            </a:xfrm>
            <a:prstGeom prst="line">
              <a:avLst/>
            </a:prstGeom>
            <a:ln w="9525" cap="flat" cmpd="sng">
              <a:solidFill>
                <a:schemeClr val="tx1"/>
              </a:solidFill>
              <a:prstDash val="solid"/>
              <a:headEnd type="none" w="med" len="med"/>
              <a:tailEnd type="triangle" w="med" len="med"/>
            </a:ln>
          </p:spPr>
        </p:sp>
        <p:sp>
          <p:nvSpPr>
            <p:cNvPr id="106522" name="Line 87"/>
            <p:cNvSpPr/>
            <p:nvPr/>
          </p:nvSpPr>
          <p:spPr>
            <a:xfrm flipV="1">
              <a:off x="1088" y="2000"/>
              <a:ext cx="664" cy="728"/>
            </a:xfrm>
            <a:prstGeom prst="line">
              <a:avLst/>
            </a:prstGeom>
            <a:ln w="9525" cap="flat" cmpd="sng">
              <a:solidFill>
                <a:schemeClr val="tx1"/>
              </a:solidFill>
              <a:prstDash val="solid"/>
              <a:headEnd type="none" w="med" len="med"/>
              <a:tailEnd type="triangle" w="med" len="med"/>
            </a:ln>
          </p:spPr>
        </p:sp>
        <p:sp>
          <p:nvSpPr>
            <p:cNvPr id="106523" name="Line 88"/>
            <p:cNvSpPr/>
            <p:nvPr/>
          </p:nvSpPr>
          <p:spPr>
            <a:xfrm>
              <a:off x="1073" y="2744"/>
              <a:ext cx="95" cy="960"/>
            </a:xfrm>
            <a:prstGeom prst="line">
              <a:avLst/>
            </a:prstGeom>
            <a:ln w="9525" cap="flat" cmpd="sng">
              <a:solidFill>
                <a:schemeClr val="tx1"/>
              </a:solidFill>
              <a:prstDash val="solid"/>
              <a:headEnd type="none" w="med" len="med"/>
              <a:tailEnd type="triangle" w="med" len="med"/>
            </a:ln>
          </p:spPr>
        </p:sp>
        <p:sp>
          <p:nvSpPr>
            <p:cNvPr id="106524" name="Line 89"/>
            <p:cNvSpPr/>
            <p:nvPr/>
          </p:nvSpPr>
          <p:spPr>
            <a:xfrm>
              <a:off x="1074" y="2739"/>
              <a:ext cx="822" cy="1037"/>
            </a:xfrm>
            <a:prstGeom prst="line">
              <a:avLst/>
            </a:prstGeom>
            <a:ln w="9525" cap="flat" cmpd="sng">
              <a:solidFill>
                <a:schemeClr val="tx1"/>
              </a:solidFill>
              <a:prstDash val="solid"/>
              <a:headEnd type="none" w="med" len="med"/>
              <a:tailEnd type="triangle" w="med" len="med"/>
            </a:ln>
          </p:spPr>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27">
                                            <p:txEl>
                                              <p:charRg st="0" end="3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827">
                                            <p:txEl>
                                              <p:charRg st="30" end="83"/>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08547"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08548" name="Rectangle 2"/>
          <p:cNvSpPr>
            <a:spLocks noGrp="1"/>
          </p:cNvSpPr>
          <p:nvPr>
            <p:ph type="title"/>
          </p:nvPr>
        </p:nvSpPr>
        <p:spPr>
          <a:xfrm>
            <a:off x="533400" y="228600"/>
            <a:ext cx="8096250" cy="1143000"/>
          </a:xfrm>
        </p:spPr>
        <p:txBody>
          <a:bodyPr vert="horz" wrap="square" lIns="91440" tIns="45720" rIns="91440" bIns="45720" anchor="ctr" anchorCtr="0"/>
          <a:p>
            <a:r>
              <a:rPr lang="en-US" altLang="zh-CN" sz="3200" dirty="0">
                <a:ea typeface="宋体" panose="02010600030101010101" pitchFamily="2" charset="-122"/>
              </a:rPr>
              <a:t>Internet structure: network of networks</a:t>
            </a:r>
            <a:endParaRPr lang="en-US" altLang="zh-CN" dirty="0">
              <a:ea typeface="宋体" panose="02010600030101010101" pitchFamily="2" charset="-122"/>
            </a:endParaRPr>
          </a:p>
        </p:txBody>
      </p:sp>
      <p:sp>
        <p:nvSpPr>
          <p:cNvPr id="108549" name="Rectangle 3"/>
          <p:cNvSpPr>
            <a:spLocks noGrp="1"/>
          </p:cNvSpPr>
          <p:nvPr>
            <p:ph sz="half" idx="1"/>
          </p:nvPr>
        </p:nvSpPr>
        <p:spPr>
          <a:xfrm>
            <a:off x="352425" y="1428750"/>
            <a:ext cx="8440738" cy="914400"/>
          </a:xfrm>
        </p:spPr>
        <p:txBody>
          <a:bodyPr vert="horz" wrap="square" lIns="91440" tIns="45720" rIns="91440" bIns="45720" anchor="t" anchorCtr="0"/>
          <a:p>
            <a:pPr>
              <a:buSzPct val="85000"/>
            </a:pPr>
            <a:r>
              <a:rPr lang="en-US" altLang="zh-CN" sz="2400" dirty="0">
                <a:solidFill>
                  <a:srgbClr val="FF0000"/>
                </a:solidFill>
                <a:latin typeface="+mn-lt"/>
                <a:ea typeface="宋体" panose="02010600030101010101" pitchFamily="2" charset="-122"/>
                <a:cs typeface="+mn-cs"/>
              </a:rPr>
              <a:t>a packet passes through many networks!</a:t>
            </a:r>
            <a:endParaRPr lang="en-US" altLang="zh-CN" sz="2400" dirty="0">
              <a:latin typeface="+mn-lt"/>
              <a:ea typeface="宋体" panose="02010600030101010101" pitchFamily="2" charset="-122"/>
              <a:cs typeface="+mn-cs"/>
            </a:endParaRPr>
          </a:p>
          <a:p>
            <a:pPr>
              <a:buSzPct val="85000"/>
              <a:buFont typeface="Wingdings" panose="05000000000000000000" pitchFamily="2" charset="2"/>
              <a:buNone/>
            </a:pPr>
            <a:endParaRPr lang="en-US" altLang="zh-CN" sz="2400" dirty="0">
              <a:solidFill>
                <a:srgbClr val="FF0000"/>
              </a:solidFill>
              <a:latin typeface="+mn-lt"/>
              <a:ea typeface="宋体" panose="02010600030101010101" pitchFamily="2" charset="-122"/>
              <a:cs typeface="+mn-cs"/>
            </a:endParaRPr>
          </a:p>
          <a:p>
            <a:pPr lvl="1">
              <a:buSzPct val="75000"/>
              <a:buFont typeface="Wingdings" panose="05000000000000000000" pitchFamily="2" charset="2"/>
              <a:buNone/>
            </a:pPr>
            <a:endParaRPr lang="en-US" altLang="zh-CN" sz="2000" dirty="0">
              <a:latin typeface="+mn-lt"/>
              <a:ea typeface="宋体" panose="02010600030101010101" pitchFamily="2" charset="-122"/>
            </a:endParaRPr>
          </a:p>
        </p:txBody>
      </p:sp>
      <p:sp>
        <p:nvSpPr>
          <p:cNvPr id="108550" name="Oval 4"/>
          <p:cNvSpPr/>
          <p:nvPr/>
        </p:nvSpPr>
        <p:spPr>
          <a:xfrm>
            <a:off x="2432050" y="4883150"/>
            <a:ext cx="1863725" cy="790575"/>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8551" name="Oval 5"/>
          <p:cNvSpPr/>
          <p:nvPr/>
        </p:nvSpPr>
        <p:spPr>
          <a:xfrm>
            <a:off x="3530600" y="3679825"/>
            <a:ext cx="1863725" cy="790575"/>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8552" name="Oval 6"/>
          <p:cNvSpPr/>
          <p:nvPr/>
        </p:nvSpPr>
        <p:spPr>
          <a:xfrm>
            <a:off x="4800600" y="4845050"/>
            <a:ext cx="1863725" cy="790575"/>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solidFill>
                  <a:schemeClr val="bg1"/>
                </a:solidFill>
                <a:ea typeface="宋体" panose="02010600030101010101" pitchFamily="2" charset="-122"/>
              </a:rPr>
              <a:t>Tier 1 ISP</a:t>
            </a:r>
            <a:endParaRPr lang="en-US" altLang="zh-CN" sz="2400" dirty="0">
              <a:latin typeface="Times New Roman" panose="02020603050405020304" pitchFamily="18" charset="0"/>
              <a:ea typeface="宋体" panose="02010600030101010101" pitchFamily="2" charset="-122"/>
            </a:endParaRPr>
          </a:p>
        </p:txBody>
      </p:sp>
      <p:sp>
        <p:nvSpPr>
          <p:cNvPr id="108553" name="Oval 7"/>
          <p:cNvSpPr/>
          <p:nvPr/>
        </p:nvSpPr>
        <p:spPr>
          <a:xfrm>
            <a:off x="5121275" y="4851400"/>
            <a:ext cx="133350" cy="142875"/>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54" name="Oval 8"/>
          <p:cNvSpPr/>
          <p:nvPr/>
        </p:nvSpPr>
        <p:spPr>
          <a:xfrm>
            <a:off x="4670425" y="4381500"/>
            <a:ext cx="133350" cy="142875"/>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55" name="Oval 9"/>
          <p:cNvSpPr/>
          <p:nvPr/>
        </p:nvSpPr>
        <p:spPr>
          <a:xfrm>
            <a:off x="4206875" y="4406900"/>
            <a:ext cx="133350" cy="142875"/>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56" name="Oval 10"/>
          <p:cNvSpPr/>
          <p:nvPr/>
        </p:nvSpPr>
        <p:spPr>
          <a:xfrm>
            <a:off x="3736975" y="4864100"/>
            <a:ext cx="133350" cy="142875"/>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57" name="Oval 11"/>
          <p:cNvSpPr/>
          <p:nvPr/>
        </p:nvSpPr>
        <p:spPr>
          <a:xfrm>
            <a:off x="4232275" y="5181600"/>
            <a:ext cx="133350" cy="142875"/>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58" name="Oval 12"/>
          <p:cNvSpPr/>
          <p:nvPr/>
        </p:nvSpPr>
        <p:spPr>
          <a:xfrm>
            <a:off x="4746625" y="5168900"/>
            <a:ext cx="133350" cy="142875"/>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59" name="Line 13"/>
          <p:cNvSpPr/>
          <p:nvPr/>
        </p:nvSpPr>
        <p:spPr>
          <a:xfrm flipV="1">
            <a:off x="4368800" y="5238750"/>
            <a:ext cx="381000" cy="6350"/>
          </a:xfrm>
          <a:prstGeom prst="line">
            <a:avLst/>
          </a:prstGeom>
          <a:ln w="19050" cap="flat" cmpd="sng">
            <a:solidFill>
              <a:schemeClr val="tx1"/>
            </a:solidFill>
            <a:prstDash val="solid"/>
            <a:headEnd type="none" w="med" len="med"/>
            <a:tailEnd type="none" w="med" len="med"/>
          </a:ln>
        </p:spPr>
      </p:sp>
      <p:sp>
        <p:nvSpPr>
          <p:cNvPr id="108560" name="Line 14"/>
          <p:cNvSpPr/>
          <p:nvPr/>
        </p:nvSpPr>
        <p:spPr>
          <a:xfrm>
            <a:off x="4778375" y="4495800"/>
            <a:ext cx="368300" cy="368300"/>
          </a:xfrm>
          <a:prstGeom prst="line">
            <a:avLst/>
          </a:prstGeom>
          <a:ln w="19050" cap="flat" cmpd="sng">
            <a:solidFill>
              <a:schemeClr val="tx1"/>
            </a:solidFill>
            <a:prstDash val="solid"/>
            <a:headEnd type="none" w="med" len="med"/>
            <a:tailEnd type="none" w="med" len="med"/>
          </a:ln>
        </p:spPr>
      </p:sp>
      <p:sp>
        <p:nvSpPr>
          <p:cNvPr id="108561" name="Line 15"/>
          <p:cNvSpPr/>
          <p:nvPr/>
        </p:nvSpPr>
        <p:spPr>
          <a:xfrm flipV="1">
            <a:off x="3835400" y="4527550"/>
            <a:ext cx="393700" cy="355600"/>
          </a:xfrm>
          <a:prstGeom prst="line">
            <a:avLst/>
          </a:prstGeom>
          <a:ln w="19050" cap="flat" cmpd="sng">
            <a:solidFill>
              <a:schemeClr val="tx1"/>
            </a:solidFill>
            <a:prstDash val="solid"/>
            <a:headEnd type="none" w="med" len="med"/>
            <a:tailEnd type="none" w="med" len="med"/>
          </a:ln>
        </p:spPr>
      </p:sp>
      <p:grpSp>
        <p:nvGrpSpPr>
          <p:cNvPr id="108562" name="Group 22"/>
          <p:cNvGrpSpPr/>
          <p:nvPr/>
        </p:nvGrpSpPr>
        <p:grpSpPr>
          <a:xfrm>
            <a:off x="1946275" y="3286125"/>
            <a:ext cx="6219825" cy="2838450"/>
            <a:chOff x="1226" y="2070"/>
            <a:chExt cx="3918" cy="1788"/>
          </a:xfrm>
        </p:grpSpPr>
        <p:grpSp>
          <p:nvGrpSpPr>
            <p:cNvPr id="108596" name="Group 23"/>
            <p:cNvGrpSpPr/>
            <p:nvPr/>
          </p:nvGrpSpPr>
          <p:grpSpPr>
            <a:xfrm>
              <a:off x="3042" y="2102"/>
              <a:ext cx="1054" cy="372"/>
              <a:chOff x="3042" y="2102"/>
              <a:chExt cx="1054" cy="372"/>
            </a:xfrm>
          </p:grpSpPr>
          <p:sp>
            <p:nvSpPr>
              <p:cNvPr id="108616" name="Oval 24"/>
              <p:cNvSpPr/>
              <p:nvPr/>
            </p:nvSpPr>
            <p:spPr>
              <a:xfrm>
                <a:off x="3042" y="2102"/>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617" name="Text Box 25"/>
              <p:cNvSpPr txBox="1"/>
              <p:nvPr/>
            </p:nvSpPr>
            <p:spPr>
              <a:xfrm>
                <a:off x="3182" y="2176"/>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chemeClr val="folHlink"/>
                    </a:solidFill>
                    <a:ea typeface="宋体" panose="02010600030101010101" pitchFamily="2" charset="-122"/>
                  </a:rPr>
                  <a:t>Tier-2 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sp>
            <p:nvSpPr>
              <p:cNvPr id="108618" name="Oval 26"/>
              <p:cNvSpPr/>
              <p:nvPr/>
            </p:nvSpPr>
            <p:spPr>
              <a:xfrm>
                <a:off x="3184" y="2340"/>
                <a:ext cx="84" cy="9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8597" name="Group 27"/>
            <p:cNvGrpSpPr/>
            <p:nvPr/>
          </p:nvGrpSpPr>
          <p:grpSpPr>
            <a:xfrm>
              <a:off x="1610" y="2070"/>
              <a:ext cx="1054" cy="372"/>
              <a:chOff x="698" y="2190"/>
              <a:chExt cx="1054" cy="372"/>
            </a:xfrm>
          </p:grpSpPr>
          <p:sp>
            <p:nvSpPr>
              <p:cNvPr id="108613" name="Oval 28"/>
              <p:cNvSpPr/>
              <p:nvPr/>
            </p:nvSpPr>
            <p:spPr>
              <a:xfrm>
                <a:off x="698" y="2190"/>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614" name="Text Box 29"/>
              <p:cNvSpPr txBox="1"/>
              <p:nvPr/>
            </p:nvSpPr>
            <p:spPr>
              <a:xfrm>
                <a:off x="838" y="2264"/>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chemeClr val="folHlink"/>
                    </a:solidFill>
                    <a:ea typeface="宋体" panose="02010600030101010101" pitchFamily="2" charset="-122"/>
                  </a:rPr>
                  <a:t>Tier-2 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sp>
            <p:nvSpPr>
              <p:cNvPr id="108615" name="Oval 30"/>
              <p:cNvSpPr/>
              <p:nvPr/>
            </p:nvSpPr>
            <p:spPr>
              <a:xfrm>
                <a:off x="1464" y="2460"/>
                <a:ext cx="84" cy="9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8598" name="Group 31"/>
            <p:cNvGrpSpPr/>
            <p:nvPr/>
          </p:nvGrpSpPr>
          <p:grpSpPr>
            <a:xfrm>
              <a:off x="1226" y="3476"/>
              <a:ext cx="1054" cy="374"/>
              <a:chOff x="442" y="3748"/>
              <a:chExt cx="1054" cy="374"/>
            </a:xfrm>
          </p:grpSpPr>
          <p:sp>
            <p:nvSpPr>
              <p:cNvPr id="108610" name="Oval 32"/>
              <p:cNvSpPr/>
              <p:nvPr/>
            </p:nvSpPr>
            <p:spPr>
              <a:xfrm>
                <a:off x="442" y="3750"/>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611" name="Text Box 33"/>
              <p:cNvSpPr txBox="1"/>
              <p:nvPr/>
            </p:nvSpPr>
            <p:spPr>
              <a:xfrm>
                <a:off x="582" y="3824"/>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chemeClr val="folHlink"/>
                    </a:solidFill>
                    <a:ea typeface="宋体" panose="02010600030101010101" pitchFamily="2" charset="-122"/>
                  </a:rPr>
                  <a:t>Tier-2 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sp>
            <p:nvSpPr>
              <p:cNvPr id="108612" name="Oval 34"/>
              <p:cNvSpPr/>
              <p:nvPr/>
            </p:nvSpPr>
            <p:spPr>
              <a:xfrm>
                <a:off x="904" y="3748"/>
                <a:ext cx="84" cy="9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8599" name="Group 35"/>
            <p:cNvGrpSpPr/>
            <p:nvPr/>
          </p:nvGrpSpPr>
          <p:grpSpPr>
            <a:xfrm>
              <a:off x="2674" y="3486"/>
              <a:ext cx="1054" cy="372"/>
              <a:chOff x="2698" y="3710"/>
              <a:chExt cx="1054" cy="372"/>
            </a:xfrm>
          </p:grpSpPr>
          <p:sp>
            <p:nvSpPr>
              <p:cNvPr id="108607" name="Oval 36"/>
              <p:cNvSpPr/>
              <p:nvPr/>
            </p:nvSpPr>
            <p:spPr>
              <a:xfrm>
                <a:off x="2698" y="3710"/>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608" name="Text Box 37"/>
              <p:cNvSpPr txBox="1"/>
              <p:nvPr/>
            </p:nvSpPr>
            <p:spPr>
              <a:xfrm>
                <a:off x="2838" y="3784"/>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chemeClr val="folHlink"/>
                    </a:solidFill>
                    <a:ea typeface="宋体" panose="02010600030101010101" pitchFamily="2" charset="-122"/>
                  </a:rPr>
                  <a:t>Tier-2 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sp>
            <p:nvSpPr>
              <p:cNvPr id="108609" name="Oval 38"/>
              <p:cNvSpPr/>
              <p:nvPr/>
            </p:nvSpPr>
            <p:spPr>
              <a:xfrm>
                <a:off x="3408" y="3716"/>
                <a:ext cx="84" cy="9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08600" name="Group 39"/>
            <p:cNvGrpSpPr/>
            <p:nvPr/>
          </p:nvGrpSpPr>
          <p:grpSpPr>
            <a:xfrm>
              <a:off x="4090" y="3182"/>
              <a:ext cx="1054" cy="372"/>
              <a:chOff x="4090" y="3182"/>
              <a:chExt cx="1054" cy="372"/>
            </a:xfrm>
          </p:grpSpPr>
          <p:sp>
            <p:nvSpPr>
              <p:cNvPr id="108604" name="Oval 40"/>
              <p:cNvSpPr/>
              <p:nvPr/>
            </p:nvSpPr>
            <p:spPr>
              <a:xfrm>
                <a:off x="4090" y="3182"/>
                <a:ext cx="1054" cy="3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605" name="Text Box 41"/>
              <p:cNvSpPr txBox="1"/>
              <p:nvPr/>
            </p:nvSpPr>
            <p:spPr>
              <a:xfrm>
                <a:off x="4230" y="3256"/>
                <a:ext cx="84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chemeClr val="folHlink"/>
                    </a:solidFill>
                    <a:ea typeface="宋体" panose="02010600030101010101" pitchFamily="2" charset="-122"/>
                  </a:rPr>
                  <a:t>Tier-2 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sp>
            <p:nvSpPr>
              <p:cNvPr id="108606" name="Oval 42"/>
              <p:cNvSpPr/>
              <p:nvPr/>
            </p:nvSpPr>
            <p:spPr>
              <a:xfrm>
                <a:off x="4144" y="3308"/>
                <a:ext cx="84" cy="9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108601" name="Oval 43"/>
            <p:cNvSpPr/>
            <p:nvPr/>
          </p:nvSpPr>
          <p:spPr>
            <a:xfrm>
              <a:off x="1712" y="2328"/>
              <a:ext cx="96" cy="88"/>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602" name="Line 44"/>
            <p:cNvSpPr/>
            <p:nvPr/>
          </p:nvSpPr>
          <p:spPr>
            <a:xfrm>
              <a:off x="1768" y="2400"/>
              <a:ext cx="200" cy="684"/>
            </a:xfrm>
            <a:prstGeom prst="line">
              <a:avLst/>
            </a:prstGeom>
            <a:ln w="19050" cap="flat" cmpd="sng">
              <a:solidFill>
                <a:schemeClr val="tx1"/>
              </a:solidFill>
              <a:prstDash val="solid"/>
              <a:headEnd type="none" w="med" len="med"/>
              <a:tailEnd type="none" w="med" len="med"/>
            </a:ln>
          </p:spPr>
        </p:sp>
        <p:sp>
          <p:nvSpPr>
            <p:cNvPr id="108603" name="Oval 45"/>
            <p:cNvSpPr/>
            <p:nvPr/>
          </p:nvSpPr>
          <p:spPr>
            <a:xfrm>
              <a:off x="1928" y="3044"/>
              <a:ext cx="96" cy="88"/>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108563" name="Oval 46"/>
          <p:cNvSpPr/>
          <p:nvPr/>
        </p:nvSpPr>
        <p:spPr>
          <a:xfrm>
            <a:off x="6337300" y="3683000"/>
            <a:ext cx="152400" cy="1651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64" name="Oval 47"/>
          <p:cNvSpPr/>
          <p:nvPr/>
        </p:nvSpPr>
        <p:spPr>
          <a:xfrm>
            <a:off x="7302500" y="4991100"/>
            <a:ext cx="152400" cy="1651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65" name="Line 48"/>
          <p:cNvSpPr/>
          <p:nvPr/>
        </p:nvSpPr>
        <p:spPr>
          <a:xfrm>
            <a:off x="6451600" y="3822700"/>
            <a:ext cx="876300" cy="1155700"/>
          </a:xfrm>
          <a:prstGeom prst="line">
            <a:avLst/>
          </a:prstGeom>
          <a:ln w="19050" cap="flat" cmpd="sng">
            <a:solidFill>
              <a:schemeClr val="tx1"/>
            </a:solidFill>
            <a:prstDash val="solid"/>
            <a:headEnd type="none" w="med" len="med"/>
            <a:tailEnd type="none" w="med" len="med"/>
          </a:ln>
        </p:spPr>
      </p:sp>
      <p:grpSp>
        <p:nvGrpSpPr>
          <p:cNvPr id="108566" name="Group 52"/>
          <p:cNvGrpSpPr/>
          <p:nvPr/>
        </p:nvGrpSpPr>
        <p:grpSpPr>
          <a:xfrm>
            <a:off x="5273675" y="2676525"/>
            <a:ext cx="1057275" cy="695325"/>
            <a:chOff x="4314" y="1086"/>
            <a:chExt cx="666" cy="438"/>
          </a:xfrm>
        </p:grpSpPr>
        <p:sp>
          <p:nvSpPr>
            <p:cNvPr id="108594" name="Oval 53"/>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95" name="Text Box 54"/>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chemeClr val="folHlink"/>
                  </a:solidFill>
                  <a:ea typeface="宋体" panose="02010600030101010101" pitchFamily="2" charset="-122"/>
                </a:rPr>
                <a:t>local</a:t>
              </a:r>
              <a:endParaRPr lang="en-US" altLang="zh-CN" sz="1800" dirty="0">
                <a:solidFill>
                  <a:schemeClr val="folHlink"/>
                </a:solidFill>
                <a:ea typeface="宋体" panose="02010600030101010101" pitchFamily="2" charset="-122"/>
              </a:endParaRPr>
            </a:p>
            <a:p>
              <a:pPr marL="0" lvl="0" indent="0" algn="ctr">
                <a:spcBef>
                  <a:spcPct val="0"/>
                </a:spcBef>
                <a:buClrTx/>
                <a:buSzTx/>
                <a:buFontTx/>
                <a:buNone/>
              </a:pPr>
              <a:r>
                <a:rPr lang="en-US" altLang="zh-CN" sz="1800" dirty="0">
                  <a:solidFill>
                    <a:schemeClr val="folHlink"/>
                  </a:solidFill>
                  <a:ea typeface="宋体" panose="02010600030101010101" pitchFamily="2" charset="-122"/>
                </a:rPr>
                <a:t>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grpSp>
      <p:grpSp>
        <p:nvGrpSpPr>
          <p:cNvPr id="108567" name="Group 55"/>
          <p:cNvGrpSpPr/>
          <p:nvPr/>
        </p:nvGrpSpPr>
        <p:grpSpPr>
          <a:xfrm>
            <a:off x="4308475" y="2828925"/>
            <a:ext cx="1057275" cy="695325"/>
            <a:chOff x="4314" y="1086"/>
            <a:chExt cx="666" cy="438"/>
          </a:xfrm>
        </p:grpSpPr>
        <p:sp>
          <p:nvSpPr>
            <p:cNvPr id="108592" name="Oval 56"/>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93" name="Text Box 57"/>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chemeClr val="folHlink"/>
                  </a:solidFill>
                  <a:ea typeface="宋体" panose="02010600030101010101" pitchFamily="2" charset="-122"/>
                </a:rPr>
                <a:t>local</a:t>
              </a:r>
              <a:endParaRPr lang="en-US" altLang="zh-CN" sz="1800" dirty="0">
                <a:solidFill>
                  <a:schemeClr val="folHlink"/>
                </a:solidFill>
                <a:ea typeface="宋体" panose="02010600030101010101" pitchFamily="2" charset="-122"/>
              </a:endParaRPr>
            </a:p>
            <a:p>
              <a:pPr marL="0" lvl="0" indent="0" algn="ctr">
                <a:spcBef>
                  <a:spcPct val="0"/>
                </a:spcBef>
                <a:buClrTx/>
                <a:buSzTx/>
                <a:buFontTx/>
                <a:buNone/>
              </a:pPr>
              <a:r>
                <a:rPr lang="en-US" altLang="zh-CN" sz="1800" dirty="0">
                  <a:solidFill>
                    <a:schemeClr val="folHlink"/>
                  </a:solidFill>
                  <a:ea typeface="宋体" panose="02010600030101010101" pitchFamily="2" charset="-122"/>
                </a:rPr>
                <a:t>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grpSp>
      <p:grpSp>
        <p:nvGrpSpPr>
          <p:cNvPr id="108568" name="Group 58"/>
          <p:cNvGrpSpPr/>
          <p:nvPr/>
        </p:nvGrpSpPr>
        <p:grpSpPr>
          <a:xfrm>
            <a:off x="6022975" y="2816225"/>
            <a:ext cx="1057275" cy="695325"/>
            <a:chOff x="4314" y="1086"/>
            <a:chExt cx="666" cy="438"/>
          </a:xfrm>
        </p:grpSpPr>
        <p:sp>
          <p:nvSpPr>
            <p:cNvPr id="108590" name="Oval 59"/>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91" name="Text Box 60"/>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chemeClr val="folHlink"/>
                  </a:solidFill>
                  <a:ea typeface="宋体" panose="02010600030101010101" pitchFamily="2" charset="-122"/>
                </a:rPr>
                <a:t>local</a:t>
              </a:r>
              <a:endParaRPr lang="en-US" altLang="zh-CN" sz="1800" dirty="0">
                <a:solidFill>
                  <a:schemeClr val="folHlink"/>
                </a:solidFill>
                <a:ea typeface="宋体" panose="02010600030101010101" pitchFamily="2" charset="-122"/>
              </a:endParaRPr>
            </a:p>
            <a:p>
              <a:pPr marL="0" lvl="0" indent="0" algn="ctr">
                <a:spcBef>
                  <a:spcPct val="0"/>
                </a:spcBef>
                <a:buClrTx/>
                <a:buSzTx/>
                <a:buFontTx/>
                <a:buNone/>
              </a:pPr>
              <a:r>
                <a:rPr lang="en-US" altLang="zh-CN" sz="1800" dirty="0">
                  <a:solidFill>
                    <a:schemeClr val="folHlink"/>
                  </a:solidFill>
                  <a:ea typeface="宋体" panose="02010600030101010101" pitchFamily="2" charset="-122"/>
                </a:rPr>
                <a:t>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grpSp>
      <p:grpSp>
        <p:nvGrpSpPr>
          <p:cNvPr id="108569" name="Group 61"/>
          <p:cNvGrpSpPr/>
          <p:nvPr/>
        </p:nvGrpSpPr>
        <p:grpSpPr>
          <a:xfrm>
            <a:off x="1539875" y="5876925"/>
            <a:ext cx="1057275" cy="695325"/>
            <a:chOff x="4314" y="1086"/>
            <a:chExt cx="666" cy="438"/>
          </a:xfrm>
        </p:grpSpPr>
        <p:sp>
          <p:nvSpPr>
            <p:cNvPr id="108588" name="Oval 62"/>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89" name="Text Box 63"/>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chemeClr val="folHlink"/>
                  </a:solidFill>
                  <a:ea typeface="宋体" panose="02010600030101010101" pitchFamily="2" charset="-122"/>
                </a:rPr>
                <a:t>local</a:t>
              </a:r>
              <a:endParaRPr lang="en-US" altLang="zh-CN" sz="1800" dirty="0">
                <a:solidFill>
                  <a:schemeClr val="folHlink"/>
                </a:solidFill>
                <a:ea typeface="宋体" panose="02010600030101010101" pitchFamily="2" charset="-122"/>
              </a:endParaRPr>
            </a:p>
            <a:p>
              <a:pPr marL="0" lvl="0" indent="0" algn="ctr">
                <a:spcBef>
                  <a:spcPct val="0"/>
                </a:spcBef>
                <a:buClrTx/>
                <a:buSzTx/>
                <a:buFontTx/>
                <a:buNone/>
              </a:pPr>
              <a:r>
                <a:rPr lang="en-US" altLang="zh-CN" sz="1800" dirty="0">
                  <a:solidFill>
                    <a:schemeClr val="folHlink"/>
                  </a:solidFill>
                  <a:ea typeface="宋体" panose="02010600030101010101" pitchFamily="2" charset="-122"/>
                </a:rPr>
                <a:t>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grpSp>
      <p:grpSp>
        <p:nvGrpSpPr>
          <p:cNvPr id="108570" name="Group 64"/>
          <p:cNvGrpSpPr/>
          <p:nvPr/>
        </p:nvGrpSpPr>
        <p:grpSpPr>
          <a:xfrm>
            <a:off x="1882775" y="2473325"/>
            <a:ext cx="1057275" cy="695325"/>
            <a:chOff x="4314" y="1086"/>
            <a:chExt cx="666" cy="438"/>
          </a:xfrm>
        </p:grpSpPr>
        <p:sp>
          <p:nvSpPr>
            <p:cNvPr id="108586" name="Oval 65"/>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87" name="Text Box 66"/>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chemeClr val="folHlink"/>
                  </a:solidFill>
                  <a:ea typeface="宋体" panose="02010600030101010101" pitchFamily="2" charset="-122"/>
                </a:rPr>
                <a:t>local</a:t>
              </a:r>
              <a:endParaRPr lang="en-US" altLang="zh-CN" sz="1800" dirty="0">
                <a:solidFill>
                  <a:schemeClr val="folHlink"/>
                </a:solidFill>
                <a:ea typeface="宋体" panose="02010600030101010101" pitchFamily="2" charset="-122"/>
              </a:endParaRPr>
            </a:p>
            <a:p>
              <a:pPr marL="0" lvl="0" indent="0" algn="ctr">
                <a:spcBef>
                  <a:spcPct val="0"/>
                </a:spcBef>
                <a:buClrTx/>
                <a:buSzTx/>
                <a:buFontTx/>
                <a:buNone/>
              </a:pPr>
              <a:r>
                <a:rPr lang="en-US" altLang="zh-CN" sz="1800" dirty="0">
                  <a:solidFill>
                    <a:schemeClr val="folHlink"/>
                  </a:solidFill>
                  <a:ea typeface="宋体" panose="02010600030101010101" pitchFamily="2" charset="-122"/>
                </a:rPr>
                <a:t>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grpSp>
      <p:grpSp>
        <p:nvGrpSpPr>
          <p:cNvPr id="108571" name="Group 67"/>
          <p:cNvGrpSpPr/>
          <p:nvPr/>
        </p:nvGrpSpPr>
        <p:grpSpPr>
          <a:xfrm>
            <a:off x="2746375" y="2714625"/>
            <a:ext cx="1057275" cy="695325"/>
            <a:chOff x="4314" y="1086"/>
            <a:chExt cx="666" cy="438"/>
          </a:xfrm>
        </p:grpSpPr>
        <p:sp>
          <p:nvSpPr>
            <p:cNvPr id="108584" name="Oval 68"/>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85" name="Text Box 69"/>
            <p:cNvSpPr txBox="1"/>
            <p:nvPr/>
          </p:nvSpPr>
          <p:spPr>
            <a:xfrm>
              <a:off x="4328" y="1106"/>
              <a:ext cx="533"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chemeClr val="folHlink"/>
                  </a:solidFill>
                  <a:ea typeface="宋体" panose="02010600030101010101" pitchFamily="2" charset="-122"/>
                </a:rPr>
                <a:t>Tier 3</a:t>
              </a:r>
              <a:endParaRPr lang="en-US" altLang="zh-CN" sz="1800" dirty="0">
                <a:solidFill>
                  <a:schemeClr val="folHlink"/>
                </a:solidFill>
                <a:ea typeface="宋体" panose="02010600030101010101" pitchFamily="2" charset="-122"/>
              </a:endParaRPr>
            </a:p>
            <a:p>
              <a:pPr marL="0" lvl="0" indent="0" algn="ctr">
                <a:spcBef>
                  <a:spcPct val="0"/>
                </a:spcBef>
                <a:buClrTx/>
                <a:buSzTx/>
                <a:buFontTx/>
                <a:buNone/>
              </a:pPr>
              <a:r>
                <a:rPr lang="en-US" altLang="zh-CN" sz="1800" dirty="0">
                  <a:solidFill>
                    <a:schemeClr val="folHlink"/>
                  </a:solidFill>
                  <a:ea typeface="宋体" panose="02010600030101010101" pitchFamily="2" charset="-122"/>
                </a:rPr>
                <a:t>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grpSp>
      <p:grpSp>
        <p:nvGrpSpPr>
          <p:cNvPr id="108572" name="Group 70"/>
          <p:cNvGrpSpPr/>
          <p:nvPr/>
        </p:nvGrpSpPr>
        <p:grpSpPr>
          <a:xfrm>
            <a:off x="2898775" y="5940425"/>
            <a:ext cx="1057275" cy="695325"/>
            <a:chOff x="4314" y="1086"/>
            <a:chExt cx="666" cy="438"/>
          </a:xfrm>
        </p:grpSpPr>
        <p:sp>
          <p:nvSpPr>
            <p:cNvPr id="108582" name="Oval 71"/>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83" name="Text Box 72"/>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chemeClr val="folHlink"/>
                  </a:solidFill>
                  <a:ea typeface="宋体" panose="02010600030101010101" pitchFamily="2" charset="-122"/>
                </a:rPr>
                <a:t>local</a:t>
              </a:r>
              <a:endParaRPr lang="en-US" altLang="zh-CN" sz="1800" dirty="0">
                <a:solidFill>
                  <a:schemeClr val="folHlink"/>
                </a:solidFill>
                <a:ea typeface="宋体" panose="02010600030101010101" pitchFamily="2" charset="-122"/>
              </a:endParaRPr>
            </a:p>
            <a:p>
              <a:pPr marL="0" lvl="0" indent="0" algn="ctr">
                <a:spcBef>
                  <a:spcPct val="0"/>
                </a:spcBef>
                <a:buClrTx/>
                <a:buSzTx/>
                <a:buFontTx/>
                <a:buNone/>
              </a:pPr>
              <a:r>
                <a:rPr lang="en-US" altLang="zh-CN" sz="1800" dirty="0">
                  <a:solidFill>
                    <a:schemeClr val="folHlink"/>
                  </a:solidFill>
                  <a:ea typeface="宋体" panose="02010600030101010101" pitchFamily="2" charset="-122"/>
                </a:rPr>
                <a:t>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grpSp>
      <p:grpSp>
        <p:nvGrpSpPr>
          <p:cNvPr id="108573" name="Group 73"/>
          <p:cNvGrpSpPr/>
          <p:nvPr/>
        </p:nvGrpSpPr>
        <p:grpSpPr>
          <a:xfrm>
            <a:off x="4600575" y="5940425"/>
            <a:ext cx="1057275" cy="695325"/>
            <a:chOff x="4314" y="1086"/>
            <a:chExt cx="666" cy="438"/>
          </a:xfrm>
        </p:grpSpPr>
        <p:sp>
          <p:nvSpPr>
            <p:cNvPr id="108580" name="Oval 74"/>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81" name="Text Box 75"/>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chemeClr val="folHlink"/>
                  </a:solidFill>
                  <a:ea typeface="宋体" panose="02010600030101010101" pitchFamily="2" charset="-122"/>
                </a:rPr>
                <a:t>local</a:t>
              </a:r>
              <a:endParaRPr lang="en-US" altLang="zh-CN" sz="1800" dirty="0">
                <a:solidFill>
                  <a:schemeClr val="folHlink"/>
                </a:solidFill>
                <a:ea typeface="宋体" panose="02010600030101010101" pitchFamily="2" charset="-122"/>
              </a:endParaRPr>
            </a:p>
            <a:p>
              <a:pPr marL="0" lvl="0" indent="0" algn="ctr">
                <a:spcBef>
                  <a:spcPct val="0"/>
                </a:spcBef>
                <a:buClrTx/>
                <a:buSzTx/>
                <a:buFontTx/>
                <a:buNone/>
              </a:pPr>
              <a:r>
                <a:rPr lang="en-US" altLang="zh-CN" sz="1800" dirty="0">
                  <a:solidFill>
                    <a:schemeClr val="folHlink"/>
                  </a:solidFill>
                  <a:ea typeface="宋体" panose="02010600030101010101" pitchFamily="2" charset="-122"/>
                </a:rPr>
                <a:t>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grpSp>
      <p:grpSp>
        <p:nvGrpSpPr>
          <p:cNvPr id="108574" name="Group 76"/>
          <p:cNvGrpSpPr/>
          <p:nvPr/>
        </p:nvGrpSpPr>
        <p:grpSpPr>
          <a:xfrm>
            <a:off x="7305675" y="5483225"/>
            <a:ext cx="1057275" cy="695325"/>
            <a:chOff x="4314" y="1086"/>
            <a:chExt cx="666" cy="438"/>
          </a:xfrm>
        </p:grpSpPr>
        <p:sp>
          <p:nvSpPr>
            <p:cNvPr id="108578" name="Oval 77"/>
            <p:cNvSpPr/>
            <p:nvPr/>
          </p:nvSpPr>
          <p:spPr>
            <a:xfrm>
              <a:off x="4314" y="1086"/>
              <a:ext cx="666" cy="43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8579" name="Text Box 78"/>
            <p:cNvSpPr txBox="1"/>
            <p:nvPr/>
          </p:nvSpPr>
          <p:spPr>
            <a:xfrm>
              <a:off x="4384" y="1106"/>
              <a:ext cx="41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chemeClr val="folHlink"/>
                  </a:solidFill>
                  <a:ea typeface="宋体" panose="02010600030101010101" pitchFamily="2" charset="-122"/>
                </a:rPr>
                <a:t>local</a:t>
              </a:r>
              <a:endParaRPr lang="en-US" altLang="zh-CN" sz="1800" dirty="0">
                <a:solidFill>
                  <a:schemeClr val="folHlink"/>
                </a:solidFill>
                <a:ea typeface="宋体" panose="02010600030101010101" pitchFamily="2" charset="-122"/>
              </a:endParaRPr>
            </a:p>
            <a:p>
              <a:pPr marL="0" lvl="0" indent="0" algn="ctr">
                <a:spcBef>
                  <a:spcPct val="0"/>
                </a:spcBef>
                <a:buClrTx/>
                <a:buSzTx/>
                <a:buFontTx/>
                <a:buNone/>
              </a:pPr>
              <a:r>
                <a:rPr lang="en-US" altLang="zh-CN" sz="1800" dirty="0">
                  <a:solidFill>
                    <a:schemeClr val="folHlink"/>
                  </a:solidFill>
                  <a:ea typeface="宋体" panose="02010600030101010101" pitchFamily="2" charset="-122"/>
                </a:rPr>
                <a:t>ISP</a:t>
              </a:r>
              <a:endParaRPr lang="en-US" altLang="zh-CN" sz="2400" dirty="0">
                <a:solidFill>
                  <a:schemeClr val="folHlink"/>
                </a:solidFill>
                <a:latin typeface="Times New Roman" panose="02020603050405020304" pitchFamily="18" charset="0"/>
                <a:ea typeface="宋体" panose="02010600030101010101" pitchFamily="2" charset="-122"/>
              </a:endParaRPr>
            </a:p>
          </p:txBody>
        </p:sp>
      </p:grpSp>
      <p:graphicFrame>
        <p:nvGraphicFramePr>
          <p:cNvPr id="108575" name="Object 219"/>
          <p:cNvGraphicFramePr>
            <a:graphicFrameLocks noChangeAspect="1"/>
          </p:cNvGraphicFramePr>
          <p:nvPr/>
        </p:nvGraphicFramePr>
        <p:xfrm>
          <a:off x="1512888" y="2197100"/>
          <a:ext cx="417512" cy="319088"/>
        </p:xfrm>
        <a:graphic>
          <a:graphicData uri="http://schemas.openxmlformats.org/presentationml/2006/ole">
            <mc:AlternateContent xmlns:mc="http://schemas.openxmlformats.org/markup-compatibility/2006">
              <mc:Choice xmlns:v="urn:schemas-microsoft-com:vml" Requires="v">
                <p:oleObj spid="_x0000_s3161" name="" r:id="rId1" imgW="18192750" imgH="15087600" progId="MS_ClipArt_Gallery.2">
                  <p:embed/>
                </p:oleObj>
              </mc:Choice>
              <mc:Fallback>
                <p:oleObj name="" r:id="rId1" imgW="18192750" imgH="15087600" progId="MS_ClipArt_Gallery.2">
                  <p:embed/>
                  <p:pic>
                    <p:nvPicPr>
                      <p:cNvPr id="0" name="图片 3160"/>
                      <p:cNvPicPr/>
                      <p:nvPr/>
                    </p:nvPicPr>
                    <p:blipFill>
                      <a:blip r:embed="rId2"/>
                      <a:stretch>
                        <a:fillRect/>
                      </a:stretch>
                    </p:blipFill>
                    <p:spPr>
                      <a:xfrm>
                        <a:off x="1512888" y="2197100"/>
                        <a:ext cx="417512" cy="319088"/>
                      </a:xfrm>
                      <a:prstGeom prst="rect">
                        <a:avLst/>
                      </a:prstGeom>
                      <a:noFill/>
                      <a:ln w="38100">
                        <a:noFill/>
                        <a:miter/>
                      </a:ln>
                    </p:spPr>
                  </p:pic>
                </p:oleObj>
              </mc:Fallback>
            </mc:AlternateContent>
          </a:graphicData>
        </a:graphic>
      </p:graphicFrame>
      <p:graphicFrame>
        <p:nvGraphicFramePr>
          <p:cNvPr id="108576" name="Object 339"/>
          <p:cNvGraphicFramePr>
            <a:graphicFrameLocks noChangeAspect="1"/>
          </p:cNvGraphicFramePr>
          <p:nvPr/>
        </p:nvGraphicFramePr>
        <p:xfrm>
          <a:off x="8486775" y="6007100"/>
          <a:ext cx="417513" cy="319088"/>
        </p:xfrm>
        <a:graphic>
          <a:graphicData uri="http://schemas.openxmlformats.org/presentationml/2006/ole">
            <mc:AlternateContent xmlns:mc="http://schemas.openxmlformats.org/markup-compatibility/2006">
              <mc:Choice xmlns:v="urn:schemas-microsoft-com:vml" Requires="v">
                <p:oleObj spid="_x0000_s3162" name="" r:id="rId3" imgW="18192750" imgH="15087600" progId="MS_ClipArt_Gallery.2">
                  <p:embed/>
                </p:oleObj>
              </mc:Choice>
              <mc:Fallback>
                <p:oleObj name="" r:id="rId3" imgW="18192750" imgH="15087600" progId="MS_ClipArt_Gallery.2">
                  <p:embed/>
                  <p:pic>
                    <p:nvPicPr>
                      <p:cNvPr id="0" name="图片 3161"/>
                      <p:cNvPicPr/>
                      <p:nvPr/>
                    </p:nvPicPr>
                    <p:blipFill>
                      <a:blip r:embed="rId2"/>
                      <a:stretch>
                        <a:fillRect/>
                      </a:stretch>
                    </p:blipFill>
                    <p:spPr>
                      <a:xfrm>
                        <a:off x="8486775" y="6007100"/>
                        <a:ext cx="417513" cy="319088"/>
                      </a:xfrm>
                      <a:prstGeom prst="rect">
                        <a:avLst/>
                      </a:prstGeom>
                      <a:noFill/>
                      <a:ln w="38100">
                        <a:noFill/>
                        <a:miter/>
                      </a:ln>
                    </p:spPr>
                  </p:pic>
                </p:oleObj>
              </mc:Fallback>
            </mc:AlternateContent>
          </a:graphicData>
        </a:graphic>
      </p:graphicFrame>
      <p:sp>
        <p:nvSpPr>
          <p:cNvPr id="79189" name="Freeform 341"/>
          <p:cNvSpPr/>
          <p:nvPr/>
        </p:nvSpPr>
        <p:spPr>
          <a:xfrm>
            <a:off x="1879600" y="2476500"/>
            <a:ext cx="6654800" cy="3619500"/>
          </a:xfrm>
          <a:custGeom>
            <a:avLst/>
            <a:gdLst>
              <a:gd name="txL" fmla="*/ 0 w 4192"/>
              <a:gd name="txT" fmla="*/ 0 h 2280"/>
              <a:gd name="txR" fmla="*/ 4192 w 4192"/>
              <a:gd name="txB" fmla="*/ 2280 h 2280"/>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192" h="2280">
                <a:moveTo>
                  <a:pt x="0" y="0"/>
                </a:moveTo>
                <a:lnTo>
                  <a:pt x="568" y="264"/>
                </a:lnTo>
                <a:lnTo>
                  <a:pt x="920" y="592"/>
                </a:lnTo>
                <a:lnTo>
                  <a:pt x="1232" y="840"/>
                </a:lnTo>
                <a:lnTo>
                  <a:pt x="1792" y="1248"/>
                </a:lnTo>
                <a:lnTo>
                  <a:pt x="2096" y="1560"/>
                </a:lnTo>
                <a:lnTo>
                  <a:pt x="3008" y="1800"/>
                </a:lnTo>
                <a:lnTo>
                  <a:pt x="3632" y="1912"/>
                </a:lnTo>
                <a:lnTo>
                  <a:pt x="4040" y="2240"/>
                </a:lnTo>
                <a:lnTo>
                  <a:pt x="4192" y="2280"/>
                </a:lnTo>
              </a:path>
            </a:pathLst>
          </a:custGeom>
          <a:noFill/>
          <a:ln w="57150" cap="flat" cmpd="sng">
            <a:solidFill>
              <a:schemeClr val="accent2">
                <a:alpha val="100000"/>
              </a:schemeClr>
            </a:solidFill>
            <a:prstDash val="solid"/>
            <a:round/>
            <a:headEnd type="none" w="med" len="med"/>
            <a:tailEnd type="triangle" w="med" len="med"/>
          </a:ln>
        </p:spPr>
        <p:txBody>
          <a:bodyPr/>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9189"/>
                                        </p:tgtEl>
                                        <p:attrNameLst>
                                          <p:attrName>style.visibility</p:attrName>
                                        </p:attrNameLst>
                                      </p:cBhvr>
                                      <p:to>
                                        <p:strVal val="visible"/>
                                      </p:to>
                                    </p:set>
                                    <p:animEffect transition="in" filter="wipe(left)">
                                      <p:cBhvr>
                                        <p:cTn id="7" dur="2000"/>
                                        <p:tgtEl>
                                          <p:spTgt spid="79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10595"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10596"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1: roadmap</a:t>
            </a:r>
            <a:endParaRPr lang="en-US" altLang="zh-CN" dirty="0">
              <a:ea typeface="宋体" panose="02010600030101010101" pitchFamily="2" charset="-122"/>
            </a:endParaRPr>
          </a:p>
        </p:txBody>
      </p:sp>
      <p:sp>
        <p:nvSpPr>
          <p:cNvPr id="110597" name="Rectangle 3"/>
          <p:cNvSpPr>
            <a:spLocks noGrp="1"/>
          </p:cNvSpPr>
          <p:nvPr>
            <p:ph idx="1"/>
          </p:nvPr>
        </p:nvSpPr>
        <p:spPr>
          <a:xfrm>
            <a:off x="533400" y="1600200"/>
            <a:ext cx="8207375" cy="4648200"/>
          </a:xfrm>
        </p:spPr>
        <p:txBody>
          <a:bodyPr vert="horz" wrap="square" lIns="91440" tIns="45720" rIns="91440" bIns="45720" anchor="t" anchorCtr="0"/>
          <a:p>
            <a:pPr lvl="1">
              <a:buNone/>
            </a:pPr>
            <a:r>
              <a:rPr lang="en-US" altLang="zh-CN" dirty="0">
                <a:solidFill>
                  <a:schemeClr val="accent2"/>
                </a:solidFill>
                <a:ea typeface="宋体" panose="02010600030101010101" pitchFamily="2" charset="-122"/>
              </a:rPr>
              <a:t>1.1 </a:t>
            </a:r>
            <a:r>
              <a:rPr lang="en-US" altLang="zh-CN" dirty="0">
                <a:ea typeface="宋体" panose="02010600030101010101" pitchFamily="2" charset="-122"/>
              </a:rPr>
              <a:t>What </a:t>
            </a:r>
            <a:r>
              <a:rPr lang="en-US" altLang="zh-CN" i="1" dirty="0">
                <a:ea typeface="宋体" panose="02010600030101010101" pitchFamily="2" charset="-122"/>
              </a:rPr>
              <a:t>is</a:t>
            </a:r>
            <a:r>
              <a:rPr lang="en-US" altLang="zh-CN" dirty="0">
                <a:ea typeface="宋体" panose="02010600030101010101" pitchFamily="2" charset="-122"/>
              </a:rPr>
              <a:t> the Internet?</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1.2</a:t>
            </a:r>
            <a:r>
              <a:rPr lang="en-US" altLang="zh-CN" dirty="0">
                <a:ea typeface="宋体" panose="02010600030101010101" pitchFamily="2" charset="-122"/>
              </a:rPr>
              <a:t> Network edge</a:t>
            </a:r>
            <a:endParaRPr lang="en-US" altLang="zh-CN" dirty="0">
              <a:ea typeface="宋体" panose="02010600030101010101" pitchFamily="2" charset="-122"/>
            </a:endParaRPr>
          </a:p>
          <a:p>
            <a:pPr lvl="2">
              <a:buClr>
                <a:srgbClr val="0000FF"/>
              </a:buClr>
              <a:buSzPct val="90000"/>
              <a:buFont typeface="Wingdings" panose="05000000000000000000" pitchFamily="2" charset="2"/>
              <a:buChar char="q"/>
            </a:pPr>
            <a:r>
              <a:rPr lang="en-US" altLang="zh-CN" dirty="0">
                <a:ea typeface="宋体" panose="02010600030101010101" pitchFamily="2" charset="-122"/>
              </a:rPr>
              <a:t> end systems, access networks, links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1.3</a:t>
            </a:r>
            <a:r>
              <a:rPr lang="en-US" altLang="zh-CN" dirty="0">
                <a:ea typeface="宋体" panose="02010600030101010101" pitchFamily="2" charset="-122"/>
              </a:rPr>
              <a:t> Network core</a:t>
            </a:r>
            <a:endParaRPr lang="en-US" altLang="zh-CN" dirty="0">
              <a:ea typeface="宋体" panose="02010600030101010101" pitchFamily="2" charset="-122"/>
            </a:endParaRPr>
          </a:p>
          <a:p>
            <a:pPr lvl="2">
              <a:buClr>
                <a:srgbClr val="0000FF"/>
              </a:buClr>
              <a:buSzPct val="90000"/>
              <a:buFont typeface="Wingdings" panose="05000000000000000000" pitchFamily="2" charset="2"/>
              <a:buChar char="q"/>
            </a:pPr>
            <a:r>
              <a:rPr lang="en-US" altLang="zh-CN" dirty="0">
                <a:ea typeface="宋体" panose="02010600030101010101" pitchFamily="2" charset="-122"/>
              </a:rPr>
              <a:t> circuit switching, packet switching, network structure</a:t>
            </a:r>
            <a:endParaRPr lang="en-US" altLang="zh-CN" dirty="0">
              <a:ea typeface="宋体" panose="02010600030101010101" pitchFamily="2" charset="-122"/>
            </a:endParaRPr>
          </a:p>
          <a:p>
            <a:pPr lvl="1">
              <a:buNone/>
            </a:pPr>
            <a:r>
              <a:rPr lang="en-US" altLang="zh-CN" dirty="0">
                <a:solidFill>
                  <a:srgbClr val="FF3300"/>
                </a:solidFill>
                <a:ea typeface="宋体" panose="02010600030101010101" pitchFamily="2" charset="-122"/>
              </a:rPr>
              <a:t>1.4 Delay, loss and throughput in packet-switched networks</a:t>
            </a:r>
            <a:endParaRPr lang="en-US" altLang="zh-CN" dirty="0">
              <a:solidFill>
                <a:srgbClr val="FF3300"/>
              </a:solidFill>
              <a:ea typeface="宋体" panose="02010600030101010101" pitchFamily="2" charset="-122"/>
            </a:endParaRPr>
          </a:p>
          <a:p>
            <a:pPr lvl="1">
              <a:buNone/>
            </a:pPr>
            <a:r>
              <a:rPr lang="en-US" altLang="zh-CN" dirty="0">
                <a:solidFill>
                  <a:schemeClr val="accent2"/>
                </a:solidFill>
                <a:ea typeface="宋体" panose="02010600030101010101" pitchFamily="2" charset="-122"/>
              </a:rPr>
              <a:t>1.5</a:t>
            </a:r>
            <a:r>
              <a:rPr lang="en-US" altLang="zh-CN" dirty="0">
                <a:ea typeface="宋体" panose="02010600030101010101" pitchFamily="2" charset="-122"/>
              </a:rPr>
              <a:t> Protocol layers, service models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1.6</a:t>
            </a:r>
            <a:r>
              <a:rPr lang="en-US" altLang="zh-CN" dirty="0">
                <a:ea typeface="宋体" panose="02010600030101010101" pitchFamily="2" charset="-122"/>
              </a:rPr>
              <a:t> Networks under attack: security</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1.7</a:t>
            </a:r>
            <a:r>
              <a:rPr lang="en-US" altLang="zh-CN" dirty="0">
                <a:ea typeface="宋体" panose="02010600030101010101" pitchFamily="2" charset="-122"/>
              </a:rPr>
              <a:t> History</a:t>
            </a:r>
            <a:endParaRPr lang="en-US" altLang="zh-CN" dirty="0">
              <a:ea typeface="宋体" panose="02010600030101010101" pitchFamily="2" charset="-122"/>
            </a:endParaRPr>
          </a:p>
          <a:p>
            <a:pPr>
              <a:buNone/>
            </a:pPr>
            <a:endParaRPr lang="en-US" altLang="zh-CN" sz="2400" dirty="0">
              <a:ea typeface="宋体" panose="02010600030101010101" pitchFamily="2" charset="-122"/>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12643"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12644" name="Rectangle 2"/>
          <p:cNvSpPr>
            <a:spLocks noGrp="1"/>
          </p:cNvSpPr>
          <p:nvPr>
            <p:ph type="title"/>
          </p:nvPr>
        </p:nvSpPr>
        <p:spPr>
          <a:xfrm>
            <a:off x="476250" y="266700"/>
            <a:ext cx="7772400" cy="1143000"/>
          </a:xfrm>
        </p:spPr>
        <p:txBody>
          <a:bodyPr vert="horz" wrap="square" lIns="91440" tIns="45720" rIns="91440" bIns="45720" anchor="ctr" anchorCtr="0"/>
          <a:p>
            <a:r>
              <a:rPr lang="en-US" altLang="zh-CN" dirty="0">
                <a:ea typeface="宋体" panose="02010600030101010101" pitchFamily="2" charset="-122"/>
              </a:rPr>
              <a:t>How do loss and delay occur?</a:t>
            </a:r>
            <a:endParaRPr lang="en-US" altLang="zh-CN" sz="4400" dirty="0">
              <a:ea typeface="宋体" panose="02010600030101010101" pitchFamily="2" charset="-122"/>
            </a:endParaRPr>
          </a:p>
        </p:txBody>
      </p:sp>
      <p:sp>
        <p:nvSpPr>
          <p:cNvPr id="112645" name="Rectangle 3"/>
          <p:cNvSpPr>
            <a:spLocks noGrp="1"/>
          </p:cNvSpPr>
          <p:nvPr>
            <p:ph sz="half" idx="1"/>
          </p:nvPr>
        </p:nvSpPr>
        <p:spPr>
          <a:xfrm>
            <a:off x="579438" y="1371600"/>
            <a:ext cx="8135937" cy="2114550"/>
          </a:xfrm>
        </p:spPr>
        <p:txBody>
          <a:bodyPr vert="horz" wrap="square" lIns="91440" tIns="45720" rIns="91440" bIns="45720" anchor="t" anchorCtr="0"/>
          <a:p>
            <a:pPr>
              <a:buSzPct val="85000"/>
              <a:buFont typeface="Wingdings" panose="05000000000000000000" pitchFamily="2" charset="2"/>
              <a:buNone/>
            </a:pPr>
            <a:r>
              <a:rPr lang="en-US" altLang="zh-CN" dirty="0">
                <a:latin typeface="+mn-lt"/>
                <a:ea typeface="宋体" panose="02010600030101010101" pitchFamily="2" charset="-122"/>
                <a:cs typeface="+mn-cs"/>
              </a:rPr>
              <a:t>packets </a:t>
            </a:r>
            <a:r>
              <a:rPr lang="en-US" altLang="zh-CN" i="1" dirty="0">
                <a:latin typeface="+mn-lt"/>
                <a:ea typeface="宋体" panose="02010600030101010101" pitchFamily="2" charset="-122"/>
                <a:cs typeface="+mn-cs"/>
              </a:rPr>
              <a:t>queue</a:t>
            </a:r>
            <a:r>
              <a:rPr lang="en-US" altLang="zh-CN" dirty="0">
                <a:latin typeface="+mn-lt"/>
                <a:ea typeface="宋体" panose="02010600030101010101" pitchFamily="2" charset="-122"/>
                <a:cs typeface="+mn-cs"/>
              </a:rPr>
              <a:t> in router buffers</a:t>
            </a:r>
            <a:r>
              <a:rPr lang="en-US" altLang="zh-CN" sz="2400" dirty="0">
                <a:latin typeface="+mn-lt"/>
                <a:ea typeface="宋体" panose="02010600030101010101" pitchFamily="2" charset="-122"/>
                <a:cs typeface="+mn-cs"/>
              </a:rPr>
              <a:t> </a:t>
            </a:r>
            <a:endParaRPr lang="en-US" altLang="zh-CN" sz="2400" dirty="0">
              <a:latin typeface="+mn-lt"/>
              <a:ea typeface="宋体" panose="02010600030101010101" pitchFamily="2" charset="-122"/>
              <a:cs typeface="+mn-cs"/>
            </a:endParaRPr>
          </a:p>
          <a:p>
            <a:pPr>
              <a:buSzPct val="85000"/>
            </a:pPr>
            <a:r>
              <a:rPr lang="en-US" altLang="zh-CN" sz="2400" dirty="0">
                <a:solidFill>
                  <a:srgbClr val="FF0000"/>
                </a:solidFill>
                <a:latin typeface="+mn-lt"/>
                <a:ea typeface="宋体" panose="02010600030101010101" pitchFamily="2" charset="-122"/>
                <a:cs typeface="+mn-cs"/>
              </a:rPr>
              <a:t>packet arrival rate to link exceeds output link capacity</a:t>
            </a:r>
            <a:endParaRPr lang="en-US" altLang="zh-CN" sz="2400" dirty="0">
              <a:solidFill>
                <a:srgbClr val="FF0000"/>
              </a:solidFill>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packets queue, wait for turn</a:t>
            </a:r>
            <a:endParaRPr lang="en-US" altLang="zh-CN" sz="2400" dirty="0">
              <a:latin typeface="+mn-lt"/>
              <a:ea typeface="宋体" panose="02010600030101010101" pitchFamily="2" charset="-122"/>
              <a:cs typeface="+mn-cs"/>
            </a:endParaRPr>
          </a:p>
        </p:txBody>
      </p:sp>
      <p:graphicFrame>
        <p:nvGraphicFramePr>
          <p:cNvPr id="112646" name="Object 5"/>
          <p:cNvGraphicFramePr>
            <a:graphicFrameLocks noChangeAspect="1"/>
          </p:cNvGraphicFramePr>
          <p:nvPr/>
        </p:nvGraphicFramePr>
        <p:xfrm>
          <a:off x="1298575" y="5156200"/>
          <a:ext cx="646113" cy="533400"/>
        </p:xfrm>
        <a:graphic>
          <a:graphicData uri="http://schemas.openxmlformats.org/presentationml/2006/ole">
            <mc:AlternateContent xmlns:mc="http://schemas.openxmlformats.org/markup-compatibility/2006">
              <mc:Choice xmlns:v="urn:schemas-microsoft-com:vml" Requires="v">
                <p:oleObj spid="_x0000_s3163" name="" r:id="rId1" imgW="18192750" imgH="15087600" progId="MS_ClipArt_Gallery.2">
                  <p:embed/>
                </p:oleObj>
              </mc:Choice>
              <mc:Fallback>
                <p:oleObj name="" r:id="rId1" imgW="18192750" imgH="15087600" progId="MS_ClipArt_Gallery.2">
                  <p:embed/>
                  <p:pic>
                    <p:nvPicPr>
                      <p:cNvPr id="0" name="图片 3162"/>
                      <p:cNvPicPr/>
                      <p:nvPr/>
                    </p:nvPicPr>
                    <p:blipFill>
                      <a:blip r:embed="rId2"/>
                      <a:stretch>
                        <a:fillRect/>
                      </a:stretch>
                    </p:blipFill>
                    <p:spPr>
                      <a:xfrm>
                        <a:off x="1298575" y="5156200"/>
                        <a:ext cx="646113" cy="533400"/>
                      </a:xfrm>
                      <a:prstGeom prst="rect">
                        <a:avLst/>
                      </a:prstGeom>
                      <a:noFill/>
                      <a:ln w="38100">
                        <a:noFill/>
                        <a:miter/>
                      </a:ln>
                    </p:spPr>
                  </p:pic>
                </p:oleObj>
              </mc:Fallback>
            </mc:AlternateContent>
          </a:graphicData>
        </a:graphic>
      </p:graphicFrame>
      <p:sp>
        <p:nvSpPr>
          <p:cNvPr id="112647" name="Oval 6"/>
          <p:cNvSpPr/>
          <p:nvPr/>
        </p:nvSpPr>
        <p:spPr>
          <a:xfrm>
            <a:off x="2339975" y="4914900"/>
            <a:ext cx="1198563" cy="369888"/>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48" name="Rectangle 7"/>
          <p:cNvSpPr/>
          <p:nvPr/>
        </p:nvSpPr>
        <p:spPr>
          <a:xfrm>
            <a:off x="2339975" y="4846638"/>
            <a:ext cx="1198563" cy="26352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49" name="Oval 8"/>
          <p:cNvSpPr/>
          <p:nvPr/>
        </p:nvSpPr>
        <p:spPr>
          <a:xfrm>
            <a:off x="2349500" y="4618038"/>
            <a:ext cx="1198563" cy="430212"/>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12650" name="Group 9"/>
          <p:cNvGrpSpPr/>
          <p:nvPr/>
        </p:nvGrpSpPr>
        <p:grpSpPr>
          <a:xfrm>
            <a:off x="2695575" y="4648200"/>
            <a:ext cx="498475" cy="119063"/>
            <a:chOff x="2208" y="2184"/>
            <a:chExt cx="176" cy="69"/>
          </a:xfrm>
        </p:grpSpPr>
        <p:grpSp>
          <p:nvGrpSpPr>
            <p:cNvPr id="112693" name="Group 10"/>
            <p:cNvGrpSpPr/>
            <p:nvPr/>
          </p:nvGrpSpPr>
          <p:grpSpPr>
            <a:xfrm>
              <a:off x="2208" y="2185"/>
              <a:ext cx="176" cy="68"/>
              <a:chOff x="2848" y="848"/>
              <a:chExt cx="140" cy="98"/>
            </a:xfrm>
          </p:grpSpPr>
          <p:sp>
            <p:nvSpPr>
              <p:cNvPr id="112698" name="Line 1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2699" name="Line 1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2700" name="Line 1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12694" name="Group 14"/>
            <p:cNvGrpSpPr/>
            <p:nvPr/>
          </p:nvGrpSpPr>
          <p:grpSpPr>
            <a:xfrm flipV="1">
              <a:off x="2208" y="2184"/>
              <a:ext cx="176" cy="68"/>
              <a:chOff x="2848" y="848"/>
              <a:chExt cx="140" cy="98"/>
            </a:xfrm>
          </p:grpSpPr>
          <p:sp>
            <p:nvSpPr>
              <p:cNvPr id="112695" name="Line 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2696" name="Line 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2697" name="Line 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12651" name="Oval 18"/>
          <p:cNvSpPr/>
          <p:nvPr/>
        </p:nvSpPr>
        <p:spPr>
          <a:xfrm>
            <a:off x="5435600" y="4933950"/>
            <a:ext cx="1198563" cy="369888"/>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52" name="Line 19"/>
          <p:cNvSpPr/>
          <p:nvPr/>
        </p:nvSpPr>
        <p:spPr>
          <a:xfrm>
            <a:off x="5445125" y="4913313"/>
            <a:ext cx="0" cy="228600"/>
          </a:xfrm>
          <a:prstGeom prst="line">
            <a:avLst/>
          </a:prstGeom>
          <a:ln w="12700" cap="flat" cmpd="sng">
            <a:solidFill>
              <a:schemeClr val="tx1"/>
            </a:solidFill>
            <a:prstDash val="solid"/>
            <a:headEnd type="none" w="med" len="med"/>
            <a:tailEnd type="none" w="med" len="med"/>
          </a:ln>
        </p:spPr>
      </p:sp>
      <p:sp>
        <p:nvSpPr>
          <p:cNvPr id="112653" name="Rectangle 20"/>
          <p:cNvSpPr/>
          <p:nvPr/>
        </p:nvSpPr>
        <p:spPr>
          <a:xfrm>
            <a:off x="5445125" y="4875213"/>
            <a:ext cx="1198563" cy="26352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54" name="Oval 21"/>
          <p:cNvSpPr/>
          <p:nvPr/>
        </p:nvSpPr>
        <p:spPr>
          <a:xfrm>
            <a:off x="5454650" y="4646613"/>
            <a:ext cx="1198563" cy="430212"/>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aphicFrame>
        <p:nvGraphicFramePr>
          <p:cNvPr id="112655" name="Object 23"/>
          <p:cNvGraphicFramePr>
            <a:graphicFrameLocks noChangeAspect="1"/>
          </p:cNvGraphicFramePr>
          <p:nvPr/>
        </p:nvGraphicFramePr>
        <p:xfrm>
          <a:off x="984250" y="4146550"/>
          <a:ext cx="646113" cy="533400"/>
        </p:xfrm>
        <a:graphic>
          <a:graphicData uri="http://schemas.openxmlformats.org/presentationml/2006/ole">
            <mc:AlternateContent xmlns:mc="http://schemas.openxmlformats.org/markup-compatibility/2006">
              <mc:Choice xmlns:v="urn:schemas-microsoft-com:vml" Requires="v">
                <p:oleObj spid="_x0000_s3164" name="" r:id="rId3" imgW="18192750" imgH="15087600" progId="MS_ClipArt_Gallery.2">
                  <p:embed/>
                </p:oleObj>
              </mc:Choice>
              <mc:Fallback>
                <p:oleObj name="" r:id="rId3" imgW="18192750" imgH="15087600" progId="MS_ClipArt_Gallery.2">
                  <p:embed/>
                  <p:pic>
                    <p:nvPicPr>
                      <p:cNvPr id="0" name="图片 3163"/>
                      <p:cNvPicPr/>
                      <p:nvPr/>
                    </p:nvPicPr>
                    <p:blipFill>
                      <a:blip r:embed="rId2"/>
                      <a:stretch>
                        <a:fillRect/>
                      </a:stretch>
                    </p:blipFill>
                    <p:spPr>
                      <a:xfrm>
                        <a:off x="984250" y="4146550"/>
                        <a:ext cx="646113" cy="533400"/>
                      </a:xfrm>
                      <a:prstGeom prst="rect">
                        <a:avLst/>
                      </a:prstGeom>
                      <a:noFill/>
                      <a:ln w="38100">
                        <a:noFill/>
                        <a:miter/>
                      </a:ln>
                    </p:spPr>
                  </p:pic>
                </p:oleObj>
              </mc:Fallback>
            </mc:AlternateContent>
          </a:graphicData>
        </a:graphic>
      </p:graphicFrame>
      <p:sp>
        <p:nvSpPr>
          <p:cNvPr id="112656" name="Line 24"/>
          <p:cNvSpPr/>
          <p:nvPr/>
        </p:nvSpPr>
        <p:spPr>
          <a:xfrm>
            <a:off x="1609725" y="4552950"/>
            <a:ext cx="504825" cy="0"/>
          </a:xfrm>
          <a:prstGeom prst="line">
            <a:avLst/>
          </a:prstGeom>
          <a:ln w="19050" cap="flat" cmpd="sng">
            <a:solidFill>
              <a:schemeClr val="tx1"/>
            </a:solidFill>
            <a:prstDash val="solid"/>
            <a:headEnd type="none" w="med" len="med"/>
            <a:tailEnd type="none" w="med" len="med"/>
          </a:ln>
        </p:spPr>
      </p:sp>
      <p:sp>
        <p:nvSpPr>
          <p:cNvPr id="112657" name="Line 25"/>
          <p:cNvSpPr/>
          <p:nvPr/>
        </p:nvSpPr>
        <p:spPr>
          <a:xfrm flipV="1">
            <a:off x="1914525" y="5538788"/>
            <a:ext cx="195263" cy="4762"/>
          </a:xfrm>
          <a:prstGeom prst="line">
            <a:avLst/>
          </a:prstGeom>
          <a:ln w="19050" cap="flat" cmpd="sng">
            <a:solidFill>
              <a:schemeClr val="tx1"/>
            </a:solidFill>
            <a:prstDash val="solid"/>
            <a:headEnd type="none" w="med" len="med"/>
            <a:tailEnd type="none" w="med" len="med"/>
          </a:ln>
        </p:spPr>
      </p:sp>
      <p:sp>
        <p:nvSpPr>
          <p:cNvPr id="112658" name="Line 26"/>
          <p:cNvSpPr/>
          <p:nvPr/>
        </p:nvSpPr>
        <p:spPr>
          <a:xfrm>
            <a:off x="3533775" y="4972050"/>
            <a:ext cx="1933575" cy="9525"/>
          </a:xfrm>
          <a:prstGeom prst="line">
            <a:avLst/>
          </a:prstGeom>
          <a:ln w="19050" cap="flat" cmpd="sng">
            <a:solidFill>
              <a:schemeClr val="tx1"/>
            </a:solidFill>
            <a:prstDash val="solid"/>
            <a:headEnd type="none" w="med" len="med"/>
            <a:tailEnd type="none" w="med" len="med"/>
          </a:ln>
        </p:spPr>
      </p:sp>
      <p:sp>
        <p:nvSpPr>
          <p:cNvPr id="112659" name="Line 28"/>
          <p:cNvSpPr/>
          <p:nvPr/>
        </p:nvSpPr>
        <p:spPr>
          <a:xfrm flipH="1">
            <a:off x="2114550" y="4543425"/>
            <a:ext cx="0" cy="1000125"/>
          </a:xfrm>
          <a:prstGeom prst="line">
            <a:avLst/>
          </a:prstGeom>
          <a:ln w="19050" cap="flat" cmpd="sng">
            <a:solidFill>
              <a:schemeClr val="tx1"/>
            </a:solidFill>
            <a:prstDash val="solid"/>
            <a:headEnd type="none" w="med" len="med"/>
            <a:tailEnd type="none" w="med" len="med"/>
          </a:ln>
        </p:spPr>
      </p:sp>
      <p:sp>
        <p:nvSpPr>
          <p:cNvPr id="112660" name="Line 29"/>
          <p:cNvSpPr/>
          <p:nvPr/>
        </p:nvSpPr>
        <p:spPr>
          <a:xfrm>
            <a:off x="2124075" y="4976813"/>
            <a:ext cx="200025" cy="0"/>
          </a:xfrm>
          <a:prstGeom prst="line">
            <a:avLst/>
          </a:prstGeom>
          <a:ln w="19050" cap="flat" cmpd="sng">
            <a:solidFill>
              <a:schemeClr val="tx1"/>
            </a:solidFill>
            <a:prstDash val="solid"/>
            <a:headEnd type="none" w="med" len="med"/>
            <a:tailEnd type="none" w="med" len="med"/>
          </a:ln>
        </p:spPr>
      </p:sp>
      <p:sp>
        <p:nvSpPr>
          <p:cNvPr id="112661" name="Rectangle 40"/>
          <p:cNvSpPr/>
          <p:nvPr/>
        </p:nvSpPr>
        <p:spPr>
          <a:xfrm>
            <a:off x="3200400" y="4843463"/>
            <a:ext cx="147638"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62" name="Rectangle 41"/>
          <p:cNvSpPr/>
          <p:nvPr/>
        </p:nvSpPr>
        <p:spPr>
          <a:xfrm>
            <a:off x="3362325" y="4843463"/>
            <a:ext cx="147638" cy="2000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63" name="Rectangle 42"/>
          <p:cNvSpPr/>
          <p:nvPr/>
        </p:nvSpPr>
        <p:spPr>
          <a:xfrm>
            <a:off x="2147888" y="4743450"/>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64" name="Line 44"/>
          <p:cNvSpPr/>
          <p:nvPr/>
        </p:nvSpPr>
        <p:spPr>
          <a:xfrm>
            <a:off x="2324100" y="4848225"/>
            <a:ext cx="242888" cy="4763"/>
          </a:xfrm>
          <a:prstGeom prst="line">
            <a:avLst/>
          </a:prstGeom>
          <a:ln w="9525" cap="flat" cmpd="sng">
            <a:solidFill>
              <a:schemeClr val="tx1"/>
            </a:solidFill>
            <a:prstDash val="solid"/>
            <a:headEnd type="none" w="med" len="med"/>
            <a:tailEnd type="triangle" w="med" len="med"/>
          </a:ln>
        </p:spPr>
      </p:sp>
      <p:sp>
        <p:nvSpPr>
          <p:cNvPr id="112665" name="Line 45"/>
          <p:cNvSpPr/>
          <p:nvPr/>
        </p:nvSpPr>
        <p:spPr>
          <a:xfrm flipV="1">
            <a:off x="1990725" y="5124450"/>
            <a:ext cx="0" cy="176213"/>
          </a:xfrm>
          <a:prstGeom prst="line">
            <a:avLst/>
          </a:prstGeom>
          <a:ln w="9525" cap="flat" cmpd="sng">
            <a:solidFill>
              <a:schemeClr val="tx1"/>
            </a:solidFill>
            <a:prstDash val="solid"/>
            <a:headEnd type="none" w="med" len="med"/>
            <a:tailEnd type="triangle" w="med" len="med"/>
          </a:ln>
        </p:spPr>
      </p:sp>
      <p:sp>
        <p:nvSpPr>
          <p:cNvPr id="112666" name="Text Box 47"/>
          <p:cNvSpPr txBox="1"/>
          <p:nvPr/>
        </p:nvSpPr>
        <p:spPr>
          <a:xfrm>
            <a:off x="631825" y="4170363"/>
            <a:ext cx="4064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rgbClr val="00CC66"/>
                </a:solidFill>
                <a:ea typeface="宋体" panose="02010600030101010101" pitchFamily="2" charset="-122"/>
              </a:rPr>
              <a:t>A</a:t>
            </a:r>
            <a:endParaRPr lang="en-US" altLang="zh-CN" sz="2400" dirty="0">
              <a:solidFill>
                <a:srgbClr val="00CC66"/>
              </a:solidFill>
              <a:latin typeface="Times New Roman" panose="02020603050405020304" pitchFamily="18" charset="0"/>
              <a:ea typeface="宋体" panose="02010600030101010101" pitchFamily="2" charset="-122"/>
            </a:endParaRPr>
          </a:p>
        </p:txBody>
      </p:sp>
      <p:sp>
        <p:nvSpPr>
          <p:cNvPr id="112667" name="Text Box 48"/>
          <p:cNvSpPr txBox="1"/>
          <p:nvPr/>
        </p:nvSpPr>
        <p:spPr>
          <a:xfrm>
            <a:off x="908050" y="5189538"/>
            <a:ext cx="3762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B</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112668" name="Rectangle 63"/>
          <p:cNvSpPr/>
          <p:nvPr/>
        </p:nvSpPr>
        <p:spPr>
          <a:xfrm>
            <a:off x="3490913" y="4781550"/>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5" name="Group 93"/>
          <p:cNvGrpSpPr/>
          <p:nvPr/>
        </p:nvGrpSpPr>
        <p:grpSpPr>
          <a:xfrm>
            <a:off x="3586163" y="3317875"/>
            <a:ext cx="4221162" cy="1454150"/>
            <a:chOff x="2259" y="2090"/>
            <a:chExt cx="2659" cy="916"/>
          </a:xfrm>
        </p:grpSpPr>
        <p:sp>
          <p:nvSpPr>
            <p:cNvPr id="112691" name="Text Box 66"/>
            <p:cNvSpPr txBox="1"/>
            <p:nvPr/>
          </p:nvSpPr>
          <p:spPr>
            <a:xfrm>
              <a:off x="2602" y="2090"/>
              <a:ext cx="231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packet being transmitted </a:t>
              </a:r>
              <a:r>
                <a:rPr lang="en-US" altLang="zh-CN" sz="1800" dirty="0">
                  <a:solidFill>
                    <a:srgbClr val="FF0000"/>
                  </a:solidFill>
                  <a:ea typeface="宋体" panose="02010600030101010101" pitchFamily="2" charset="-122"/>
                </a:rPr>
                <a:t>(delay)</a:t>
              </a:r>
              <a:endParaRPr lang="en-US" altLang="zh-CN" sz="1800" dirty="0">
                <a:solidFill>
                  <a:srgbClr val="FF0000"/>
                </a:solidFill>
                <a:ea typeface="宋体" panose="02010600030101010101" pitchFamily="2" charset="-122"/>
              </a:endParaRPr>
            </a:p>
          </p:txBody>
        </p:sp>
        <p:sp>
          <p:nvSpPr>
            <p:cNvPr id="112692" name="Line 67"/>
            <p:cNvSpPr/>
            <p:nvPr/>
          </p:nvSpPr>
          <p:spPr>
            <a:xfrm rot="-10800000" flipV="1">
              <a:off x="2259" y="2294"/>
              <a:ext cx="1059" cy="712"/>
            </a:xfrm>
            <a:prstGeom prst="line">
              <a:avLst/>
            </a:prstGeom>
            <a:ln w="9525" cap="flat" cmpd="sng">
              <a:solidFill>
                <a:schemeClr val="tx1"/>
              </a:solidFill>
              <a:prstDash val="solid"/>
              <a:headEnd type="none" w="med" len="med"/>
              <a:tailEnd type="triangle" w="med" len="med"/>
            </a:ln>
          </p:spPr>
        </p:sp>
      </p:grpSp>
      <p:grpSp>
        <p:nvGrpSpPr>
          <p:cNvPr id="6" name="Group 94"/>
          <p:cNvGrpSpPr/>
          <p:nvPr/>
        </p:nvGrpSpPr>
        <p:grpSpPr>
          <a:xfrm>
            <a:off x="3338513" y="5102225"/>
            <a:ext cx="3462337" cy="804863"/>
            <a:chOff x="2103" y="3214"/>
            <a:chExt cx="2181" cy="507"/>
          </a:xfrm>
        </p:grpSpPr>
        <p:sp>
          <p:nvSpPr>
            <p:cNvPr id="112689" name="Text Box 72"/>
            <p:cNvSpPr txBox="1"/>
            <p:nvPr/>
          </p:nvSpPr>
          <p:spPr>
            <a:xfrm>
              <a:off x="2530" y="3490"/>
              <a:ext cx="175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packets queueing</a:t>
              </a:r>
              <a:r>
                <a:rPr lang="en-US" altLang="zh-CN" sz="1800" dirty="0">
                  <a:solidFill>
                    <a:srgbClr val="FF0000"/>
                  </a:solidFill>
                  <a:ea typeface="宋体" panose="02010600030101010101" pitchFamily="2" charset="-122"/>
                </a:rPr>
                <a:t> (delay)</a:t>
              </a:r>
              <a:endParaRPr lang="en-US" altLang="zh-CN" sz="1800" dirty="0">
                <a:latin typeface="Times New Roman" panose="02020603050405020304" pitchFamily="18" charset="0"/>
                <a:ea typeface="宋体" panose="02010600030101010101" pitchFamily="2" charset="-122"/>
              </a:endParaRPr>
            </a:p>
          </p:txBody>
        </p:sp>
        <p:sp>
          <p:nvSpPr>
            <p:cNvPr id="112690" name="Line 73"/>
            <p:cNvSpPr/>
            <p:nvPr/>
          </p:nvSpPr>
          <p:spPr>
            <a:xfrm rot="10800000">
              <a:off x="2103" y="3214"/>
              <a:ext cx="471" cy="404"/>
            </a:xfrm>
            <a:prstGeom prst="line">
              <a:avLst/>
            </a:prstGeom>
            <a:ln w="9525" cap="flat" cmpd="sng">
              <a:solidFill>
                <a:schemeClr val="tx1"/>
              </a:solidFill>
              <a:prstDash val="solid"/>
              <a:headEnd type="none" w="med" len="med"/>
              <a:tailEnd type="triangle" w="med" len="med"/>
            </a:ln>
          </p:spPr>
        </p:sp>
      </p:grpSp>
      <p:grpSp>
        <p:nvGrpSpPr>
          <p:cNvPr id="112671" name="Group 74"/>
          <p:cNvGrpSpPr/>
          <p:nvPr/>
        </p:nvGrpSpPr>
        <p:grpSpPr>
          <a:xfrm>
            <a:off x="5781675" y="4705350"/>
            <a:ext cx="498475" cy="119063"/>
            <a:chOff x="2208" y="2184"/>
            <a:chExt cx="176" cy="69"/>
          </a:xfrm>
        </p:grpSpPr>
        <p:grpSp>
          <p:nvGrpSpPr>
            <p:cNvPr id="112681" name="Group 75"/>
            <p:cNvGrpSpPr/>
            <p:nvPr/>
          </p:nvGrpSpPr>
          <p:grpSpPr>
            <a:xfrm>
              <a:off x="2208" y="2185"/>
              <a:ext cx="176" cy="68"/>
              <a:chOff x="2848" y="848"/>
              <a:chExt cx="140" cy="98"/>
            </a:xfrm>
          </p:grpSpPr>
          <p:sp>
            <p:nvSpPr>
              <p:cNvPr id="112686" name="Line 7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2687" name="Line 7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2688" name="Line 7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12682" name="Group 79"/>
            <p:cNvGrpSpPr/>
            <p:nvPr/>
          </p:nvGrpSpPr>
          <p:grpSpPr>
            <a:xfrm flipV="1">
              <a:off x="2208" y="2184"/>
              <a:ext cx="176" cy="68"/>
              <a:chOff x="2848" y="848"/>
              <a:chExt cx="140" cy="98"/>
            </a:xfrm>
          </p:grpSpPr>
          <p:sp>
            <p:nvSpPr>
              <p:cNvPr id="112683" name="Line 8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2684" name="Line 8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2685" name="Line 8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12672" name="Rectangle 84"/>
          <p:cNvSpPr/>
          <p:nvPr/>
        </p:nvSpPr>
        <p:spPr>
          <a:xfrm>
            <a:off x="1673225" y="4271963"/>
            <a:ext cx="147638" cy="2000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73" name="Line 85"/>
          <p:cNvSpPr/>
          <p:nvPr/>
        </p:nvSpPr>
        <p:spPr>
          <a:xfrm>
            <a:off x="1803400" y="4378325"/>
            <a:ext cx="242888" cy="4763"/>
          </a:xfrm>
          <a:prstGeom prst="line">
            <a:avLst/>
          </a:prstGeom>
          <a:ln w="9525" cap="flat" cmpd="sng">
            <a:solidFill>
              <a:schemeClr val="tx1"/>
            </a:solidFill>
            <a:prstDash val="solid"/>
            <a:headEnd type="none" w="med" len="med"/>
            <a:tailEnd type="triangle" w="med" len="med"/>
          </a:ln>
        </p:spPr>
      </p:sp>
      <p:sp>
        <p:nvSpPr>
          <p:cNvPr id="112674" name="Rectangle 86"/>
          <p:cNvSpPr/>
          <p:nvPr/>
        </p:nvSpPr>
        <p:spPr>
          <a:xfrm>
            <a:off x="1944688" y="5302250"/>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75" name="Rectangle 88"/>
          <p:cNvSpPr/>
          <p:nvPr/>
        </p:nvSpPr>
        <p:spPr>
          <a:xfrm>
            <a:off x="3060700" y="4843463"/>
            <a:ext cx="147638" cy="20002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76" name="Rectangle 89"/>
          <p:cNvSpPr/>
          <p:nvPr/>
        </p:nvSpPr>
        <p:spPr>
          <a:xfrm>
            <a:off x="2921000" y="4843463"/>
            <a:ext cx="147638" cy="20002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77" name="Rectangle 90"/>
          <p:cNvSpPr/>
          <p:nvPr/>
        </p:nvSpPr>
        <p:spPr>
          <a:xfrm>
            <a:off x="2781300" y="4843463"/>
            <a:ext cx="147638" cy="20002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0" name="Group 95"/>
          <p:cNvGrpSpPr/>
          <p:nvPr/>
        </p:nvGrpSpPr>
        <p:grpSpPr>
          <a:xfrm>
            <a:off x="2517775" y="5064125"/>
            <a:ext cx="4621213" cy="1511300"/>
            <a:chOff x="1586" y="3190"/>
            <a:chExt cx="2911" cy="952"/>
          </a:xfrm>
        </p:grpSpPr>
        <p:sp>
          <p:nvSpPr>
            <p:cNvPr id="112679" name="Line 91"/>
            <p:cNvSpPr/>
            <p:nvPr/>
          </p:nvSpPr>
          <p:spPr>
            <a:xfrm rot="-10800000" flipH="1">
              <a:off x="1798" y="3190"/>
              <a:ext cx="105" cy="588"/>
            </a:xfrm>
            <a:prstGeom prst="line">
              <a:avLst/>
            </a:prstGeom>
            <a:ln w="9525" cap="flat" cmpd="sng">
              <a:solidFill>
                <a:schemeClr val="tx1"/>
              </a:solidFill>
              <a:prstDash val="solid"/>
              <a:headEnd type="none" w="med" len="med"/>
              <a:tailEnd type="triangle" w="med" len="med"/>
            </a:ln>
          </p:spPr>
        </p:sp>
        <p:sp>
          <p:nvSpPr>
            <p:cNvPr id="112680" name="Text Box 92"/>
            <p:cNvSpPr txBox="1"/>
            <p:nvPr/>
          </p:nvSpPr>
          <p:spPr>
            <a:xfrm>
              <a:off x="1586" y="3738"/>
              <a:ext cx="2911"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ea typeface="宋体" panose="02010600030101010101" pitchFamily="2" charset="-122"/>
                </a:rPr>
                <a:t>free (available) buffers: arriving packets </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dropped (</a:t>
              </a:r>
              <a:r>
                <a:rPr lang="en-US" altLang="zh-CN" sz="1800" dirty="0">
                  <a:solidFill>
                    <a:srgbClr val="FF0000"/>
                  </a:solidFill>
                  <a:ea typeface="宋体" panose="02010600030101010101" pitchFamily="2" charset="-122"/>
                </a:rPr>
                <a:t>loss</a:t>
              </a:r>
              <a:r>
                <a:rPr lang="en-US" altLang="zh-CN" sz="1800" dirty="0">
                  <a:ea typeface="宋体" panose="02010600030101010101" pitchFamily="2" charset="-122"/>
                </a:rPr>
                <a:t>) if no free buffers</a:t>
              </a:r>
              <a:endParaRPr lang="en-US" altLang="zh-CN" sz="1800" dirty="0">
                <a:latin typeface="Times New Roman" panose="02020603050405020304" pitchFamily="18" charset="0"/>
                <a:ea typeface="宋体" panose="02010600030101010101" pitchFamily="2" charset="-122"/>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14691"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14692" name="Rectangle 2"/>
          <p:cNvSpPr>
            <a:spLocks noGrp="1"/>
          </p:cNvSpPr>
          <p:nvPr>
            <p:ph type="title"/>
          </p:nvPr>
        </p:nvSpPr>
        <p:spPr>
          <a:xfrm>
            <a:off x="476250" y="266700"/>
            <a:ext cx="7772400" cy="1143000"/>
          </a:xfrm>
        </p:spPr>
        <p:txBody>
          <a:bodyPr vert="horz" wrap="square" lIns="91440" tIns="45720" rIns="91440" bIns="45720" anchor="ctr" anchorCtr="0"/>
          <a:p>
            <a:r>
              <a:rPr lang="en-US" altLang="zh-CN" dirty="0">
                <a:ea typeface="宋体" panose="02010600030101010101" pitchFamily="2" charset="-122"/>
              </a:rPr>
              <a:t>Four sources of packet delay</a:t>
            </a:r>
            <a:endParaRPr lang="en-US" altLang="zh-CN" sz="4400" dirty="0">
              <a:ea typeface="宋体" panose="02010600030101010101" pitchFamily="2" charset="-122"/>
            </a:endParaRPr>
          </a:p>
        </p:txBody>
      </p:sp>
      <p:sp>
        <p:nvSpPr>
          <p:cNvPr id="114693" name="Rectangle 4"/>
          <p:cNvSpPr>
            <a:spLocks noGrp="1"/>
          </p:cNvSpPr>
          <p:nvPr>
            <p:ph sz="half" idx="2"/>
          </p:nvPr>
        </p:nvSpPr>
        <p:spPr>
          <a:xfrm>
            <a:off x="492125" y="1628775"/>
            <a:ext cx="3810000" cy="1339850"/>
          </a:xfrm>
        </p:spPr>
        <p:txBody>
          <a:bodyPr vert="horz" wrap="square" lIns="91440" tIns="45720" rIns="91440" bIns="45720" anchor="t" anchorCtr="0"/>
          <a:p>
            <a:pPr>
              <a:buSzPct val="85000"/>
            </a:pPr>
            <a:r>
              <a:rPr lang="en-US" altLang="zh-CN" sz="2400" dirty="0">
                <a:solidFill>
                  <a:srgbClr val="FF0000"/>
                </a:solidFill>
                <a:latin typeface="+mn-lt"/>
                <a:ea typeface="宋体" panose="02010600030101010101" pitchFamily="2" charset="-122"/>
                <a:cs typeface="+mn-cs"/>
              </a:rPr>
              <a:t>1. nodal processing:</a:t>
            </a:r>
            <a:r>
              <a:rPr lang="en-US" altLang="zh-CN" sz="2400" dirty="0">
                <a:latin typeface="+mn-lt"/>
                <a:ea typeface="宋体" panose="02010600030101010101" pitchFamily="2" charset="-122"/>
                <a:cs typeface="+mn-cs"/>
              </a:rPr>
              <a:t> </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check bit errors</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determine output link</a:t>
            </a:r>
            <a:endParaRPr lang="en-US" altLang="zh-CN" sz="2000" dirty="0">
              <a:latin typeface="+mn-lt"/>
              <a:ea typeface="宋体" panose="02010600030101010101" pitchFamily="2" charset="-122"/>
            </a:endParaRPr>
          </a:p>
        </p:txBody>
      </p:sp>
      <p:grpSp>
        <p:nvGrpSpPr>
          <p:cNvPr id="114694" name="Group 5"/>
          <p:cNvGrpSpPr/>
          <p:nvPr/>
        </p:nvGrpSpPr>
        <p:grpSpPr>
          <a:xfrm>
            <a:off x="631825" y="3965575"/>
            <a:ext cx="6021388" cy="2174875"/>
            <a:chOff x="494" y="2702"/>
            <a:chExt cx="3793" cy="1370"/>
          </a:xfrm>
        </p:grpSpPr>
        <p:graphicFrame>
          <p:nvGraphicFramePr>
            <p:cNvPr id="114696" name="Object 6"/>
            <p:cNvGraphicFramePr>
              <a:graphicFrameLocks noChangeAspect="1"/>
            </p:cNvGraphicFramePr>
            <p:nvPr/>
          </p:nvGraphicFramePr>
          <p:xfrm>
            <a:off x="914" y="3452"/>
            <a:ext cx="407" cy="336"/>
          </p:xfrm>
          <a:graphic>
            <a:graphicData uri="http://schemas.openxmlformats.org/presentationml/2006/ole">
              <mc:AlternateContent xmlns:mc="http://schemas.openxmlformats.org/markup-compatibility/2006">
                <mc:Choice xmlns:v="urn:schemas-microsoft-com:vml" Requires="v">
                  <p:oleObj spid="_x0000_s3165" name="" r:id="rId1" imgW="18192750" imgH="15087600" progId="MS_ClipArt_Gallery.2">
                    <p:embed/>
                  </p:oleObj>
                </mc:Choice>
                <mc:Fallback>
                  <p:oleObj name="" r:id="rId1" imgW="18192750" imgH="15087600" progId="MS_ClipArt_Gallery.2">
                    <p:embed/>
                    <p:pic>
                      <p:nvPicPr>
                        <p:cNvPr id="0" name="图片 3164"/>
                        <p:cNvPicPr/>
                        <p:nvPr/>
                      </p:nvPicPr>
                      <p:blipFill>
                        <a:blip r:embed="rId2"/>
                        <a:stretch>
                          <a:fillRect/>
                        </a:stretch>
                      </p:blipFill>
                      <p:spPr>
                        <a:xfrm>
                          <a:off x="914" y="3452"/>
                          <a:ext cx="407" cy="336"/>
                        </a:xfrm>
                        <a:prstGeom prst="rect">
                          <a:avLst/>
                        </a:prstGeom>
                        <a:noFill/>
                        <a:ln w="38100">
                          <a:noFill/>
                          <a:miter/>
                        </a:ln>
                      </p:spPr>
                    </p:pic>
                  </p:oleObj>
                </mc:Fallback>
              </mc:AlternateContent>
            </a:graphicData>
          </a:graphic>
        </p:graphicFrame>
        <p:sp>
          <p:nvSpPr>
            <p:cNvPr id="114697" name="Oval 7"/>
            <p:cNvSpPr/>
            <p:nvPr/>
          </p:nvSpPr>
          <p:spPr>
            <a:xfrm>
              <a:off x="1570" y="3300"/>
              <a:ext cx="755" cy="233"/>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4698" name="Rectangle 8"/>
            <p:cNvSpPr/>
            <p:nvPr/>
          </p:nvSpPr>
          <p:spPr>
            <a:xfrm>
              <a:off x="1570" y="3257"/>
              <a:ext cx="755" cy="16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4699" name="Oval 9"/>
            <p:cNvSpPr/>
            <p:nvPr/>
          </p:nvSpPr>
          <p:spPr>
            <a:xfrm>
              <a:off x="1576" y="3113"/>
              <a:ext cx="755" cy="271"/>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14700" name="Group 10"/>
            <p:cNvGrpSpPr/>
            <p:nvPr/>
          </p:nvGrpSpPr>
          <p:grpSpPr>
            <a:xfrm>
              <a:off x="1794" y="3132"/>
              <a:ext cx="314" cy="75"/>
              <a:chOff x="2208" y="2184"/>
              <a:chExt cx="176" cy="69"/>
            </a:xfrm>
          </p:grpSpPr>
          <p:grpSp>
            <p:nvGrpSpPr>
              <p:cNvPr id="114739" name="Group 11"/>
              <p:cNvGrpSpPr/>
              <p:nvPr/>
            </p:nvGrpSpPr>
            <p:grpSpPr>
              <a:xfrm>
                <a:off x="2208" y="2185"/>
                <a:ext cx="176" cy="68"/>
                <a:chOff x="2848" y="848"/>
                <a:chExt cx="140" cy="98"/>
              </a:xfrm>
            </p:grpSpPr>
            <p:sp>
              <p:nvSpPr>
                <p:cNvPr id="114744" name="Line 1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4745" name="Line 1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4746" name="Line 1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14740" name="Group 15"/>
              <p:cNvGrpSpPr/>
              <p:nvPr/>
            </p:nvGrpSpPr>
            <p:grpSpPr>
              <a:xfrm flipV="1">
                <a:off x="2208" y="2184"/>
                <a:ext cx="176" cy="68"/>
                <a:chOff x="2848" y="848"/>
                <a:chExt cx="140" cy="98"/>
              </a:xfrm>
            </p:grpSpPr>
            <p:sp>
              <p:nvSpPr>
                <p:cNvPr id="114741" name="Line 1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4742" name="Line 1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4743" name="Line 1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14701" name="Oval 19"/>
            <p:cNvSpPr/>
            <p:nvPr/>
          </p:nvSpPr>
          <p:spPr>
            <a:xfrm>
              <a:off x="3520" y="3312"/>
              <a:ext cx="755" cy="233"/>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4702" name="Line 20"/>
            <p:cNvSpPr/>
            <p:nvPr/>
          </p:nvSpPr>
          <p:spPr>
            <a:xfrm>
              <a:off x="3526" y="3299"/>
              <a:ext cx="0" cy="144"/>
            </a:xfrm>
            <a:prstGeom prst="line">
              <a:avLst/>
            </a:prstGeom>
            <a:ln w="12700" cap="flat" cmpd="sng">
              <a:solidFill>
                <a:schemeClr val="tx1"/>
              </a:solidFill>
              <a:prstDash val="solid"/>
              <a:headEnd type="none" w="med" len="med"/>
              <a:tailEnd type="none" w="med" len="med"/>
            </a:ln>
          </p:spPr>
        </p:sp>
        <p:sp>
          <p:nvSpPr>
            <p:cNvPr id="114703" name="Rectangle 21"/>
            <p:cNvSpPr/>
            <p:nvPr/>
          </p:nvSpPr>
          <p:spPr>
            <a:xfrm>
              <a:off x="3526" y="3275"/>
              <a:ext cx="755" cy="16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4704" name="Oval 22"/>
            <p:cNvSpPr/>
            <p:nvPr/>
          </p:nvSpPr>
          <p:spPr>
            <a:xfrm>
              <a:off x="3532" y="3131"/>
              <a:ext cx="755" cy="271"/>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aphicFrame>
          <p:nvGraphicFramePr>
            <p:cNvPr id="114705" name="Object 23"/>
            <p:cNvGraphicFramePr>
              <a:graphicFrameLocks noChangeAspect="1"/>
            </p:cNvGraphicFramePr>
            <p:nvPr/>
          </p:nvGraphicFramePr>
          <p:xfrm>
            <a:off x="716" y="2816"/>
            <a:ext cx="407" cy="336"/>
          </p:xfrm>
          <a:graphic>
            <a:graphicData uri="http://schemas.openxmlformats.org/presentationml/2006/ole">
              <mc:AlternateContent xmlns:mc="http://schemas.openxmlformats.org/markup-compatibility/2006">
                <mc:Choice xmlns:v="urn:schemas-microsoft-com:vml" Requires="v">
                  <p:oleObj spid="_x0000_s3166" name="" r:id="rId3" imgW="18192750" imgH="15087600" progId="MS_ClipArt_Gallery.2">
                    <p:embed/>
                  </p:oleObj>
                </mc:Choice>
                <mc:Fallback>
                  <p:oleObj name="" r:id="rId3" imgW="18192750" imgH="15087600" progId="MS_ClipArt_Gallery.2">
                    <p:embed/>
                    <p:pic>
                      <p:nvPicPr>
                        <p:cNvPr id="0" name="图片 3165"/>
                        <p:cNvPicPr/>
                        <p:nvPr/>
                      </p:nvPicPr>
                      <p:blipFill>
                        <a:blip r:embed="rId2"/>
                        <a:stretch>
                          <a:fillRect/>
                        </a:stretch>
                      </p:blipFill>
                      <p:spPr>
                        <a:xfrm>
                          <a:off x="716" y="2816"/>
                          <a:ext cx="407" cy="336"/>
                        </a:xfrm>
                        <a:prstGeom prst="rect">
                          <a:avLst/>
                        </a:prstGeom>
                        <a:noFill/>
                        <a:ln w="38100">
                          <a:noFill/>
                          <a:miter/>
                        </a:ln>
                      </p:spPr>
                    </p:pic>
                  </p:oleObj>
                </mc:Fallback>
              </mc:AlternateContent>
            </a:graphicData>
          </a:graphic>
        </p:graphicFrame>
        <p:sp>
          <p:nvSpPr>
            <p:cNvPr id="114706" name="Line 24"/>
            <p:cNvSpPr/>
            <p:nvPr/>
          </p:nvSpPr>
          <p:spPr>
            <a:xfrm>
              <a:off x="1110" y="3072"/>
              <a:ext cx="318" cy="0"/>
            </a:xfrm>
            <a:prstGeom prst="line">
              <a:avLst/>
            </a:prstGeom>
            <a:ln w="19050" cap="flat" cmpd="sng">
              <a:solidFill>
                <a:schemeClr val="tx1"/>
              </a:solidFill>
              <a:prstDash val="solid"/>
              <a:headEnd type="none" w="med" len="med"/>
              <a:tailEnd type="none" w="med" len="med"/>
            </a:ln>
          </p:spPr>
        </p:sp>
        <p:sp>
          <p:nvSpPr>
            <p:cNvPr id="114707" name="Line 25"/>
            <p:cNvSpPr/>
            <p:nvPr/>
          </p:nvSpPr>
          <p:spPr>
            <a:xfrm flipV="1">
              <a:off x="1302" y="3693"/>
              <a:ext cx="123" cy="3"/>
            </a:xfrm>
            <a:prstGeom prst="line">
              <a:avLst/>
            </a:prstGeom>
            <a:ln w="19050" cap="flat" cmpd="sng">
              <a:solidFill>
                <a:schemeClr val="tx1"/>
              </a:solidFill>
              <a:prstDash val="solid"/>
              <a:headEnd type="none" w="med" len="med"/>
              <a:tailEnd type="none" w="med" len="med"/>
            </a:ln>
          </p:spPr>
        </p:sp>
        <p:sp>
          <p:nvSpPr>
            <p:cNvPr id="114708" name="Line 26"/>
            <p:cNvSpPr/>
            <p:nvPr/>
          </p:nvSpPr>
          <p:spPr>
            <a:xfrm>
              <a:off x="2322" y="3336"/>
              <a:ext cx="1218" cy="6"/>
            </a:xfrm>
            <a:prstGeom prst="line">
              <a:avLst/>
            </a:prstGeom>
            <a:ln w="19050" cap="flat" cmpd="sng">
              <a:solidFill>
                <a:schemeClr val="tx1"/>
              </a:solidFill>
              <a:prstDash val="solid"/>
              <a:headEnd type="none" w="med" len="med"/>
              <a:tailEnd type="none" w="med" len="med"/>
            </a:ln>
          </p:spPr>
        </p:sp>
        <p:sp>
          <p:nvSpPr>
            <p:cNvPr id="114709" name="Line 27"/>
            <p:cNvSpPr/>
            <p:nvPr/>
          </p:nvSpPr>
          <p:spPr>
            <a:xfrm flipH="1">
              <a:off x="1428" y="3066"/>
              <a:ext cx="0" cy="630"/>
            </a:xfrm>
            <a:prstGeom prst="line">
              <a:avLst/>
            </a:prstGeom>
            <a:ln w="19050" cap="flat" cmpd="sng">
              <a:solidFill>
                <a:schemeClr val="tx1"/>
              </a:solidFill>
              <a:prstDash val="solid"/>
              <a:headEnd type="none" w="med" len="med"/>
              <a:tailEnd type="none" w="med" len="med"/>
            </a:ln>
          </p:spPr>
        </p:sp>
        <p:sp>
          <p:nvSpPr>
            <p:cNvPr id="114710" name="Line 28"/>
            <p:cNvSpPr/>
            <p:nvPr/>
          </p:nvSpPr>
          <p:spPr>
            <a:xfrm>
              <a:off x="1434" y="3339"/>
              <a:ext cx="126" cy="0"/>
            </a:xfrm>
            <a:prstGeom prst="line">
              <a:avLst/>
            </a:prstGeom>
            <a:ln w="19050" cap="flat" cmpd="sng">
              <a:solidFill>
                <a:schemeClr val="tx1"/>
              </a:solidFill>
              <a:prstDash val="solid"/>
              <a:headEnd type="none" w="med" len="med"/>
              <a:tailEnd type="none" w="med" len="med"/>
            </a:ln>
          </p:spPr>
        </p:sp>
        <p:sp>
          <p:nvSpPr>
            <p:cNvPr id="114711" name="Rectangle 29"/>
            <p:cNvSpPr/>
            <p:nvPr/>
          </p:nvSpPr>
          <p:spPr>
            <a:xfrm>
              <a:off x="2901" y="3210"/>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4712" name="Rectangle 30"/>
            <p:cNvSpPr/>
            <p:nvPr/>
          </p:nvSpPr>
          <p:spPr>
            <a:xfrm>
              <a:off x="2112" y="3255"/>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4713" name="Rectangle 31"/>
            <p:cNvSpPr/>
            <p:nvPr/>
          </p:nvSpPr>
          <p:spPr>
            <a:xfrm>
              <a:off x="2214" y="3255"/>
              <a:ext cx="93" cy="12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4714" name="Rectangle 32"/>
            <p:cNvSpPr/>
            <p:nvPr/>
          </p:nvSpPr>
          <p:spPr>
            <a:xfrm>
              <a:off x="1449" y="3192"/>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4715" name="Line 33"/>
            <p:cNvSpPr/>
            <p:nvPr/>
          </p:nvSpPr>
          <p:spPr>
            <a:xfrm>
              <a:off x="1560" y="3258"/>
              <a:ext cx="153" cy="3"/>
            </a:xfrm>
            <a:prstGeom prst="line">
              <a:avLst/>
            </a:prstGeom>
            <a:ln w="9525" cap="flat" cmpd="sng">
              <a:solidFill>
                <a:schemeClr val="tx1"/>
              </a:solidFill>
              <a:prstDash val="solid"/>
              <a:headEnd type="none" w="med" len="med"/>
              <a:tailEnd type="triangle" w="med" len="med"/>
            </a:ln>
          </p:spPr>
        </p:sp>
        <p:sp>
          <p:nvSpPr>
            <p:cNvPr id="114716" name="Line 34"/>
            <p:cNvSpPr/>
            <p:nvPr/>
          </p:nvSpPr>
          <p:spPr>
            <a:xfrm flipV="1">
              <a:off x="1350" y="3432"/>
              <a:ext cx="0" cy="111"/>
            </a:xfrm>
            <a:prstGeom prst="line">
              <a:avLst/>
            </a:prstGeom>
            <a:ln w="9525" cap="flat" cmpd="sng">
              <a:solidFill>
                <a:schemeClr val="tx1"/>
              </a:solidFill>
              <a:prstDash val="solid"/>
              <a:headEnd type="none" w="med" len="med"/>
              <a:tailEnd type="triangle" w="med" len="med"/>
            </a:ln>
          </p:spPr>
        </p:sp>
        <p:sp>
          <p:nvSpPr>
            <p:cNvPr id="114717" name="Line 35"/>
            <p:cNvSpPr/>
            <p:nvPr/>
          </p:nvSpPr>
          <p:spPr>
            <a:xfrm flipV="1">
              <a:off x="3387" y="3084"/>
              <a:ext cx="231" cy="0"/>
            </a:xfrm>
            <a:prstGeom prst="line">
              <a:avLst/>
            </a:prstGeom>
            <a:ln w="9525" cap="flat" cmpd="sng">
              <a:solidFill>
                <a:schemeClr val="tx1"/>
              </a:solidFill>
              <a:prstDash val="solid"/>
              <a:headEnd type="none" w="med" len="med"/>
              <a:tailEnd type="triangle" w="med" len="med"/>
            </a:ln>
          </p:spPr>
        </p:sp>
        <p:sp>
          <p:nvSpPr>
            <p:cNvPr id="114718" name="Text Box 36"/>
            <p:cNvSpPr txBox="1"/>
            <p:nvPr/>
          </p:nvSpPr>
          <p:spPr>
            <a:xfrm>
              <a:off x="494" y="2831"/>
              <a:ext cx="25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rgbClr val="00CC66"/>
                  </a:solidFill>
                  <a:ea typeface="宋体" panose="02010600030101010101" pitchFamily="2" charset="-122"/>
                </a:rPr>
                <a:t>A</a:t>
              </a:r>
              <a:endParaRPr lang="en-US" altLang="zh-CN" sz="2400" dirty="0">
                <a:solidFill>
                  <a:srgbClr val="00CC66"/>
                </a:solidFill>
                <a:latin typeface="Times New Roman" panose="02020603050405020304" pitchFamily="18" charset="0"/>
                <a:ea typeface="宋体" panose="02010600030101010101" pitchFamily="2" charset="-122"/>
              </a:endParaRPr>
            </a:p>
          </p:txBody>
        </p:sp>
        <p:sp>
          <p:nvSpPr>
            <p:cNvPr id="114719" name="Text Box 37"/>
            <p:cNvSpPr txBox="1"/>
            <p:nvPr/>
          </p:nvSpPr>
          <p:spPr>
            <a:xfrm>
              <a:off x="668" y="3473"/>
              <a:ext cx="23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B</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114720" name="Rectangle 38"/>
            <p:cNvSpPr/>
            <p:nvPr/>
          </p:nvSpPr>
          <p:spPr>
            <a:xfrm>
              <a:off x="2295" y="3216"/>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4721" name="Text Box 39"/>
            <p:cNvSpPr txBox="1"/>
            <p:nvPr/>
          </p:nvSpPr>
          <p:spPr>
            <a:xfrm>
              <a:off x="2540" y="2966"/>
              <a:ext cx="89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propagation</a:t>
              </a:r>
              <a:endParaRPr lang="en-US" altLang="zh-CN" sz="1800" dirty="0">
                <a:latin typeface="Times New Roman" panose="02020603050405020304" pitchFamily="18" charset="0"/>
                <a:ea typeface="宋体" panose="02010600030101010101" pitchFamily="2" charset="-122"/>
              </a:endParaRPr>
            </a:p>
          </p:txBody>
        </p:sp>
        <p:sp>
          <p:nvSpPr>
            <p:cNvPr id="114722" name="Line 40"/>
            <p:cNvSpPr/>
            <p:nvPr/>
          </p:nvSpPr>
          <p:spPr>
            <a:xfrm rot="10800000">
              <a:off x="2385" y="3084"/>
              <a:ext cx="201" cy="0"/>
            </a:xfrm>
            <a:prstGeom prst="line">
              <a:avLst/>
            </a:prstGeom>
            <a:ln w="9525" cap="flat" cmpd="sng">
              <a:solidFill>
                <a:schemeClr val="tx1"/>
              </a:solidFill>
              <a:prstDash val="solid"/>
              <a:headEnd type="none" w="med" len="med"/>
              <a:tailEnd type="triangle" w="med" len="med"/>
            </a:ln>
          </p:spPr>
        </p:sp>
        <p:sp>
          <p:nvSpPr>
            <p:cNvPr id="114723" name="Text Box 41"/>
            <p:cNvSpPr txBox="1"/>
            <p:nvPr/>
          </p:nvSpPr>
          <p:spPr>
            <a:xfrm>
              <a:off x="1346" y="2702"/>
              <a:ext cx="95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transmission</a:t>
              </a:r>
              <a:endParaRPr lang="en-US" altLang="zh-CN" sz="1800" dirty="0">
                <a:latin typeface="Times New Roman" panose="02020603050405020304" pitchFamily="18" charset="0"/>
                <a:ea typeface="宋体" panose="02010600030101010101" pitchFamily="2" charset="-122"/>
              </a:endParaRPr>
            </a:p>
          </p:txBody>
        </p:sp>
        <p:sp>
          <p:nvSpPr>
            <p:cNvPr id="114724" name="Line 42"/>
            <p:cNvSpPr/>
            <p:nvPr/>
          </p:nvSpPr>
          <p:spPr>
            <a:xfrm rot="10800000" flipH="1" flipV="1">
              <a:off x="2022" y="2874"/>
              <a:ext cx="333" cy="336"/>
            </a:xfrm>
            <a:prstGeom prst="line">
              <a:avLst/>
            </a:prstGeom>
            <a:ln w="9525" cap="flat" cmpd="sng">
              <a:solidFill>
                <a:schemeClr val="tx1"/>
              </a:solidFill>
              <a:prstDash val="solid"/>
              <a:headEnd type="none" w="med" len="med"/>
              <a:tailEnd type="triangle" w="med" len="med"/>
            </a:ln>
          </p:spPr>
        </p:sp>
        <p:sp>
          <p:nvSpPr>
            <p:cNvPr id="114725" name="Text Box 43"/>
            <p:cNvSpPr txBox="1"/>
            <p:nvPr/>
          </p:nvSpPr>
          <p:spPr>
            <a:xfrm>
              <a:off x="1424" y="3668"/>
              <a:ext cx="822"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nodal</a:t>
              </a:r>
              <a:endParaRPr lang="en-US" altLang="zh-CN" sz="1800" dirty="0">
                <a:solidFill>
                  <a:srgbClr val="FF0000"/>
                </a:solidFill>
                <a:ea typeface="宋体" panose="02010600030101010101" pitchFamily="2" charset="-122"/>
              </a:endParaRPr>
            </a:p>
            <a:p>
              <a:pPr marL="0" lvl="0" indent="0" algn="ctr">
                <a:spcBef>
                  <a:spcPct val="0"/>
                </a:spcBef>
                <a:buClrTx/>
                <a:buSzTx/>
                <a:buFontTx/>
                <a:buNone/>
              </a:pPr>
              <a:r>
                <a:rPr lang="en-US" altLang="zh-CN" sz="1800" dirty="0">
                  <a:solidFill>
                    <a:srgbClr val="FF0000"/>
                  </a:solidFill>
                  <a:ea typeface="宋体" panose="02010600030101010101" pitchFamily="2" charset="-122"/>
                </a:rPr>
                <a:t>processing</a:t>
              </a:r>
              <a:endParaRPr lang="en-US" altLang="zh-CN" sz="1800" dirty="0">
                <a:latin typeface="Times New Roman" panose="02020603050405020304" pitchFamily="18" charset="0"/>
                <a:ea typeface="宋体" panose="02010600030101010101" pitchFamily="2" charset="-122"/>
              </a:endParaRPr>
            </a:p>
          </p:txBody>
        </p:sp>
        <p:sp>
          <p:nvSpPr>
            <p:cNvPr id="114726" name="Line 44"/>
            <p:cNvSpPr/>
            <p:nvPr/>
          </p:nvSpPr>
          <p:spPr>
            <a:xfrm rot="10800000">
              <a:off x="1587" y="3696"/>
              <a:ext cx="525" cy="0"/>
            </a:xfrm>
            <a:prstGeom prst="line">
              <a:avLst/>
            </a:prstGeom>
            <a:ln w="9525" cap="flat" cmpd="sng">
              <a:solidFill>
                <a:schemeClr val="tx1"/>
              </a:solidFill>
              <a:prstDash val="solid"/>
              <a:headEnd type="triangle" w="med" len="med"/>
              <a:tailEnd type="triangle" w="med" len="med"/>
            </a:ln>
          </p:spPr>
        </p:sp>
        <p:sp>
          <p:nvSpPr>
            <p:cNvPr id="114727" name="Line 45"/>
            <p:cNvSpPr/>
            <p:nvPr/>
          </p:nvSpPr>
          <p:spPr>
            <a:xfrm rot="-10800000" flipV="1">
              <a:off x="2097" y="3546"/>
              <a:ext cx="243" cy="0"/>
            </a:xfrm>
            <a:prstGeom prst="line">
              <a:avLst/>
            </a:prstGeom>
            <a:ln w="9525" cap="flat" cmpd="sng">
              <a:solidFill>
                <a:schemeClr val="tx1"/>
              </a:solidFill>
              <a:prstDash val="solid"/>
              <a:headEnd type="triangle" w="med" len="med"/>
              <a:tailEnd type="triangle" w="med" len="med"/>
            </a:ln>
          </p:spPr>
        </p:sp>
        <p:sp>
          <p:nvSpPr>
            <p:cNvPr id="114728" name="Text Box 46"/>
            <p:cNvSpPr txBox="1"/>
            <p:nvPr/>
          </p:nvSpPr>
          <p:spPr>
            <a:xfrm>
              <a:off x="2354" y="3830"/>
              <a:ext cx="690"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queueing</a:t>
              </a:r>
              <a:endParaRPr lang="en-US" altLang="zh-CN" sz="1800" dirty="0">
                <a:latin typeface="Times New Roman" panose="02020603050405020304" pitchFamily="18" charset="0"/>
                <a:ea typeface="宋体" panose="02010600030101010101" pitchFamily="2" charset="-122"/>
              </a:endParaRPr>
            </a:p>
          </p:txBody>
        </p:sp>
        <p:sp>
          <p:nvSpPr>
            <p:cNvPr id="114729" name="Line 47"/>
            <p:cNvSpPr/>
            <p:nvPr/>
          </p:nvSpPr>
          <p:spPr>
            <a:xfrm rot="10800000">
              <a:off x="2199" y="3546"/>
              <a:ext cx="375" cy="348"/>
            </a:xfrm>
            <a:prstGeom prst="line">
              <a:avLst/>
            </a:prstGeom>
            <a:ln w="9525" cap="flat" cmpd="sng">
              <a:solidFill>
                <a:schemeClr val="tx1"/>
              </a:solidFill>
              <a:prstDash val="solid"/>
              <a:headEnd type="none" w="med" len="med"/>
              <a:tailEnd type="none" w="med" len="med"/>
            </a:ln>
          </p:spPr>
        </p:sp>
        <p:grpSp>
          <p:nvGrpSpPr>
            <p:cNvPr id="114730" name="Group 48"/>
            <p:cNvGrpSpPr/>
            <p:nvPr/>
          </p:nvGrpSpPr>
          <p:grpSpPr>
            <a:xfrm>
              <a:off x="3738" y="3168"/>
              <a:ext cx="314" cy="75"/>
              <a:chOff x="2208" y="2184"/>
              <a:chExt cx="176" cy="69"/>
            </a:xfrm>
          </p:grpSpPr>
          <p:grpSp>
            <p:nvGrpSpPr>
              <p:cNvPr id="114731" name="Group 49"/>
              <p:cNvGrpSpPr/>
              <p:nvPr/>
            </p:nvGrpSpPr>
            <p:grpSpPr>
              <a:xfrm>
                <a:off x="2208" y="2185"/>
                <a:ext cx="176" cy="68"/>
                <a:chOff x="2848" y="848"/>
                <a:chExt cx="140" cy="98"/>
              </a:xfrm>
            </p:grpSpPr>
            <p:sp>
              <p:nvSpPr>
                <p:cNvPr id="114736" name="Line 5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4737" name="Line 5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4738" name="Line 5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14732" name="Group 53"/>
              <p:cNvGrpSpPr/>
              <p:nvPr/>
            </p:nvGrpSpPr>
            <p:grpSpPr>
              <a:xfrm flipV="1">
                <a:off x="2208" y="2184"/>
                <a:ext cx="176" cy="68"/>
                <a:chOff x="2848" y="848"/>
                <a:chExt cx="140" cy="98"/>
              </a:xfrm>
            </p:grpSpPr>
            <p:sp>
              <p:nvSpPr>
                <p:cNvPr id="114733" name="Line 5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4734" name="Line 5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4735" name="Line 5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sp>
        <p:nvSpPr>
          <p:cNvPr id="114695" name="Rectangle 58"/>
          <p:cNvSpPr/>
          <p:nvPr/>
        </p:nvSpPr>
        <p:spPr>
          <a:xfrm>
            <a:off x="4429125" y="1628775"/>
            <a:ext cx="3810000" cy="197485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sz="2400" dirty="0">
                <a:solidFill>
                  <a:srgbClr val="FF0000"/>
                </a:solidFill>
                <a:ea typeface="宋体" panose="02010600030101010101" pitchFamily="2" charset="-122"/>
              </a:rPr>
              <a:t>2. queueing</a:t>
            </a:r>
            <a:endParaRPr lang="en-US" altLang="zh-CN" sz="2400" dirty="0">
              <a:solidFill>
                <a:srgbClr val="FF0000"/>
              </a:solidFill>
              <a:ea typeface="宋体" panose="02010600030101010101" pitchFamily="2" charset="-122"/>
            </a:endParaRPr>
          </a:p>
          <a:p>
            <a:pPr marL="742950" lvl="1" indent="-285750"/>
            <a:r>
              <a:rPr lang="en-US" altLang="zh-CN" sz="2000" dirty="0">
                <a:ea typeface="宋体" panose="02010600030101010101" pitchFamily="2" charset="-122"/>
              </a:rPr>
              <a:t>time waiting at output link for transmission </a:t>
            </a:r>
            <a:endParaRPr lang="en-US" altLang="zh-CN" sz="2000" dirty="0">
              <a:ea typeface="宋体" panose="02010600030101010101" pitchFamily="2" charset="-122"/>
            </a:endParaRPr>
          </a:p>
          <a:p>
            <a:pPr marL="742950" lvl="1" indent="-285750"/>
            <a:r>
              <a:rPr lang="en-US" altLang="zh-CN" sz="2000" dirty="0">
                <a:ea typeface="宋体" panose="02010600030101010101" pitchFamily="2" charset="-122"/>
              </a:rPr>
              <a:t>depends on congestion level of router</a:t>
            </a:r>
            <a:endParaRPr lang="en-US" altLang="zh-CN" sz="2000" dirty="0">
              <a:ea typeface="宋体" panose="02010600030101010101" pitchFamily="2" charset="-122"/>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1673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16740" name="Rectangle 2"/>
          <p:cNvSpPr>
            <a:spLocks noGrp="1"/>
          </p:cNvSpPr>
          <p:nvPr>
            <p:ph type="title"/>
          </p:nvPr>
        </p:nvSpPr>
        <p:spPr>
          <a:xfrm>
            <a:off x="476250" y="266700"/>
            <a:ext cx="7772400" cy="1143000"/>
          </a:xfrm>
        </p:spPr>
        <p:txBody>
          <a:bodyPr vert="horz" wrap="square" lIns="91440" tIns="45720" rIns="91440" bIns="45720" anchor="ctr" anchorCtr="0"/>
          <a:p>
            <a:r>
              <a:rPr lang="en-US" altLang="zh-CN" sz="3600" dirty="0">
                <a:ea typeface="宋体" panose="02010600030101010101" pitchFamily="2" charset="-122"/>
              </a:rPr>
              <a:t>Delay in packet-switched networks</a:t>
            </a:r>
            <a:endParaRPr lang="en-US" altLang="zh-CN" dirty="0">
              <a:ea typeface="宋体" panose="02010600030101010101" pitchFamily="2" charset="-122"/>
            </a:endParaRPr>
          </a:p>
        </p:txBody>
      </p:sp>
      <p:sp>
        <p:nvSpPr>
          <p:cNvPr id="116741" name="Rectangle 3"/>
          <p:cNvSpPr>
            <a:spLocks noGrp="1"/>
          </p:cNvSpPr>
          <p:nvPr>
            <p:ph sz="half" idx="1"/>
          </p:nvPr>
        </p:nvSpPr>
        <p:spPr>
          <a:xfrm>
            <a:off x="523875" y="1371600"/>
            <a:ext cx="3810000" cy="2505075"/>
          </a:xfrm>
        </p:spPr>
        <p:txBody>
          <a:bodyPr vert="horz" wrap="square" lIns="91440" tIns="45720" rIns="91440" bIns="45720" anchor="t" anchorCtr="0"/>
          <a:p>
            <a:pPr>
              <a:buSzPct val="85000"/>
              <a:buFont typeface="Wingdings" panose="05000000000000000000" pitchFamily="2" charset="2"/>
              <a:buNone/>
            </a:pPr>
            <a:r>
              <a:rPr lang="en-US" altLang="zh-CN" sz="2400" dirty="0">
                <a:solidFill>
                  <a:srgbClr val="FF0000"/>
                </a:solidFill>
                <a:latin typeface="+mn-lt"/>
                <a:ea typeface="宋体" panose="02010600030101010101" pitchFamily="2" charset="-122"/>
                <a:cs typeface="+mn-cs"/>
              </a:rPr>
              <a:t>3. Transmission delay:</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R=link bandwidth (bps)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L=packet length (bits)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time to send bits into link = L/R</a:t>
            </a:r>
            <a:endParaRPr lang="en-US" altLang="zh-CN" sz="2400" dirty="0">
              <a:latin typeface="+mn-lt"/>
              <a:ea typeface="宋体" panose="02010600030101010101" pitchFamily="2" charset="-122"/>
              <a:cs typeface="+mn-cs"/>
            </a:endParaRPr>
          </a:p>
        </p:txBody>
      </p:sp>
      <p:sp>
        <p:nvSpPr>
          <p:cNvPr id="116742" name="Rectangle 4"/>
          <p:cNvSpPr>
            <a:spLocks noGrp="1"/>
          </p:cNvSpPr>
          <p:nvPr>
            <p:ph sz="half" idx="2"/>
          </p:nvPr>
        </p:nvSpPr>
        <p:spPr>
          <a:xfrm>
            <a:off x="4476750" y="1362075"/>
            <a:ext cx="4152900" cy="2914650"/>
          </a:xfrm>
        </p:spPr>
        <p:txBody>
          <a:bodyPr vert="horz" wrap="square" lIns="91440" tIns="45720" rIns="91440" bIns="45720" anchor="t" anchorCtr="0"/>
          <a:p>
            <a:pPr>
              <a:buSzPct val="85000"/>
              <a:buFont typeface="Wingdings" panose="05000000000000000000" pitchFamily="2" charset="2"/>
              <a:buNone/>
            </a:pPr>
            <a:r>
              <a:rPr lang="en-US" altLang="zh-CN" sz="2400" dirty="0">
                <a:solidFill>
                  <a:srgbClr val="FF0000"/>
                </a:solidFill>
                <a:latin typeface="+mn-lt"/>
                <a:ea typeface="宋体" panose="02010600030101010101" pitchFamily="2" charset="-122"/>
                <a:cs typeface="+mn-cs"/>
              </a:rPr>
              <a:t>4. Propagation delay:</a:t>
            </a:r>
            <a:endParaRPr lang="en-US" altLang="zh-CN" sz="2400" dirty="0">
              <a:solidFill>
                <a:srgbClr val="FF0000"/>
              </a:solidFill>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d = length of physical link</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s = propagation speed in medium (~2x10</a:t>
            </a:r>
            <a:r>
              <a:rPr lang="en-US" altLang="zh-CN" sz="2400" baseline="30000" dirty="0">
                <a:latin typeface="+mn-lt"/>
                <a:ea typeface="宋体" panose="02010600030101010101" pitchFamily="2" charset="-122"/>
                <a:cs typeface="+mn-cs"/>
              </a:rPr>
              <a:t>8</a:t>
            </a:r>
            <a:r>
              <a:rPr lang="en-US" altLang="zh-CN" sz="2400" dirty="0">
                <a:latin typeface="+mn-lt"/>
                <a:ea typeface="宋体" panose="02010600030101010101" pitchFamily="2" charset="-122"/>
                <a:cs typeface="+mn-cs"/>
              </a:rPr>
              <a:t> m/sec)</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propagation delay = d/s</a:t>
            </a:r>
            <a:endParaRPr lang="en-US" altLang="zh-CN" sz="2400" dirty="0">
              <a:latin typeface="+mn-lt"/>
              <a:ea typeface="宋体" panose="02010600030101010101" pitchFamily="2" charset="-122"/>
              <a:cs typeface="+mn-cs"/>
            </a:endParaRPr>
          </a:p>
        </p:txBody>
      </p:sp>
      <p:grpSp>
        <p:nvGrpSpPr>
          <p:cNvPr id="116743" name="Group 5"/>
          <p:cNvGrpSpPr/>
          <p:nvPr/>
        </p:nvGrpSpPr>
        <p:grpSpPr>
          <a:xfrm>
            <a:off x="622300" y="4432300"/>
            <a:ext cx="6021388" cy="2174875"/>
            <a:chOff x="494" y="2702"/>
            <a:chExt cx="3793" cy="1370"/>
          </a:xfrm>
        </p:grpSpPr>
        <p:graphicFrame>
          <p:nvGraphicFramePr>
            <p:cNvPr id="116746" name="Object 6"/>
            <p:cNvGraphicFramePr>
              <a:graphicFrameLocks noChangeAspect="1"/>
            </p:cNvGraphicFramePr>
            <p:nvPr/>
          </p:nvGraphicFramePr>
          <p:xfrm>
            <a:off x="914" y="3452"/>
            <a:ext cx="407" cy="336"/>
          </p:xfrm>
          <a:graphic>
            <a:graphicData uri="http://schemas.openxmlformats.org/presentationml/2006/ole">
              <mc:AlternateContent xmlns:mc="http://schemas.openxmlformats.org/markup-compatibility/2006">
                <mc:Choice xmlns:v="urn:schemas-microsoft-com:vml" Requires="v">
                  <p:oleObj spid="_x0000_s3167" name="" r:id="rId1" imgW="18192750" imgH="15087600" progId="MS_ClipArt_Gallery.2">
                    <p:embed/>
                  </p:oleObj>
                </mc:Choice>
                <mc:Fallback>
                  <p:oleObj name="" r:id="rId1" imgW="18192750" imgH="15087600" progId="MS_ClipArt_Gallery.2">
                    <p:embed/>
                    <p:pic>
                      <p:nvPicPr>
                        <p:cNvPr id="0" name="图片 3166"/>
                        <p:cNvPicPr/>
                        <p:nvPr/>
                      </p:nvPicPr>
                      <p:blipFill>
                        <a:blip r:embed="rId2"/>
                        <a:stretch>
                          <a:fillRect/>
                        </a:stretch>
                      </p:blipFill>
                      <p:spPr>
                        <a:xfrm>
                          <a:off x="914" y="3452"/>
                          <a:ext cx="407" cy="336"/>
                        </a:xfrm>
                        <a:prstGeom prst="rect">
                          <a:avLst/>
                        </a:prstGeom>
                        <a:noFill/>
                        <a:ln w="38100">
                          <a:noFill/>
                          <a:miter/>
                        </a:ln>
                      </p:spPr>
                    </p:pic>
                  </p:oleObj>
                </mc:Fallback>
              </mc:AlternateContent>
            </a:graphicData>
          </a:graphic>
        </p:graphicFrame>
        <p:sp>
          <p:nvSpPr>
            <p:cNvPr id="116747" name="Oval 7"/>
            <p:cNvSpPr/>
            <p:nvPr/>
          </p:nvSpPr>
          <p:spPr>
            <a:xfrm>
              <a:off x="1570" y="3300"/>
              <a:ext cx="755" cy="233"/>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6748" name="Rectangle 8"/>
            <p:cNvSpPr/>
            <p:nvPr/>
          </p:nvSpPr>
          <p:spPr>
            <a:xfrm>
              <a:off x="1570" y="3257"/>
              <a:ext cx="755" cy="16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6749" name="Oval 9"/>
            <p:cNvSpPr/>
            <p:nvPr/>
          </p:nvSpPr>
          <p:spPr>
            <a:xfrm>
              <a:off x="1576" y="3113"/>
              <a:ext cx="755" cy="271"/>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16750" name="Group 10"/>
            <p:cNvGrpSpPr/>
            <p:nvPr/>
          </p:nvGrpSpPr>
          <p:grpSpPr>
            <a:xfrm>
              <a:off x="1794" y="3132"/>
              <a:ext cx="314" cy="75"/>
              <a:chOff x="2208" y="2184"/>
              <a:chExt cx="176" cy="69"/>
            </a:xfrm>
          </p:grpSpPr>
          <p:grpSp>
            <p:nvGrpSpPr>
              <p:cNvPr id="116789" name="Group 11"/>
              <p:cNvGrpSpPr/>
              <p:nvPr/>
            </p:nvGrpSpPr>
            <p:grpSpPr>
              <a:xfrm>
                <a:off x="2208" y="2185"/>
                <a:ext cx="176" cy="68"/>
                <a:chOff x="2848" y="848"/>
                <a:chExt cx="140" cy="98"/>
              </a:xfrm>
            </p:grpSpPr>
            <p:sp>
              <p:nvSpPr>
                <p:cNvPr id="116794" name="Line 1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6795" name="Line 1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6796" name="Line 1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16790" name="Group 15"/>
              <p:cNvGrpSpPr/>
              <p:nvPr/>
            </p:nvGrpSpPr>
            <p:grpSpPr>
              <a:xfrm flipV="1">
                <a:off x="2208" y="2184"/>
                <a:ext cx="176" cy="68"/>
                <a:chOff x="2848" y="848"/>
                <a:chExt cx="140" cy="98"/>
              </a:xfrm>
            </p:grpSpPr>
            <p:sp>
              <p:nvSpPr>
                <p:cNvPr id="116791" name="Line 1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6792" name="Line 1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6793" name="Line 1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16751" name="Oval 19"/>
            <p:cNvSpPr/>
            <p:nvPr/>
          </p:nvSpPr>
          <p:spPr>
            <a:xfrm>
              <a:off x="3520" y="3312"/>
              <a:ext cx="755" cy="233"/>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6752" name="Line 20"/>
            <p:cNvSpPr/>
            <p:nvPr/>
          </p:nvSpPr>
          <p:spPr>
            <a:xfrm>
              <a:off x="3526" y="3299"/>
              <a:ext cx="0" cy="144"/>
            </a:xfrm>
            <a:prstGeom prst="line">
              <a:avLst/>
            </a:prstGeom>
            <a:ln w="12700" cap="flat" cmpd="sng">
              <a:solidFill>
                <a:schemeClr val="tx1"/>
              </a:solidFill>
              <a:prstDash val="solid"/>
              <a:headEnd type="none" w="med" len="med"/>
              <a:tailEnd type="none" w="med" len="med"/>
            </a:ln>
          </p:spPr>
        </p:sp>
        <p:sp>
          <p:nvSpPr>
            <p:cNvPr id="116753" name="Rectangle 21"/>
            <p:cNvSpPr/>
            <p:nvPr/>
          </p:nvSpPr>
          <p:spPr>
            <a:xfrm>
              <a:off x="3526" y="3275"/>
              <a:ext cx="755" cy="16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6754" name="Oval 22"/>
            <p:cNvSpPr/>
            <p:nvPr/>
          </p:nvSpPr>
          <p:spPr>
            <a:xfrm>
              <a:off x="3532" y="3131"/>
              <a:ext cx="755" cy="271"/>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aphicFrame>
          <p:nvGraphicFramePr>
            <p:cNvPr id="116755" name="Object 23"/>
            <p:cNvGraphicFramePr>
              <a:graphicFrameLocks noChangeAspect="1"/>
            </p:cNvGraphicFramePr>
            <p:nvPr/>
          </p:nvGraphicFramePr>
          <p:xfrm>
            <a:off x="716" y="2816"/>
            <a:ext cx="407" cy="336"/>
          </p:xfrm>
          <a:graphic>
            <a:graphicData uri="http://schemas.openxmlformats.org/presentationml/2006/ole">
              <mc:AlternateContent xmlns:mc="http://schemas.openxmlformats.org/markup-compatibility/2006">
                <mc:Choice xmlns:v="urn:schemas-microsoft-com:vml" Requires="v">
                  <p:oleObj spid="_x0000_s3168" name="" r:id="rId3" imgW="18192750" imgH="15087600" progId="MS_ClipArt_Gallery.2">
                    <p:embed/>
                  </p:oleObj>
                </mc:Choice>
                <mc:Fallback>
                  <p:oleObj name="" r:id="rId3" imgW="18192750" imgH="15087600" progId="MS_ClipArt_Gallery.2">
                    <p:embed/>
                    <p:pic>
                      <p:nvPicPr>
                        <p:cNvPr id="0" name="图片 3167"/>
                        <p:cNvPicPr/>
                        <p:nvPr/>
                      </p:nvPicPr>
                      <p:blipFill>
                        <a:blip r:embed="rId2"/>
                        <a:stretch>
                          <a:fillRect/>
                        </a:stretch>
                      </p:blipFill>
                      <p:spPr>
                        <a:xfrm>
                          <a:off x="716" y="2816"/>
                          <a:ext cx="407" cy="336"/>
                        </a:xfrm>
                        <a:prstGeom prst="rect">
                          <a:avLst/>
                        </a:prstGeom>
                        <a:noFill/>
                        <a:ln w="38100">
                          <a:noFill/>
                          <a:miter/>
                        </a:ln>
                      </p:spPr>
                    </p:pic>
                  </p:oleObj>
                </mc:Fallback>
              </mc:AlternateContent>
            </a:graphicData>
          </a:graphic>
        </p:graphicFrame>
        <p:sp>
          <p:nvSpPr>
            <p:cNvPr id="116756" name="Line 24"/>
            <p:cNvSpPr/>
            <p:nvPr/>
          </p:nvSpPr>
          <p:spPr>
            <a:xfrm>
              <a:off x="1110" y="3072"/>
              <a:ext cx="318" cy="0"/>
            </a:xfrm>
            <a:prstGeom prst="line">
              <a:avLst/>
            </a:prstGeom>
            <a:ln w="19050" cap="flat" cmpd="sng">
              <a:solidFill>
                <a:schemeClr val="tx1"/>
              </a:solidFill>
              <a:prstDash val="solid"/>
              <a:headEnd type="none" w="med" len="med"/>
              <a:tailEnd type="none" w="med" len="med"/>
            </a:ln>
          </p:spPr>
        </p:sp>
        <p:sp>
          <p:nvSpPr>
            <p:cNvPr id="116757" name="Line 25"/>
            <p:cNvSpPr/>
            <p:nvPr/>
          </p:nvSpPr>
          <p:spPr>
            <a:xfrm flipV="1">
              <a:off x="1302" y="3693"/>
              <a:ext cx="123" cy="3"/>
            </a:xfrm>
            <a:prstGeom prst="line">
              <a:avLst/>
            </a:prstGeom>
            <a:ln w="19050" cap="flat" cmpd="sng">
              <a:solidFill>
                <a:schemeClr val="tx1"/>
              </a:solidFill>
              <a:prstDash val="solid"/>
              <a:headEnd type="none" w="med" len="med"/>
              <a:tailEnd type="none" w="med" len="med"/>
            </a:ln>
          </p:spPr>
        </p:sp>
        <p:sp>
          <p:nvSpPr>
            <p:cNvPr id="116758" name="Line 26"/>
            <p:cNvSpPr/>
            <p:nvPr/>
          </p:nvSpPr>
          <p:spPr>
            <a:xfrm>
              <a:off x="2322" y="3336"/>
              <a:ext cx="1218" cy="6"/>
            </a:xfrm>
            <a:prstGeom prst="line">
              <a:avLst/>
            </a:prstGeom>
            <a:ln w="19050" cap="flat" cmpd="sng">
              <a:solidFill>
                <a:schemeClr val="tx1"/>
              </a:solidFill>
              <a:prstDash val="solid"/>
              <a:headEnd type="none" w="med" len="med"/>
              <a:tailEnd type="none" w="med" len="med"/>
            </a:ln>
          </p:spPr>
        </p:sp>
        <p:sp>
          <p:nvSpPr>
            <p:cNvPr id="116759" name="Line 27"/>
            <p:cNvSpPr/>
            <p:nvPr/>
          </p:nvSpPr>
          <p:spPr>
            <a:xfrm flipH="1">
              <a:off x="1428" y="3066"/>
              <a:ext cx="0" cy="630"/>
            </a:xfrm>
            <a:prstGeom prst="line">
              <a:avLst/>
            </a:prstGeom>
            <a:ln w="19050" cap="flat" cmpd="sng">
              <a:solidFill>
                <a:schemeClr val="tx1"/>
              </a:solidFill>
              <a:prstDash val="solid"/>
              <a:headEnd type="none" w="med" len="med"/>
              <a:tailEnd type="none" w="med" len="med"/>
            </a:ln>
          </p:spPr>
        </p:sp>
        <p:sp>
          <p:nvSpPr>
            <p:cNvPr id="116760" name="Line 28"/>
            <p:cNvSpPr/>
            <p:nvPr/>
          </p:nvSpPr>
          <p:spPr>
            <a:xfrm>
              <a:off x="1434" y="3339"/>
              <a:ext cx="126" cy="0"/>
            </a:xfrm>
            <a:prstGeom prst="line">
              <a:avLst/>
            </a:prstGeom>
            <a:ln w="19050" cap="flat" cmpd="sng">
              <a:solidFill>
                <a:schemeClr val="tx1"/>
              </a:solidFill>
              <a:prstDash val="solid"/>
              <a:headEnd type="none" w="med" len="med"/>
              <a:tailEnd type="none" w="med" len="med"/>
            </a:ln>
          </p:spPr>
        </p:sp>
        <p:sp>
          <p:nvSpPr>
            <p:cNvPr id="116761" name="Rectangle 29"/>
            <p:cNvSpPr/>
            <p:nvPr/>
          </p:nvSpPr>
          <p:spPr>
            <a:xfrm>
              <a:off x="2901" y="3210"/>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6762" name="Rectangle 30"/>
            <p:cNvSpPr/>
            <p:nvPr/>
          </p:nvSpPr>
          <p:spPr>
            <a:xfrm>
              <a:off x="2112" y="3255"/>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6763" name="Rectangle 31"/>
            <p:cNvSpPr/>
            <p:nvPr/>
          </p:nvSpPr>
          <p:spPr>
            <a:xfrm>
              <a:off x="2214" y="3255"/>
              <a:ext cx="93" cy="12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6764" name="Rectangle 32"/>
            <p:cNvSpPr/>
            <p:nvPr/>
          </p:nvSpPr>
          <p:spPr>
            <a:xfrm>
              <a:off x="1449" y="3192"/>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6765" name="Line 33"/>
            <p:cNvSpPr/>
            <p:nvPr/>
          </p:nvSpPr>
          <p:spPr>
            <a:xfrm>
              <a:off x="1560" y="3258"/>
              <a:ext cx="153" cy="3"/>
            </a:xfrm>
            <a:prstGeom prst="line">
              <a:avLst/>
            </a:prstGeom>
            <a:ln w="9525" cap="flat" cmpd="sng">
              <a:solidFill>
                <a:schemeClr val="tx1"/>
              </a:solidFill>
              <a:prstDash val="solid"/>
              <a:headEnd type="none" w="med" len="med"/>
              <a:tailEnd type="triangle" w="med" len="med"/>
            </a:ln>
          </p:spPr>
        </p:sp>
        <p:sp>
          <p:nvSpPr>
            <p:cNvPr id="116766" name="Line 34"/>
            <p:cNvSpPr/>
            <p:nvPr/>
          </p:nvSpPr>
          <p:spPr>
            <a:xfrm flipV="1">
              <a:off x="1350" y="3432"/>
              <a:ext cx="0" cy="111"/>
            </a:xfrm>
            <a:prstGeom prst="line">
              <a:avLst/>
            </a:prstGeom>
            <a:ln w="9525" cap="flat" cmpd="sng">
              <a:solidFill>
                <a:schemeClr val="tx1"/>
              </a:solidFill>
              <a:prstDash val="solid"/>
              <a:headEnd type="none" w="med" len="med"/>
              <a:tailEnd type="triangle" w="med" len="med"/>
            </a:ln>
          </p:spPr>
        </p:sp>
        <p:sp>
          <p:nvSpPr>
            <p:cNvPr id="116767" name="Line 35"/>
            <p:cNvSpPr/>
            <p:nvPr/>
          </p:nvSpPr>
          <p:spPr>
            <a:xfrm flipV="1">
              <a:off x="3387" y="3084"/>
              <a:ext cx="231" cy="0"/>
            </a:xfrm>
            <a:prstGeom prst="line">
              <a:avLst/>
            </a:prstGeom>
            <a:ln w="9525" cap="flat" cmpd="sng">
              <a:solidFill>
                <a:schemeClr val="tx1"/>
              </a:solidFill>
              <a:prstDash val="solid"/>
              <a:headEnd type="none" w="med" len="med"/>
              <a:tailEnd type="triangle" w="med" len="med"/>
            </a:ln>
          </p:spPr>
        </p:sp>
        <p:sp>
          <p:nvSpPr>
            <p:cNvPr id="116768" name="Text Box 36"/>
            <p:cNvSpPr txBox="1"/>
            <p:nvPr/>
          </p:nvSpPr>
          <p:spPr>
            <a:xfrm>
              <a:off x="494" y="2831"/>
              <a:ext cx="25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rgbClr val="00CC66"/>
                  </a:solidFill>
                  <a:ea typeface="宋体" panose="02010600030101010101" pitchFamily="2" charset="-122"/>
                </a:rPr>
                <a:t>A</a:t>
              </a:r>
              <a:endParaRPr lang="en-US" altLang="zh-CN" sz="2400" dirty="0">
                <a:solidFill>
                  <a:srgbClr val="00CC66"/>
                </a:solidFill>
                <a:latin typeface="Times New Roman" panose="02020603050405020304" pitchFamily="18" charset="0"/>
                <a:ea typeface="宋体" panose="02010600030101010101" pitchFamily="2" charset="-122"/>
              </a:endParaRPr>
            </a:p>
          </p:txBody>
        </p:sp>
        <p:sp>
          <p:nvSpPr>
            <p:cNvPr id="116769" name="Text Box 37"/>
            <p:cNvSpPr txBox="1"/>
            <p:nvPr/>
          </p:nvSpPr>
          <p:spPr>
            <a:xfrm>
              <a:off x="668" y="3473"/>
              <a:ext cx="23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B</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116770" name="Rectangle 38"/>
            <p:cNvSpPr/>
            <p:nvPr/>
          </p:nvSpPr>
          <p:spPr>
            <a:xfrm>
              <a:off x="2295" y="3216"/>
              <a:ext cx="93" cy="12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6771" name="Text Box 39"/>
            <p:cNvSpPr txBox="1"/>
            <p:nvPr/>
          </p:nvSpPr>
          <p:spPr>
            <a:xfrm>
              <a:off x="2540" y="2966"/>
              <a:ext cx="89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propagation</a:t>
              </a:r>
              <a:endParaRPr lang="en-US" altLang="zh-CN" sz="1800" dirty="0">
                <a:latin typeface="Times New Roman" panose="02020603050405020304" pitchFamily="18" charset="0"/>
                <a:ea typeface="宋体" panose="02010600030101010101" pitchFamily="2" charset="-122"/>
              </a:endParaRPr>
            </a:p>
          </p:txBody>
        </p:sp>
        <p:sp>
          <p:nvSpPr>
            <p:cNvPr id="116772" name="Line 40"/>
            <p:cNvSpPr/>
            <p:nvPr/>
          </p:nvSpPr>
          <p:spPr>
            <a:xfrm rot="10800000">
              <a:off x="2385" y="3084"/>
              <a:ext cx="201" cy="0"/>
            </a:xfrm>
            <a:prstGeom prst="line">
              <a:avLst/>
            </a:prstGeom>
            <a:ln w="9525" cap="flat" cmpd="sng">
              <a:solidFill>
                <a:schemeClr val="tx1"/>
              </a:solidFill>
              <a:prstDash val="solid"/>
              <a:headEnd type="none" w="med" len="med"/>
              <a:tailEnd type="triangle" w="med" len="med"/>
            </a:ln>
          </p:spPr>
        </p:sp>
        <p:sp>
          <p:nvSpPr>
            <p:cNvPr id="116773" name="Text Box 41"/>
            <p:cNvSpPr txBox="1"/>
            <p:nvPr/>
          </p:nvSpPr>
          <p:spPr>
            <a:xfrm>
              <a:off x="1346" y="2702"/>
              <a:ext cx="95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transmission</a:t>
              </a:r>
              <a:endParaRPr lang="en-US" altLang="zh-CN" sz="1800" dirty="0">
                <a:latin typeface="Times New Roman" panose="02020603050405020304" pitchFamily="18" charset="0"/>
                <a:ea typeface="宋体" panose="02010600030101010101" pitchFamily="2" charset="-122"/>
              </a:endParaRPr>
            </a:p>
          </p:txBody>
        </p:sp>
        <p:sp>
          <p:nvSpPr>
            <p:cNvPr id="116774" name="Line 42"/>
            <p:cNvSpPr/>
            <p:nvPr/>
          </p:nvSpPr>
          <p:spPr>
            <a:xfrm rot="10800000" flipH="1" flipV="1">
              <a:off x="2022" y="2874"/>
              <a:ext cx="333" cy="336"/>
            </a:xfrm>
            <a:prstGeom prst="line">
              <a:avLst/>
            </a:prstGeom>
            <a:ln w="9525" cap="flat" cmpd="sng">
              <a:solidFill>
                <a:schemeClr val="tx1"/>
              </a:solidFill>
              <a:prstDash val="solid"/>
              <a:headEnd type="none" w="med" len="med"/>
              <a:tailEnd type="triangle" w="med" len="med"/>
            </a:ln>
          </p:spPr>
        </p:sp>
        <p:sp>
          <p:nvSpPr>
            <p:cNvPr id="116775" name="Text Box 43"/>
            <p:cNvSpPr txBox="1"/>
            <p:nvPr/>
          </p:nvSpPr>
          <p:spPr>
            <a:xfrm>
              <a:off x="1424" y="3668"/>
              <a:ext cx="822"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nodal</a:t>
              </a:r>
              <a:endParaRPr lang="en-US" altLang="zh-CN" sz="1800" dirty="0">
                <a:solidFill>
                  <a:srgbClr val="FF0000"/>
                </a:solidFill>
                <a:ea typeface="宋体" panose="02010600030101010101" pitchFamily="2" charset="-122"/>
              </a:endParaRPr>
            </a:p>
            <a:p>
              <a:pPr marL="0" lvl="0" indent="0" algn="ctr">
                <a:spcBef>
                  <a:spcPct val="0"/>
                </a:spcBef>
                <a:buClrTx/>
                <a:buSzTx/>
                <a:buFontTx/>
                <a:buNone/>
              </a:pPr>
              <a:r>
                <a:rPr lang="en-US" altLang="zh-CN" sz="1800" dirty="0">
                  <a:solidFill>
                    <a:srgbClr val="FF0000"/>
                  </a:solidFill>
                  <a:ea typeface="宋体" panose="02010600030101010101" pitchFamily="2" charset="-122"/>
                </a:rPr>
                <a:t>processing</a:t>
              </a:r>
              <a:endParaRPr lang="en-US" altLang="zh-CN" sz="1800" dirty="0">
                <a:latin typeface="Times New Roman" panose="02020603050405020304" pitchFamily="18" charset="0"/>
                <a:ea typeface="宋体" panose="02010600030101010101" pitchFamily="2" charset="-122"/>
              </a:endParaRPr>
            </a:p>
          </p:txBody>
        </p:sp>
        <p:sp>
          <p:nvSpPr>
            <p:cNvPr id="116776" name="Line 44"/>
            <p:cNvSpPr/>
            <p:nvPr/>
          </p:nvSpPr>
          <p:spPr>
            <a:xfrm rot="10800000">
              <a:off x="1587" y="3696"/>
              <a:ext cx="525" cy="0"/>
            </a:xfrm>
            <a:prstGeom prst="line">
              <a:avLst/>
            </a:prstGeom>
            <a:ln w="9525" cap="flat" cmpd="sng">
              <a:solidFill>
                <a:schemeClr val="tx1"/>
              </a:solidFill>
              <a:prstDash val="solid"/>
              <a:headEnd type="triangle" w="med" len="med"/>
              <a:tailEnd type="triangle" w="med" len="med"/>
            </a:ln>
          </p:spPr>
        </p:sp>
        <p:sp>
          <p:nvSpPr>
            <p:cNvPr id="116777" name="Line 45"/>
            <p:cNvSpPr/>
            <p:nvPr/>
          </p:nvSpPr>
          <p:spPr>
            <a:xfrm rot="-10800000" flipV="1">
              <a:off x="2097" y="3546"/>
              <a:ext cx="243" cy="0"/>
            </a:xfrm>
            <a:prstGeom prst="line">
              <a:avLst/>
            </a:prstGeom>
            <a:ln w="9525" cap="flat" cmpd="sng">
              <a:solidFill>
                <a:schemeClr val="tx1"/>
              </a:solidFill>
              <a:prstDash val="solid"/>
              <a:headEnd type="triangle" w="med" len="med"/>
              <a:tailEnd type="triangle" w="med" len="med"/>
            </a:ln>
          </p:spPr>
        </p:sp>
        <p:sp>
          <p:nvSpPr>
            <p:cNvPr id="116778" name="Text Box 46"/>
            <p:cNvSpPr txBox="1"/>
            <p:nvPr/>
          </p:nvSpPr>
          <p:spPr>
            <a:xfrm>
              <a:off x="2354" y="3830"/>
              <a:ext cx="690"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queueing</a:t>
              </a:r>
              <a:endParaRPr lang="en-US" altLang="zh-CN" sz="1800" dirty="0">
                <a:latin typeface="Times New Roman" panose="02020603050405020304" pitchFamily="18" charset="0"/>
                <a:ea typeface="宋体" panose="02010600030101010101" pitchFamily="2" charset="-122"/>
              </a:endParaRPr>
            </a:p>
          </p:txBody>
        </p:sp>
        <p:sp>
          <p:nvSpPr>
            <p:cNvPr id="116779" name="Line 47"/>
            <p:cNvSpPr/>
            <p:nvPr/>
          </p:nvSpPr>
          <p:spPr>
            <a:xfrm rot="10800000">
              <a:off x="2199" y="3546"/>
              <a:ext cx="375" cy="348"/>
            </a:xfrm>
            <a:prstGeom prst="line">
              <a:avLst/>
            </a:prstGeom>
            <a:ln w="9525" cap="flat" cmpd="sng">
              <a:solidFill>
                <a:schemeClr val="tx1"/>
              </a:solidFill>
              <a:prstDash val="solid"/>
              <a:headEnd type="none" w="med" len="med"/>
              <a:tailEnd type="none" w="med" len="med"/>
            </a:ln>
          </p:spPr>
        </p:sp>
        <p:grpSp>
          <p:nvGrpSpPr>
            <p:cNvPr id="116780" name="Group 48"/>
            <p:cNvGrpSpPr/>
            <p:nvPr/>
          </p:nvGrpSpPr>
          <p:grpSpPr>
            <a:xfrm>
              <a:off x="3738" y="3168"/>
              <a:ext cx="314" cy="75"/>
              <a:chOff x="2208" y="2184"/>
              <a:chExt cx="176" cy="69"/>
            </a:xfrm>
          </p:grpSpPr>
          <p:grpSp>
            <p:nvGrpSpPr>
              <p:cNvPr id="116781" name="Group 49"/>
              <p:cNvGrpSpPr/>
              <p:nvPr/>
            </p:nvGrpSpPr>
            <p:grpSpPr>
              <a:xfrm>
                <a:off x="2208" y="2185"/>
                <a:ext cx="176" cy="68"/>
                <a:chOff x="2848" y="848"/>
                <a:chExt cx="140" cy="98"/>
              </a:xfrm>
            </p:grpSpPr>
            <p:sp>
              <p:nvSpPr>
                <p:cNvPr id="116786" name="Line 5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6787" name="Line 5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6788" name="Line 5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16782" name="Group 53"/>
              <p:cNvGrpSpPr/>
              <p:nvPr/>
            </p:nvGrpSpPr>
            <p:grpSpPr>
              <a:xfrm flipV="1">
                <a:off x="2208" y="2184"/>
                <a:ext cx="176" cy="68"/>
                <a:chOff x="2848" y="848"/>
                <a:chExt cx="140" cy="98"/>
              </a:xfrm>
            </p:grpSpPr>
            <p:sp>
              <p:nvSpPr>
                <p:cNvPr id="116783" name="Line 5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16784" name="Line 5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16785" name="Line 5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sp>
        <p:nvSpPr>
          <p:cNvPr id="116744" name="Rectangle 57"/>
          <p:cNvSpPr/>
          <p:nvPr/>
        </p:nvSpPr>
        <p:spPr>
          <a:xfrm>
            <a:off x="4476750" y="3790950"/>
            <a:ext cx="3800475" cy="84772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buNone/>
            </a:pPr>
            <a:r>
              <a:rPr lang="en-US" altLang="zh-CN" sz="2400" dirty="0">
                <a:solidFill>
                  <a:srgbClr val="FF0000"/>
                </a:solidFill>
                <a:ea typeface="宋体" panose="02010600030101010101" pitchFamily="2" charset="-122"/>
              </a:rPr>
              <a:t>Note: </a:t>
            </a:r>
            <a:r>
              <a:rPr lang="en-US" altLang="zh-CN" sz="2400" dirty="0">
                <a:ea typeface="宋体" panose="02010600030101010101" pitchFamily="2" charset="-122"/>
              </a:rPr>
              <a:t>s and R are </a:t>
            </a:r>
            <a:r>
              <a:rPr lang="en-US" altLang="zh-CN" sz="2400" i="1" dirty="0">
                <a:ea typeface="宋体" panose="02010600030101010101" pitchFamily="2" charset="-122"/>
              </a:rPr>
              <a:t>very </a:t>
            </a:r>
            <a:r>
              <a:rPr lang="en-US" altLang="zh-CN" sz="2400" dirty="0">
                <a:ea typeface="宋体" panose="02010600030101010101" pitchFamily="2" charset="-122"/>
              </a:rPr>
              <a:t>different quantities!</a:t>
            </a:r>
            <a:endParaRPr lang="en-US" altLang="zh-CN" sz="2400" dirty="0">
              <a:ea typeface="宋体" panose="02010600030101010101" pitchFamily="2" charset="-122"/>
            </a:endParaRPr>
          </a:p>
        </p:txBody>
      </p:sp>
      <p:sp>
        <p:nvSpPr>
          <p:cNvPr id="116745" name="Rectangle 58"/>
          <p:cNvSpPr/>
          <p:nvPr/>
        </p:nvSpPr>
        <p:spPr>
          <a:xfrm>
            <a:off x="4476750" y="3800475"/>
            <a:ext cx="3676650" cy="876300"/>
          </a:xfrm>
          <a:prstGeom prst="rect">
            <a:avLst/>
          </a:prstGeom>
          <a:noFill/>
          <a:ln w="19050"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18787"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18788" name="Rectangle 2"/>
          <p:cNvSpPr>
            <a:spLocks noGrp="1"/>
          </p:cNvSpPr>
          <p:nvPr>
            <p:ph type="title"/>
          </p:nvPr>
        </p:nvSpPr>
        <p:spPr>
          <a:xfrm>
            <a:off x="522288" y="0"/>
            <a:ext cx="7772400" cy="1143000"/>
          </a:xfrm>
        </p:spPr>
        <p:txBody>
          <a:bodyPr vert="horz" wrap="square" lIns="91440" tIns="45720" rIns="91440" bIns="45720" anchor="ctr" anchorCtr="0"/>
          <a:p>
            <a:r>
              <a:rPr lang="en-US" altLang="zh-CN" dirty="0">
                <a:ea typeface="宋体" panose="02010600030101010101" pitchFamily="2" charset="-122"/>
              </a:rPr>
              <a:t>Caravan analogy</a:t>
            </a:r>
            <a:endParaRPr lang="en-US" altLang="zh-CN" dirty="0">
              <a:ea typeface="宋体" panose="02010600030101010101" pitchFamily="2" charset="-122"/>
            </a:endParaRPr>
          </a:p>
        </p:txBody>
      </p:sp>
      <p:sp>
        <p:nvSpPr>
          <p:cNvPr id="118789" name="Rectangle 3"/>
          <p:cNvSpPr>
            <a:spLocks noGrp="1"/>
          </p:cNvSpPr>
          <p:nvPr>
            <p:ph sz="half" idx="1"/>
          </p:nvPr>
        </p:nvSpPr>
        <p:spPr>
          <a:xfrm>
            <a:off x="279400" y="2679700"/>
            <a:ext cx="4216400" cy="3317875"/>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cars “propagate” at </a:t>
            </a:r>
            <a:br>
              <a:rPr lang="en-US" altLang="zh-CN" sz="2400" dirty="0">
                <a:latin typeface="+mn-lt"/>
                <a:ea typeface="宋体" panose="02010600030101010101" pitchFamily="2" charset="-122"/>
                <a:cs typeface="+mn-cs"/>
              </a:rPr>
            </a:br>
            <a:r>
              <a:rPr lang="en-US" altLang="zh-CN" sz="2400" dirty="0">
                <a:latin typeface="+mn-lt"/>
                <a:ea typeface="宋体" panose="02010600030101010101" pitchFamily="2" charset="-122"/>
                <a:cs typeface="+mn-cs"/>
              </a:rPr>
              <a:t>100 km/hr</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toll booth takes 12 sec to service car (transmission time)</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car~bit; caravan ~ packet</a:t>
            </a:r>
            <a:endParaRPr lang="en-US" altLang="zh-CN" sz="2400" dirty="0">
              <a:latin typeface="+mn-lt"/>
              <a:ea typeface="宋体" panose="02010600030101010101" pitchFamily="2" charset="-122"/>
              <a:cs typeface="+mn-cs"/>
            </a:endParaRPr>
          </a:p>
          <a:p>
            <a:pPr>
              <a:buSzPct val="85000"/>
            </a:pPr>
            <a:r>
              <a:rPr lang="en-US" altLang="zh-CN" sz="2400" dirty="0">
                <a:solidFill>
                  <a:srgbClr val="FF0000"/>
                </a:solidFill>
                <a:latin typeface="+mn-lt"/>
                <a:ea typeface="宋体" panose="02010600030101010101" pitchFamily="2" charset="-122"/>
                <a:cs typeface="+mn-cs"/>
              </a:rPr>
              <a:t>Q: How long until caravan is lined up before 2nd toll booth?</a:t>
            </a:r>
            <a:endParaRPr lang="en-US" altLang="zh-CN" sz="2400" dirty="0">
              <a:latin typeface="+mn-lt"/>
              <a:ea typeface="宋体" panose="02010600030101010101" pitchFamily="2" charset="-122"/>
              <a:cs typeface="+mn-cs"/>
            </a:endParaRPr>
          </a:p>
          <a:p>
            <a:pPr>
              <a:buSzPct val="85000"/>
              <a:buFont typeface="Wingdings" panose="05000000000000000000" pitchFamily="2" charset="2"/>
              <a:buNone/>
            </a:pPr>
            <a:endParaRPr lang="en-US" altLang="zh-CN" sz="2400" dirty="0">
              <a:latin typeface="+mn-lt"/>
              <a:ea typeface="宋体" panose="02010600030101010101" pitchFamily="2" charset="-122"/>
              <a:cs typeface="+mn-cs"/>
            </a:endParaRPr>
          </a:p>
        </p:txBody>
      </p:sp>
      <p:sp>
        <p:nvSpPr>
          <p:cNvPr id="118790" name="Rectangle 4"/>
          <p:cNvSpPr>
            <a:spLocks noGrp="1"/>
          </p:cNvSpPr>
          <p:nvPr>
            <p:ph sz="half" idx="2"/>
          </p:nvPr>
        </p:nvSpPr>
        <p:spPr>
          <a:xfrm>
            <a:off x="4740275" y="2632075"/>
            <a:ext cx="4162425" cy="3365500"/>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Time to “push” entire caravan through toll booth onto highway = 12*10 = 120 sec</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Time for last car to propagate from 1st to 2nd toll both: 100km/(100km/hr)= 1 hr</a:t>
            </a:r>
            <a:endParaRPr lang="en-US" altLang="zh-CN" sz="2400" dirty="0">
              <a:latin typeface="+mn-lt"/>
              <a:ea typeface="宋体" panose="02010600030101010101" pitchFamily="2" charset="-122"/>
              <a:cs typeface="+mn-cs"/>
            </a:endParaRPr>
          </a:p>
          <a:p>
            <a:pPr>
              <a:buSzPct val="85000"/>
            </a:pPr>
            <a:r>
              <a:rPr lang="en-US" altLang="zh-CN" sz="2400" dirty="0">
                <a:solidFill>
                  <a:srgbClr val="FF0000"/>
                </a:solidFill>
                <a:latin typeface="+mn-lt"/>
                <a:ea typeface="宋体" panose="02010600030101010101" pitchFamily="2" charset="-122"/>
                <a:cs typeface="+mn-cs"/>
              </a:rPr>
              <a:t>A: 62 minutes</a:t>
            </a:r>
            <a:endParaRPr lang="en-US" altLang="zh-CN" sz="2400" dirty="0">
              <a:latin typeface="+mn-lt"/>
              <a:ea typeface="宋体" panose="02010600030101010101" pitchFamily="2" charset="-122"/>
              <a:cs typeface="+mn-cs"/>
            </a:endParaRPr>
          </a:p>
        </p:txBody>
      </p:sp>
      <p:grpSp>
        <p:nvGrpSpPr>
          <p:cNvPr id="118791" name="Group 42"/>
          <p:cNvGrpSpPr/>
          <p:nvPr/>
        </p:nvGrpSpPr>
        <p:grpSpPr>
          <a:xfrm>
            <a:off x="261938" y="1150938"/>
            <a:ext cx="8043862" cy="1481137"/>
            <a:chOff x="165" y="725"/>
            <a:chExt cx="5067" cy="933"/>
          </a:xfrm>
        </p:grpSpPr>
        <p:grpSp>
          <p:nvGrpSpPr>
            <p:cNvPr id="118792" name="Group 43"/>
            <p:cNvGrpSpPr/>
            <p:nvPr/>
          </p:nvGrpSpPr>
          <p:grpSpPr>
            <a:xfrm>
              <a:off x="3520" y="781"/>
              <a:ext cx="546" cy="877"/>
              <a:chOff x="1342" y="938"/>
              <a:chExt cx="546" cy="877"/>
            </a:xfrm>
          </p:grpSpPr>
          <p:sp>
            <p:nvSpPr>
              <p:cNvPr id="118816" name="Rectangle 44"/>
              <p:cNvSpPr/>
              <p:nvPr/>
            </p:nvSpPr>
            <p:spPr>
              <a:xfrm>
                <a:off x="1568" y="938"/>
                <a:ext cx="47" cy="42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8817" name="Text Box 45"/>
              <p:cNvSpPr txBox="1"/>
              <p:nvPr/>
            </p:nvSpPr>
            <p:spPr>
              <a:xfrm>
                <a:off x="1342" y="1373"/>
                <a:ext cx="546" cy="4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toll </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booth</a:t>
                </a:r>
                <a:endParaRPr lang="en-US" altLang="zh-CN" sz="2000" dirty="0">
                  <a:ea typeface="宋体" panose="02010600030101010101" pitchFamily="2" charset="-122"/>
                </a:endParaRPr>
              </a:p>
            </p:txBody>
          </p:sp>
        </p:grpSp>
        <p:grpSp>
          <p:nvGrpSpPr>
            <p:cNvPr id="118793" name="Group 46"/>
            <p:cNvGrpSpPr/>
            <p:nvPr/>
          </p:nvGrpSpPr>
          <p:grpSpPr>
            <a:xfrm>
              <a:off x="1723" y="781"/>
              <a:ext cx="546" cy="877"/>
              <a:chOff x="1342" y="938"/>
              <a:chExt cx="546" cy="877"/>
            </a:xfrm>
          </p:grpSpPr>
          <p:sp>
            <p:nvSpPr>
              <p:cNvPr id="118814" name="Rectangle 47"/>
              <p:cNvSpPr/>
              <p:nvPr/>
            </p:nvSpPr>
            <p:spPr>
              <a:xfrm>
                <a:off x="1568" y="938"/>
                <a:ext cx="47" cy="42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8815" name="Text Box 48"/>
              <p:cNvSpPr txBox="1"/>
              <p:nvPr/>
            </p:nvSpPr>
            <p:spPr>
              <a:xfrm>
                <a:off x="1342" y="1373"/>
                <a:ext cx="546" cy="4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toll </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booth</a:t>
                </a:r>
                <a:endParaRPr lang="en-US" altLang="zh-CN" sz="2000" dirty="0">
                  <a:ea typeface="宋体" panose="02010600030101010101" pitchFamily="2" charset="-122"/>
                </a:endParaRPr>
              </a:p>
            </p:txBody>
          </p:sp>
        </p:grpSp>
        <p:sp>
          <p:nvSpPr>
            <p:cNvPr id="118794" name="AutoShape 49"/>
            <p:cNvSpPr/>
            <p:nvPr/>
          </p:nvSpPr>
          <p:spPr>
            <a:xfrm rot="-5400000">
              <a:off x="1011" y="307"/>
              <a:ext cx="50" cy="1743"/>
            </a:xfrm>
            <a:prstGeom prst="leftBrace">
              <a:avLst>
                <a:gd name="adj1" fmla="val 290500"/>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8795" name="Text Box 50"/>
            <p:cNvSpPr txBox="1"/>
            <p:nvPr/>
          </p:nvSpPr>
          <p:spPr>
            <a:xfrm>
              <a:off x="726" y="1139"/>
              <a:ext cx="719" cy="4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ten-car </a:t>
              </a: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caravan</a:t>
              </a:r>
              <a:endParaRPr lang="en-US" altLang="zh-CN" sz="2000" dirty="0">
                <a:latin typeface="Times New Roman" panose="02020603050405020304" pitchFamily="18" charset="0"/>
                <a:ea typeface="宋体" panose="02010600030101010101" pitchFamily="2" charset="-122"/>
              </a:endParaRPr>
            </a:p>
          </p:txBody>
        </p:sp>
        <p:sp>
          <p:nvSpPr>
            <p:cNvPr id="118796" name="Line 51"/>
            <p:cNvSpPr/>
            <p:nvPr/>
          </p:nvSpPr>
          <p:spPr>
            <a:xfrm flipH="1">
              <a:off x="2100" y="976"/>
              <a:ext cx="415" cy="0"/>
            </a:xfrm>
            <a:prstGeom prst="line">
              <a:avLst/>
            </a:prstGeom>
            <a:ln w="9525" cap="flat" cmpd="sng">
              <a:solidFill>
                <a:schemeClr val="tx1"/>
              </a:solidFill>
              <a:prstDash val="solid"/>
              <a:headEnd type="none" w="med" len="med"/>
              <a:tailEnd type="triangle" w="med" len="med"/>
            </a:ln>
          </p:spPr>
        </p:sp>
        <p:sp>
          <p:nvSpPr>
            <p:cNvPr id="118797" name="Text Box 52"/>
            <p:cNvSpPr txBox="1"/>
            <p:nvPr/>
          </p:nvSpPr>
          <p:spPr>
            <a:xfrm>
              <a:off x="2515" y="850"/>
              <a:ext cx="68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100 km</a:t>
              </a:r>
              <a:endParaRPr lang="en-US" altLang="zh-CN" sz="2000" dirty="0">
                <a:ea typeface="宋体" panose="02010600030101010101" pitchFamily="2" charset="-122"/>
              </a:endParaRPr>
            </a:p>
          </p:txBody>
        </p:sp>
        <p:sp>
          <p:nvSpPr>
            <p:cNvPr id="118798" name="Line 53"/>
            <p:cNvSpPr/>
            <p:nvPr/>
          </p:nvSpPr>
          <p:spPr>
            <a:xfrm flipH="1" flipV="1">
              <a:off x="3985" y="975"/>
              <a:ext cx="392" cy="1"/>
            </a:xfrm>
            <a:prstGeom prst="line">
              <a:avLst/>
            </a:prstGeom>
            <a:ln w="9525" cap="flat" cmpd="sng">
              <a:solidFill>
                <a:schemeClr val="tx1"/>
              </a:solidFill>
              <a:prstDash val="solid"/>
              <a:headEnd type="none" w="med" len="med"/>
              <a:tailEnd type="triangle" w="med" len="med"/>
            </a:ln>
          </p:spPr>
        </p:sp>
        <p:sp>
          <p:nvSpPr>
            <p:cNvPr id="118799" name="Text Box 54"/>
            <p:cNvSpPr txBox="1"/>
            <p:nvPr/>
          </p:nvSpPr>
          <p:spPr>
            <a:xfrm>
              <a:off x="4377" y="850"/>
              <a:ext cx="68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100 km</a:t>
              </a:r>
              <a:endParaRPr lang="en-US" altLang="zh-CN" sz="2000" dirty="0">
                <a:ea typeface="宋体" panose="02010600030101010101" pitchFamily="2" charset="-122"/>
              </a:endParaRPr>
            </a:p>
          </p:txBody>
        </p:sp>
        <p:sp>
          <p:nvSpPr>
            <p:cNvPr id="118800" name="Line 55"/>
            <p:cNvSpPr/>
            <p:nvPr/>
          </p:nvSpPr>
          <p:spPr>
            <a:xfrm>
              <a:off x="5057" y="976"/>
              <a:ext cx="175" cy="0"/>
            </a:xfrm>
            <a:prstGeom prst="line">
              <a:avLst/>
            </a:prstGeom>
            <a:ln w="9525" cap="flat" cmpd="sng">
              <a:solidFill>
                <a:schemeClr val="tx1"/>
              </a:solidFill>
              <a:prstDash val="solid"/>
              <a:headEnd type="none" w="med" len="med"/>
              <a:tailEnd type="none" w="med" len="med"/>
            </a:ln>
          </p:spPr>
        </p:sp>
        <p:sp>
          <p:nvSpPr>
            <p:cNvPr id="118801" name="Oval 56"/>
            <p:cNvSpPr/>
            <p:nvPr/>
          </p:nvSpPr>
          <p:spPr>
            <a:xfrm>
              <a:off x="679" y="976"/>
              <a:ext cx="47" cy="47"/>
            </a:xfrm>
            <a:prstGeom prst="ellipse">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8802" name="Oval 57"/>
            <p:cNvSpPr/>
            <p:nvPr/>
          </p:nvSpPr>
          <p:spPr>
            <a:xfrm>
              <a:off x="775" y="976"/>
              <a:ext cx="47" cy="47"/>
            </a:xfrm>
            <a:prstGeom prst="ellipse">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8803" name="Oval 58"/>
            <p:cNvSpPr/>
            <p:nvPr/>
          </p:nvSpPr>
          <p:spPr>
            <a:xfrm>
              <a:off x="916" y="976"/>
              <a:ext cx="47" cy="47"/>
            </a:xfrm>
            <a:prstGeom prst="ellipse">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pic>
          <p:nvPicPr>
            <p:cNvPr id="118804" name="Picture 59" descr="MCj03985170000[1]"/>
            <p:cNvPicPr>
              <a:picLocks noChangeAspect="1"/>
            </p:cNvPicPr>
            <p:nvPr/>
          </p:nvPicPr>
          <p:blipFill>
            <a:blip r:embed="rId1"/>
            <a:stretch>
              <a:fillRect/>
            </a:stretch>
          </p:blipFill>
          <p:spPr>
            <a:xfrm flipH="1">
              <a:off x="984" y="920"/>
              <a:ext cx="472" cy="138"/>
            </a:xfrm>
            <a:prstGeom prst="rect">
              <a:avLst/>
            </a:prstGeom>
            <a:noFill/>
            <a:ln w="9525">
              <a:noFill/>
            </a:ln>
          </p:spPr>
        </p:pic>
        <p:pic>
          <p:nvPicPr>
            <p:cNvPr id="118805" name="Picture 60" descr="MCj03985170000[1]"/>
            <p:cNvPicPr>
              <a:picLocks noChangeAspect="1"/>
            </p:cNvPicPr>
            <p:nvPr/>
          </p:nvPicPr>
          <p:blipFill>
            <a:blip r:embed="rId1"/>
            <a:stretch>
              <a:fillRect/>
            </a:stretch>
          </p:blipFill>
          <p:spPr>
            <a:xfrm flipH="1">
              <a:off x="186" y="917"/>
              <a:ext cx="472" cy="138"/>
            </a:xfrm>
            <a:prstGeom prst="rect">
              <a:avLst/>
            </a:prstGeom>
            <a:noFill/>
            <a:ln w="9525">
              <a:noFill/>
            </a:ln>
          </p:spPr>
        </p:pic>
        <p:grpSp>
          <p:nvGrpSpPr>
            <p:cNvPr id="118806" name="Group 61"/>
            <p:cNvGrpSpPr/>
            <p:nvPr/>
          </p:nvGrpSpPr>
          <p:grpSpPr>
            <a:xfrm>
              <a:off x="1815" y="725"/>
              <a:ext cx="289" cy="490"/>
              <a:chOff x="2365" y="1352"/>
              <a:chExt cx="1022" cy="1616"/>
            </a:xfrm>
          </p:grpSpPr>
          <p:pic>
            <p:nvPicPr>
              <p:cNvPr id="118812" name="Picture 62"/>
              <p:cNvPicPr>
                <a:picLocks noChangeAspect="1"/>
              </p:cNvPicPr>
              <p:nvPr/>
            </p:nvPicPr>
            <p:blipFill>
              <a:blip r:embed="rId2"/>
              <a:stretch>
                <a:fillRect/>
              </a:stretch>
            </p:blipFill>
            <p:spPr>
              <a:xfrm>
                <a:off x="2373" y="1352"/>
                <a:ext cx="1014" cy="1616"/>
              </a:xfrm>
              <a:prstGeom prst="rect">
                <a:avLst/>
              </a:prstGeom>
              <a:noFill/>
              <a:ln w="9525">
                <a:noFill/>
              </a:ln>
            </p:spPr>
          </p:pic>
          <p:sp>
            <p:nvSpPr>
              <p:cNvPr id="118813" name="Rectangle 63"/>
              <p:cNvSpPr/>
              <p:nvPr/>
            </p:nvSpPr>
            <p:spPr>
              <a:xfrm>
                <a:off x="2365" y="2129"/>
                <a:ext cx="367" cy="210"/>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pic>
          <p:nvPicPr>
            <p:cNvPr id="118807" name="Picture 64" descr="MCj03985170000[1]"/>
            <p:cNvPicPr>
              <a:picLocks noChangeAspect="1"/>
            </p:cNvPicPr>
            <p:nvPr/>
          </p:nvPicPr>
          <p:blipFill>
            <a:blip r:embed="rId1"/>
            <a:stretch>
              <a:fillRect/>
            </a:stretch>
          </p:blipFill>
          <p:spPr>
            <a:xfrm flipH="1">
              <a:off x="1465" y="933"/>
              <a:ext cx="472" cy="138"/>
            </a:xfrm>
            <a:prstGeom prst="rect">
              <a:avLst/>
            </a:prstGeom>
            <a:noFill/>
            <a:ln w="9525">
              <a:noFill/>
            </a:ln>
          </p:spPr>
        </p:pic>
        <p:grpSp>
          <p:nvGrpSpPr>
            <p:cNvPr id="118808" name="Group 65"/>
            <p:cNvGrpSpPr/>
            <p:nvPr/>
          </p:nvGrpSpPr>
          <p:grpSpPr>
            <a:xfrm>
              <a:off x="3656" y="743"/>
              <a:ext cx="289" cy="490"/>
              <a:chOff x="2365" y="1352"/>
              <a:chExt cx="1022" cy="1616"/>
            </a:xfrm>
          </p:grpSpPr>
          <p:pic>
            <p:nvPicPr>
              <p:cNvPr id="118810" name="Picture 66"/>
              <p:cNvPicPr>
                <a:picLocks noChangeAspect="1"/>
              </p:cNvPicPr>
              <p:nvPr/>
            </p:nvPicPr>
            <p:blipFill>
              <a:blip r:embed="rId2"/>
              <a:stretch>
                <a:fillRect/>
              </a:stretch>
            </p:blipFill>
            <p:spPr>
              <a:xfrm>
                <a:off x="2373" y="1352"/>
                <a:ext cx="1014" cy="1616"/>
              </a:xfrm>
              <a:prstGeom prst="rect">
                <a:avLst/>
              </a:prstGeom>
              <a:noFill/>
              <a:ln w="9525">
                <a:noFill/>
              </a:ln>
            </p:spPr>
          </p:pic>
          <p:sp>
            <p:nvSpPr>
              <p:cNvPr id="118811" name="Rectangle 67"/>
              <p:cNvSpPr/>
              <p:nvPr/>
            </p:nvSpPr>
            <p:spPr>
              <a:xfrm>
                <a:off x="2365" y="2129"/>
                <a:ext cx="367" cy="210"/>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118809" name="Line 68"/>
            <p:cNvSpPr/>
            <p:nvPr/>
          </p:nvSpPr>
          <p:spPr>
            <a:xfrm>
              <a:off x="3195" y="976"/>
              <a:ext cx="546" cy="0"/>
            </a:xfrm>
            <a:prstGeom prst="line">
              <a:avLst/>
            </a:prstGeom>
            <a:ln w="9525" cap="flat" cmpd="sng">
              <a:solidFill>
                <a:schemeClr val="tx1"/>
              </a:solidFill>
              <a:prstDash val="solid"/>
              <a:headEnd type="none" w="med" len="med"/>
              <a:tailEnd type="triangle" w="med" len="med"/>
            </a:ln>
          </p:spPr>
        </p:sp>
      </p:gr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20835"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20836" name="Rectangle 2"/>
          <p:cNvSpPr>
            <a:spLocks noGrp="1"/>
          </p:cNvSpPr>
          <p:nvPr>
            <p:ph type="title"/>
          </p:nvPr>
        </p:nvSpPr>
        <p:spPr>
          <a:xfrm>
            <a:off x="522288" y="0"/>
            <a:ext cx="7772400" cy="1143000"/>
          </a:xfrm>
        </p:spPr>
        <p:txBody>
          <a:bodyPr vert="horz" wrap="square" lIns="91440" tIns="45720" rIns="91440" bIns="45720" anchor="ctr" anchorCtr="0"/>
          <a:p>
            <a:r>
              <a:rPr lang="en-US" altLang="zh-CN" dirty="0">
                <a:ea typeface="宋体" panose="02010600030101010101" pitchFamily="2" charset="-122"/>
              </a:rPr>
              <a:t>Caravan analogy (more)</a:t>
            </a:r>
            <a:endParaRPr lang="en-US" altLang="zh-CN" dirty="0">
              <a:ea typeface="宋体" panose="02010600030101010101" pitchFamily="2" charset="-122"/>
            </a:endParaRPr>
          </a:p>
        </p:txBody>
      </p:sp>
      <p:sp>
        <p:nvSpPr>
          <p:cNvPr id="120837" name="Rectangle 3"/>
          <p:cNvSpPr>
            <a:spLocks noGrp="1"/>
          </p:cNvSpPr>
          <p:nvPr>
            <p:ph sz="half" idx="1"/>
          </p:nvPr>
        </p:nvSpPr>
        <p:spPr>
          <a:xfrm>
            <a:off x="401638" y="2930525"/>
            <a:ext cx="3941762" cy="3317875"/>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Cars now “propagate” at </a:t>
            </a:r>
            <a:br>
              <a:rPr lang="en-US" altLang="zh-CN" sz="2400" dirty="0">
                <a:latin typeface="+mn-lt"/>
                <a:ea typeface="宋体" panose="02010600030101010101" pitchFamily="2" charset="-122"/>
                <a:cs typeface="+mn-cs"/>
              </a:rPr>
            </a:br>
            <a:r>
              <a:rPr lang="en-US" altLang="zh-CN" sz="2400" dirty="0">
                <a:latin typeface="+mn-lt"/>
                <a:ea typeface="宋体" panose="02010600030101010101" pitchFamily="2" charset="-122"/>
                <a:cs typeface="+mn-cs"/>
              </a:rPr>
              <a:t>1000 km/hr</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Toll booth now takes 1 min to service a car</a:t>
            </a:r>
            <a:endParaRPr lang="en-US" altLang="zh-CN" sz="2400" dirty="0">
              <a:solidFill>
                <a:schemeClr val="accent2"/>
              </a:solidFill>
              <a:latin typeface="+mn-lt"/>
              <a:ea typeface="宋体" panose="02010600030101010101" pitchFamily="2" charset="-122"/>
              <a:cs typeface="+mn-cs"/>
            </a:endParaRPr>
          </a:p>
          <a:p>
            <a:pPr>
              <a:buSzPct val="85000"/>
            </a:pPr>
            <a:r>
              <a:rPr lang="en-US" altLang="zh-CN" sz="2400" dirty="0">
                <a:solidFill>
                  <a:srgbClr val="FF0000"/>
                </a:solidFill>
                <a:latin typeface="+mn-lt"/>
                <a:ea typeface="宋体" panose="02010600030101010101" pitchFamily="2" charset="-122"/>
                <a:cs typeface="+mn-cs"/>
              </a:rPr>
              <a:t>Q:</a:t>
            </a:r>
            <a:r>
              <a:rPr lang="en-US" altLang="zh-CN" sz="2400" dirty="0">
                <a:solidFill>
                  <a:schemeClr val="accent2"/>
                </a:solidFill>
                <a:latin typeface="+mn-lt"/>
                <a:ea typeface="宋体" panose="02010600030101010101" pitchFamily="2" charset="-122"/>
                <a:cs typeface="+mn-cs"/>
              </a:rPr>
              <a:t> </a:t>
            </a:r>
            <a:r>
              <a:rPr lang="en-US" altLang="zh-CN" sz="2400" dirty="0">
                <a:solidFill>
                  <a:srgbClr val="FF0000"/>
                </a:solidFill>
                <a:latin typeface="+mn-lt"/>
                <a:ea typeface="宋体" panose="02010600030101010101" pitchFamily="2" charset="-122"/>
                <a:cs typeface="+mn-cs"/>
              </a:rPr>
              <a:t>Will cars arrive to 2nd booth before all cars serviced at 1st booth?</a:t>
            </a:r>
            <a:endParaRPr lang="en-US" altLang="zh-CN" sz="2400" dirty="0">
              <a:solidFill>
                <a:schemeClr val="accent2"/>
              </a:solidFill>
              <a:latin typeface="+mn-lt"/>
              <a:ea typeface="宋体" panose="02010600030101010101" pitchFamily="2" charset="-122"/>
              <a:cs typeface="+mn-cs"/>
            </a:endParaRPr>
          </a:p>
          <a:p>
            <a:pPr>
              <a:buSzPct val="85000"/>
              <a:buFont typeface="Wingdings" panose="05000000000000000000" pitchFamily="2" charset="2"/>
              <a:buNone/>
            </a:pPr>
            <a:endParaRPr lang="en-US" altLang="zh-CN" sz="2400" dirty="0">
              <a:solidFill>
                <a:schemeClr val="accent2"/>
              </a:solidFill>
              <a:latin typeface="+mn-lt"/>
              <a:ea typeface="宋体" panose="02010600030101010101" pitchFamily="2" charset="-122"/>
              <a:cs typeface="+mn-cs"/>
            </a:endParaRPr>
          </a:p>
        </p:txBody>
      </p:sp>
      <p:sp>
        <p:nvSpPr>
          <p:cNvPr id="120838" name="Rectangle 4"/>
          <p:cNvSpPr>
            <a:spLocks noGrp="1"/>
          </p:cNvSpPr>
          <p:nvPr>
            <p:ph sz="half" idx="2"/>
          </p:nvPr>
        </p:nvSpPr>
        <p:spPr>
          <a:xfrm>
            <a:off x="4495800" y="2632075"/>
            <a:ext cx="4368800" cy="3365500"/>
          </a:xfrm>
        </p:spPr>
        <p:txBody>
          <a:bodyPr vert="horz" wrap="square" lIns="91440" tIns="45720" rIns="91440" bIns="45720" anchor="t" anchorCtr="0"/>
          <a:p>
            <a:pPr>
              <a:buSzPct val="85000"/>
            </a:pPr>
            <a:r>
              <a:rPr lang="en-US" altLang="zh-CN" sz="2400" dirty="0">
                <a:solidFill>
                  <a:srgbClr val="FF0000"/>
                </a:solidFill>
                <a:latin typeface="+mn-lt"/>
                <a:ea typeface="宋体" panose="02010600030101010101" pitchFamily="2" charset="-122"/>
                <a:cs typeface="+mn-cs"/>
              </a:rPr>
              <a:t>Yes!</a:t>
            </a:r>
            <a:r>
              <a:rPr lang="en-US" altLang="zh-CN" sz="2400" dirty="0">
                <a:latin typeface="+mn-lt"/>
                <a:ea typeface="宋体" panose="02010600030101010101" pitchFamily="2" charset="-122"/>
                <a:cs typeface="+mn-cs"/>
              </a:rPr>
              <a:t> After 7 min, 1st car at 2nd booth and 3 cars still at 1st booth.</a:t>
            </a:r>
            <a:endParaRPr lang="en-US" altLang="zh-CN" sz="2400" dirty="0">
              <a:latin typeface="+mn-lt"/>
              <a:ea typeface="宋体" panose="02010600030101010101" pitchFamily="2" charset="-122"/>
              <a:cs typeface="+mn-cs"/>
            </a:endParaRPr>
          </a:p>
          <a:p>
            <a:pPr>
              <a:buSzPct val="85000"/>
            </a:pPr>
            <a:r>
              <a:rPr lang="en-US" altLang="zh-CN" sz="2400" dirty="0">
                <a:solidFill>
                  <a:schemeClr val="accent2"/>
                </a:solidFill>
                <a:latin typeface="+mn-lt"/>
                <a:ea typeface="宋体" panose="02010600030101010101" pitchFamily="2" charset="-122"/>
                <a:cs typeface="+mn-cs"/>
              </a:rPr>
              <a:t>1st bit of packet can arrive at 2nd router before packet is fully transmitted at 1st router!</a:t>
            </a:r>
            <a:endParaRPr lang="en-US" altLang="zh-CN" sz="2400" dirty="0">
              <a:latin typeface="+mn-lt"/>
              <a:ea typeface="宋体" panose="02010600030101010101" pitchFamily="2" charset="-122"/>
              <a:cs typeface="+mn-cs"/>
            </a:endParaRPr>
          </a:p>
          <a:p>
            <a:pPr lvl="1">
              <a:buSzPct val="75000"/>
            </a:pPr>
            <a:r>
              <a:rPr lang="en-US" altLang="zh-CN" sz="2000" dirty="0">
                <a:solidFill>
                  <a:schemeClr val="accent2"/>
                </a:solidFill>
                <a:latin typeface="+mn-lt"/>
                <a:ea typeface="宋体" panose="02010600030101010101" pitchFamily="2" charset="-122"/>
              </a:rPr>
              <a:t>See Ethernet applet at AWL Web site</a:t>
            </a:r>
            <a:endParaRPr lang="en-US" altLang="zh-CN" sz="2000" dirty="0">
              <a:latin typeface="+mn-lt"/>
              <a:ea typeface="宋体" panose="02010600030101010101" pitchFamily="2" charset="-122"/>
            </a:endParaRPr>
          </a:p>
        </p:txBody>
      </p:sp>
      <p:grpSp>
        <p:nvGrpSpPr>
          <p:cNvPr id="120839" name="Group 49"/>
          <p:cNvGrpSpPr/>
          <p:nvPr/>
        </p:nvGrpSpPr>
        <p:grpSpPr>
          <a:xfrm>
            <a:off x="261938" y="1150938"/>
            <a:ext cx="8043862" cy="1481137"/>
            <a:chOff x="165" y="725"/>
            <a:chExt cx="5067" cy="933"/>
          </a:xfrm>
        </p:grpSpPr>
        <p:grpSp>
          <p:nvGrpSpPr>
            <p:cNvPr id="120840" name="Group 5"/>
            <p:cNvGrpSpPr/>
            <p:nvPr/>
          </p:nvGrpSpPr>
          <p:grpSpPr>
            <a:xfrm>
              <a:off x="3520" y="781"/>
              <a:ext cx="546" cy="877"/>
              <a:chOff x="1342" y="938"/>
              <a:chExt cx="546" cy="877"/>
            </a:xfrm>
          </p:grpSpPr>
          <p:sp>
            <p:nvSpPr>
              <p:cNvPr id="120864" name="Rectangle 6"/>
              <p:cNvSpPr/>
              <p:nvPr/>
            </p:nvSpPr>
            <p:spPr>
              <a:xfrm>
                <a:off x="1568" y="938"/>
                <a:ext cx="47" cy="42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0865" name="Text Box 7"/>
              <p:cNvSpPr txBox="1"/>
              <p:nvPr/>
            </p:nvSpPr>
            <p:spPr>
              <a:xfrm>
                <a:off x="1342" y="1373"/>
                <a:ext cx="546" cy="4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toll </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booth</a:t>
                </a:r>
                <a:endParaRPr lang="en-US" altLang="zh-CN" sz="2000" dirty="0">
                  <a:ea typeface="宋体" panose="02010600030101010101" pitchFamily="2" charset="-122"/>
                </a:endParaRPr>
              </a:p>
            </p:txBody>
          </p:sp>
        </p:grpSp>
        <p:grpSp>
          <p:nvGrpSpPr>
            <p:cNvPr id="120841" name="Group 8"/>
            <p:cNvGrpSpPr/>
            <p:nvPr/>
          </p:nvGrpSpPr>
          <p:grpSpPr>
            <a:xfrm>
              <a:off x="1723" y="781"/>
              <a:ext cx="546" cy="877"/>
              <a:chOff x="1342" y="938"/>
              <a:chExt cx="546" cy="877"/>
            </a:xfrm>
          </p:grpSpPr>
          <p:sp>
            <p:nvSpPr>
              <p:cNvPr id="120862" name="Rectangle 9"/>
              <p:cNvSpPr/>
              <p:nvPr/>
            </p:nvSpPr>
            <p:spPr>
              <a:xfrm>
                <a:off x="1568" y="938"/>
                <a:ext cx="47" cy="42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0863" name="Text Box 10"/>
              <p:cNvSpPr txBox="1"/>
              <p:nvPr/>
            </p:nvSpPr>
            <p:spPr>
              <a:xfrm>
                <a:off x="1342" y="1373"/>
                <a:ext cx="546" cy="4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toll </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booth</a:t>
                </a:r>
                <a:endParaRPr lang="en-US" altLang="zh-CN" sz="2000" dirty="0">
                  <a:ea typeface="宋体" panose="02010600030101010101" pitchFamily="2" charset="-122"/>
                </a:endParaRPr>
              </a:p>
            </p:txBody>
          </p:sp>
        </p:grpSp>
        <p:sp>
          <p:nvSpPr>
            <p:cNvPr id="120842" name="AutoShape 29"/>
            <p:cNvSpPr/>
            <p:nvPr/>
          </p:nvSpPr>
          <p:spPr>
            <a:xfrm rot="-5400000">
              <a:off x="1011" y="307"/>
              <a:ext cx="50" cy="1743"/>
            </a:xfrm>
            <a:prstGeom prst="leftBrace">
              <a:avLst>
                <a:gd name="adj1" fmla="val 290500"/>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0843" name="Text Box 30"/>
            <p:cNvSpPr txBox="1"/>
            <p:nvPr/>
          </p:nvSpPr>
          <p:spPr>
            <a:xfrm>
              <a:off x="726" y="1139"/>
              <a:ext cx="719" cy="4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ten-car </a:t>
              </a: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caravan</a:t>
              </a:r>
              <a:endParaRPr lang="en-US" altLang="zh-CN" sz="2000" dirty="0">
                <a:latin typeface="Times New Roman" panose="02020603050405020304" pitchFamily="18" charset="0"/>
                <a:ea typeface="宋体" panose="02010600030101010101" pitchFamily="2" charset="-122"/>
              </a:endParaRPr>
            </a:p>
          </p:txBody>
        </p:sp>
        <p:sp>
          <p:nvSpPr>
            <p:cNvPr id="120844" name="Line 31"/>
            <p:cNvSpPr/>
            <p:nvPr/>
          </p:nvSpPr>
          <p:spPr>
            <a:xfrm flipH="1">
              <a:off x="2100" y="976"/>
              <a:ext cx="415" cy="0"/>
            </a:xfrm>
            <a:prstGeom prst="line">
              <a:avLst/>
            </a:prstGeom>
            <a:ln w="9525" cap="flat" cmpd="sng">
              <a:solidFill>
                <a:schemeClr val="tx1"/>
              </a:solidFill>
              <a:prstDash val="solid"/>
              <a:headEnd type="none" w="med" len="med"/>
              <a:tailEnd type="triangle" w="med" len="med"/>
            </a:ln>
          </p:spPr>
        </p:sp>
        <p:sp>
          <p:nvSpPr>
            <p:cNvPr id="120845" name="Text Box 33"/>
            <p:cNvSpPr txBox="1"/>
            <p:nvPr/>
          </p:nvSpPr>
          <p:spPr>
            <a:xfrm>
              <a:off x="2515" y="850"/>
              <a:ext cx="68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100 km</a:t>
              </a:r>
              <a:endParaRPr lang="en-US" altLang="zh-CN" sz="2000" dirty="0">
                <a:ea typeface="宋体" panose="02010600030101010101" pitchFamily="2" charset="-122"/>
              </a:endParaRPr>
            </a:p>
          </p:txBody>
        </p:sp>
        <p:sp>
          <p:nvSpPr>
            <p:cNvPr id="120846" name="Line 34"/>
            <p:cNvSpPr/>
            <p:nvPr/>
          </p:nvSpPr>
          <p:spPr>
            <a:xfrm flipH="1" flipV="1">
              <a:off x="3985" y="975"/>
              <a:ext cx="392" cy="1"/>
            </a:xfrm>
            <a:prstGeom prst="line">
              <a:avLst/>
            </a:prstGeom>
            <a:ln w="9525" cap="flat" cmpd="sng">
              <a:solidFill>
                <a:schemeClr val="tx1"/>
              </a:solidFill>
              <a:prstDash val="solid"/>
              <a:headEnd type="none" w="med" len="med"/>
              <a:tailEnd type="triangle" w="med" len="med"/>
            </a:ln>
          </p:spPr>
        </p:sp>
        <p:sp>
          <p:nvSpPr>
            <p:cNvPr id="120847" name="Text Box 35"/>
            <p:cNvSpPr txBox="1"/>
            <p:nvPr/>
          </p:nvSpPr>
          <p:spPr>
            <a:xfrm>
              <a:off x="4377" y="850"/>
              <a:ext cx="68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100 km</a:t>
              </a:r>
              <a:endParaRPr lang="en-US" altLang="zh-CN" sz="2000" dirty="0">
                <a:ea typeface="宋体" panose="02010600030101010101" pitchFamily="2" charset="-122"/>
              </a:endParaRPr>
            </a:p>
          </p:txBody>
        </p:sp>
        <p:sp>
          <p:nvSpPr>
            <p:cNvPr id="120848" name="Line 36"/>
            <p:cNvSpPr/>
            <p:nvPr/>
          </p:nvSpPr>
          <p:spPr>
            <a:xfrm>
              <a:off x="5057" y="976"/>
              <a:ext cx="175" cy="0"/>
            </a:xfrm>
            <a:prstGeom prst="line">
              <a:avLst/>
            </a:prstGeom>
            <a:ln w="9525" cap="flat" cmpd="sng">
              <a:solidFill>
                <a:schemeClr val="tx1"/>
              </a:solidFill>
              <a:prstDash val="solid"/>
              <a:headEnd type="none" w="med" len="med"/>
              <a:tailEnd type="none" w="med" len="med"/>
            </a:ln>
          </p:spPr>
        </p:sp>
        <p:sp>
          <p:nvSpPr>
            <p:cNvPr id="120849" name="Oval 37"/>
            <p:cNvSpPr/>
            <p:nvPr/>
          </p:nvSpPr>
          <p:spPr>
            <a:xfrm>
              <a:off x="679" y="976"/>
              <a:ext cx="47" cy="47"/>
            </a:xfrm>
            <a:prstGeom prst="ellipse">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0850" name="Oval 38"/>
            <p:cNvSpPr/>
            <p:nvPr/>
          </p:nvSpPr>
          <p:spPr>
            <a:xfrm>
              <a:off x="775" y="976"/>
              <a:ext cx="47" cy="47"/>
            </a:xfrm>
            <a:prstGeom prst="ellipse">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0851" name="Oval 39"/>
            <p:cNvSpPr/>
            <p:nvPr/>
          </p:nvSpPr>
          <p:spPr>
            <a:xfrm>
              <a:off x="916" y="976"/>
              <a:ext cx="47" cy="47"/>
            </a:xfrm>
            <a:prstGeom prst="ellipse">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pic>
          <p:nvPicPr>
            <p:cNvPr id="120852" name="Picture 41" descr="MCj03985170000[1]"/>
            <p:cNvPicPr>
              <a:picLocks noChangeAspect="1"/>
            </p:cNvPicPr>
            <p:nvPr/>
          </p:nvPicPr>
          <p:blipFill>
            <a:blip r:embed="rId1"/>
            <a:stretch>
              <a:fillRect/>
            </a:stretch>
          </p:blipFill>
          <p:spPr>
            <a:xfrm flipH="1">
              <a:off x="984" y="920"/>
              <a:ext cx="472" cy="138"/>
            </a:xfrm>
            <a:prstGeom prst="rect">
              <a:avLst/>
            </a:prstGeom>
            <a:noFill/>
            <a:ln w="9525">
              <a:noFill/>
            </a:ln>
          </p:spPr>
        </p:pic>
        <p:pic>
          <p:nvPicPr>
            <p:cNvPr id="120853" name="Picture 42" descr="MCj03985170000[1]"/>
            <p:cNvPicPr>
              <a:picLocks noChangeAspect="1"/>
            </p:cNvPicPr>
            <p:nvPr/>
          </p:nvPicPr>
          <p:blipFill>
            <a:blip r:embed="rId1"/>
            <a:stretch>
              <a:fillRect/>
            </a:stretch>
          </p:blipFill>
          <p:spPr>
            <a:xfrm flipH="1">
              <a:off x="186" y="917"/>
              <a:ext cx="472" cy="138"/>
            </a:xfrm>
            <a:prstGeom prst="rect">
              <a:avLst/>
            </a:prstGeom>
            <a:noFill/>
            <a:ln w="9525">
              <a:noFill/>
            </a:ln>
          </p:spPr>
        </p:pic>
        <p:grpSp>
          <p:nvGrpSpPr>
            <p:cNvPr id="120854" name="Group 45"/>
            <p:cNvGrpSpPr/>
            <p:nvPr/>
          </p:nvGrpSpPr>
          <p:grpSpPr>
            <a:xfrm>
              <a:off x="1815" y="725"/>
              <a:ext cx="289" cy="490"/>
              <a:chOff x="2365" y="1352"/>
              <a:chExt cx="1022" cy="1616"/>
            </a:xfrm>
          </p:grpSpPr>
          <p:pic>
            <p:nvPicPr>
              <p:cNvPr id="120860" name="Picture 43"/>
              <p:cNvPicPr>
                <a:picLocks noChangeAspect="1"/>
              </p:cNvPicPr>
              <p:nvPr/>
            </p:nvPicPr>
            <p:blipFill>
              <a:blip r:embed="rId2"/>
              <a:stretch>
                <a:fillRect/>
              </a:stretch>
            </p:blipFill>
            <p:spPr>
              <a:xfrm>
                <a:off x="2373" y="1352"/>
                <a:ext cx="1014" cy="1616"/>
              </a:xfrm>
              <a:prstGeom prst="rect">
                <a:avLst/>
              </a:prstGeom>
              <a:noFill/>
              <a:ln w="9525">
                <a:noFill/>
              </a:ln>
            </p:spPr>
          </p:pic>
          <p:sp>
            <p:nvSpPr>
              <p:cNvPr id="120861" name="Rectangle 44"/>
              <p:cNvSpPr/>
              <p:nvPr/>
            </p:nvSpPr>
            <p:spPr>
              <a:xfrm>
                <a:off x="2365" y="2129"/>
                <a:ext cx="367" cy="210"/>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pic>
          <p:nvPicPr>
            <p:cNvPr id="120855" name="Picture 40" descr="MCj03985170000[1]"/>
            <p:cNvPicPr>
              <a:picLocks noChangeAspect="1"/>
            </p:cNvPicPr>
            <p:nvPr/>
          </p:nvPicPr>
          <p:blipFill>
            <a:blip r:embed="rId1"/>
            <a:stretch>
              <a:fillRect/>
            </a:stretch>
          </p:blipFill>
          <p:spPr>
            <a:xfrm flipH="1">
              <a:off x="1465" y="933"/>
              <a:ext cx="472" cy="138"/>
            </a:xfrm>
            <a:prstGeom prst="rect">
              <a:avLst/>
            </a:prstGeom>
            <a:noFill/>
            <a:ln w="9525">
              <a:noFill/>
            </a:ln>
          </p:spPr>
        </p:pic>
        <p:grpSp>
          <p:nvGrpSpPr>
            <p:cNvPr id="120856" name="Group 46"/>
            <p:cNvGrpSpPr/>
            <p:nvPr/>
          </p:nvGrpSpPr>
          <p:grpSpPr>
            <a:xfrm>
              <a:off x="3656" y="743"/>
              <a:ext cx="289" cy="490"/>
              <a:chOff x="2365" y="1352"/>
              <a:chExt cx="1022" cy="1616"/>
            </a:xfrm>
          </p:grpSpPr>
          <p:pic>
            <p:nvPicPr>
              <p:cNvPr id="120858" name="Picture 47"/>
              <p:cNvPicPr>
                <a:picLocks noChangeAspect="1"/>
              </p:cNvPicPr>
              <p:nvPr/>
            </p:nvPicPr>
            <p:blipFill>
              <a:blip r:embed="rId2"/>
              <a:stretch>
                <a:fillRect/>
              </a:stretch>
            </p:blipFill>
            <p:spPr>
              <a:xfrm>
                <a:off x="2373" y="1352"/>
                <a:ext cx="1014" cy="1616"/>
              </a:xfrm>
              <a:prstGeom prst="rect">
                <a:avLst/>
              </a:prstGeom>
              <a:noFill/>
              <a:ln w="9525">
                <a:noFill/>
              </a:ln>
            </p:spPr>
          </p:pic>
          <p:sp>
            <p:nvSpPr>
              <p:cNvPr id="120859" name="Rectangle 48"/>
              <p:cNvSpPr/>
              <p:nvPr/>
            </p:nvSpPr>
            <p:spPr>
              <a:xfrm>
                <a:off x="2365" y="2129"/>
                <a:ext cx="367" cy="210"/>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120857" name="Line 32"/>
            <p:cNvSpPr/>
            <p:nvPr/>
          </p:nvSpPr>
          <p:spPr>
            <a:xfrm>
              <a:off x="3195" y="976"/>
              <a:ext cx="546" cy="0"/>
            </a:xfrm>
            <a:prstGeom prst="line">
              <a:avLst/>
            </a:prstGeom>
            <a:ln w="9525" cap="flat" cmpd="sng">
              <a:solidFill>
                <a:schemeClr val="tx1"/>
              </a:solidFill>
              <a:prstDash val="solid"/>
              <a:headEnd type="none" w="med" len="med"/>
              <a:tailEnd type="triangle" w="med" len="med"/>
            </a:ln>
          </p:spPr>
        </p:sp>
      </p:gr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22883"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2288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Nodal delay</a:t>
            </a:r>
            <a:endParaRPr lang="en-US" altLang="zh-CN" dirty="0">
              <a:ea typeface="宋体" panose="02010600030101010101" pitchFamily="2" charset="-122"/>
            </a:endParaRPr>
          </a:p>
        </p:txBody>
      </p:sp>
      <p:sp>
        <p:nvSpPr>
          <p:cNvPr id="122885" name="Rectangle 3"/>
          <p:cNvSpPr>
            <a:spLocks noGrp="1"/>
          </p:cNvSpPr>
          <p:nvPr>
            <p:ph idx="1"/>
          </p:nvPr>
        </p:nvSpPr>
        <p:spPr>
          <a:xfrm>
            <a:off x="533400" y="2547938"/>
            <a:ext cx="7772400" cy="3700462"/>
          </a:xfrm>
        </p:spPr>
        <p:txBody>
          <a:bodyPr vert="horz" wrap="square" lIns="91440" tIns="45720" rIns="91440" bIns="45720" anchor="t" anchorCtr="0"/>
          <a:p>
            <a:r>
              <a:rPr lang="en-US" altLang="zh-CN" sz="2400" dirty="0">
                <a:ea typeface="宋体" panose="02010600030101010101" pitchFamily="2" charset="-122"/>
              </a:rPr>
              <a:t>d</a:t>
            </a:r>
            <a:r>
              <a:rPr lang="en-US" altLang="zh-CN" sz="2400" baseline="-25000" dirty="0">
                <a:ea typeface="宋体" panose="02010600030101010101" pitchFamily="2" charset="-122"/>
              </a:rPr>
              <a:t>proc</a:t>
            </a:r>
            <a:r>
              <a:rPr lang="en-US" altLang="zh-CN" sz="2400" dirty="0">
                <a:ea typeface="宋体" panose="02010600030101010101" pitchFamily="2" charset="-122"/>
              </a:rPr>
              <a:t> = processing delay</a:t>
            </a:r>
            <a:endParaRPr lang="en-US" altLang="zh-CN" sz="2400" dirty="0">
              <a:ea typeface="宋体" panose="02010600030101010101" pitchFamily="2" charset="-122"/>
            </a:endParaRPr>
          </a:p>
          <a:p>
            <a:pPr lvl="1"/>
            <a:r>
              <a:rPr lang="en-US" altLang="zh-CN" sz="2000" dirty="0">
                <a:ea typeface="宋体" panose="02010600030101010101" pitchFamily="2" charset="-122"/>
              </a:rPr>
              <a:t>typically a few microsecs or less</a:t>
            </a:r>
            <a:endParaRPr lang="en-US" altLang="zh-CN" sz="2000" dirty="0">
              <a:ea typeface="宋体" panose="02010600030101010101" pitchFamily="2" charset="-122"/>
            </a:endParaRPr>
          </a:p>
          <a:p>
            <a:r>
              <a:rPr lang="en-US" altLang="zh-CN" sz="2400" dirty="0">
                <a:ea typeface="宋体" panose="02010600030101010101" pitchFamily="2" charset="-122"/>
              </a:rPr>
              <a:t>d</a:t>
            </a:r>
            <a:r>
              <a:rPr lang="en-US" altLang="zh-CN" sz="2400" baseline="-25000" dirty="0">
                <a:ea typeface="宋体" panose="02010600030101010101" pitchFamily="2" charset="-122"/>
              </a:rPr>
              <a:t>queue</a:t>
            </a:r>
            <a:r>
              <a:rPr lang="en-US" altLang="zh-CN" sz="2400" dirty="0">
                <a:ea typeface="宋体" panose="02010600030101010101" pitchFamily="2" charset="-122"/>
              </a:rPr>
              <a:t> = queuing delay</a:t>
            </a:r>
            <a:endParaRPr lang="en-US" altLang="zh-CN" sz="2400" dirty="0">
              <a:ea typeface="宋体" panose="02010600030101010101" pitchFamily="2" charset="-122"/>
            </a:endParaRPr>
          </a:p>
          <a:p>
            <a:pPr lvl="1"/>
            <a:r>
              <a:rPr lang="en-US" altLang="zh-CN" sz="2000" dirty="0">
                <a:ea typeface="宋体" panose="02010600030101010101" pitchFamily="2" charset="-122"/>
              </a:rPr>
              <a:t>depends on congestion</a:t>
            </a:r>
            <a:endParaRPr lang="en-US" altLang="zh-CN" sz="2000" dirty="0">
              <a:ea typeface="宋体" panose="02010600030101010101" pitchFamily="2" charset="-122"/>
            </a:endParaRPr>
          </a:p>
          <a:p>
            <a:r>
              <a:rPr lang="en-US" altLang="zh-CN" sz="2400" dirty="0">
                <a:ea typeface="宋体" panose="02010600030101010101" pitchFamily="2" charset="-122"/>
              </a:rPr>
              <a:t>d</a:t>
            </a:r>
            <a:r>
              <a:rPr lang="en-US" altLang="zh-CN" sz="2400" baseline="-25000" dirty="0">
                <a:ea typeface="宋体" panose="02010600030101010101" pitchFamily="2" charset="-122"/>
              </a:rPr>
              <a:t>trans</a:t>
            </a:r>
            <a:r>
              <a:rPr lang="en-US" altLang="zh-CN" sz="2400" dirty="0">
                <a:ea typeface="宋体" panose="02010600030101010101" pitchFamily="2" charset="-122"/>
              </a:rPr>
              <a:t> = transmission delay</a:t>
            </a:r>
            <a:endParaRPr lang="en-US" altLang="zh-CN" sz="2400" dirty="0">
              <a:ea typeface="宋体" panose="02010600030101010101" pitchFamily="2" charset="-122"/>
            </a:endParaRPr>
          </a:p>
          <a:p>
            <a:pPr lvl="1"/>
            <a:r>
              <a:rPr lang="en-US" altLang="zh-CN" sz="2000" dirty="0">
                <a:ea typeface="宋体" panose="02010600030101010101" pitchFamily="2" charset="-122"/>
              </a:rPr>
              <a:t>= L/R, significant for low-speed links</a:t>
            </a:r>
            <a:endParaRPr lang="en-US" altLang="zh-CN" sz="2000" dirty="0">
              <a:ea typeface="宋体" panose="02010600030101010101" pitchFamily="2" charset="-122"/>
            </a:endParaRPr>
          </a:p>
          <a:p>
            <a:r>
              <a:rPr lang="en-US" altLang="zh-CN" sz="2400" dirty="0">
                <a:ea typeface="宋体" panose="02010600030101010101" pitchFamily="2" charset="-122"/>
              </a:rPr>
              <a:t>d</a:t>
            </a:r>
            <a:r>
              <a:rPr lang="en-US" altLang="zh-CN" sz="2400" baseline="-25000" dirty="0">
                <a:ea typeface="宋体" panose="02010600030101010101" pitchFamily="2" charset="-122"/>
              </a:rPr>
              <a:t>prop</a:t>
            </a:r>
            <a:r>
              <a:rPr lang="en-US" altLang="zh-CN" sz="2400" dirty="0">
                <a:ea typeface="宋体" panose="02010600030101010101" pitchFamily="2" charset="-122"/>
              </a:rPr>
              <a:t> = propagation delay</a:t>
            </a:r>
            <a:endParaRPr lang="en-US" altLang="zh-CN" sz="2400" dirty="0">
              <a:ea typeface="宋体" panose="02010600030101010101" pitchFamily="2" charset="-122"/>
            </a:endParaRPr>
          </a:p>
          <a:p>
            <a:pPr lvl="1"/>
            <a:r>
              <a:rPr lang="en-US" altLang="zh-CN" sz="2000" dirty="0">
                <a:ea typeface="宋体" panose="02010600030101010101" pitchFamily="2" charset="-122"/>
              </a:rPr>
              <a:t>a few microsecs to hundreds of msecs</a:t>
            </a:r>
            <a:endParaRPr lang="en-US" altLang="zh-CN" sz="2000" dirty="0">
              <a:ea typeface="宋体" panose="02010600030101010101" pitchFamily="2" charset="-122"/>
            </a:endParaRPr>
          </a:p>
        </p:txBody>
      </p:sp>
      <p:graphicFrame>
        <p:nvGraphicFramePr>
          <p:cNvPr id="122886" name="Object 4"/>
          <p:cNvGraphicFramePr>
            <a:graphicFrameLocks noChangeAspect="1"/>
          </p:cNvGraphicFramePr>
          <p:nvPr/>
        </p:nvGraphicFramePr>
        <p:xfrm>
          <a:off x="1887538" y="1371600"/>
          <a:ext cx="5314950" cy="635000"/>
        </p:xfrm>
        <a:graphic>
          <a:graphicData uri="http://schemas.openxmlformats.org/presentationml/2006/ole">
            <mc:AlternateContent xmlns:mc="http://schemas.openxmlformats.org/markup-compatibility/2006">
              <mc:Choice xmlns:v="urn:schemas-microsoft-com:vml" Requires="v">
                <p:oleObj spid="_x0000_s3169" name="" r:id="rId1" imgW="2006600" imgH="241300" progId="Equation.3">
                  <p:embed/>
                </p:oleObj>
              </mc:Choice>
              <mc:Fallback>
                <p:oleObj name="" r:id="rId1" imgW="2006600" imgH="241300" progId="Equation.3">
                  <p:embed/>
                  <p:pic>
                    <p:nvPicPr>
                      <p:cNvPr id="0" name="图片 3168"/>
                      <p:cNvPicPr/>
                      <p:nvPr/>
                    </p:nvPicPr>
                    <p:blipFill>
                      <a:blip r:embed="rId2"/>
                      <a:stretch>
                        <a:fillRect/>
                      </a:stretch>
                    </p:blipFill>
                    <p:spPr>
                      <a:xfrm>
                        <a:off x="1887538" y="1371600"/>
                        <a:ext cx="5314950" cy="635000"/>
                      </a:xfrm>
                      <a:prstGeom prst="rect">
                        <a:avLst/>
                      </a:prstGeom>
                      <a:noFill/>
                      <a:ln w="19050" cap="flat" cmpd="sng">
                        <a:solidFill>
                          <a:srgbClr val="FF0000"/>
                        </a:solidFill>
                        <a:prstDash val="solid"/>
                        <a:miter/>
                        <a:headEnd type="none" w="med" len="med"/>
                        <a:tailEnd type="none" w="med" len="med"/>
                      </a:ln>
                    </p:spPr>
                  </p:pic>
                </p:oleObj>
              </mc:Fallback>
            </mc:AlternateContent>
          </a:graphicData>
        </a:graphic>
      </p:graphicFrame>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24931"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pic>
        <p:nvPicPr>
          <p:cNvPr id="124932" name="Picture 60" descr="queueDelay"/>
          <p:cNvPicPr>
            <a:picLocks noChangeAspect="1"/>
          </p:cNvPicPr>
          <p:nvPr/>
        </p:nvPicPr>
        <p:blipFill>
          <a:blip r:embed="rId1"/>
          <a:stretch>
            <a:fillRect/>
          </a:stretch>
        </p:blipFill>
        <p:spPr>
          <a:xfrm>
            <a:off x="3981450" y="1290638"/>
            <a:ext cx="5162550" cy="3170237"/>
          </a:xfrm>
          <a:prstGeom prst="rect">
            <a:avLst/>
          </a:prstGeom>
          <a:noFill/>
          <a:ln w="9525">
            <a:noFill/>
          </a:ln>
        </p:spPr>
      </p:pic>
      <p:sp>
        <p:nvSpPr>
          <p:cNvPr id="124933" name="Rectangle 2"/>
          <p:cNvSpPr>
            <a:spLocks noGrp="1"/>
          </p:cNvSpPr>
          <p:nvPr>
            <p:ph type="title"/>
          </p:nvPr>
        </p:nvSpPr>
        <p:spPr>
          <a:xfrm>
            <a:off x="476250" y="266700"/>
            <a:ext cx="7772400" cy="1143000"/>
          </a:xfrm>
        </p:spPr>
        <p:txBody>
          <a:bodyPr vert="horz" wrap="square" lIns="91440" tIns="45720" rIns="91440" bIns="45720" anchor="ctr" anchorCtr="0"/>
          <a:p>
            <a:r>
              <a:rPr lang="en-US" altLang="zh-CN" sz="3600" dirty="0">
                <a:ea typeface="宋体" panose="02010600030101010101" pitchFamily="2" charset="-122"/>
              </a:rPr>
              <a:t>Queueing delay (revisited)</a:t>
            </a:r>
            <a:endParaRPr lang="en-US" altLang="zh-CN" dirty="0">
              <a:ea typeface="宋体" panose="02010600030101010101" pitchFamily="2" charset="-122"/>
            </a:endParaRPr>
          </a:p>
        </p:txBody>
      </p:sp>
      <p:sp>
        <p:nvSpPr>
          <p:cNvPr id="124934" name="Rectangle 3"/>
          <p:cNvSpPr>
            <a:spLocks noGrp="1"/>
          </p:cNvSpPr>
          <p:nvPr>
            <p:ph sz="half" idx="1"/>
          </p:nvPr>
        </p:nvSpPr>
        <p:spPr>
          <a:xfrm>
            <a:off x="571500" y="1638300"/>
            <a:ext cx="3810000" cy="1781175"/>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R=link bandwidth (bps)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L=packet length (bits)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a=average packet arrival rate</a:t>
            </a:r>
            <a:endParaRPr lang="en-US" altLang="zh-CN" sz="2400" dirty="0">
              <a:latin typeface="+mn-lt"/>
              <a:ea typeface="宋体" panose="02010600030101010101" pitchFamily="2" charset="-122"/>
              <a:cs typeface="+mn-cs"/>
            </a:endParaRPr>
          </a:p>
        </p:txBody>
      </p:sp>
      <p:sp>
        <p:nvSpPr>
          <p:cNvPr id="124935" name="Rectangle 61"/>
          <p:cNvSpPr/>
          <p:nvPr/>
        </p:nvSpPr>
        <p:spPr>
          <a:xfrm>
            <a:off x="714375" y="3552825"/>
            <a:ext cx="3810000" cy="50482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buNone/>
            </a:pPr>
            <a:r>
              <a:rPr lang="en-US" altLang="zh-CN" sz="2400" dirty="0">
                <a:solidFill>
                  <a:srgbClr val="FF0000"/>
                </a:solidFill>
                <a:ea typeface="宋体" panose="02010600030101010101" pitchFamily="2" charset="-122"/>
              </a:rPr>
              <a:t>traffic intensity = La/R</a:t>
            </a:r>
            <a:endParaRPr lang="en-US" altLang="zh-CN" sz="2400" dirty="0">
              <a:solidFill>
                <a:srgbClr val="FF0000"/>
              </a:solidFill>
              <a:ea typeface="宋体" panose="02010600030101010101" pitchFamily="2" charset="-122"/>
            </a:endParaRPr>
          </a:p>
        </p:txBody>
      </p:sp>
      <p:sp>
        <p:nvSpPr>
          <p:cNvPr id="124936" name="Rectangle 62"/>
          <p:cNvSpPr/>
          <p:nvPr/>
        </p:nvSpPr>
        <p:spPr>
          <a:xfrm>
            <a:off x="571500" y="4448175"/>
            <a:ext cx="6972300" cy="193357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sz="2400" dirty="0">
                <a:ea typeface="宋体" panose="02010600030101010101" pitchFamily="2" charset="-122"/>
              </a:rPr>
              <a:t>La/R ~ 0: average queueing delay small</a:t>
            </a:r>
            <a:endParaRPr lang="en-US" altLang="zh-CN" sz="2400" dirty="0">
              <a:ea typeface="宋体" panose="02010600030101010101" pitchFamily="2" charset="-122"/>
            </a:endParaRPr>
          </a:p>
          <a:p>
            <a:pPr marL="342900" lvl="0" indent="-342900"/>
            <a:r>
              <a:rPr lang="en-US" altLang="zh-CN" sz="2400" dirty="0">
                <a:ea typeface="宋体" panose="02010600030101010101" pitchFamily="2" charset="-122"/>
              </a:rPr>
              <a:t>La/R -&gt; 1: delays become large</a:t>
            </a:r>
            <a:endParaRPr lang="en-US" altLang="zh-CN" sz="2400" dirty="0">
              <a:ea typeface="宋体" panose="02010600030101010101" pitchFamily="2" charset="-122"/>
            </a:endParaRPr>
          </a:p>
          <a:p>
            <a:pPr marL="342900" lvl="0" indent="-342900"/>
            <a:r>
              <a:rPr lang="en-US" altLang="zh-CN" sz="2400" dirty="0">
                <a:ea typeface="宋体" panose="02010600030101010101" pitchFamily="2" charset="-122"/>
              </a:rPr>
              <a:t>La/R &gt; 1: more “work” arriving than can be serviced, average delay infinite!</a:t>
            </a:r>
            <a:endParaRPr lang="en-US" altLang="zh-CN" sz="2400" dirty="0">
              <a:ea typeface="宋体" panose="02010600030101010101" pitchFamily="2" charset="-122"/>
            </a:endParaRPr>
          </a:p>
          <a:p>
            <a:pPr marL="342900" lvl="0" indent="-342900"/>
            <a:endParaRPr lang="en-US" altLang="zh-CN" sz="2400" dirty="0">
              <a:ea typeface="宋体" panose="02010600030101010101" pitchFamily="2" charset="-122"/>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26979"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26980"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“Real” Internet delays and routes</a:t>
            </a:r>
            <a:endParaRPr lang="en-US" altLang="zh-CN" sz="3600" dirty="0">
              <a:ea typeface="宋体" panose="02010600030101010101" pitchFamily="2" charset="-122"/>
            </a:endParaRPr>
          </a:p>
        </p:txBody>
      </p:sp>
      <p:sp>
        <p:nvSpPr>
          <p:cNvPr id="126981" name="Rectangle 5"/>
          <p:cNvSpPr>
            <a:spLocks noGrp="1"/>
          </p:cNvSpPr>
          <p:nvPr>
            <p:ph idx="1"/>
          </p:nvPr>
        </p:nvSpPr>
        <p:spPr>
          <a:xfrm>
            <a:off x="533400" y="1600200"/>
            <a:ext cx="7772400" cy="3098800"/>
          </a:xfrm>
        </p:spPr>
        <p:txBody>
          <a:bodyPr vert="horz" wrap="square" lIns="91440" tIns="45720" rIns="91440" bIns="45720" anchor="t" anchorCtr="0"/>
          <a:p>
            <a:r>
              <a:rPr lang="en-US" altLang="zh-CN" sz="2400" dirty="0">
                <a:ea typeface="宋体" panose="02010600030101010101" pitchFamily="2" charset="-122"/>
              </a:rPr>
              <a:t>What do “real” Internet delay &amp; loss look like? </a:t>
            </a:r>
            <a:endParaRPr lang="en-US" altLang="zh-CN" sz="2400" dirty="0">
              <a:ea typeface="宋体" panose="02010600030101010101" pitchFamily="2" charset="-122"/>
            </a:endParaRPr>
          </a:p>
          <a:p>
            <a:r>
              <a:rPr lang="en-US" altLang="zh-CN" sz="2400" b="1" u="sng" dirty="0">
                <a:solidFill>
                  <a:srgbClr val="FF0000"/>
                </a:solidFill>
                <a:latin typeface="Courier"/>
                <a:ea typeface="宋体" panose="02010600030101010101" pitchFamily="2" charset="-122"/>
              </a:rPr>
              <a:t>Traceroute</a:t>
            </a:r>
            <a:r>
              <a:rPr lang="en-US" altLang="zh-CN" sz="2400" u="sng" dirty="0">
                <a:solidFill>
                  <a:srgbClr val="FF0000"/>
                </a:solidFill>
                <a:ea typeface="宋体" panose="02010600030101010101" pitchFamily="2" charset="-122"/>
              </a:rPr>
              <a:t> program:</a:t>
            </a:r>
            <a:r>
              <a:rPr lang="en-US" altLang="zh-CN" sz="2400" dirty="0">
                <a:ea typeface="宋体" panose="02010600030101010101" pitchFamily="2" charset="-122"/>
              </a:rPr>
              <a:t> provides delay measurement from source to router along end-end Internet path towards destination.  For all </a:t>
            </a:r>
            <a:r>
              <a:rPr lang="en-US" altLang="zh-CN" sz="2400" i="1" dirty="0">
                <a:ea typeface="宋体" panose="02010600030101010101" pitchFamily="2" charset="-122"/>
              </a:rPr>
              <a:t>i:</a:t>
            </a:r>
            <a:endParaRPr lang="en-US" altLang="zh-CN" sz="2400" i="1" dirty="0">
              <a:ea typeface="宋体" panose="02010600030101010101" pitchFamily="2" charset="-122"/>
            </a:endParaRPr>
          </a:p>
          <a:p>
            <a:pPr lvl="1"/>
            <a:r>
              <a:rPr lang="en-US" altLang="zh-CN" sz="2000" dirty="0">
                <a:ea typeface="宋体" panose="02010600030101010101" pitchFamily="2" charset="-122"/>
              </a:rPr>
              <a:t>sends three packets that will reach router </a:t>
            </a:r>
            <a:r>
              <a:rPr lang="en-US" altLang="zh-CN" sz="2000" i="1" dirty="0">
                <a:ea typeface="宋体" panose="02010600030101010101" pitchFamily="2" charset="-122"/>
              </a:rPr>
              <a:t>i</a:t>
            </a:r>
            <a:r>
              <a:rPr lang="en-US" altLang="zh-CN" sz="2000" dirty="0">
                <a:ea typeface="宋体" panose="02010600030101010101" pitchFamily="2" charset="-122"/>
              </a:rPr>
              <a:t> on path towards destination</a:t>
            </a:r>
            <a:endParaRPr lang="en-US" altLang="zh-CN" sz="2000" dirty="0">
              <a:ea typeface="宋体" panose="02010600030101010101" pitchFamily="2" charset="-122"/>
            </a:endParaRPr>
          </a:p>
          <a:p>
            <a:pPr lvl="1"/>
            <a:r>
              <a:rPr lang="en-US" altLang="zh-CN" sz="2000" dirty="0">
                <a:ea typeface="宋体" panose="02010600030101010101" pitchFamily="2" charset="-122"/>
              </a:rPr>
              <a:t>router </a:t>
            </a:r>
            <a:r>
              <a:rPr lang="en-US" altLang="zh-CN" sz="2000" i="1" dirty="0">
                <a:ea typeface="宋体" panose="02010600030101010101" pitchFamily="2" charset="-122"/>
              </a:rPr>
              <a:t>i</a:t>
            </a:r>
            <a:r>
              <a:rPr lang="en-US" altLang="zh-CN" sz="2000" dirty="0">
                <a:ea typeface="宋体" panose="02010600030101010101" pitchFamily="2" charset="-122"/>
              </a:rPr>
              <a:t> will return packets to sender</a:t>
            </a:r>
            <a:endParaRPr lang="en-US" altLang="zh-CN" sz="2000" dirty="0">
              <a:ea typeface="宋体" panose="02010600030101010101" pitchFamily="2" charset="-122"/>
            </a:endParaRPr>
          </a:p>
          <a:p>
            <a:pPr lvl="1"/>
            <a:r>
              <a:rPr lang="en-US" altLang="zh-CN" sz="2000" dirty="0">
                <a:ea typeface="宋体" panose="02010600030101010101" pitchFamily="2" charset="-122"/>
              </a:rPr>
              <a:t>sender times(</a:t>
            </a:r>
            <a:r>
              <a:rPr lang="zh-CN" altLang="en-US" sz="2000" dirty="0">
                <a:ea typeface="宋体" panose="02010600030101010101" pitchFamily="2" charset="-122"/>
              </a:rPr>
              <a:t>计时</a:t>
            </a:r>
            <a:r>
              <a:rPr lang="en-US" altLang="zh-CN" sz="2000" dirty="0">
                <a:ea typeface="宋体" panose="02010600030101010101" pitchFamily="2" charset="-122"/>
              </a:rPr>
              <a:t>) interval between transmission and reply.</a:t>
            </a:r>
            <a:endParaRPr lang="en-US" altLang="zh-CN" dirty="0">
              <a:ea typeface="宋体" panose="02010600030101010101" pitchFamily="2" charset="-122"/>
            </a:endParaRPr>
          </a:p>
          <a:p>
            <a:endParaRPr lang="en-US" altLang="zh-CN" dirty="0">
              <a:ea typeface="宋体" panose="02010600030101010101" pitchFamily="2" charset="-122"/>
            </a:endParaRPr>
          </a:p>
        </p:txBody>
      </p:sp>
      <p:graphicFrame>
        <p:nvGraphicFramePr>
          <p:cNvPr id="126982" name="Object 11"/>
          <p:cNvGraphicFramePr>
            <a:graphicFrameLocks noChangeAspect="1"/>
          </p:cNvGraphicFramePr>
          <p:nvPr/>
        </p:nvGraphicFramePr>
        <p:xfrm>
          <a:off x="984250" y="5078413"/>
          <a:ext cx="415925" cy="319087"/>
        </p:xfrm>
        <a:graphic>
          <a:graphicData uri="http://schemas.openxmlformats.org/presentationml/2006/ole">
            <mc:AlternateContent xmlns:mc="http://schemas.openxmlformats.org/markup-compatibility/2006">
              <mc:Choice xmlns:v="urn:schemas-microsoft-com:vml" Requires="v">
                <p:oleObj spid="_x0000_s3170" name="" r:id="rId1" imgW="18192750" imgH="15087600" progId="MS_ClipArt_Gallery.2">
                  <p:embed/>
                </p:oleObj>
              </mc:Choice>
              <mc:Fallback>
                <p:oleObj name="" r:id="rId1" imgW="18192750" imgH="15087600" progId="MS_ClipArt_Gallery.2">
                  <p:embed/>
                  <p:pic>
                    <p:nvPicPr>
                      <p:cNvPr id="0" name="图片 3169"/>
                      <p:cNvPicPr/>
                      <p:nvPr/>
                    </p:nvPicPr>
                    <p:blipFill>
                      <a:blip r:embed="rId2"/>
                      <a:stretch>
                        <a:fillRect/>
                      </a:stretch>
                    </p:blipFill>
                    <p:spPr>
                      <a:xfrm>
                        <a:off x="984250" y="5078413"/>
                        <a:ext cx="415925" cy="319087"/>
                      </a:xfrm>
                      <a:prstGeom prst="rect">
                        <a:avLst/>
                      </a:prstGeom>
                      <a:noFill/>
                      <a:ln w="38100">
                        <a:noFill/>
                        <a:miter/>
                      </a:ln>
                    </p:spPr>
                  </p:pic>
                </p:oleObj>
              </mc:Fallback>
            </mc:AlternateContent>
          </a:graphicData>
        </a:graphic>
      </p:graphicFrame>
      <p:sp>
        <p:nvSpPr>
          <p:cNvPr id="126983" name="Line 38"/>
          <p:cNvSpPr/>
          <p:nvPr/>
        </p:nvSpPr>
        <p:spPr>
          <a:xfrm>
            <a:off x="1285875" y="5319713"/>
            <a:ext cx="288925" cy="265112"/>
          </a:xfrm>
          <a:prstGeom prst="line">
            <a:avLst/>
          </a:prstGeom>
          <a:ln w="12700" cap="flat" cmpd="sng">
            <a:solidFill>
              <a:schemeClr val="tx1"/>
            </a:solidFill>
            <a:prstDash val="solid"/>
            <a:headEnd type="none" w="med" len="med"/>
            <a:tailEnd type="none" w="med" len="med"/>
          </a:ln>
        </p:spPr>
      </p:sp>
      <p:sp>
        <p:nvSpPr>
          <p:cNvPr id="126984" name="Line 105"/>
          <p:cNvSpPr/>
          <p:nvPr/>
        </p:nvSpPr>
        <p:spPr>
          <a:xfrm flipV="1">
            <a:off x="2079625" y="5370513"/>
            <a:ext cx="458788" cy="207962"/>
          </a:xfrm>
          <a:prstGeom prst="line">
            <a:avLst/>
          </a:prstGeom>
          <a:ln w="12700" cap="flat" cmpd="sng">
            <a:solidFill>
              <a:schemeClr val="tx1"/>
            </a:solidFill>
            <a:prstDash val="solid"/>
            <a:headEnd type="none" w="med" len="med"/>
            <a:tailEnd type="none" w="med" len="med"/>
          </a:ln>
        </p:spPr>
      </p:sp>
      <p:sp>
        <p:nvSpPr>
          <p:cNvPr id="126985" name="Line 106"/>
          <p:cNvSpPr/>
          <p:nvPr/>
        </p:nvSpPr>
        <p:spPr>
          <a:xfrm>
            <a:off x="3014663" y="5354638"/>
            <a:ext cx="485775" cy="207962"/>
          </a:xfrm>
          <a:prstGeom prst="line">
            <a:avLst/>
          </a:prstGeom>
          <a:ln w="12700" cap="flat" cmpd="sng">
            <a:solidFill>
              <a:schemeClr val="tx1"/>
            </a:solidFill>
            <a:prstDash val="solid"/>
            <a:headEnd type="none" w="med" len="med"/>
            <a:tailEnd type="none" w="med" len="med"/>
          </a:ln>
        </p:spPr>
      </p:sp>
      <p:sp>
        <p:nvSpPr>
          <p:cNvPr id="126986" name="Line 108"/>
          <p:cNvSpPr/>
          <p:nvPr/>
        </p:nvSpPr>
        <p:spPr>
          <a:xfrm flipH="1">
            <a:off x="2776538" y="5086350"/>
            <a:ext cx="349250" cy="152400"/>
          </a:xfrm>
          <a:prstGeom prst="line">
            <a:avLst/>
          </a:prstGeom>
          <a:ln w="12700" cap="flat" cmpd="sng">
            <a:solidFill>
              <a:schemeClr val="tx1"/>
            </a:solidFill>
            <a:prstDash val="solid"/>
            <a:headEnd type="none" w="med" len="med"/>
            <a:tailEnd type="none" w="med" len="med"/>
          </a:ln>
        </p:spPr>
      </p:sp>
      <p:sp>
        <p:nvSpPr>
          <p:cNvPr id="126987" name="Line 113"/>
          <p:cNvSpPr/>
          <p:nvPr/>
        </p:nvSpPr>
        <p:spPr>
          <a:xfrm flipH="1">
            <a:off x="3990975" y="5414963"/>
            <a:ext cx="620713" cy="144462"/>
          </a:xfrm>
          <a:prstGeom prst="line">
            <a:avLst/>
          </a:prstGeom>
          <a:ln w="12700" cap="flat" cmpd="sng">
            <a:solidFill>
              <a:schemeClr val="tx1"/>
            </a:solidFill>
            <a:prstDash val="solid"/>
            <a:headEnd type="none" w="med" len="med"/>
            <a:tailEnd type="none" w="med" len="med"/>
          </a:ln>
        </p:spPr>
      </p:sp>
      <p:grpSp>
        <p:nvGrpSpPr>
          <p:cNvPr id="126988" name="Group 144"/>
          <p:cNvGrpSpPr/>
          <p:nvPr/>
        </p:nvGrpSpPr>
        <p:grpSpPr>
          <a:xfrm>
            <a:off x="1560513" y="5467350"/>
            <a:ext cx="501650" cy="233363"/>
            <a:chOff x="3600" y="219"/>
            <a:chExt cx="360" cy="175"/>
          </a:xfrm>
        </p:grpSpPr>
        <p:sp>
          <p:nvSpPr>
            <p:cNvPr id="127058" name="Oval 14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7059" name="Line 14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7060" name="Line 14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7061" name="Rectangle 14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7062" name="Oval 14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27063" name="Group 150"/>
            <p:cNvGrpSpPr/>
            <p:nvPr/>
          </p:nvGrpSpPr>
          <p:grpSpPr>
            <a:xfrm>
              <a:off x="3686" y="244"/>
              <a:ext cx="177" cy="66"/>
              <a:chOff x="2848" y="848"/>
              <a:chExt cx="140" cy="98"/>
            </a:xfrm>
          </p:grpSpPr>
          <p:sp>
            <p:nvSpPr>
              <p:cNvPr id="127068" name="Line 15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7069" name="Line 15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7070" name="Line 15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7064" name="Group 154"/>
            <p:cNvGrpSpPr/>
            <p:nvPr/>
          </p:nvGrpSpPr>
          <p:grpSpPr>
            <a:xfrm flipV="1">
              <a:off x="3686" y="243"/>
              <a:ext cx="177" cy="66"/>
              <a:chOff x="2848" y="848"/>
              <a:chExt cx="140" cy="98"/>
            </a:xfrm>
          </p:grpSpPr>
          <p:sp>
            <p:nvSpPr>
              <p:cNvPr id="127065" name="Line 15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7066" name="Line 15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7067" name="Line 15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26989" name="Group 158"/>
          <p:cNvGrpSpPr/>
          <p:nvPr/>
        </p:nvGrpSpPr>
        <p:grpSpPr>
          <a:xfrm>
            <a:off x="2513013" y="5238750"/>
            <a:ext cx="501650" cy="233363"/>
            <a:chOff x="3600" y="219"/>
            <a:chExt cx="360" cy="175"/>
          </a:xfrm>
        </p:grpSpPr>
        <p:sp>
          <p:nvSpPr>
            <p:cNvPr id="127045" name="Oval 15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7046" name="Line 16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7047" name="Line 16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7048" name="Rectangle 16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7049" name="Oval 16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27050" name="Group 164"/>
            <p:cNvGrpSpPr/>
            <p:nvPr/>
          </p:nvGrpSpPr>
          <p:grpSpPr>
            <a:xfrm>
              <a:off x="3686" y="244"/>
              <a:ext cx="177" cy="66"/>
              <a:chOff x="2848" y="848"/>
              <a:chExt cx="140" cy="98"/>
            </a:xfrm>
          </p:grpSpPr>
          <p:sp>
            <p:nvSpPr>
              <p:cNvPr id="127055" name="Line 16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7056" name="Line 16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7057" name="Line 16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7051" name="Group 168"/>
            <p:cNvGrpSpPr/>
            <p:nvPr/>
          </p:nvGrpSpPr>
          <p:grpSpPr>
            <a:xfrm flipV="1">
              <a:off x="3686" y="243"/>
              <a:ext cx="177" cy="66"/>
              <a:chOff x="2848" y="848"/>
              <a:chExt cx="140" cy="98"/>
            </a:xfrm>
          </p:grpSpPr>
          <p:sp>
            <p:nvSpPr>
              <p:cNvPr id="127052" name="Line 16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7053" name="Line 17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7054" name="Line 17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26990" name="Group 186"/>
          <p:cNvGrpSpPr/>
          <p:nvPr/>
        </p:nvGrpSpPr>
        <p:grpSpPr>
          <a:xfrm>
            <a:off x="3500438" y="5446713"/>
            <a:ext cx="500062" cy="233362"/>
            <a:chOff x="3600" y="219"/>
            <a:chExt cx="360" cy="175"/>
          </a:xfrm>
        </p:grpSpPr>
        <p:sp>
          <p:nvSpPr>
            <p:cNvPr id="127032" name="Oval 18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7033" name="Line 18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7034" name="Line 18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7035" name="Rectangle 19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7036" name="Oval 19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27037" name="Group 192"/>
            <p:cNvGrpSpPr/>
            <p:nvPr/>
          </p:nvGrpSpPr>
          <p:grpSpPr>
            <a:xfrm>
              <a:off x="3686" y="244"/>
              <a:ext cx="177" cy="66"/>
              <a:chOff x="2848" y="848"/>
              <a:chExt cx="140" cy="98"/>
            </a:xfrm>
          </p:grpSpPr>
          <p:sp>
            <p:nvSpPr>
              <p:cNvPr id="127042" name="Line 19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7043" name="Line 19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7044" name="Line 19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7038" name="Group 196"/>
            <p:cNvGrpSpPr/>
            <p:nvPr/>
          </p:nvGrpSpPr>
          <p:grpSpPr>
            <a:xfrm flipV="1">
              <a:off x="3686" y="243"/>
              <a:ext cx="177" cy="66"/>
              <a:chOff x="2848" y="848"/>
              <a:chExt cx="140" cy="98"/>
            </a:xfrm>
          </p:grpSpPr>
          <p:sp>
            <p:nvSpPr>
              <p:cNvPr id="127039" name="Line 19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7040" name="Line 19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7041" name="Line 19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26991" name="Line 260"/>
          <p:cNvSpPr/>
          <p:nvPr/>
        </p:nvSpPr>
        <p:spPr>
          <a:xfrm>
            <a:off x="5110163" y="5380038"/>
            <a:ext cx="485775" cy="207962"/>
          </a:xfrm>
          <a:prstGeom prst="line">
            <a:avLst/>
          </a:prstGeom>
          <a:ln w="12700" cap="flat" cmpd="sng">
            <a:solidFill>
              <a:schemeClr val="tx1"/>
            </a:solidFill>
            <a:prstDash val="solid"/>
            <a:headEnd type="none" w="med" len="med"/>
            <a:tailEnd type="none" w="med" len="med"/>
          </a:ln>
        </p:spPr>
      </p:sp>
      <p:sp>
        <p:nvSpPr>
          <p:cNvPr id="126992" name="Line 261"/>
          <p:cNvSpPr/>
          <p:nvPr/>
        </p:nvSpPr>
        <p:spPr>
          <a:xfrm flipH="1">
            <a:off x="6048375" y="5326063"/>
            <a:ext cx="557213" cy="277812"/>
          </a:xfrm>
          <a:prstGeom prst="line">
            <a:avLst/>
          </a:prstGeom>
          <a:ln w="12700" cap="flat" cmpd="sng">
            <a:solidFill>
              <a:schemeClr val="tx1"/>
            </a:solidFill>
            <a:prstDash val="solid"/>
            <a:headEnd type="none" w="med" len="med"/>
            <a:tailEnd type="none" w="med" len="med"/>
          </a:ln>
        </p:spPr>
      </p:sp>
      <p:grpSp>
        <p:nvGrpSpPr>
          <p:cNvPr id="126993" name="Group 262"/>
          <p:cNvGrpSpPr/>
          <p:nvPr/>
        </p:nvGrpSpPr>
        <p:grpSpPr>
          <a:xfrm>
            <a:off x="4608513" y="5264150"/>
            <a:ext cx="501650" cy="233363"/>
            <a:chOff x="3600" y="219"/>
            <a:chExt cx="360" cy="175"/>
          </a:xfrm>
        </p:grpSpPr>
        <p:sp>
          <p:nvSpPr>
            <p:cNvPr id="127019" name="Oval 26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7020" name="Line 26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7021" name="Line 26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7022" name="Rectangle 26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7023" name="Oval 26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27024" name="Group 268"/>
            <p:cNvGrpSpPr/>
            <p:nvPr/>
          </p:nvGrpSpPr>
          <p:grpSpPr>
            <a:xfrm>
              <a:off x="3686" y="244"/>
              <a:ext cx="177" cy="66"/>
              <a:chOff x="2848" y="848"/>
              <a:chExt cx="140" cy="98"/>
            </a:xfrm>
          </p:grpSpPr>
          <p:sp>
            <p:nvSpPr>
              <p:cNvPr id="127029" name="Line 26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7030" name="Line 27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7031" name="Line 27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7025" name="Group 272"/>
            <p:cNvGrpSpPr/>
            <p:nvPr/>
          </p:nvGrpSpPr>
          <p:grpSpPr>
            <a:xfrm flipV="1">
              <a:off x="3686" y="243"/>
              <a:ext cx="177" cy="66"/>
              <a:chOff x="2848" y="848"/>
              <a:chExt cx="140" cy="98"/>
            </a:xfrm>
          </p:grpSpPr>
          <p:sp>
            <p:nvSpPr>
              <p:cNvPr id="127026" name="Line 27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7027" name="Line 27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7028" name="Line 27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26994" name="Group 276"/>
          <p:cNvGrpSpPr/>
          <p:nvPr/>
        </p:nvGrpSpPr>
        <p:grpSpPr>
          <a:xfrm>
            <a:off x="5595938" y="5472113"/>
            <a:ext cx="500062" cy="233362"/>
            <a:chOff x="3600" y="219"/>
            <a:chExt cx="360" cy="175"/>
          </a:xfrm>
        </p:grpSpPr>
        <p:sp>
          <p:nvSpPr>
            <p:cNvPr id="127006" name="Oval 27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7007" name="Line 27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7008" name="Line 27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7009" name="Rectangle 28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7010" name="Oval 28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27011" name="Group 282"/>
            <p:cNvGrpSpPr/>
            <p:nvPr/>
          </p:nvGrpSpPr>
          <p:grpSpPr>
            <a:xfrm>
              <a:off x="3686" y="244"/>
              <a:ext cx="177" cy="66"/>
              <a:chOff x="2848" y="848"/>
              <a:chExt cx="140" cy="98"/>
            </a:xfrm>
          </p:grpSpPr>
          <p:sp>
            <p:nvSpPr>
              <p:cNvPr id="127016" name="Line 28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7017" name="Line 28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7018" name="Line 28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7012" name="Group 286"/>
            <p:cNvGrpSpPr/>
            <p:nvPr/>
          </p:nvGrpSpPr>
          <p:grpSpPr>
            <a:xfrm flipV="1">
              <a:off x="3686" y="243"/>
              <a:ext cx="177" cy="66"/>
              <a:chOff x="2848" y="848"/>
              <a:chExt cx="140" cy="98"/>
            </a:xfrm>
          </p:grpSpPr>
          <p:sp>
            <p:nvSpPr>
              <p:cNvPr id="127013" name="Line 28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7014" name="Line 28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7015" name="Line 28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126995" name="Object 290"/>
          <p:cNvGraphicFramePr>
            <a:graphicFrameLocks noChangeAspect="1"/>
          </p:cNvGraphicFramePr>
          <p:nvPr/>
        </p:nvGraphicFramePr>
        <p:xfrm>
          <a:off x="6597650" y="5180013"/>
          <a:ext cx="415925" cy="319087"/>
        </p:xfrm>
        <a:graphic>
          <a:graphicData uri="http://schemas.openxmlformats.org/presentationml/2006/ole">
            <mc:AlternateContent xmlns:mc="http://schemas.openxmlformats.org/markup-compatibility/2006">
              <mc:Choice xmlns:v="urn:schemas-microsoft-com:vml" Requires="v">
                <p:oleObj spid="_x0000_s3171" name="" r:id="rId3" imgW="18192750" imgH="15087600" progId="MS_ClipArt_Gallery.2">
                  <p:embed/>
                </p:oleObj>
              </mc:Choice>
              <mc:Fallback>
                <p:oleObj name="" r:id="rId3" imgW="18192750" imgH="15087600" progId="MS_ClipArt_Gallery.2">
                  <p:embed/>
                  <p:pic>
                    <p:nvPicPr>
                      <p:cNvPr id="0" name="图片 3170"/>
                      <p:cNvPicPr/>
                      <p:nvPr/>
                    </p:nvPicPr>
                    <p:blipFill>
                      <a:blip r:embed="rId2"/>
                      <a:stretch>
                        <a:fillRect/>
                      </a:stretch>
                    </p:blipFill>
                    <p:spPr>
                      <a:xfrm>
                        <a:off x="6597650" y="5180013"/>
                        <a:ext cx="415925" cy="319087"/>
                      </a:xfrm>
                      <a:prstGeom prst="rect">
                        <a:avLst/>
                      </a:prstGeom>
                      <a:noFill/>
                      <a:ln w="38100">
                        <a:noFill/>
                        <a:miter/>
                      </a:ln>
                    </p:spPr>
                  </p:pic>
                </p:oleObj>
              </mc:Fallback>
            </mc:AlternateContent>
          </a:graphicData>
        </a:graphic>
      </p:graphicFrame>
      <p:sp>
        <p:nvSpPr>
          <p:cNvPr id="126996" name="Line 291"/>
          <p:cNvSpPr/>
          <p:nvPr/>
        </p:nvSpPr>
        <p:spPr>
          <a:xfrm>
            <a:off x="2744788" y="5486400"/>
            <a:ext cx="228600" cy="311150"/>
          </a:xfrm>
          <a:prstGeom prst="line">
            <a:avLst/>
          </a:prstGeom>
          <a:ln w="12700" cap="flat" cmpd="sng">
            <a:solidFill>
              <a:schemeClr val="tx1"/>
            </a:solidFill>
            <a:prstDash val="solid"/>
            <a:headEnd type="none" w="med" len="med"/>
            <a:tailEnd type="none" w="med" len="med"/>
          </a:ln>
        </p:spPr>
      </p:sp>
      <p:sp>
        <p:nvSpPr>
          <p:cNvPr id="126997" name="Line 292"/>
          <p:cNvSpPr/>
          <p:nvPr/>
        </p:nvSpPr>
        <p:spPr>
          <a:xfrm>
            <a:off x="4668838" y="5073650"/>
            <a:ext cx="228600" cy="311150"/>
          </a:xfrm>
          <a:prstGeom prst="line">
            <a:avLst/>
          </a:prstGeom>
          <a:ln w="12700" cap="flat" cmpd="sng">
            <a:solidFill>
              <a:schemeClr val="tx1"/>
            </a:solidFill>
            <a:prstDash val="solid"/>
            <a:headEnd type="none" w="med" len="med"/>
            <a:tailEnd type="none" w="med" len="med"/>
          </a:ln>
        </p:spPr>
      </p:sp>
      <p:sp>
        <p:nvSpPr>
          <p:cNvPr id="126998" name="Line 294"/>
          <p:cNvSpPr/>
          <p:nvPr/>
        </p:nvSpPr>
        <p:spPr>
          <a:xfrm flipH="1">
            <a:off x="3386138" y="5676900"/>
            <a:ext cx="349250" cy="152400"/>
          </a:xfrm>
          <a:prstGeom prst="line">
            <a:avLst/>
          </a:prstGeom>
          <a:ln w="12700" cap="flat" cmpd="sng">
            <a:solidFill>
              <a:schemeClr val="tx1"/>
            </a:solidFill>
            <a:prstDash val="solid"/>
            <a:headEnd type="none" w="med" len="med"/>
            <a:tailEnd type="none" w="med" len="med"/>
          </a:ln>
        </p:spPr>
      </p:sp>
      <p:sp>
        <p:nvSpPr>
          <p:cNvPr id="126999" name="Line 295"/>
          <p:cNvSpPr/>
          <p:nvPr/>
        </p:nvSpPr>
        <p:spPr>
          <a:xfrm>
            <a:off x="3741738" y="5181600"/>
            <a:ext cx="6350" cy="260350"/>
          </a:xfrm>
          <a:prstGeom prst="line">
            <a:avLst/>
          </a:prstGeom>
          <a:ln w="12700" cap="flat" cmpd="sng">
            <a:solidFill>
              <a:schemeClr val="tx1"/>
            </a:solidFill>
            <a:prstDash val="solid"/>
            <a:headEnd type="none" w="med" len="med"/>
            <a:tailEnd type="none" w="med" len="med"/>
          </a:ln>
        </p:spPr>
      </p:sp>
      <p:sp>
        <p:nvSpPr>
          <p:cNvPr id="83243" name="Freeform 299"/>
          <p:cNvSpPr/>
          <p:nvPr/>
        </p:nvSpPr>
        <p:spPr>
          <a:xfrm>
            <a:off x="1289050" y="5295900"/>
            <a:ext cx="419100" cy="419100"/>
          </a:xfrm>
          <a:custGeom>
            <a:avLst/>
            <a:gdLst>
              <a:gd name="txL" fmla="*/ 0 w 264"/>
              <a:gd name="txT" fmla="*/ 0 h 264"/>
              <a:gd name="txR" fmla="*/ 264 w 264"/>
              <a:gd name="txB" fmla="*/ 264 h 264"/>
            </a:gdLst>
            <a:ahLst/>
            <a:cxnLst>
              <a:cxn ang="0">
                <a:pos x="2147483646" y="0"/>
              </a:cxn>
              <a:cxn ang="0">
                <a:pos x="2147483646" y="2147483646"/>
              </a:cxn>
              <a:cxn ang="0">
                <a:pos x="0" y="2147483646"/>
              </a:cxn>
            </a:cxnLst>
            <a:rect l="txL" t="txT" r="txR" b="txB"/>
            <a:pathLst>
              <a:path w="264" h="264">
                <a:moveTo>
                  <a:pt x="60" y="0"/>
                </a:moveTo>
                <a:cubicBezTo>
                  <a:pt x="86" y="31"/>
                  <a:pt x="264" y="176"/>
                  <a:pt x="228" y="220"/>
                </a:cubicBezTo>
                <a:cubicBezTo>
                  <a:pt x="192" y="264"/>
                  <a:pt x="60" y="109"/>
                  <a:pt x="0" y="88"/>
                </a:cubicBezTo>
              </a:path>
            </a:pathLst>
          </a:custGeom>
          <a:noFill/>
          <a:ln w="28575" cap="flat" cmpd="sng">
            <a:solidFill>
              <a:srgbClr val="FF0000">
                <a:alpha val="100000"/>
              </a:srgbClr>
            </a:solidFill>
            <a:prstDash val="solid"/>
            <a:round/>
            <a:headEnd type="none" w="med" len="med"/>
            <a:tailEnd type="triangle" w="med" len="med"/>
          </a:ln>
        </p:spPr>
        <p:txBody>
          <a:bodyPr/>
          <a:p>
            <a:endParaRPr lang="zh-CN" altLang="en-US"/>
          </a:p>
        </p:txBody>
      </p:sp>
      <p:sp>
        <p:nvSpPr>
          <p:cNvPr id="83244" name="Text Box 300"/>
          <p:cNvSpPr txBox="1"/>
          <p:nvPr/>
        </p:nvSpPr>
        <p:spPr>
          <a:xfrm>
            <a:off x="1387475" y="5038725"/>
            <a:ext cx="11160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3 probes</a:t>
            </a:r>
            <a:endParaRPr lang="en-US" altLang="zh-CN" sz="1800" dirty="0">
              <a:solidFill>
                <a:srgbClr val="FF0000"/>
              </a:solidFill>
              <a:ea typeface="宋体" panose="02010600030101010101" pitchFamily="2" charset="-122"/>
            </a:endParaRPr>
          </a:p>
        </p:txBody>
      </p:sp>
      <p:sp>
        <p:nvSpPr>
          <p:cNvPr id="83245" name="Freeform 301"/>
          <p:cNvSpPr/>
          <p:nvPr/>
        </p:nvSpPr>
        <p:spPr>
          <a:xfrm>
            <a:off x="1282700" y="5219700"/>
            <a:ext cx="1346200" cy="474663"/>
          </a:xfrm>
          <a:custGeom>
            <a:avLst/>
            <a:gdLst>
              <a:gd name="txL" fmla="*/ 0 w 848"/>
              <a:gd name="txT" fmla="*/ 0 h 299"/>
              <a:gd name="txR" fmla="*/ 848 w 848"/>
              <a:gd name="txB" fmla="*/ 299 h 299"/>
            </a:gdLst>
            <a:ahLst/>
            <a:cxnLst>
              <a:cxn ang="0">
                <a:pos x="2147483646" y="2147483646"/>
              </a:cxn>
              <a:cxn ang="0">
                <a:pos x="2147483646" y="2147483646"/>
              </a:cxn>
              <a:cxn ang="0">
                <a:pos x="2147483646" y="2147483646"/>
              </a:cxn>
              <a:cxn ang="0">
                <a:pos x="2147483646" y="2147483646"/>
              </a:cxn>
              <a:cxn ang="0">
                <a:pos x="0" y="2147483646"/>
              </a:cxn>
            </a:cxnLst>
            <a:rect l="txL" t="txT" r="txR" b="txB"/>
            <a:pathLst>
              <a:path w="848" h="299">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w="28575" cap="flat" cmpd="sng">
            <a:solidFill>
              <a:srgbClr val="FF0000">
                <a:alpha val="100000"/>
              </a:srgbClr>
            </a:solidFill>
            <a:prstDash val="solid"/>
            <a:round/>
            <a:headEnd type="none" w="med" len="med"/>
            <a:tailEnd type="triangle" w="med" len="med"/>
          </a:ln>
        </p:spPr>
        <p:txBody>
          <a:bodyPr/>
          <a:p>
            <a:endParaRPr lang="zh-CN" altLang="en-US"/>
          </a:p>
        </p:txBody>
      </p:sp>
      <p:sp>
        <p:nvSpPr>
          <p:cNvPr id="83246" name="Text Box 302"/>
          <p:cNvSpPr txBox="1"/>
          <p:nvPr/>
        </p:nvSpPr>
        <p:spPr>
          <a:xfrm>
            <a:off x="1958975" y="5527675"/>
            <a:ext cx="11160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3 probes</a:t>
            </a:r>
            <a:endParaRPr lang="en-US" altLang="zh-CN" sz="1800" dirty="0">
              <a:solidFill>
                <a:srgbClr val="FF0000"/>
              </a:solidFill>
              <a:ea typeface="宋体" panose="02010600030101010101" pitchFamily="2" charset="-122"/>
            </a:endParaRPr>
          </a:p>
        </p:txBody>
      </p:sp>
      <p:sp>
        <p:nvSpPr>
          <p:cNvPr id="83247" name="Freeform 303"/>
          <p:cNvSpPr/>
          <p:nvPr/>
        </p:nvSpPr>
        <p:spPr>
          <a:xfrm>
            <a:off x="1276350" y="5273675"/>
            <a:ext cx="2247900" cy="403225"/>
          </a:xfrm>
          <a:custGeom>
            <a:avLst/>
            <a:gdLst>
              <a:gd name="txL" fmla="*/ 0 w 1416"/>
              <a:gd name="txT" fmla="*/ 0 h 254"/>
              <a:gd name="txR" fmla="*/ 1416 w 1416"/>
              <a:gd name="txB" fmla="*/ 254 h 254"/>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txL" t="txT" r="txR" b="txB"/>
            <a:pathLst>
              <a:path w="1416" h="254">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w="28575" cap="flat" cmpd="sng">
            <a:solidFill>
              <a:srgbClr val="FF0000">
                <a:alpha val="100000"/>
              </a:srgbClr>
            </a:solidFill>
            <a:prstDash val="solid"/>
            <a:round/>
            <a:headEnd type="none" w="med" len="med"/>
            <a:tailEnd type="triangle" w="med" len="med"/>
          </a:ln>
        </p:spPr>
        <p:txBody>
          <a:bodyPr/>
          <a:p>
            <a:endParaRPr lang="zh-CN" altLang="en-US"/>
          </a:p>
        </p:txBody>
      </p:sp>
      <p:sp>
        <p:nvSpPr>
          <p:cNvPr id="83248" name="Text Box 304"/>
          <p:cNvSpPr txBox="1"/>
          <p:nvPr/>
        </p:nvSpPr>
        <p:spPr>
          <a:xfrm>
            <a:off x="3025775" y="5013325"/>
            <a:ext cx="11160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3 probes</a:t>
            </a:r>
            <a:endParaRPr lang="en-US" altLang="zh-CN" sz="1800" dirty="0">
              <a:solidFill>
                <a:srgbClr val="FF0000"/>
              </a:solidFill>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243"/>
                                        </p:tgtEl>
                                        <p:attrNameLst>
                                          <p:attrName>style.visibility</p:attrName>
                                        </p:attrNameLst>
                                      </p:cBhvr>
                                      <p:to>
                                        <p:strVal val="visible"/>
                                      </p:to>
                                    </p:set>
                                  </p:childTnLst>
                                  <p:subTnLst>
                                    <p:set>
                                      <p:cBhvr override="childStyle">
                                        <p:cTn dur="1" fill="hold" display="0" masterRel="nextClick" afterEffect="1"/>
                                        <p:tgtEl>
                                          <p:spTgt spid="83243"/>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83244"/>
                                        </p:tgtEl>
                                        <p:attrNameLst>
                                          <p:attrName>style.visibility</p:attrName>
                                        </p:attrNameLst>
                                      </p:cBhvr>
                                      <p:to>
                                        <p:strVal val="visible"/>
                                      </p:to>
                                    </p:set>
                                  </p:childTnLst>
                                  <p:subTnLst>
                                    <p:set>
                                      <p:cBhvr override="childStyle">
                                        <p:cTn dur="1" fill="hold" display="0" masterRel="nextClick" afterEffect="1"/>
                                        <p:tgtEl>
                                          <p:spTgt spid="83244"/>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3245"/>
                                        </p:tgtEl>
                                        <p:attrNameLst>
                                          <p:attrName>style.visibility</p:attrName>
                                        </p:attrNameLst>
                                      </p:cBhvr>
                                      <p:to>
                                        <p:strVal val="visible"/>
                                      </p:to>
                                    </p:set>
                                  </p:childTnLst>
                                  <p:subTnLst>
                                    <p:set>
                                      <p:cBhvr override="childStyle">
                                        <p:cTn dur="1" fill="hold" display="0" masterRel="nextClick" afterEffect="1"/>
                                        <p:tgtEl>
                                          <p:spTgt spid="83245"/>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83246"/>
                                        </p:tgtEl>
                                        <p:attrNameLst>
                                          <p:attrName>style.visibility</p:attrName>
                                        </p:attrNameLst>
                                      </p:cBhvr>
                                      <p:to>
                                        <p:strVal val="visible"/>
                                      </p:to>
                                    </p:set>
                                  </p:childTnLst>
                                  <p:subTnLst>
                                    <p:set>
                                      <p:cBhvr override="childStyle">
                                        <p:cTn dur="1" fill="hold" display="0" masterRel="nextClick" afterEffect="1"/>
                                        <p:tgtEl>
                                          <p:spTgt spid="8324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2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3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44" grpId="0"/>
      <p:bldP spid="83246" grpId="0"/>
      <p:bldP spid="8324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29027"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29028"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“Real” Internet delays and routes</a:t>
            </a:r>
            <a:endParaRPr lang="en-US" altLang="zh-CN" sz="3600" dirty="0">
              <a:ea typeface="宋体" panose="02010600030101010101" pitchFamily="2" charset="-122"/>
            </a:endParaRPr>
          </a:p>
        </p:txBody>
      </p:sp>
      <p:sp>
        <p:nvSpPr>
          <p:cNvPr id="129029" name="Text Box 4"/>
          <p:cNvSpPr txBox="1"/>
          <p:nvPr/>
        </p:nvSpPr>
        <p:spPr>
          <a:xfrm>
            <a:off x="704850" y="2338388"/>
            <a:ext cx="8229600" cy="38989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  cs-gw (128.119.240.254)  1 ms  1 ms  2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2  border1-rt-fa5-1-0.gw.umass.edu (128.119.3.145)  1 ms  1 ms  2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3  cht-vbns.gw.umass.edu (128.119.3.130)  6 ms 5 ms 5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4  jn1-at1-0-0-19.wor.vbns.net (204.147.132.129)  16 ms 11 ms 13 ms </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5  jn1-so7-0-0-0.wae.vbns.net (204.147.136.136)  21 ms 18 ms 18 ms </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6  abilene-vbns.abilene.ucaid.edu (198.32.11.9)  22 ms  18 ms  22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7  nycm-wash.abilene.ucaid.edu (198.32.8.46)  22 ms  22 ms  22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8  62.40.103.253 (62.40.103.253)  104 ms 109 ms 106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9  de2-1.de1.de.geant.net (62.40.96.129)  109 ms 102 ms 104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10  de.fr1.fr.geant.net (62.40.96.50)  113 ms 121 ms 114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11  renater-gw.fr1.fr.geant.net (62.40.103.54)  112 ms  114 ms  112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12  nio-n2.cssi.renater.fr (193.51.206.13)  111 ms  114 ms  116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13  nice.cssi.renater.fr (195.220.98.102)  123 ms  125 ms  124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14  r3t2-nice.cssi.renater.fr (195.220.98.110)  126 ms  126 ms  124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15  eurecom-valbonne.r3t2.ft.net (193.48.50.54)  135 ms  128 ms  133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16  194.214.211.25 (194.214.211.25)  126 ms  128 ms  126 ms</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17  * * *</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18  * * *</a:t>
            </a:r>
            <a:endParaRPr lang="en-US" altLang="zh-CN" sz="1600" dirty="0">
              <a:latin typeface="Arial" panose="020B0604020202020204" pitchFamily="34" charset="0"/>
              <a:ea typeface="宋体" panose="02010600030101010101" pitchFamily="2" charset="-122"/>
            </a:endParaRPr>
          </a:p>
          <a:p>
            <a:pPr marL="457200" lvl="0" indent="-457200">
              <a:lnSpc>
                <a:spcPct val="80000"/>
              </a:lnSpc>
              <a:spcBef>
                <a:spcPct val="0"/>
              </a:spcBef>
              <a:buClrTx/>
              <a:buSzTx/>
              <a:buFontTx/>
              <a:buNone/>
            </a:pPr>
            <a:r>
              <a:rPr lang="en-US" altLang="zh-CN" sz="1600" dirty="0">
                <a:latin typeface="Arial" panose="020B0604020202020204" pitchFamily="34" charset="0"/>
                <a:ea typeface="宋体" panose="02010600030101010101" pitchFamily="2" charset="-122"/>
              </a:rPr>
              <a:t>19  fantasia.eurecom.fr (193.55.113.142)  132 ms  128 ms  136</a:t>
            </a:r>
            <a:r>
              <a:rPr lang="en-US" altLang="zh-CN" sz="2400"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ms</a:t>
            </a:r>
            <a:endParaRPr lang="en-US" altLang="zh-CN" sz="1600" dirty="0">
              <a:latin typeface="Times New Roman" panose="02020603050405020304" pitchFamily="18" charset="0"/>
              <a:ea typeface="宋体" panose="02010600030101010101" pitchFamily="2" charset="-122"/>
            </a:endParaRPr>
          </a:p>
        </p:txBody>
      </p:sp>
      <p:sp>
        <p:nvSpPr>
          <p:cNvPr id="129030" name="Text Box 5"/>
          <p:cNvSpPr txBox="1"/>
          <p:nvPr/>
        </p:nvSpPr>
        <p:spPr>
          <a:xfrm>
            <a:off x="725488" y="1312863"/>
            <a:ext cx="81930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traceroute:</a:t>
            </a:r>
            <a:r>
              <a:rPr lang="en-US" altLang="zh-CN" sz="2400" dirty="0">
                <a:ea typeface="宋体" panose="02010600030101010101" pitchFamily="2" charset="-122"/>
              </a:rPr>
              <a:t> gaia.cs.umass.edu to www.eurecom.fr</a:t>
            </a:r>
            <a:endParaRPr lang="en-US" altLang="zh-CN" sz="2400" dirty="0">
              <a:ea typeface="宋体" panose="02010600030101010101" pitchFamily="2" charset="-122"/>
            </a:endParaRPr>
          </a:p>
        </p:txBody>
      </p:sp>
      <p:sp>
        <p:nvSpPr>
          <p:cNvPr id="129031" name="Line 6"/>
          <p:cNvSpPr/>
          <p:nvPr/>
        </p:nvSpPr>
        <p:spPr>
          <a:xfrm>
            <a:off x="1611313" y="5634038"/>
            <a:ext cx="1231900" cy="84137"/>
          </a:xfrm>
          <a:prstGeom prst="line">
            <a:avLst/>
          </a:prstGeom>
          <a:ln w="19050" cap="flat" cmpd="sng">
            <a:solidFill>
              <a:srgbClr val="FF0000"/>
            </a:solidFill>
            <a:prstDash val="solid"/>
            <a:headEnd type="triangle" w="med" len="med"/>
            <a:tailEnd type="none" w="med" len="med"/>
          </a:ln>
        </p:spPr>
      </p:sp>
      <p:sp>
        <p:nvSpPr>
          <p:cNvPr id="129032" name="Text Box 7"/>
          <p:cNvSpPr txBox="1"/>
          <p:nvPr/>
        </p:nvSpPr>
        <p:spPr>
          <a:xfrm>
            <a:off x="4578350" y="1738313"/>
            <a:ext cx="456565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Three delay measurements from </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gaia.cs.umass.edu to cs-gw.cs.umass.edu </a:t>
            </a:r>
            <a:endParaRPr lang="en-US" altLang="zh-CN" sz="1800" dirty="0">
              <a:solidFill>
                <a:srgbClr val="FF0000"/>
              </a:solidFill>
              <a:ea typeface="宋体" panose="02010600030101010101" pitchFamily="2" charset="-122"/>
            </a:endParaRPr>
          </a:p>
        </p:txBody>
      </p:sp>
      <p:sp>
        <p:nvSpPr>
          <p:cNvPr id="129033" name="Line 8"/>
          <p:cNvSpPr/>
          <p:nvPr/>
        </p:nvSpPr>
        <p:spPr>
          <a:xfrm flipV="1">
            <a:off x="3471863" y="1965325"/>
            <a:ext cx="671512" cy="412750"/>
          </a:xfrm>
          <a:prstGeom prst="line">
            <a:avLst/>
          </a:prstGeom>
          <a:ln w="19050" cap="flat" cmpd="sng">
            <a:solidFill>
              <a:srgbClr val="FF0000"/>
            </a:solidFill>
            <a:prstDash val="solid"/>
            <a:headEnd type="triangle" w="med" len="med"/>
            <a:tailEnd type="none" w="med" len="med"/>
          </a:ln>
        </p:spPr>
      </p:sp>
      <p:sp>
        <p:nvSpPr>
          <p:cNvPr id="129034" name="Line 9"/>
          <p:cNvSpPr/>
          <p:nvPr/>
        </p:nvSpPr>
        <p:spPr>
          <a:xfrm flipV="1">
            <a:off x="4011613" y="1954213"/>
            <a:ext cx="139700" cy="404812"/>
          </a:xfrm>
          <a:prstGeom prst="line">
            <a:avLst/>
          </a:prstGeom>
          <a:ln w="19050" cap="flat" cmpd="sng">
            <a:solidFill>
              <a:srgbClr val="FF0000"/>
            </a:solidFill>
            <a:prstDash val="solid"/>
            <a:headEnd type="triangle" w="med" len="med"/>
            <a:tailEnd type="none" w="med" len="med"/>
          </a:ln>
        </p:spPr>
      </p:sp>
      <p:sp>
        <p:nvSpPr>
          <p:cNvPr id="129035" name="Line 10"/>
          <p:cNvSpPr/>
          <p:nvPr/>
        </p:nvSpPr>
        <p:spPr>
          <a:xfrm flipH="1" flipV="1">
            <a:off x="4146550" y="1963738"/>
            <a:ext cx="366713" cy="390525"/>
          </a:xfrm>
          <a:prstGeom prst="line">
            <a:avLst/>
          </a:prstGeom>
          <a:ln w="19050" cap="flat" cmpd="sng">
            <a:solidFill>
              <a:srgbClr val="FF0000"/>
            </a:solidFill>
            <a:prstDash val="solid"/>
            <a:headEnd type="triangle" w="med" len="med"/>
            <a:tailEnd type="none" w="med" len="med"/>
          </a:ln>
        </p:spPr>
      </p:sp>
      <p:sp>
        <p:nvSpPr>
          <p:cNvPr id="129036" name="Line 11"/>
          <p:cNvSpPr/>
          <p:nvPr/>
        </p:nvSpPr>
        <p:spPr>
          <a:xfrm flipV="1">
            <a:off x="4138613" y="1970088"/>
            <a:ext cx="377825" cy="3175"/>
          </a:xfrm>
          <a:prstGeom prst="line">
            <a:avLst/>
          </a:prstGeom>
          <a:ln w="19050" cap="flat" cmpd="sng">
            <a:solidFill>
              <a:srgbClr val="FF0000"/>
            </a:solidFill>
            <a:prstDash val="solid"/>
            <a:headEnd type="none" w="med" len="med"/>
            <a:tailEnd type="none" w="med" len="med"/>
          </a:ln>
        </p:spPr>
      </p:sp>
      <p:sp>
        <p:nvSpPr>
          <p:cNvPr id="129037" name="Text Box 12"/>
          <p:cNvSpPr txBox="1"/>
          <p:nvPr/>
        </p:nvSpPr>
        <p:spPr>
          <a:xfrm>
            <a:off x="2571750" y="5564188"/>
            <a:ext cx="62865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 means no response (probe lost, router not replying)</a:t>
            </a:r>
            <a:endParaRPr lang="en-US" altLang="zh-CN" sz="1800" dirty="0">
              <a:solidFill>
                <a:srgbClr val="FF0000"/>
              </a:solidFill>
              <a:ea typeface="宋体" panose="02010600030101010101" pitchFamily="2" charset="-122"/>
            </a:endParaRPr>
          </a:p>
        </p:txBody>
      </p:sp>
      <p:sp>
        <p:nvSpPr>
          <p:cNvPr id="129038" name="Freeform 14"/>
          <p:cNvSpPr/>
          <p:nvPr/>
        </p:nvSpPr>
        <p:spPr>
          <a:xfrm>
            <a:off x="6092825" y="3651250"/>
            <a:ext cx="1012825" cy="246063"/>
          </a:xfrm>
          <a:custGeom>
            <a:avLst/>
            <a:gdLst>
              <a:gd name="txL" fmla="*/ 0 w 638"/>
              <a:gd name="txT" fmla="*/ 0 h 155"/>
              <a:gd name="txR" fmla="*/ 638 w 638"/>
              <a:gd name="txB" fmla="*/ 155 h 155"/>
            </a:gdLst>
            <a:ahLst/>
            <a:cxnLst>
              <a:cxn ang="0">
                <a:pos x="2147483646" y="0"/>
              </a:cxn>
              <a:cxn ang="0">
                <a:pos x="2147483646" y="2147483646"/>
              </a:cxn>
              <a:cxn ang="0">
                <a:pos x="2147483646" y="2147483646"/>
              </a:cxn>
              <a:cxn ang="0">
                <a:pos x="2147483646" y="2147483646"/>
              </a:cxn>
              <a:cxn ang="0">
                <a:pos x="0" y="2147483646"/>
              </a:cxn>
            </a:cxnLst>
            <a:rect l="txL" t="txT" r="txR" b="txB"/>
            <a:pathLst>
              <a:path w="638" h="155">
                <a:moveTo>
                  <a:pt x="593" y="0"/>
                </a:moveTo>
                <a:cubicBezTo>
                  <a:pt x="607" y="9"/>
                  <a:pt x="621" y="18"/>
                  <a:pt x="623" y="38"/>
                </a:cubicBezTo>
                <a:cubicBezTo>
                  <a:pt x="625" y="58"/>
                  <a:pt x="638" y="104"/>
                  <a:pt x="608" y="123"/>
                </a:cubicBezTo>
                <a:cubicBezTo>
                  <a:pt x="578" y="142"/>
                  <a:pt x="547" y="153"/>
                  <a:pt x="446" y="154"/>
                </a:cubicBezTo>
                <a:cubicBezTo>
                  <a:pt x="345" y="155"/>
                  <a:pt x="72" y="133"/>
                  <a:pt x="0" y="130"/>
                </a:cubicBezTo>
              </a:path>
            </a:pathLst>
          </a:custGeom>
          <a:noFill/>
          <a:ln w="19050" cap="flat" cmpd="sng">
            <a:solidFill>
              <a:srgbClr val="FF0000">
                <a:alpha val="100000"/>
              </a:srgbClr>
            </a:solidFill>
            <a:prstDash val="solid"/>
            <a:round/>
            <a:headEnd type="none" w="med" len="med"/>
            <a:tailEnd type="triangle" w="med" len="med"/>
          </a:ln>
        </p:spPr>
        <p:txBody>
          <a:bodyPr/>
          <a:p>
            <a:endParaRPr lang="zh-CN" altLang="en-US"/>
          </a:p>
        </p:txBody>
      </p:sp>
      <p:sp>
        <p:nvSpPr>
          <p:cNvPr id="129039" name="Text Box 15"/>
          <p:cNvSpPr txBox="1"/>
          <p:nvPr/>
        </p:nvSpPr>
        <p:spPr>
          <a:xfrm>
            <a:off x="7137400" y="3436938"/>
            <a:ext cx="1787525"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solidFill>
                  <a:srgbClr val="FF0000"/>
                </a:solidFill>
                <a:ea typeface="宋体" panose="02010600030101010101" pitchFamily="2" charset="-122"/>
              </a:rPr>
              <a:t>trans-oceanic</a:t>
            </a:r>
            <a:endParaRPr lang="en-US" altLang="zh-CN" sz="2000" dirty="0">
              <a:solidFill>
                <a:srgbClr val="FF0000"/>
              </a:solidFill>
              <a:ea typeface="宋体" panose="02010600030101010101" pitchFamily="2" charset="-122"/>
            </a:endParaRPr>
          </a:p>
          <a:p>
            <a:pPr marL="0" lvl="0" indent="0">
              <a:spcBef>
                <a:spcPct val="0"/>
              </a:spcBef>
              <a:buClrTx/>
              <a:buSzTx/>
              <a:buFontTx/>
              <a:buNone/>
            </a:pPr>
            <a:r>
              <a:rPr lang="en-US" altLang="zh-CN" sz="2000" dirty="0">
                <a:solidFill>
                  <a:srgbClr val="FF0000"/>
                </a:solidFill>
                <a:ea typeface="宋体" panose="02010600030101010101" pitchFamily="2" charset="-122"/>
              </a:rPr>
              <a:t>link</a:t>
            </a:r>
            <a:endParaRPr lang="en-US" altLang="zh-CN" sz="2000" dirty="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页脚占位符 3"/>
          <p:cNvSpPr txBox="1">
            <a:spLocks noGrp="1"/>
          </p:cNvSpPr>
          <p:nvPr>
            <p:ph type="ftr" sz="quarter" idx="3"/>
          </p:nvPr>
        </p:nvSpPr>
        <p:spPr bwMode="auto"/>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 Introduction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1075" name="灯片编号占位符 4"/>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pic>
        <p:nvPicPr>
          <p:cNvPr id="131076" name="图片 5"/>
          <p:cNvPicPr>
            <a:picLocks noChangeAspect="1"/>
          </p:cNvPicPr>
          <p:nvPr/>
        </p:nvPicPr>
        <p:blipFill>
          <a:blip r:embed="rId1"/>
          <a:stretch>
            <a:fillRect/>
          </a:stretch>
        </p:blipFill>
        <p:spPr>
          <a:xfrm>
            <a:off x="69850" y="-3175"/>
            <a:ext cx="6445250" cy="2946400"/>
          </a:xfrm>
          <a:prstGeom prst="rect">
            <a:avLst/>
          </a:prstGeom>
          <a:noFill/>
          <a:ln w="9525">
            <a:noFill/>
          </a:ln>
        </p:spPr>
      </p:pic>
      <p:pic>
        <p:nvPicPr>
          <p:cNvPr id="131077" name="图片 6"/>
          <p:cNvPicPr>
            <a:picLocks noChangeAspect="1"/>
          </p:cNvPicPr>
          <p:nvPr/>
        </p:nvPicPr>
        <p:blipFill>
          <a:blip r:embed="rId2"/>
          <a:stretch>
            <a:fillRect/>
          </a:stretch>
        </p:blipFill>
        <p:spPr>
          <a:xfrm>
            <a:off x="77788" y="3040063"/>
            <a:ext cx="6323012" cy="3738562"/>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32099"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3210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Packet loss</a:t>
            </a:r>
            <a:endParaRPr lang="en-US" altLang="zh-CN" dirty="0">
              <a:ea typeface="宋体" panose="02010600030101010101" pitchFamily="2" charset="-122"/>
            </a:endParaRPr>
          </a:p>
        </p:txBody>
      </p:sp>
      <p:sp>
        <p:nvSpPr>
          <p:cNvPr id="132101" name="Rectangle 3"/>
          <p:cNvSpPr>
            <a:spLocks noGrp="1"/>
          </p:cNvSpPr>
          <p:nvPr>
            <p:ph idx="1"/>
          </p:nvPr>
        </p:nvSpPr>
        <p:spPr>
          <a:xfrm>
            <a:off x="354013" y="1546225"/>
            <a:ext cx="8394700" cy="4648200"/>
          </a:xfrm>
        </p:spPr>
        <p:txBody>
          <a:bodyPr vert="horz" wrap="square" lIns="91440" tIns="45720" rIns="91440" bIns="45720" anchor="t" anchorCtr="0"/>
          <a:p>
            <a:r>
              <a:rPr lang="en-US" altLang="zh-CN" dirty="0">
                <a:ea typeface="宋体" panose="02010600030101010101" pitchFamily="2" charset="-122"/>
              </a:rPr>
              <a:t>queue (aka buffer) preceding link in buffer has finite capacity</a:t>
            </a:r>
            <a:endParaRPr lang="en-US" altLang="zh-CN" dirty="0">
              <a:ea typeface="宋体" panose="02010600030101010101" pitchFamily="2" charset="-122"/>
            </a:endParaRPr>
          </a:p>
          <a:p>
            <a:r>
              <a:rPr lang="en-US" altLang="zh-CN" dirty="0">
                <a:ea typeface="宋体" panose="02010600030101010101" pitchFamily="2" charset="-122"/>
              </a:rPr>
              <a:t>packet arriving to full queue dropped (aka lost)</a:t>
            </a:r>
            <a:endParaRPr lang="en-US" altLang="zh-CN" dirty="0">
              <a:ea typeface="宋体" panose="02010600030101010101" pitchFamily="2" charset="-122"/>
            </a:endParaRPr>
          </a:p>
          <a:p>
            <a:r>
              <a:rPr lang="en-US" altLang="zh-CN" dirty="0">
                <a:ea typeface="宋体" panose="02010600030101010101" pitchFamily="2" charset="-122"/>
              </a:rPr>
              <a:t>lost packet may be retransmitted by previous node, by source end system, or not at all</a:t>
            </a:r>
            <a:endParaRPr lang="en-US" altLang="zh-CN" dirty="0">
              <a:ea typeface="宋体" panose="02010600030101010101" pitchFamily="2" charset="-122"/>
            </a:endParaRPr>
          </a:p>
        </p:txBody>
      </p:sp>
      <p:graphicFrame>
        <p:nvGraphicFramePr>
          <p:cNvPr id="132102" name="Object 5"/>
          <p:cNvGraphicFramePr>
            <a:graphicFrameLocks noChangeAspect="1"/>
          </p:cNvGraphicFramePr>
          <p:nvPr/>
        </p:nvGraphicFramePr>
        <p:xfrm>
          <a:off x="2051050" y="5346700"/>
          <a:ext cx="646113" cy="533400"/>
        </p:xfrm>
        <a:graphic>
          <a:graphicData uri="http://schemas.openxmlformats.org/presentationml/2006/ole">
            <mc:AlternateContent xmlns:mc="http://schemas.openxmlformats.org/markup-compatibility/2006">
              <mc:Choice xmlns:v="urn:schemas-microsoft-com:vml" Requires="v">
                <p:oleObj spid="_x0000_s3173" name="" r:id="rId1" imgW="18192750" imgH="15087600" progId="MS_ClipArt_Gallery.2">
                  <p:embed/>
                </p:oleObj>
              </mc:Choice>
              <mc:Fallback>
                <p:oleObj name="" r:id="rId1" imgW="18192750" imgH="15087600" progId="MS_ClipArt_Gallery.2">
                  <p:embed/>
                  <p:pic>
                    <p:nvPicPr>
                      <p:cNvPr id="0" name="图片 3172"/>
                      <p:cNvPicPr/>
                      <p:nvPr/>
                    </p:nvPicPr>
                    <p:blipFill>
                      <a:blip r:embed="rId2"/>
                      <a:stretch>
                        <a:fillRect/>
                      </a:stretch>
                    </p:blipFill>
                    <p:spPr>
                      <a:xfrm>
                        <a:off x="2051050" y="5346700"/>
                        <a:ext cx="646113" cy="533400"/>
                      </a:xfrm>
                      <a:prstGeom prst="rect">
                        <a:avLst/>
                      </a:prstGeom>
                      <a:noFill/>
                      <a:ln w="38100">
                        <a:noFill/>
                        <a:miter/>
                      </a:ln>
                    </p:spPr>
                  </p:pic>
                </p:oleObj>
              </mc:Fallback>
            </mc:AlternateContent>
          </a:graphicData>
        </a:graphic>
      </p:graphicFrame>
      <p:sp>
        <p:nvSpPr>
          <p:cNvPr id="132103" name="Oval 6"/>
          <p:cNvSpPr/>
          <p:nvPr/>
        </p:nvSpPr>
        <p:spPr>
          <a:xfrm>
            <a:off x="3092450" y="5105400"/>
            <a:ext cx="1198563" cy="369888"/>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04" name="Rectangle 7"/>
          <p:cNvSpPr/>
          <p:nvPr/>
        </p:nvSpPr>
        <p:spPr>
          <a:xfrm>
            <a:off x="3092450" y="5037138"/>
            <a:ext cx="1198563" cy="26352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05" name="Oval 8"/>
          <p:cNvSpPr/>
          <p:nvPr/>
        </p:nvSpPr>
        <p:spPr>
          <a:xfrm>
            <a:off x="3101975" y="4808538"/>
            <a:ext cx="1198563" cy="430212"/>
          </a:xfrm>
          <a:prstGeom prst="ellipse">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32106" name="Group 9"/>
          <p:cNvGrpSpPr/>
          <p:nvPr/>
        </p:nvGrpSpPr>
        <p:grpSpPr>
          <a:xfrm>
            <a:off x="3448050" y="4838700"/>
            <a:ext cx="498475" cy="119063"/>
            <a:chOff x="2208" y="2184"/>
            <a:chExt cx="176" cy="69"/>
          </a:xfrm>
        </p:grpSpPr>
        <p:grpSp>
          <p:nvGrpSpPr>
            <p:cNvPr id="132133" name="Group 10"/>
            <p:cNvGrpSpPr/>
            <p:nvPr/>
          </p:nvGrpSpPr>
          <p:grpSpPr>
            <a:xfrm>
              <a:off x="2208" y="2185"/>
              <a:ext cx="176" cy="68"/>
              <a:chOff x="2848" y="848"/>
              <a:chExt cx="140" cy="98"/>
            </a:xfrm>
          </p:grpSpPr>
          <p:sp>
            <p:nvSpPr>
              <p:cNvPr id="132138" name="Line 1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32139" name="Line 1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32140" name="Line 1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32134" name="Group 14"/>
            <p:cNvGrpSpPr/>
            <p:nvPr/>
          </p:nvGrpSpPr>
          <p:grpSpPr>
            <a:xfrm flipV="1">
              <a:off x="2208" y="2184"/>
              <a:ext cx="176" cy="68"/>
              <a:chOff x="2848" y="848"/>
              <a:chExt cx="140" cy="98"/>
            </a:xfrm>
          </p:grpSpPr>
          <p:sp>
            <p:nvSpPr>
              <p:cNvPr id="132135" name="Line 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32136" name="Line 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32137" name="Line 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132107" name="Object 22"/>
          <p:cNvGraphicFramePr>
            <a:graphicFrameLocks noChangeAspect="1"/>
          </p:cNvGraphicFramePr>
          <p:nvPr/>
        </p:nvGraphicFramePr>
        <p:xfrm>
          <a:off x="1736725" y="4337050"/>
          <a:ext cx="646113" cy="533400"/>
        </p:xfrm>
        <a:graphic>
          <a:graphicData uri="http://schemas.openxmlformats.org/presentationml/2006/ole">
            <mc:AlternateContent xmlns:mc="http://schemas.openxmlformats.org/markup-compatibility/2006">
              <mc:Choice xmlns:v="urn:schemas-microsoft-com:vml" Requires="v">
                <p:oleObj spid="_x0000_s3172" name="" r:id="rId3" imgW="18192750" imgH="15087600" progId="MS_ClipArt_Gallery.2">
                  <p:embed/>
                </p:oleObj>
              </mc:Choice>
              <mc:Fallback>
                <p:oleObj name="" r:id="rId3" imgW="18192750" imgH="15087600" progId="MS_ClipArt_Gallery.2">
                  <p:embed/>
                  <p:pic>
                    <p:nvPicPr>
                      <p:cNvPr id="0" name="图片 3171"/>
                      <p:cNvPicPr/>
                      <p:nvPr/>
                    </p:nvPicPr>
                    <p:blipFill>
                      <a:blip r:embed="rId2"/>
                      <a:stretch>
                        <a:fillRect/>
                      </a:stretch>
                    </p:blipFill>
                    <p:spPr>
                      <a:xfrm>
                        <a:off x="1736725" y="4337050"/>
                        <a:ext cx="646113" cy="533400"/>
                      </a:xfrm>
                      <a:prstGeom prst="rect">
                        <a:avLst/>
                      </a:prstGeom>
                      <a:noFill/>
                      <a:ln w="38100">
                        <a:noFill/>
                        <a:miter/>
                      </a:ln>
                    </p:spPr>
                  </p:pic>
                </p:oleObj>
              </mc:Fallback>
            </mc:AlternateContent>
          </a:graphicData>
        </a:graphic>
      </p:graphicFrame>
      <p:sp>
        <p:nvSpPr>
          <p:cNvPr id="132108" name="Line 23"/>
          <p:cNvSpPr/>
          <p:nvPr/>
        </p:nvSpPr>
        <p:spPr>
          <a:xfrm>
            <a:off x="2362200" y="4743450"/>
            <a:ext cx="504825" cy="0"/>
          </a:xfrm>
          <a:prstGeom prst="line">
            <a:avLst/>
          </a:prstGeom>
          <a:ln w="19050" cap="flat" cmpd="sng">
            <a:solidFill>
              <a:schemeClr val="tx1"/>
            </a:solidFill>
            <a:prstDash val="solid"/>
            <a:headEnd type="none" w="med" len="med"/>
            <a:tailEnd type="none" w="med" len="med"/>
          </a:ln>
        </p:spPr>
      </p:sp>
      <p:sp>
        <p:nvSpPr>
          <p:cNvPr id="132109" name="Line 24"/>
          <p:cNvSpPr/>
          <p:nvPr/>
        </p:nvSpPr>
        <p:spPr>
          <a:xfrm flipV="1">
            <a:off x="2667000" y="5729288"/>
            <a:ext cx="195263" cy="4762"/>
          </a:xfrm>
          <a:prstGeom prst="line">
            <a:avLst/>
          </a:prstGeom>
          <a:ln w="19050" cap="flat" cmpd="sng">
            <a:solidFill>
              <a:schemeClr val="tx1"/>
            </a:solidFill>
            <a:prstDash val="solid"/>
            <a:headEnd type="none" w="med" len="med"/>
            <a:tailEnd type="none" w="med" len="med"/>
          </a:ln>
        </p:spPr>
      </p:sp>
      <p:sp>
        <p:nvSpPr>
          <p:cNvPr id="132110" name="Line 25"/>
          <p:cNvSpPr/>
          <p:nvPr/>
        </p:nvSpPr>
        <p:spPr>
          <a:xfrm>
            <a:off x="4286250" y="5162550"/>
            <a:ext cx="1933575" cy="9525"/>
          </a:xfrm>
          <a:prstGeom prst="line">
            <a:avLst/>
          </a:prstGeom>
          <a:ln w="19050" cap="flat" cmpd="sng">
            <a:solidFill>
              <a:schemeClr val="tx1"/>
            </a:solidFill>
            <a:prstDash val="solid"/>
            <a:headEnd type="none" w="med" len="med"/>
            <a:tailEnd type="none" w="med" len="med"/>
          </a:ln>
        </p:spPr>
      </p:sp>
      <p:sp>
        <p:nvSpPr>
          <p:cNvPr id="132111" name="Line 26"/>
          <p:cNvSpPr/>
          <p:nvPr/>
        </p:nvSpPr>
        <p:spPr>
          <a:xfrm flipH="1">
            <a:off x="2867025" y="4733925"/>
            <a:ext cx="0" cy="1000125"/>
          </a:xfrm>
          <a:prstGeom prst="line">
            <a:avLst/>
          </a:prstGeom>
          <a:ln w="19050" cap="flat" cmpd="sng">
            <a:solidFill>
              <a:schemeClr val="tx1"/>
            </a:solidFill>
            <a:prstDash val="solid"/>
            <a:headEnd type="none" w="med" len="med"/>
            <a:tailEnd type="none" w="med" len="med"/>
          </a:ln>
        </p:spPr>
      </p:sp>
      <p:sp>
        <p:nvSpPr>
          <p:cNvPr id="132112" name="Line 27"/>
          <p:cNvSpPr/>
          <p:nvPr/>
        </p:nvSpPr>
        <p:spPr>
          <a:xfrm>
            <a:off x="2876550" y="5167313"/>
            <a:ext cx="200025" cy="0"/>
          </a:xfrm>
          <a:prstGeom prst="line">
            <a:avLst/>
          </a:prstGeom>
          <a:ln w="19050" cap="flat" cmpd="sng">
            <a:solidFill>
              <a:schemeClr val="tx1"/>
            </a:solidFill>
            <a:prstDash val="solid"/>
            <a:headEnd type="none" w="med" len="med"/>
            <a:tailEnd type="none" w="med" len="med"/>
          </a:ln>
        </p:spPr>
      </p:sp>
      <p:sp>
        <p:nvSpPr>
          <p:cNvPr id="132113" name="Rectangle 28"/>
          <p:cNvSpPr/>
          <p:nvPr/>
        </p:nvSpPr>
        <p:spPr>
          <a:xfrm>
            <a:off x="5205413" y="4962525"/>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14" name="Rectangle 29"/>
          <p:cNvSpPr/>
          <p:nvPr/>
        </p:nvSpPr>
        <p:spPr>
          <a:xfrm>
            <a:off x="3952875" y="5033963"/>
            <a:ext cx="147638"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15" name="Rectangle 30"/>
          <p:cNvSpPr/>
          <p:nvPr/>
        </p:nvSpPr>
        <p:spPr>
          <a:xfrm>
            <a:off x="4114800" y="5033963"/>
            <a:ext cx="147638" cy="2000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16" name="Rectangle 31"/>
          <p:cNvSpPr/>
          <p:nvPr/>
        </p:nvSpPr>
        <p:spPr>
          <a:xfrm>
            <a:off x="2805113" y="5208588"/>
            <a:ext cx="147637" cy="2000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17" name="Freeform 32"/>
          <p:cNvSpPr/>
          <p:nvPr/>
        </p:nvSpPr>
        <p:spPr>
          <a:xfrm>
            <a:off x="2903538" y="5087938"/>
            <a:ext cx="228600" cy="103187"/>
          </a:xfrm>
          <a:custGeom>
            <a:avLst/>
            <a:gdLst>
              <a:gd name="txL" fmla="*/ 0 w 111"/>
              <a:gd name="txT" fmla="*/ 0 h 67"/>
              <a:gd name="txR" fmla="*/ 111 w 111"/>
              <a:gd name="txB" fmla="*/ 67 h 67"/>
            </a:gdLst>
            <a:ahLst/>
            <a:cxnLst>
              <a:cxn ang="0">
                <a:pos x="0" y="2147483646"/>
              </a:cxn>
              <a:cxn ang="0">
                <a:pos x="0" y="0"/>
              </a:cxn>
              <a:cxn ang="0">
                <a:pos x="2147483646" y="2147483646"/>
              </a:cxn>
            </a:cxnLst>
            <a:rect l="txL" t="txT" r="txR" b="txB"/>
            <a:pathLst>
              <a:path w="111" h="67">
                <a:moveTo>
                  <a:pt x="0" y="67"/>
                </a:moveTo>
                <a:lnTo>
                  <a:pt x="0" y="0"/>
                </a:lnTo>
                <a:lnTo>
                  <a:pt x="111" y="1"/>
                </a:lnTo>
              </a:path>
            </a:pathLst>
          </a:custGeom>
          <a:noFill/>
          <a:ln w="9525" cap="flat" cmpd="sng">
            <a:solidFill>
              <a:schemeClr val="tx1">
                <a:alpha val="100000"/>
              </a:schemeClr>
            </a:solidFill>
            <a:prstDash val="solid"/>
            <a:round/>
            <a:headEnd type="none" w="med" len="med"/>
            <a:tailEnd type="triangle" w="med" len="med"/>
          </a:ln>
        </p:spPr>
        <p:txBody>
          <a:bodyPr/>
          <a:p>
            <a:endParaRPr lang="zh-CN" altLang="en-US"/>
          </a:p>
        </p:txBody>
      </p:sp>
      <p:sp>
        <p:nvSpPr>
          <p:cNvPr id="132118" name="Line 33"/>
          <p:cNvSpPr/>
          <p:nvPr/>
        </p:nvSpPr>
        <p:spPr>
          <a:xfrm flipV="1">
            <a:off x="2809875" y="5451475"/>
            <a:ext cx="0" cy="176213"/>
          </a:xfrm>
          <a:prstGeom prst="line">
            <a:avLst/>
          </a:prstGeom>
          <a:ln w="9525" cap="flat" cmpd="sng">
            <a:solidFill>
              <a:schemeClr val="tx1"/>
            </a:solidFill>
            <a:prstDash val="solid"/>
            <a:headEnd type="none" w="med" len="med"/>
            <a:tailEnd type="triangle" w="med" len="med"/>
          </a:ln>
        </p:spPr>
      </p:sp>
      <p:sp>
        <p:nvSpPr>
          <p:cNvPr id="132119" name="Text Box 35"/>
          <p:cNvSpPr txBox="1"/>
          <p:nvPr/>
        </p:nvSpPr>
        <p:spPr>
          <a:xfrm>
            <a:off x="1384300" y="4360863"/>
            <a:ext cx="4064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chemeClr val="accent1"/>
                </a:solidFill>
                <a:ea typeface="宋体" panose="02010600030101010101" pitchFamily="2" charset="-122"/>
              </a:rPr>
              <a:t>A</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132120" name="Text Box 36"/>
          <p:cNvSpPr txBox="1"/>
          <p:nvPr/>
        </p:nvSpPr>
        <p:spPr>
          <a:xfrm>
            <a:off x="1660525" y="5380038"/>
            <a:ext cx="3762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B</a:t>
            </a:r>
            <a:endParaRPr lang="en-US" altLang="zh-CN" sz="2400" dirty="0">
              <a:solidFill>
                <a:schemeClr val="accent1"/>
              </a:solidFill>
              <a:latin typeface="Times New Roman" panose="02020603050405020304" pitchFamily="18" charset="0"/>
              <a:ea typeface="宋体" panose="02010600030101010101" pitchFamily="2" charset="-122"/>
            </a:endParaRPr>
          </a:p>
        </p:txBody>
      </p:sp>
      <p:sp>
        <p:nvSpPr>
          <p:cNvPr id="132121" name="Text Box 40"/>
          <p:cNvSpPr txBox="1"/>
          <p:nvPr/>
        </p:nvSpPr>
        <p:spPr>
          <a:xfrm>
            <a:off x="4765675" y="4203700"/>
            <a:ext cx="28813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packet being transmitted</a:t>
            </a:r>
            <a:endParaRPr lang="en-US" altLang="zh-CN" sz="1800" dirty="0">
              <a:latin typeface="Times New Roman" panose="02020603050405020304" pitchFamily="18" charset="0"/>
              <a:ea typeface="宋体" panose="02010600030101010101" pitchFamily="2" charset="-122"/>
            </a:endParaRPr>
          </a:p>
        </p:txBody>
      </p:sp>
      <p:sp>
        <p:nvSpPr>
          <p:cNvPr id="132122" name="Line 41"/>
          <p:cNvSpPr/>
          <p:nvPr/>
        </p:nvSpPr>
        <p:spPr>
          <a:xfrm rot="-10800000" flipV="1">
            <a:off x="4283075" y="4495800"/>
            <a:ext cx="727075" cy="577850"/>
          </a:xfrm>
          <a:prstGeom prst="line">
            <a:avLst/>
          </a:prstGeom>
          <a:ln w="9525" cap="flat" cmpd="sng">
            <a:solidFill>
              <a:srgbClr val="FF3300"/>
            </a:solidFill>
            <a:prstDash val="solid"/>
            <a:headEnd type="none" w="med" len="med"/>
            <a:tailEnd type="none" w="med" len="med"/>
          </a:ln>
        </p:spPr>
      </p:sp>
      <p:sp>
        <p:nvSpPr>
          <p:cNvPr id="132123" name="Rectangle 56"/>
          <p:cNvSpPr/>
          <p:nvPr/>
        </p:nvSpPr>
        <p:spPr>
          <a:xfrm>
            <a:off x="3789363" y="5032375"/>
            <a:ext cx="147637" cy="2000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24" name="Rectangle 57"/>
          <p:cNvSpPr/>
          <p:nvPr/>
        </p:nvSpPr>
        <p:spPr>
          <a:xfrm>
            <a:off x="3627438" y="5032375"/>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25" name="Rectangle 58"/>
          <p:cNvSpPr/>
          <p:nvPr/>
        </p:nvSpPr>
        <p:spPr>
          <a:xfrm>
            <a:off x="3462338" y="5032375"/>
            <a:ext cx="147637"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26" name="Rectangle 59"/>
          <p:cNvSpPr/>
          <p:nvPr/>
        </p:nvSpPr>
        <p:spPr>
          <a:xfrm>
            <a:off x="3298825" y="5032375"/>
            <a:ext cx="147638" cy="20002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27" name="Rectangle 61"/>
          <p:cNvSpPr/>
          <p:nvPr/>
        </p:nvSpPr>
        <p:spPr>
          <a:xfrm>
            <a:off x="3133725" y="5033963"/>
            <a:ext cx="147638" cy="2000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28" name="Rectangle 62"/>
          <p:cNvSpPr/>
          <p:nvPr/>
        </p:nvSpPr>
        <p:spPr>
          <a:xfrm>
            <a:off x="3105150" y="5010150"/>
            <a:ext cx="1171575" cy="242888"/>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29" name="Line 63"/>
          <p:cNvSpPr/>
          <p:nvPr/>
        </p:nvSpPr>
        <p:spPr>
          <a:xfrm rot="10800000">
            <a:off x="3008313" y="5448300"/>
            <a:ext cx="771525" cy="396875"/>
          </a:xfrm>
          <a:prstGeom prst="line">
            <a:avLst/>
          </a:prstGeom>
          <a:ln w="9525" cap="flat" cmpd="sng">
            <a:solidFill>
              <a:srgbClr val="FF3300"/>
            </a:solidFill>
            <a:prstDash val="solid"/>
            <a:headEnd type="none" w="med" len="med"/>
            <a:tailEnd type="none" w="med" len="med"/>
          </a:ln>
        </p:spPr>
      </p:sp>
      <p:sp>
        <p:nvSpPr>
          <p:cNvPr id="132130" name="Text Box 64"/>
          <p:cNvSpPr txBox="1"/>
          <p:nvPr/>
        </p:nvSpPr>
        <p:spPr>
          <a:xfrm>
            <a:off x="3708400" y="5661025"/>
            <a:ext cx="2078038"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packet arriving to</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full buffer</a:t>
            </a:r>
            <a:r>
              <a:rPr lang="en-US" altLang="zh-CN" sz="1800" dirty="0">
                <a:ea typeface="宋体" panose="02010600030101010101" pitchFamily="2" charset="-122"/>
              </a:rPr>
              <a:t> </a:t>
            </a:r>
            <a:r>
              <a:rPr lang="en-US" altLang="zh-CN" sz="1800" dirty="0">
                <a:solidFill>
                  <a:srgbClr val="FF0000"/>
                </a:solidFill>
                <a:ea typeface="宋体" panose="02010600030101010101" pitchFamily="2" charset="-122"/>
              </a:rPr>
              <a:t>is </a:t>
            </a:r>
            <a:r>
              <a:rPr lang="en-US" altLang="zh-CN" sz="1800" i="1" dirty="0">
                <a:solidFill>
                  <a:srgbClr val="FF0000"/>
                </a:solidFill>
                <a:ea typeface="宋体" panose="02010600030101010101" pitchFamily="2" charset="-122"/>
              </a:rPr>
              <a:t>lost</a:t>
            </a:r>
            <a:endParaRPr lang="en-US" altLang="zh-CN" sz="1800" i="1" dirty="0">
              <a:solidFill>
                <a:srgbClr val="FF0000"/>
              </a:solidFill>
              <a:ea typeface="宋体" panose="02010600030101010101" pitchFamily="2" charset="-122"/>
            </a:endParaRPr>
          </a:p>
        </p:txBody>
      </p:sp>
      <p:sp>
        <p:nvSpPr>
          <p:cNvPr id="132131" name="Text Box 65"/>
          <p:cNvSpPr txBox="1"/>
          <p:nvPr/>
        </p:nvSpPr>
        <p:spPr>
          <a:xfrm>
            <a:off x="2946400" y="4022725"/>
            <a:ext cx="1639888"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buffer </a:t>
            </a:r>
            <a:endParaRPr lang="en-US" altLang="zh-CN" sz="1800" dirty="0">
              <a:solidFill>
                <a:srgbClr val="FF0000"/>
              </a:solidFill>
              <a:ea typeface="宋体" panose="02010600030101010101" pitchFamily="2" charset="-122"/>
            </a:endParaRPr>
          </a:p>
          <a:p>
            <a:pPr marL="0" lvl="0" indent="0" algn="ctr">
              <a:spcBef>
                <a:spcPct val="0"/>
              </a:spcBef>
              <a:buClrTx/>
              <a:buSzTx/>
              <a:buFontTx/>
              <a:buNone/>
            </a:pPr>
            <a:r>
              <a:rPr lang="en-US" altLang="zh-CN" sz="1800" dirty="0">
                <a:solidFill>
                  <a:srgbClr val="FF0000"/>
                </a:solidFill>
                <a:ea typeface="宋体" panose="02010600030101010101" pitchFamily="2" charset="-122"/>
              </a:rPr>
              <a:t>(waiting area)</a:t>
            </a:r>
            <a:endParaRPr lang="en-US" altLang="zh-CN" sz="1800" dirty="0">
              <a:latin typeface="Times New Roman" panose="02020603050405020304" pitchFamily="18" charset="0"/>
              <a:ea typeface="宋体" panose="02010600030101010101" pitchFamily="2" charset="-122"/>
            </a:endParaRPr>
          </a:p>
        </p:txBody>
      </p:sp>
      <p:sp>
        <p:nvSpPr>
          <p:cNvPr id="132132" name="Line 66"/>
          <p:cNvSpPr/>
          <p:nvPr/>
        </p:nvSpPr>
        <p:spPr>
          <a:xfrm>
            <a:off x="3238500" y="4619625"/>
            <a:ext cx="0" cy="333375"/>
          </a:xfrm>
          <a:prstGeom prst="line">
            <a:avLst/>
          </a:prstGeom>
          <a:ln w="9525" cap="flat" cmpd="sng">
            <a:solidFill>
              <a:srgbClr val="FF3300"/>
            </a:solidFill>
            <a:prstDash val="solid"/>
            <a:headEnd type="none" w="med" len="med"/>
            <a:tailEnd type="none" w="med" len="med"/>
          </a:ln>
        </p:spPr>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34147"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34148" name="Line 321"/>
          <p:cNvSpPr/>
          <p:nvPr/>
        </p:nvSpPr>
        <p:spPr>
          <a:xfrm>
            <a:off x="1441450" y="4530725"/>
            <a:ext cx="6316663" cy="0"/>
          </a:xfrm>
          <a:prstGeom prst="line">
            <a:avLst/>
          </a:prstGeom>
          <a:ln w="9525" cap="flat" cmpd="sng">
            <a:solidFill>
              <a:schemeClr val="tx1"/>
            </a:solidFill>
            <a:prstDash val="solid"/>
            <a:headEnd type="none" w="med" len="med"/>
            <a:tailEnd type="none" w="med" len="med"/>
          </a:ln>
        </p:spPr>
      </p:sp>
      <p:sp>
        <p:nvSpPr>
          <p:cNvPr id="134149"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Throughput</a:t>
            </a:r>
            <a:endParaRPr lang="en-US" altLang="zh-CN" dirty="0">
              <a:ea typeface="宋体" panose="02010600030101010101" pitchFamily="2" charset="-122"/>
            </a:endParaRPr>
          </a:p>
        </p:txBody>
      </p:sp>
      <p:sp>
        <p:nvSpPr>
          <p:cNvPr id="134150" name="Rectangle 3"/>
          <p:cNvSpPr>
            <a:spLocks noGrp="1"/>
          </p:cNvSpPr>
          <p:nvPr>
            <p:ph idx="1"/>
          </p:nvPr>
        </p:nvSpPr>
        <p:spPr>
          <a:xfrm>
            <a:off x="519113" y="1447800"/>
            <a:ext cx="7772400" cy="4648200"/>
          </a:xfrm>
        </p:spPr>
        <p:txBody>
          <a:bodyPr vert="horz" wrap="square" lIns="91440" tIns="45720" rIns="91440" bIns="45720" anchor="t" anchorCtr="0"/>
          <a:p>
            <a:r>
              <a:rPr lang="en-US" altLang="zh-CN" i="1" dirty="0">
                <a:solidFill>
                  <a:srgbClr val="FF3300"/>
                </a:solidFill>
                <a:ea typeface="宋体" panose="02010600030101010101" pitchFamily="2" charset="-122"/>
              </a:rPr>
              <a:t>throughput:</a:t>
            </a:r>
            <a:r>
              <a:rPr lang="en-US" altLang="zh-CN" dirty="0">
                <a:ea typeface="宋体" panose="02010600030101010101" pitchFamily="2" charset="-122"/>
              </a:rPr>
              <a:t> rate (bits/time unit) at which bits transferred between sender/receiver</a:t>
            </a:r>
            <a:endParaRPr lang="en-US" altLang="zh-CN" dirty="0">
              <a:ea typeface="宋体" panose="02010600030101010101" pitchFamily="2" charset="-122"/>
            </a:endParaRPr>
          </a:p>
          <a:p>
            <a:pPr lvl="1"/>
            <a:r>
              <a:rPr lang="en-US" altLang="zh-CN" i="1" dirty="0">
                <a:solidFill>
                  <a:srgbClr val="FF3300"/>
                </a:solidFill>
                <a:ea typeface="宋体" panose="02010600030101010101" pitchFamily="2" charset="-122"/>
              </a:rPr>
              <a:t>instantaneous</a:t>
            </a:r>
            <a:r>
              <a:rPr lang="en-US" altLang="zh-CN" i="1" dirty="0">
                <a:ea typeface="宋体" panose="02010600030101010101" pitchFamily="2" charset="-122"/>
              </a:rPr>
              <a:t>:</a:t>
            </a:r>
            <a:r>
              <a:rPr lang="en-US" altLang="zh-CN" dirty="0">
                <a:ea typeface="宋体" panose="02010600030101010101" pitchFamily="2" charset="-122"/>
              </a:rPr>
              <a:t> rate at given point in time</a:t>
            </a:r>
            <a:endParaRPr lang="en-US" altLang="zh-CN" dirty="0">
              <a:ea typeface="宋体" panose="02010600030101010101" pitchFamily="2" charset="-122"/>
            </a:endParaRPr>
          </a:p>
          <a:p>
            <a:pPr lvl="1"/>
            <a:r>
              <a:rPr lang="en-US" altLang="zh-CN" i="1" dirty="0">
                <a:solidFill>
                  <a:srgbClr val="FF3300"/>
                </a:solidFill>
                <a:ea typeface="宋体" panose="02010600030101010101" pitchFamily="2" charset="-122"/>
              </a:rPr>
              <a:t>average:</a:t>
            </a:r>
            <a:r>
              <a:rPr lang="en-US" altLang="zh-CN" dirty="0">
                <a:ea typeface="宋体" panose="02010600030101010101" pitchFamily="2" charset="-122"/>
              </a:rPr>
              <a:t> rate over longer period of time</a:t>
            </a:r>
            <a:endParaRPr lang="en-US" altLang="zh-CN" dirty="0">
              <a:ea typeface="宋体" panose="02010600030101010101" pitchFamily="2" charset="-122"/>
            </a:endParaRPr>
          </a:p>
        </p:txBody>
      </p:sp>
      <p:grpSp>
        <p:nvGrpSpPr>
          <p:cNvPr id="134151" name="Group 246"/>
          <p:cNvGrpSpPr/>
          <p:nvPr/>
        </p:nvGrpSpPr>
        <p:grpSpPr>
          <a:xfrm>
            <a:off x="3806825" y="4394200"/>
            <a:ext cx="1055688" cy="360363"/>
            <a:chOff x="3600" y="219"/>
            <a:chExt cx="360" cy="175"/>
          </a:xfrm>
        </p:grpSpPr>
        <p:sp>
          <p:nvSpPr>
            <p:cNvPr id="134187" name="Oval 24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4188" name="Line 24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34189" name="Line 24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34190" name="Rectangle 25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4191" name="Oval 25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34192" name="Group 252"/>
            <p:cNvGrpSpPr/>
            <p:nvPr/>
          </p:nvGrpSpPr>
          <p:grpSpPr>
            <a:xfrm>
              <a:off x="3686" y="244"/>
              <a:ext cx="177" cy="66"/>
              <a:chOff x="2848" y="848"/>
              <a:chExt cx="140" cy="98"/>
            </a:xfrm>
          </p:grpSpPr>
          <p:sp>
            <p:nvSpPr>
              <p:cNvPr id="134197" name="Line 25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34198" name="Line 25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34199" name="Line 25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34193" name="Group 256"/>
            <p:cNvGrpSpPr/>
            <p:nvPr/>
          </p:nvGrpSpPr>
          <p:grpSpPr>
            <a:xfrm flipV="1">
              <a:off x="3686" y="243"/>
              <a:ext cx="177" cy="66"/>
              <a:chOff x="2848" y="848"/>
              <a:chExt cx="140" cy="98"/>
            </a:xfrm>
          </p:grpSpPr>
          <p:sp>
            <p:nvSpPr>
              <p:cNvPr id="134194" name="Line 25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34195" name="Line 25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34196" name="Line 25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134152" name="Object 271"/>
          <p:cNvGraphicFramePr>
            <a:graphicFrameLocks noChangeAspect="1"/>
          </p:cNvGraphicFramePr>
          <p:nvPr/>
        </p:nvGraphicFramePr>
        <p:xfrm>
          <a:off x="7721600" y="4062413"/>
          <a:ext cx="785813" cy="655637"/>
        </p:xfrm>
        <a:graphic>
          <a:graphicData uri="http://schemas.openxmlformats.org/presentationml/2006/ole">
            <mc:AlternateContent xmlns:mc="http://schemas.openxmlformats.org/markup-compatibility/2006">
              <mc:Choice xmlns:v="urn:schemas-microsoft-com:vml" Requires="v">
                <p:oleObj spid="_x0000_s3174" name="" r:id="rId1" imgW="18192750" imgH="15087600" progId="MS_ClipArt_Gallery.2">
                  <p:embed/>
                </p:oleObj>
              </mc:Choice>
              <mc:Fallback>
                <p:oleObj name="" r:id="rId1" imgW="18192750" imgH="15087600" progId="MS_ClipArt_Gallery.2">
                  <p:embed/>
                  <p:pic>
                    <p:nvPicPr>
                      <p:cNvPr id="0" name="图片 3173"/>
                      <p:cNvPicPr/>
                      <p:nvPr/>
                    </p:nvPicPr>
                    <p:blipFill>
                      <a:blip r:embed="rId2"/>
                      <a:stretch>
                        <a:fillRect/>
                      </a:stretch>
                    </p:blipFill>
                    <p:spPr>
                      <a:xfrm>
                        <a:off x="7721600" y="4062413"/>
                        <a:ext cx="785813" cy="655637"/>
                      </a:xfrm>
                      <a:prstGeom prst="rect">
                        <a:avLst/>
                      </a:prstGeom>
                      <a:noFill/>
                      <a:ln w="38100">
                        <a:noFill/>
                        <a:miter/>
                      </a:ln>
                    </p:spPr>
                  </p:pic>
                </p:oleObj>
              </mc:Fallback>
            </mc:AlternateContent>
          </a:graphicData>
        </a:graphic>
      </p:graphicFrame>
      <p:grpSp>
        <p:nvGrpSpPr>
          <p:cNvPr id="134153" name="Group 300"/>
          <p:cNvGrpSpPr/>
          <p:nvPr/>
        </p:nvGrpSpPr>
        <p:grpSpPr>
          <a:xfrm>
            <a:off x="942975" y="3981450"/>
            <a:ext cx="374650" cy="838200"/>
            <a:chOff x="4180" y="783"/>
            <a:chExt cx="150" cy="307"/>
          </a:xfrm>
        </p:grpSpPr>
        <p:sp>
          <p:nvSpPr>
            <p:cNvPr id="134179" name="AutoShape 301"/>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4180" name="Rectangle 302"/>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4181" name="Rectangle 303"/>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4182" name="AutoShape 304"/>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4183" name="Line 305"/>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134184" name="Line 306"/>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134185" name="Rectangle 307"/>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4186" name="Rectangle 308"/>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134154" name="Text Box 325"/>
          <p:cNvSpPr txBox="1"/>
          <p:nvPr/>
        </p:nvSpPr>
        <p:spPr>
          <a:xfrm>
            <a:off x="242888" y="5043488"/>
            <a:ext cx="2127250" cy="1006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server, with</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file of F bits </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to send to client</a:t>
            </a:r>
            <a:endParaRPr lang="en-US" altLang="zh-CN" sz="2000" dirty="0">
              <a:ea typeface="宋体" panose="02010600030101010101" pitchFamily="2" charset="-122"/>
            </a:endParaRPr>
          </a:p>
        </p:txBody>
      </p:sp>
      <p:sp>
        <p:nvSpPr>
          <p:cNvPr id="134155" name="AutoShape 327"/>
          <p:cNvSpPr/>
          <p:nvPr/>
        </p:nvSpPr>
        <p:spPr>
          <a:xfrm>
            <a:off x="419100" y="3641725"/>
            <a:ext cx="449263" cy="581025"/>
          </a:xfrm>
          <a:prstGeom prst="can">
            <a:avLst>
              <a:gd name="adj" fmla="val 26144"/>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4156" name="Text Box 328"/>
          <p:cNvSpPr txBox="1"/>
          <p:nvPr/>
        </p:nvSpPr>
        <p:spPr>
          <a:xfrm>
            <a:off x="2674938" y="4973638"/>
            <a:ext cx="165100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link capacity</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 R</a:t>
            </a:r>
            <a:r>
              <a:rPr lang="en-US" altLang="zh-CN" baseline="-25000" dirty="0">
                <a:ea typeface="宋体" panose="02010600030101010101" pitchFamily="2" charset="-122"/>
              </a:rPr>
              <a:t>s</a:t>
            </a:r>
            <a:r>
              <a:rPr lang="en-US" altLang="zh-CN" sz="2000" baseline="-25000" dirty="0">
                <a:ea typeface="宋体" panose="02010600030101010101" pitchFamily="2" charset="-122"/>
              </a:rPr>
              <a:t> </a:t>
            </a:r>
            <a:r>
              <a:rPr lang="en-US" altLang="zh-CN" sz="2000" dirty="0">
                <a:ea typeface="宋体" panose="02010600030101010101" pitchFamily="2" charset="-122"/>
              </a:rPr>
              <a:t>bits/sec</a:t>
            </a:r>
            <a:endParaRPr lang="en-US" altLang="zh-CN" sz="2000" dirty="0">
              <a:ea typeface="宋体" panose="02010600030101010101" pitchFamily="2" charset="-122"/>
            </a:endParaRPr>
          </a:p>
        </p:txBody>
      </p:sp>
      <p:sp>
        <p:nvSpPr>
          <p:cNvPr id="134157" name="Text Box 329"/>
          <p:cNvSpPr txBox="1"/>
          <p:nvPr/>
        </p:nvSpPr>
        <p:spPr>
          <a:xfrm>
            <a:off x="5543550" y="4970463"/>
            <a:ext cx="165100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link capacity</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 R</a:t>
            </a:r>
            <a:r>
              <a:rPr lang="en-US" altLang="zh-CN" baseline="-25000" dirty="0">
                <a:ea typeface="宋体" panose="02010600030101010101" pitchFamily="2" charset="-122"/>
              </a:rPr>
              <a:t>c</a:t>
            </a:r>
            <a:r>
              <a:rPr lang="en-US" altLang="zh-CN" sz="2000" baseline="-25000" dirty="0">
                <a:ea typeface="宋体" panose="02010600030101010101" pitchFamily="2" charset="-122"/>
              </a:rPr>
              <a:t> </a:t>
            </a:r>
            <a:r>
              <a:rPr lang="en-US" altLang="zh-CN" sz="2000" dirty="0">
                <a:ea typeface="宋体" panose="02010600030101010101" pitchFamily="2" charset="-122"/>
              </a:rPr>
              <a:t>bits/sec</a:t>
            </a:r>
            <a:endParaRPr lang="en-US" altLang="zh-CN" sz="2000" dirty="0">
              <a:ea typeface="宋体" panose="02010600030101010101" pitchFamily="2" charset="-122"/>
            </a:endParaRPr>
          </a:p>
        </p:txBody>
      </p:sp>
      <p:grpSp>
        <p:nvGrpSpPr>
          <p:cNvPr id="6" name="Group 338"/>
          <p:cNvGrpSpPr/>
          <p:nvPr/>
        </p:nvGrpSpPr>
        <p:grpSpPr>
          <a:xfrm>
            <a:off x="1404938" y="4371975"/>
            <a:ext cx="3568700" cy="1676400"/>
            <a:chOff x="913" y="2726"/>
            <a:chExt cx="2248" cy="1056"/>
          </a:xfrm>
        </p:grpSpPr>
        <p:grpSp>
          <p:nvGrpSpPr>
            <p:cNvPr id="134173" name="Group 335"/>
            <p:cNvGrpSpPr/>
            <p:nvPr/>
          </p:nvGrpSpPr>
          <p:grpSpPr>
            <a:xfrm>
              <a:off x="913" y="2726"/>
              <a:ext cx="1463" cy="247"/>
              <a:chOff x="2249" y="3430"/>
              <a:chExt cx="1389" cy="256"/>
            </a:xfrm>
          </p:grpSpPr>
          <p:sp>
            <p:nvSpPr>
              <p:cNvPr id="255309" name="Oval 333"/>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5308" name="Rectangle 332"/>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4177" name="Oval 331"/>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5310" name="Rectangle 334"/>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34174" name="Text Box 336"/>
            <p:cNvSpPr txBox="1"/>
            <p:nvPr/>
          </p:nvSpPr>
          <p:spPr>
            <a:xfrm>
              <a:off x="1392" y="3148"/>
              <a:ext cx="1769" cy="634"/>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 pipe that can carry</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fluid at rate</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 R</a:t>
              </a:r>
              <a:r>
                <a:rPr lang="en-US" altLang="zh-CN" baseline="-25000" dirty="0">
                  <a:ea typeface="宋体" panose="02010600030101010101" pitchFamily="2" charset="-122"/>
                </a:rPr>
                <a:t>s</a:t>
              </a:r>
              <a:r>
                <a:rPr lang="en-US" altLang="zh-CN" sz="2000" baseline="-25000" dirty="0">
                  <a:ea typeface="宋体" panose="02010600030101010101" pitchFamily="2" charset="-122"/>
                </a:rPr>
                <a:t> </a:t>
              </a:r>
              <a:r>
                <a:rPr lang="en-US" altLang="zh-CN" sz="2000" dirty="0">
                  <a:ea typeface="宋体" panose="02010600030101010101" pitchFamily="2" charset="-122"/>
                </a:rPr>
                <a:t>bits/sec)</a:t>
              </a:r>
              <a:endParaRPr lang="en-US" altLang="zh-CN" sz="2000" dirty="0">
                <a:ea typeface="宋体" panose="02010600030101010101" pitchFamily="2" charset="-122"/>
              </a:endParaRPr>
            </a:p>
          </p:txBody>
        </p:sp>
      </p:grpSp>
      <p:sp>
        <p:nvSpPr>
          <p:cNvPr id="134159" name="Line 337"/>
          <p:cNvSpPr/>
          <p:nvPr/>
        </p:nvSpPr>
        <p:spPr>
          <a:xfrm flipH="1" flipV="1">
            <a:off x="2801938" y="4614863"/>
            <a:ext cx="477837" cy="450850"/>
          </a:xfrm>
          <a:prstGeom prst="line">
            <a:avLst/>
          </a:prstGeom>
          <a:ln w="9525" cap="flat" cmpd="sng">
            <a:solidFill>
              <a:schemeClr val="tx1"/>
            </a:solidFill>
            <a:prstDash val="solid"/>
            <a:headEnd type="none" w="med" len="med"/>
            <a:tailEnd type="none" w="med" len="med"/>
          </a:ln>
        </p:spPr>
      </p:sp>
      <p:sp>
        <p:nvSpPr>
          <p:cNvPr id="134160" name="Line 347"/>
          <p:cNvSpPr/>
          <p:nvPr/>
        </p:nvSpPr>
        <p:spPr>
          <a:xfrm flipH="1" flipV="1">
            <a:off x="5834063" y="4557713"/>
            <a:ext cx="479425" cy="522287"/>
          </a:xfrm>
          <a:prstGeom prst="line">
            <a:avLst/>
          </a:prstGeom>
          <a:ln w="9525" cap="flat" cmpd="sng">
            <a:solidFill>
              <a:schemeClr val="tx1"/>
            </a:solidFill>
            <a:prstDash val="solid"/>
            <a:headEnd type="none" w="med" len="med"/>
            <a:tailEnd type="none" w="med" len="med"/>
          </a:ln>
        </p:spPr>
      </p:sp>
      <p:sp>
        <p:nvSpPr>
          <p:cNvPr id="134161" name="AutoShape 349"/>
          <p:cNvSpPr/>
          <p:nvPr/>
        </p:nvSpPr>
        <p:spPr>
          <a:xfrm flipV="1">
            <a:off x="508000" y="4064000"/>
            <a:ext cx="974725" cy="720725"/>
          </a:xfrm>
          <a:custGeom>
            <a:avLst/>
            <a:gdLst>
              <a:gd name="txL" fmla="*/ 12427 w 21600"/>
              <a:gd name="txT" fmla="*/ 2912 h 21600"/>
              <a:gd name="txR" fmla="*/ 18227 w 21600"/>
              <a:gd name="txB" fmla="*/ 9246 h 21600"/>
            </a:gdLst>
            <a:ahLst/>
            <a:cxnLst>
              <a:cxn ang="17694720">
                <a:pos x="2147483646" y="0"/>
              </a:cxn>
              <a:cxn ang="5898240">
                <a:pos x="2147483646" y="2147483646"/>
              </a:cxn>
              <a:cxn ang="5898240">
                <a:pos x="2147483646" y="2147483646"/>
              </a:cxn>
              <a:cxn ang="0">
                <a:pos x="2147483646" y="2147483646"/>
              </a:cxn>
            </a:cxnLst>
            <a:rect l="txL" t="txT" r="txR" b="tx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alpha val="100000"/>
            </a:scheme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34162" name="AutoShape 350"/>
          <p:cNvSpPr/>
          <p:nvPr/>
        </p:nvSpPr>
        <p:spPr>
          <a:xfrm>
            <a:off x="7286625" y="4325938"/>
            <a:ext cx="889000" cy="485775"/>
          </a:xfrm>
          <a:prstGeom prst="rightArrow">
            <a:avLst>
              <a:gd name="adj1" fmla="val 50000"/>
              <a:gd name="adj2" fmla="val 45751"/>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8" name="Group 348"/>
          <p:cNvGrpSpPr/>
          <p:nvPr/>
        </p:nvGrpSpPr>
        <p:grpSpPr>
          <a:xfrm>
            <a:off x="4910138" y="4248150"/>
            <a:ext cx="3178175" cy="1822450"/>
            <a:chOff x="3093" y="2676"/>
            <a:chExt cx="2002" cy="1148"/>
          </a:xfrm>
        </p:grpSpPr>
        <p:grpSp>
          <p:nvGrpSpPr>
            <p:cNvPr id="134167" name="Group 341"/>
            <p:cNvGrpSpPr/>
            <p:nvPr/>
          </p:nvGrpSpPr>
          <p:grpSpPr>
            <a:xfrm>
              <a:off x="3093" y="2676"/>
              <a:ext cx="1765" cy="366"/>
              <a:chOff x="2249" y="3430"/>
              <a:chExt cx="1389" cy="256"/>
            </a:xfrm>
          </p:grpSpPr>
          <p:sp>
            <p:nvSpPr>
              <p:cNvPr id="255318" name="Oval 342"/>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5319" name="Rectangle 343"/>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4171" name="Oval 344"/>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5321" name="Rectangle 345"/>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34168" name="Text Box 346"/>
            <p:cNvSpPr txBox="1"/>
            <p:nvPr/>
          </p:nvSpPr>
          <p:spPr>
            <a:xfrm>
              <a:off x="3235" y="3190"/>
              <a:ext cx="1860" cy="634"/>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 pipe that can carry</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fluid at rate</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 R</a:t>
              </a:r>
              <a:r>
                <a:rPr lang="en-US" altLang="zh-CN" baseline="-25000" dirty="0">
                  <a:ea typeface="宋体" panose="02010600030101010101" pitchFamily="2" charset="-122"/>
                </a:rPr>
                <a:t>c</a:t>
              </a:r>
              <a:r>
                <a:rPr lang="en-US" altLang="zh-CN" sz="2000" baseline="-25000" dirty="0">
                  <a:ea typeface="宋体" panose="02010600030101010101" pitchFamily="2" charset="-122"/>
                </a:rPr>
                <a:t> </a:t>
              </a:r>
              <a:r>
                <a:rPr lang="en-US" altLang="zh-CN" sz="2000" dirty="0">
                  <a:ea typeface="宋体" panose="02010600030101010101" pitchFamily="2" charset="-122"/>
                </a:rPr>
                <a:t>bits/sec)</a:t>
              </a:r>
              <a:endParaRPr lang="en-US" altLang="zh-CN" sz="2000" dirty="0">
                <a:ea typeface="宋体" panose="02010600030101010101" pitchFamily="2" charset="-122"/>
              </a:endParaRPr>
            </a:p>
          </p:txBody>
        </p:sp>
      </p:grpSp>
      <p:sp>
        <p:nvSpPr>
          <p:cNvPr id="134164" name="AutoShape 351"/>
          <p:cNvSpPr/>
          <p:nvPr/>
        </p:nvSpPr>
        <p:spPr>
          <a:xfrm>
            <a:off x="3708400" y="4319588"/>
            <a:ext cx="1484313" cy="485775"/>
          </a:xfrm>
          <a:prstGeom prst="rightArrow">
            <a:avLst>
              <a:gd name="adj1" fmla="val 50000"/>
              <a:gd name="adj2" fmla="val 7638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4165" name="Line 352"/>
          <p:cNvSpPr/>
          <p:nvPr/>
        </p:nvSpPr>
        <p:spPr>
          <a:xfrm>
            <a:off x="1030288" y="4876800"/>
            <a:ext cx="0" cy="217488"/>
          </a:xfrm>
          <a:prstGeom prst="line">
            <a:avLst/>
          </a:prstGeom>
          <a:ln w="9525" cap="flat" cmpd="sng">
            <a:solidFill>
              <a:schemeClr val="tx1"/>
            </a:solidFill>
            <a:prstDash val="solid"/>
            <a:headEnd type="none" w="med" len="med"/>
            <a:tailEnd type="none" w="med" len="med"/>
          </a:ln>
        </p:spPr>
      </p:sp>
      <p:sp>
        <p:nvSpPr>
          <p:cNvPr id="255329" name="Text Box 353"/>
          <p:cNvSpPr txBox="1"/>
          <p:nvPr/>
        </p:nvSpPr>
        <p:spPr>
          <a:xfrm>
            <a:off x="0" y="5067300"/>
            <a:ext cx="2319338" cy="10064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server sends bits </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(fluid) into pipe</a:t>
            </a:r>
            <a:endParaRPr lang="en-US" altLang="zh-CN" sz="2000" dirty="0">
              <a:ea typeface="宋体" panose="02010600030101010101" pitchFamily="2" charset="-122"/>
            </a:endParaRPr>
          </a:p>
          <a:p>
            <a:pPr marL="0" lvl="0" indent="0" algn="ctr">
              <a:spcBef>
                <a:spcPct val="0"/>
              </a:spcBef>
              <a:buClrTx/>
              <a:buSzTx/>
              <a:buFontTx/>
              <a:buNone/>
            </a:pPr>
            <a:endParaRPr lang="en-US" altLang="zh-CN" sz="2000"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55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32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35171"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35172" name="Rectangle 3"/>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Throughput (more)</a:t>
            </a:r>
            <a:endParaRPr lang="en-US" altLang="zh-CN" dirty="0">
              <a:ea typeface="宋体" panose="02010600030101010101" pitchFamily="2" charset="-122"/>
            </a:endParaRPr>
          </a:p>
        </p:txBody>
      </p:sp>
      <p:sp>
        <p:nvSpPr>
          <p:cNvPr id="135173" name="Rectangle 4"/>
          <p:cNvSpPr>
            <a:spLocks noGrp="1"/>
          </p:cNvSpPr>
          <p:nvPr>
            <p:ph idx="1"/>
          </p:nvPr>
        </p:nvSpPr>
        <p:spPr>
          <a:xfrm>
            <a:off x="519113" y="1447800"/>
            <a:ext cx="8150225" cy="554038"/>
          </a:xfrm>
        </p:spPr>
        <p:txBody>
          <a:bodyPr vert="horz" wrap="square" lIns="91440" tIns="45720" rIns="91440" bIns="45720" anchor="t" anchorCtr="0"/>
          <a:p>
            <a:r>
              <a:rPr lang="en-US" altLang="zh-CN" i="1" dirty="0">
                <a:solidFill>
                  <a:srgbClr val="FF3300"/>
                </a:solidFill>
                <a:ea typeface="宋体" panose="02010600030101010101" pitchFamily="2" charset="-122"/>
              </a:rPr>
              <a:t>R</a:t>
            </a:r>
            <a:r>
              <a:rPr lang="en-US" altLang="zh-CN" i="1" baseline="-25000" dirty="0">
                <a:solidFill>
                  <a:srgbClr val="FF3300"/>
                </a:solidFill>
                <a:ea typeface="宋体" panose="02010600030101010101" pitchFamily="2" charset="-122"/>
              </a:rPr>
              <a:t>s</a:t>
            </a:r>
            <a:r>
              <a:rPr lang="en-US" altLang="zh-CN" i="1" dirty="0">
                <a:solidFill>
                  <a:srgbClr val="FF3300"/>
                </a:solidFill>
                <a:ea typeface="宋体" panose="02010600030101010101" pitchFamily="2" charset="-122"/>
              </a:rPr>
              <a:t> &lt; R</a:t>
            </a:r>
            <a:r>
              <a:rPr lang="en-US" altLang="zh-CN" i="1" baseline="-25000" dirty="0">
                <a:solidFill>
                  <a:srgbClr val="FF3300"/>
                </a:solidFill>
                <a:ea typeface="宋体" panose="02010600030101010101" pitchFamily="2" charset="-122"/>
              </a:rPr>
              <a:t>c</a:t>
            </a:r>
            <a:r>
              <a:rPr lang="en-US" altLang="zh-CN" i="1" dirty="0">
                <a:solidFill>
                  <a:srgbClr val="FF3300"/>
                </a:solidFill>
                <a:ea typeface="宋体" panose="02010600030101010101" pitchFamily="2" charset="-122"/>
              </a:rPr>
              <a:t>  </a:t>
            </a:r>
            <a:r>
              <a:rPr lang="en-US" altLang="zh-CN" dirty="0">
                <a:ea typeface="宋体" panose="02010600030101010101" pitchFamily="2" charset="-122"/>
              </a:rPr>
              <a:t>What is average end-end throughput?</a:t>
            </a:r>
            <a:endParaRPr lang="en-US" altLang="zh-CN" dirty="0">
              <a:ea typeface="宋体" panose="02010600030101010101" pitchFamily="2" charset="-122"/>
            </a:endParaRPr>
          </a:p>
        </p:txBody>
      </p:sp>
      <p:sp>
        <p:nvSpPr>
          <p:cNvPr id="135174" name="Line 2"/>
          <p:cNvSpPr/>
          <p:nvPr/>
        </p:nvSpPr>
        <p:spPr>
          <a:xfrm>
            <a:off x="2112963" y="2741613"/>
            <a:ext cx="5811837" cy="0"/>
          </a:xfrm>
          <a:prstGeom prst="line">
            <a:avLst/>
          </a:prstGeom>
          <a:ln w="9525" cap="flat" cmpd="sng">
            <a:solidFill>
              <a:schemeClr val="tx1"/>
            </a:solidFill>
            <a:prstDash val="solid"/>
            <a:headEnd type="none" w="med" len="med"/>
            <a:tailEnd type="none" w="med" len="med"/>
          </a:ln>
        </p:spPr>
      </p:sp>
      <p:grpSp>
        <p:nvGrpSpPr>
          <p:cNvPr id="135175" name="Group 5"/>
          <p:cNvGrpSpPr/>
          <p:nvPr/>
        </p:nvGrpSpPr>
        <p:grpSpPr>
          <a:xfrm>
            <a:off x="4289425" y="2633663"/>
            <a:ext cx="971550" cy="282575"/>
            <a:chOff x="3600" y="219"/>
            <a:chExt cx="360" cy="175"/>
          </a:xfrm>
        </p:grpSpPr>
        <p:sp>
          <p:nvSpPr>
            <p:cNvPr id="135250" name="Oval 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51" name="Line 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35252" name="Line 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35253" name="Rectangle 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54" name="Oval 1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35255" name="Group 11"/>
            <p:cNvGrpSpPr/>
            <p:nvPr/>
          </p:nvGrpSpPr>
          <p:grpSpPr>
            <a:xfrm>
              <a:off x="3686" y="244"/>
              <a:ext cx="177" cy="66"/>
              <a:chOff x="2848" y="848"/>
              <a:chExt cx="140" cy="98"/>
            </a:xfrm>
          </p:grpSpPr>
          <p:sp>
            <p:nvSpPr>
              <p:cNvPr id="135260" name="Line 1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35261" name="Line 1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35262" name="Line 1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35256" name="Group 15"/>
            <p:cNvGrpSpPr/>
            <p:nvPr/>
          </p:nvGrpSpPr>
          <p:grpSpPr>
            <a:xfrm flipV="1">
              <a:off x="3686" y="243"/>
              <a:ext cx="177" cy="66"/>
              <a:chOff x="2848" y="848"/>
              <a:chExt cx="140" cy="98"/>
            </a:xfrm>
          </p:grpSpPr>
          <p:sp>
            <p:nvSpPr>
              <p:cNvPr id="135257" name="Line 1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35258" name="Line 1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35259" name="Line 1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135176" name="Object 19"/>
          <p:cNvGraphicFramePr>
            <a:graphicFrameLocks noChangeAspect="1"/>
          </p:cNvGraphicFramePr>
          <p:nvPr/>
        </p:nvGraphicFramePr>
        <p:xfrm>
          <a:off x="8104188" y="2454275"/>
          <a:ext cx="722312" cy="512763"/>
        </p:xfrm>
        <a:graphic>
          <a:graphicData uri="http://schemas.openxmlformats.org/presentationml/2006/ole">
            <mc:AlternateContent xmlns:mc="http://schemas.openxmlformats.org/markup-compatibility/2006">
              <mc:Choice xmlns:v="urn:schemas-microsoft-com:vml" Requires="v">
                <p:oleObj spid="_x0000_s3175" name="" r:id="rId1" imgW="18192750" imgH="15087600" progId="MS_ClipArt_Gallery.2">
                  <p:embed/>
                </p:oleObj>
              </mc:Choice>
              <mc:Fallback>
                <p:oleObj name="" r:id="rId1" imgW="18192750" imgH="15087600" progId="MS_ClipArt_Gallery.2">
                  <p:embed/>
                  <p:pic>
                    <p:nvPicPr>
                      <p:cNvPr id="0" name="图片 3174"/>
                      <p:cNvPicPr/>
                      <p:nvPr/>
                    </p:nvPicPr>
                    <p:blipFill>
                      <a:blip r:embed="rId2"/>
                      <a:stretch>
                        <a:fillRect/>
                      </a:stretch>
                    </p:blipFill>
                    <p:spPr>
                      <a:xfrm>
                        <a:off x="8104188" y="2454275"/>
                        <a:ext cx="722312" cy="512763"/>
                      </a:xfrm>
                      <a:prstGeom prst="rect">
                        <a:avLst/>
                      </a:prstGeom>
                      <a:noFill/>
                      <a:ln w="38100">
                        <a:noFill/>
                        <a:miter/>
                      </a:ln>
                    </p:spPr>
                  </p:pic>
                </p:oleObj>
              </mc:Fallback>
            </mc:AlternateContent>
          </a:graphicData>
        </a:graphic>
      </p:graphicFrame>
      <p:grpSp>
        <p:nvGrpSpPr>
          <p:cNvPr id="135177" name="Group 20"/>
          <p:cNvGrpSpPr/>
          <p:nvPr/>
        </p:nvGrpSpPr>
        <p:grpSpPr>
          <a:xfrm>
            <a:off x="1655763" y="2311400"/>
            <a:ext cx="344487" cy="655638"/>
            <a:chOff x="4180" y="783"/>
            <a:chExt cx="150" cy="307"/>
          </a:xfrm>
        </p:grpSpPr>
        <p:sp>
          <p:nvSpPr>
            <p:cNvPr id="135242" name="AutoShape 21"/>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43" name="Rectangle 22"/>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44" name="Rectangle 23"/>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45" name="AutoShape 24"/>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46" name="Line 25"/>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135247" name="Line 26"/>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135248" name="Rectangle 27"/>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49" name="Rectangle 28"/>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135178" name="AutoShape 30"/>
          <p:cNvSpPr/>
          <p:nvPr/>
        </p:nvSpPr>
        <p:spPr>
          <a:xfrm>
            <a:off x="1173163" y="2044700"/>
            <a:ext cx="412750" cy="455613"/>
          </a:xfrm>
          <a:prstGeom prst="can">
            <a:avLst>
              <a:gd name="adj" fmla="val 22315"/>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35179" name="Group 34"/>
          <p:cNvGrpSpPr/>
          <p:nvPr/>
        </p:nvGrpSpPr>
        <p:grpSpPr>
          <a:xfrm>
            <a:off x="2066925" y="2606675"/>
            <a:ext cx="2136775" cy="307975"/>
            <a:chOff x="2249" y="3430"/>
            <a:chExt cx="1389" cy="256"/>
          </a:xfrm>
        </p:grpSpPr>
        <p:sp>
          <p:nvSpPr>
            <p:cNvPr id="256035" name="Oval 35"/>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036" name="Rectangle 36"/>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5240" name="Oval 37"/>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6038" name="Rectangle 38"/>
            <p:cNvSpPr>
              <a:spLocks noChangeArrowheads="1"/>
            </p:cNvSpPr>
            <p:nvPr/>
          </p:nvSpPr>
          <p:spPr bwMode="auto">
            <a:xfrm>
              <a:off x="3562" y="3438"/>
              <a:ext cx="44" cy="245"/>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35180" name="Text Box 39"/>
          <p:cNvSpPr txBox="1"/>
          <p:nvPr/>
        </p:nvSpPr>
        <p:spPr>
          <a:xfrm>
            <a:off x="1855788" y="2562225"/>
            <a:ext cx="2586037"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  R</a:t>
            </a:r>
            <a:r>
              <a:rPr lang="en-US" altLang="zh-CN" baseline="-25000" dirty="0">
                <a:ea typeface="宋体" panose="02010600030101010101" pitchFamily="2" charset="-122"/>
              </a:rPr>
              <a:t>s</a:t>
            </a:r>
            <a:r>
              <a:rPr lang="en-US" altLang="zh-CN" sz="2000" baseline="-25000" dirty="0">
                <a:ea typeface="宋体" panose="02010600030101010101" pitchFamily="2" charset="-122"/>
              </a:rPr>
              <a:t> </a:t>
            </a:r>
            <a:r>
              <a:rPr lang="en-US" altLang="zh-CN" sz="2000" dirty="0">
                <a:ea typeface="宋体" panose="02010600030101010101" pitchFamily="2" charset="-122"/>
              </a:rPr>
              <a:t>bits/sec</a:t>
            </a:r>
            <a:endParaRPr lang="en-US" altLang="zh-CN" sz="2000" dirty="0">
              <a:ea typeface="宋体" panose="02010600030101010101" pitchFamily="2" charset="-122"/>
            </a:endParaRPr>
          </a:p>
        </p:txBody>
      </p:sp>
      <p:sp>
        <p:nvSpPr>
          <p:cNvPr id="135181" name="AutoShape 42"/>
          <p:cNvSpPr/>
          <p:nvPr/>
        </p:nvSpPr>
        <p:spPr>
          <a:xfrm flipV="1">
            <a:off x="1255713" y="2374900"/>
            <a:ext cx="895350" cy="565150"/>
          </a:xfrm>
          <a:custGeom>
            <a:avLst/>
            <a:gdLst>
              <a:gd name="txL" fmla="*/ 12427 w 21600"/>
              <a:gd name="txT" fmla="*/ 2912 h 21600"/>
              <a:gd name="txR" fmla="*/ 18227 w 21600"/>
              <a:gd name="txB" fmla="*/ 9246 h 21600"/>
            </a:gdLst>
            <a:ahLst/>
            <a:cxnLst>
              <a:cxn ang="17694720">
                <a:pos x="2147483646" y="0"/>
              </a:cxn>
              <a:cxn ang="5898240">
                <a:pos x="2147483646" y="2147483646"/>
              </a:cxn>
              <a:cxn ang="5898240">
                <a:pos x="2147483646" y="2147483646"/>
              </a:cxn>
              <a:cxn ang="0">
                <a:pos x="2147483646" y="2147483646"/>
              </a:cxn>
            </a:cxnLst>
            <a:rect l="txL" t="txT" r="txR" b="tx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alpha val="100000"/>
            </a:scheme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35182" name="AutoShape 43"/>
          <p:cNvSpPr/>
          <p:nvPr/>
        </p:nvSpPr>
        <p:spPr>
          <a:xfrm>
            <a:off x="7489825" y="2581275"/>
            <a:ext cx="817563" cy="379413"/>
          </a:xfrm>
          <a:prstGeom prst="rightArrow">
            <a:avLst>
              <a:gd name="adj1" fmla="val 50000"/>
              <a:gd name="adj2" fmla="val 5387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35183" name="Group 54"/>
          <p:cNvGrpSpPr/>
          <p:nvPr/>
        </p:nvGrpSpPr>
        <p:grpSpPr>
          <a:xfrm>
            <a:off x="5440363" y="2473325"/>
            <a:ext cx="2790825" cy="569913"/>
            <a:chOff x="3130" y="3069"/>
            <a:chExt cx="1911" cy="366"/>
          </a:xfrm>
        </p:grpSpPr>
        <p:grpSp>
          <p:nvGrpSpPr>
            <p:cNvPr id="135232" name="Group 45"/>
            <p:cNvGrpSpPr/>
            <p:nvPr/>
          </p:nvGrpSpPr>
          <p:grpSpPr>
            <a:xfrm>
              <a:off x="3130" y="3069"/>
              <a:ext cx="1765" cy="366"/>
              <a:chOff x="2249" y="3430"/>
              <a:chExt cx="1389" cy="256"/>
            </a:xfrm>
          </p:grpSpPr>
          <p:sp>
            <p:nvSpPr>
              <p:cNvPr id="256046" name="Oval 46"/>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047" name="Rectangle 47"/>
              <p:cNvSpPr>
                <a:spLocks noChangeArrowheads="1"/>
              </p:cNvSpPr>
              <p:nvPr/>
            </p:nvSpPr>
            <p:spPr bwMode="auto">
              <a:xfrm>
                <a:off x="2275" y="3433"/>
                <a:ext cx="1329"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5236" name="Oval 48"/>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6049" name="Rectangle 49"/>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35233" name="Text Box 50"/>
            <p:cNvSpPr txBox="1"/>
            <p:nvPr/>
          </p:nvSpPr>
          <p:spPr>
            <a:xfrm>
              <a:off x="3181" y="3135"/>
              <a:ext cx="1860" cy="2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R</a:t>
              </a:r>
              <a:r>
                <a:rPr lang="en-US" altLang="zh-CN" baseline="-25000" dirty="0">
                  <a:ea typeface="宋体" panose="02010600030101010101" pitchFamily="2" charset="-122"/>
                </a:rPr>
                <a:t>c</a:t>
              </a:r>
              <a:r>
                <a:rPr lang="en-US" altLang="zh-CN" sz="2000" baseline="-25000" dirty="0">
                  <a:ea typeface="宋体" panose="02010600030101010101" pitchFamily="2" charset="-122"/>
                </a:rPr>
                <a:t> </a:t>
              </a:r>
              <a:r>
                <a:rPr lang="en-US" altLang="zh-CN" sz="2000" dirty="0">
                  <a:ea typeface="宋体" panose="02010600030101010101" pitchFamily="2" charset="-122"/>
                </a:rPr>
                <a:t>bits/sec</a:t>
              </a:r>
              <a:endParaRPr lang="en-US" altLang="zh-CN" sz="2000" dirty="0">
                <a:ea typeface="宋体" panose="02010600030101010101" pitchFamily="2" charset="-122"/>
              </a:endParaRPr>
            </a:p>
          </p:txBody>
        </p:sp>
      </p:grpSp>
      <p:sp>
        <p:nvSpPr>
          <p:cNvPr id="135184" name="AutoShape 51"/>
          <p:cNvSpPr/>
          <p:nvPr/>
        </p:nvSpPr>
        <p:spPr>
          <a:xfrm>
            <a:off x="4198938" y="2574925"/>
            <a:ext cx="1365250" cy="381000"/>
          </a:xfrm>
          <a:prstGeom prst="rightArrow">
            <a:avLst>
              <a:gd name="adj1" fmla="val 50000"/>
              <a:gd name="adj2" fmla="val 8958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9" name="Group 109"/>
          <p:cNvGrpSpPr/>
          <p:nvPr/>
        </p:nvGrpSpPr>
        <p:grpSpPr>
          <a:xfrm>
            <a:off x="555625" y="3341688"/>
            <a:ext cx="8307388" cy="1536700"/>
            <a:chOff x="350" y="2105"/>
            <a:chExt cx="5233" cy="968"/>
          </a:xfrm>
        </p:grpSpPr>
        <p:sp>
          <p:nvSpPr>
            <p:cNvPr id="135190" name="Rectangle 56"/>
            <p:cNvSpPr/>
            <p:nvPr/>
          </p:nvSpPr>
          <p:spPr>
            <a:xfrm>
              <a:off x="350" y="2105"/>
              <a:ext cx="5079" cy="349"/>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i="1" dirty="0">
                  <a:solidFill>
                    <a:srgbClr val="FF3300"/>
                  </a:solidFill>
                  <a:ea typeface="宋体" panose="02010600030101010101" pitchFamily="2" charset="-122"/>
                </a:rPr>
                <a:t>R</a:t>
              </a:r>
              <a:r>
                <a:rPr lang="en-US" altLang="zh-CN" i="1" baseline="-25000" dirty="0">
                  <a:solidFill>
                    <a:srgbClr val="FF3300"/>
                  </a:solidFill>
                  <a:ea typeface="宋体" panose="02010600030101010101" pitchFamily="2" charset="-122"/>
                </a:rPr>
                <a:t>s</a:t>
              </a:r>
              <a:r>
                <a:rPr lang="en-US" altLang="zh-CN" i="1" dirty="0">
                  <a:solidFill>
                    <a:srgbClr val="FF3300"/>
                  </a:solidFill>
                  <a:ea typeface="宋体" panose="02010600030101010101" pitchFamily="2" charset="-122"/>
                </a:rPr>
                <a:t> &gt; R</a:t>
              </a:r>
              <a:r>
                <a:rPr lang="en-US" altLang="zh-CN" i="1" baseline="-25000" dirty="0">
                  <a:solidFill>
                    <a:srgbClr val="FF3300"/>
                  </a:solidFill>
                  <a:ea typeface="宋体" panose="02010600030101010101" pitchFamily="2" charset="-122"/>
                </a:rPr>
                <a:t>c</a:t>
              </a:r>
              <a:r>
                <a:rPr lang="en-US" altLang="zh-CN" i="1" dirty="0">
                  <a:solidFill>
                    <a:srgbClr val="FF3300"/>
                  </a:solidFill>
                  <a:ea typeface="宋体" panose="02010600030101010101" pitchFamily="2" charset="-122"/>
                </a:rPr>
                <a:t>  </a:t>
              </a:r>
              <a:r>
                <a:rPr lang="en-US" altLang="zh-CN" dirty="0">
                  <a:ea typeface="宋体" panose="02010600030101010101" pitchFamily="2" charset="-122"/>
                </a:rPr>
                <a:t>What is average end-end throughput?</a:t>
              </a:r>
              <a:endParaRPr lang="en-US" altLang="zh-CN" dirty="0">
                <a:ea typeface="宋体" panose="02010600030101010101" pitchFamily="2" charset="-122"/>
              </a:endParaRPr>
            </a:p>
          </p:txBody>
        </p:sp>
        <p:sp>
          <p:nvSpPr>
            <p:cNvPr id="135191" name="Line 57"/>
            <p:cNvSpPr/>
            <p:nvPr/>
          </p:nvSpPr>
          <p:spPr>
            <a:xfrm>
              <a:off x="1354" y="2920"/>
              <a:ext cx="3661" cy="0"/>
            </a:xfrm>
            <a:prstGeom prst="line">
              <a:avLst/>
            </a:prstGeom>
            <a:ln w="9525" cap="flat" cmpd="sng">
              <a:solidFill>
                <a:schemeClr val="tx1"/>
              </a:solidFill>
              <a:prstDash val="solid"/>
              <a:headEnd type="none" w="med" len="med"/>
              <a:tailEnd type="none" w="med" len="med"/>
            </a:ln>
          </p:spPr>
        </p:sp>
        <p:grpSp>
          <p:nvGrpSpPr>
            <p:cNvPr id="135192" name="Group 58"/>
            <p:cNvGrpSpPr/>
            <p:nvPr/>
          </p:nvGrpSpPr>
          <p:grpSpPr>
            <a:xfrm>
              <a:off x="2725" y="2852"/>
              <a:ext cx="612" cy="178"/>
              <a:chOff x="3600" y="219"/>
              <a:chExt cx="360" cy="175"/>
            </a:xfrm>
          </p:grpSpPr>
          <p:sp>
            <p:nvSpPr>
              <p:cNvPr id="135219" name="Oval 5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20" name="Line 6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35221" name="Line 6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35222" name="Rectangle 6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23" name="Oval 6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35224" name="Group 64"/>
              <p:cNvGrpSpPr/>
              <p:nvPr/>
            </p:nvGrpSpPr>
            <p:grpSpPr>
              <a:xfrm>
                <a:off x="3686" y="244"/>
                <a:ext cx="177" cy="66"/>
                <a:chOff x="2848" y="848"/>
                <a:chExt cx="140" cy="98"/>
              </a:xfrm>
            </p:grpSpPr>
            <p:sp>
              <p:nvSpPr>
                <p:cNvPr id="135229" name="Line 6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35230" name="Line 6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35231" name="Line 6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35225" name="Group 68"/>
              <p:cNvGrpSpPr/>
              <p:nvPr/>
            </p:nvGrpSpPr>
            <p:grpSpPr>
              <a:xfrm flipV="1">
                <a:off x="3686" y="243"/>
                <a:ext cx="177" cy="66"/>
                <a:chOff x="2848" y="848"/>
                <a:chExt cx="140" cy="98"/>
              </a:xfrm>
            </p:grpSpPr>
            <p:sp>
              <p:nvSpPr>
                <p:cNvPr id="135226" name="Line 6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35227" name="Line 7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35228" name="Line 7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135193" name="Object 72"/>
            <p:cNvGraphicFramePr>
              <a:graphicFrameLocks noChangeAspect="1"/>
            </p:cNvGraphicFramePr>
            <p:nvPr/>
          </p:nvGraphicFramePr>
          <p:xfrm>
            <a:off x="5128" y="2739"/>
            <a:ext cx="455" cy="323"/>
          </p:xfrm>
          <a:graphic>
            <a:graphicData uri="http://schemas.openxmlformats.org/presentationml/2006/ole">
              <mc:AlternateContent xmlns:mc="http://schemas.openxmlformats.org/markup-compatibility/2006">
                <mc:Choice xmlns:v="urn:schemas-microsoft-com:vml" Requires="v">
                  <p:oleObj spid="_x0000_s3160" name="" r:id="rId3" imgW="18192750" imgH="15087600" progId="MS_ClipArt_Gallery.2">
                    <p:embed/>
                  </p:oleObj>
                </mc:Choice>
                <mc:Fallback>
                  <p:oleObj name="" r:id="rId3" imgW="18192750" imgH="15087600" progId="MS_ClipArt_Gallery.2">
                    <p:embed/>
                    <p:pic>
                      <p:nvPicPr>
                        <p:cNvPr id="0" name="图片 3159"/>
                        <p:cNvPicPr/>
                        <p:nvPr/>
                      </p:nvPicPr>
                      <p:blipFill>
                        <a:blip r:embed="rId2"/>
                        <a:stretch>
                          <a:fillRect/>
                        </a:stretch>
                      </p:blipFill>
                      <p:spPr>
                        <a:xfrm>
                          <a:off x="5128" y="2739"/>
                          <a:ext cx="455" cy="323"/>
                        </a:xfrm>
                        <a:prstGeom prst="rect">
                          <a:avLst/>
                        </a:prstGeom>
                        <a:noFill/>
                        <a:ln w="38100">
                          <a:noFill/>
                          <a:miter/>
                        </a:ln>
                      </p:spPr>
                    </p:pic>
                  </p:oleObj>
                </mc:Fallback>
              </mc:AlternateContent>
            </a:graphicData>
          </a:graphic>
        </p:graphicFrame>
        <p:grpSp>
          <p:nvGrpSpPr>
            <p:cNvPr id="135194" name="Group 73"/>
            <p:cNvGrpSpPr/>
            <p:nvPr/>
          </p:nvGrpSpPr>
          <p:grpSpPr>
            <a:xfrm>
              <a:off x="1066" y="2649"/>
              <a:ext cx="217" cy="413"/>
              <a:chOff x="4180" y="783"/>
              <a:chExt cx="150" cy="307"/>
            </a:xfrm>
          </p:grpSpPr>
          <p:sp>
            <p:nvSpPr>
              <p:cNvPr id="135211" name="AutoShape 74"/>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12" name="Rectangle 75"/>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13" name="Rectangle 76"/>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14" name="AutoShape 77"/>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15" name="Line 78"/>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135216" name="Line 79"/>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135217" name="Rectangle 80"/>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18" name="Rectangle 81"/>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sp>
          <p:nvSpPr>
            <p:cNvPr id="135195" name="AutoShape 82"/>
            <p:cNvSpPr/>
            <p:nvPr/>
          </p:nvSpPr>
          <p:spPr>
            <a:xfrm>
              <a:off x="762" y="2481"/>
              <a:ext cx="260" cy="287"/>
            </a:xfrm>
            <a:prstGeom prst="can">
              <a:avLst>
                <a:gd name="adj" fmla="val 22315"/>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196" name="AutoShape 90"/>
            <p:cNvSpPr/>
            <p:nvPr/>
          </p:nvSpPr>
          <p:spPr>
            <a:xfrm>
              <a:off x="4741" y="2819"/>
              <a:ext cx="515" cy="239"/>
            </a:xfrm>
            <a:prstGeom prst="rightArrow">
              <a:avLst>
                <a:gd name="adj1" fmla="val 50000"/>
                <a:gd name="adj2" fmla="val 5387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35197" name="Group 92"/>
            <p:cNvGrpSpPr/>
            <p:nvPr/>
          </p:nvGrpSpPr>
          <p:grpSpPr>
            <a:xfrm>
              <a:off x="1328" y="2714"/>
              <a:ext cx="1347" cy="359"/>
              <a:chOff x="2249" y="3430"/>
              <a:chExt cx="1389" cy="256"/>
            </a:xfrm>
          </p:grpSpPr>
          <p:sp>
            <p:nvSpPr>
              <p:cNvPr id="256093" name="Oval 93"/>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094" name="Rectangle 94"/>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5209" name="Oval 95"/>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6096" name="Rectangle 96"/>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35198" name="Text Box 97"/>
            <p:cNvSpPr txBox="1"/>
            <p:nvPr/>
          </p:nvSpPr>
          <p:spPr>
            <a:xfrm>
              <a:off x="1313" y="2788"/>
              <a:ext cx="1419"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R</a:t>
              </a:r>
              <a:r>
                <a:rPr lang="en-US" altLang="zh-CN" baseline="-25000" dirty="0">
                  <a:ea typeface="宋体" panose="02010600030101010101" pitchFamily="2" charset="-122"/>
                </a:rPr>
                <a:t>s</a:t>
              </a:r>
              <a:r>
                <a:rPr lang="en-US" altLang="zh-CN" sz="2000" baseline="-25000" dirty="0">
                  <a:ea typeface="宋体" panose="02010600030101010101" pitchFamily="2" charset="-122"/>
                </a:rPr>
                <a:t> </a:t>
              </a:r>
              <a:r>
                <a:rPr lang="en-US" altLang="zh-CN" sz="2000" dirty="0">
                  <a:ea typeface="宋体" panose="02010600030101010101" pitchFamily="2" charset="-122"/>
                </a:rPr>
                <a:t>bits/sec</a:t>
              </a:r>
              <a:endParaRPr lang="en-US" altLang="zh-CN" sz="2000" dirty="0">
                <a:ea typeface="宋体" panose="02010600030101010101" pitchFamily="2" charset="-122"/>
              </a:endParaRPr>
            </a:p>
          </p:txBody>
        </p:sp>
        <p:grpSp>
          <p:nvGrpSpPr>
            <p:cNvPr id="135199" name="Group 83"/>
            <p:cNvGrpSpPr/>
            <p:nvPr/>
          </p:nvGrpSpPr>
          <p:grpSpPr>
            <a:xfrm>
              <a:off x="3419" y="2835"/>
              <a:ext cx="1621" cy="194"/>
              <a:chOff x="2249" y="3430"/>
              <a:chExt cx="1389" cy="256"/>
            </a:xfrm>
          </p:grpSpPr>
          <p:sp>
            <p:nvSpPr>
              <p:cNvPr id="256084" name="Oval 84"/>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085" name="Rectangle 85"/>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5205" name="Oval 86"/>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6087" name="Rectangle 87"/>
              <p:cNvSpPr>
                <a:spLocks noChangeArrowheads="1"/>
              </p:cNvSpPr>
              <p:nvPr/>
            </p:nvSpPr>
            <p:spPr bwMode="auto">
              <a:xfrm>
                <a:off x="3562" y="3438"/>
                <a:ext cx="45" cy="245"/>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35200" name="Text Box 88"/>
            <p:cNvSpPr txBox="1"/>
            <p:nvPr/>
          </p:nvSpPr>
          <p:spPr>
            <a:xfrm>
              <a:off x="3475" y="2807"/>
              <a:ext cx="1629"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  R</a:t>
              </a:r>
              <a:r>
                <a:rPr lang="en-US" altLang="zh-CN" baseline="-25000" dirty="0">
                  <a:ea typeface="宋体" panose="02010600030101010101" pitchFamily="2" charset="-122"/>
                </a:rPr>
                <a:t>c</a:t>
              </a:r>
              <a:r>
                <a:rPr lang="en-US" altLang="zh-CN" sz="2000" baseline="-25000" dirty="0">
                  <a:ea typeface="宋体" panose="02010600030101010101" pitchFamily="2" charset="-122"/>
                </a:rPr>
                <a:t> </a:t>
              </a:r>
              <a:r>
                <a:rPr lang="en-US" altLang="zh-CN" sz="2000" dirty="0">
                  <a:ea typeface="宋体" panose="02010600030101010101" pitchFamily="2" charset="-122"/>
                </a:rPr>
                <a:t>bits/sec</a:t>
              </a:r>
              <a:endParaRPr lang="en-US" altLang="zh-CN" sz="2000" dirty="0">
                <a:ea typeface="宋体" panose="02010600030101010101" pitchFamily="2" charset="-122"/>
              </a:endParaRPr>
            </a:p>
          </p:txBody>
        </p:sp>
        <p:sp>
          <p:nvSpPr>
            <p:cNvPr id="135201" name="AutoShape 98"/>
            <p:cNvSpPr/>
            <p:nvPr/>
          </p:nvSpPr>
          <p:spPr>
            <a:xfrm>
              <a:off x="2668" y="2815"/>
              <a:ext cx="860" cy="240"/>
            </a:xfrm>
            <a:prstGeom prst="rightArrow">
              <a:avLst>
                <a:gd name="adj1" fmla="val 50000"/>
                <a:gd name="adj2" fmla="val 8958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202" name="AutoShape 89"/>
            <p:cNvSpPr/>
            <p:nvPr/>
          </p:nvSpPr>
          <p:spPr>
            <a:xfrm flipV="1">
              <a:off x="814" y="2689"/>
              <a:ext cx="564" cy="356"/>
            </a:xfrm>
            <a:custGeom>
              <a:avLst/>
              <a:gdLst>
                <a:gd name="txL" fmla="*/ 12409 w 21600"/>
                <a:gd name="txT" fmla="*/ 2912 h 21600"/>
                <a:gd name="txR" fmla="*/ 18230 w 21600"/>
                <a:gd name="txB" fmla="*/ 9222 h 21600"/>
              </a:gdLst>
              <a:ahLst/>
              <a:cxnLst>
                <a:cxn ang="17694720">
                  <a:pos x="0" y="0"/>
                </a:cxn>
                <a:cxn ang="5898240">
                  <a:pos x="0" y="0"/>
                </a:cxn>
                <a:cxn ang="5898240">
                  <a:pos x="0" y="0"/>
                </a:cxn>
                <a:cxn ang="0">
                  <a:pos x="0" y="0"/>
                </a:cxn>
              </a:cxnLst>
              <a:rect l="txL" t="txT" r="txR" b="tx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alpha val="100000"/>
              </a:scheme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grpSp>
      <p:grpSp>
        <p:nvGrpSpPr>
          <p:cNvPr id="16" name="Group 108"/>
          <p:cNvGrpSpPr/>
          <p:nvPr/>
        </p:nvGrpSpPr>
        <p:grpSpPr>
          <a:xfrm>
            <a:off x="203200" y="5191125"/>
            <a:ext cx="8607425" cy="1211263"/>
            <a:chOff x="128" y="3270"/>
            <a:chExt cx="5422" cy="763"/>
          </a:xfrm>
        </p:grpSpPr>
        <p:sp>
          <p:nvSpPr>
            <p:cNvPr id="135187" name="Rectangle 102"/>
            <p:cNvSpPr/>
            <p:nvPr/>
          </p:nvSpPr>
          <p:spPr>
            <a:xfrm>
              <a:off x="128" y="3393"/>
              <a:ext cx="5403" cy="640"/>
            </a:xfrm>
            <a:prstGeom prst="rect">
              <a:avLst/>
            </a:prstGeom>
            <a:solidFill>
              <a:schemeClr val="bg1"/>
            </a:solidFill>
            <a:ln w="28575" cap="flat" cmpd="sng">
              <a:solidFill>
                <a:srgbClr val="FF33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5188" name="Text Box 101"/>
            <p:cNvSpPr txBox="1"/>
            <p:nvPr/>
          </p:nvSpPr>
          <p:spPr>
            <a:xfrm>
              <a:off x="208" y="3585"/>
              <a:ext cx="534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ea typeface="宋体" panose="02010600030101010101" pitchFamily="2" charset="-122"/>
                </a:rPr>
                <a:t>link on end-end path that constrains  end-end throughput</a:t>
              </a:r>
              <a:endParaRPr lang="en-US" altLang="zh-CN" sz="2400" dirty="0">
                <a:ea typeface="宋体" panose="02010600030101010101" pitchFamily="2" charset="-122"/>
              </a:endParaRPr>
            </a:p>
          </p:txBody>
        </p:sp>
        <p:sp>
          <p:nvSpPr>
            <p:cNvPr id="135189" name="Text Box 104"/>
            <p:cNvSpPr txBox="1"/>
            <p:nvPr/>
          </p:nvSpPr>
          <p:spPr>
            <a:xfrm>
              <a:off x="322" y="3270"/>
              <a:ext cx="1712" cy="2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i="1" dirty="0">
                  <a:solidFill>
                    <a:srgbClr val="FF3300"/>
                  </a:solidFill>
                  <a:ea typeface="宋体" panose="02010600030101010101" pitchFamily="2" charset="-122"/>
                </a:rPr>
                <a:t>bottleneck link</a:t>
              </a:r>
              <a:endParaRPr lang="en-US" altLang="zh-CN" sz="2400" i="1" dirty="0">
                <a:solidFill>
                  <a:srgbClr val="FF3300"/>
                </a:solidFill>
                <a:ea typeface="宋体" panose="02010600030101010101" pitchFamily="2" charset="-122"/>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36195"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36196" name="Rectangle 2"/>
          <p:cNvSpPr>
            <a:spLocks noGrp="1"/>
          </p:cNvSpPr>
          <p:nvPr>
            <p:ph type="title"/>
          </p:nvPr>
        </p:nvSpPr>
        <p:spPr>
          <a:xfrm>
            <a:off x="533400" y="254000"/>
            <a:ext cx="7772400" cy="1143000"/>
          </a:xfrm>
        </p:spPr>
        <p:txBody>
          <a:bodyPr vert="horz" wrap="square" lIns="91440" tIns="45720" rIns="91440" bIns="45720" anchor="ctr" anchorCtr="0"/>
          <a:p>
            <a:r>
              <a:rPr lang="en-US" altLang="zh-CN" dirty="0">
                <a:ea typeface="宋体" panose="02010600030101010101" pitchFamily="2" charset="-122"/>
              </a:rPr>
              <a:t>Throughput: Internet scenario</a:t>
            </a:r>
            <a:endParaRPr lang="en-US" altLang="zh-CN" dirty="0">
              <a:ea typeface="宋体" panose="02010600030101010101" pitchFamily="2" charset="-122"/>
            </a:endParaRPr>
          </a:p>
        </p:txBody>
      </p:sp>
      <p:sp>
        <p:nvSpPr>
          <p:cNvPr id="136197" name="Text Box 44"/>
          <p:cNvSpPr txBox="1"/>
          <p:nvPr/>
        </p:nvSpPr>
        <p:spPr>
          <a:xfrm>
            <a:off x="4384675" y="5672138"/>
            <a:ext cx="446405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10 connections (fairly) share backbone bottleneck link R</a:t>
            </a:r>
            <a:r>
              <a:rPr lang="en-US" altLang="zh-CN" sz="2000" baseline="-25000" dirty="0">
                <a:ea typeface="宋体" panose="02010600030101010101" pitchFamily="2" charset="-122"/>
              </a:rPr>
              <a:t> </a:t>
            </a:r>
            <a:r>
              <a:rPr lang="en-US" altLang="zh-CN" sz="2000" dirty="0">
                <a:ea typeface="宋体" panose="02010600030101010101" pitchFamily="2" charset="-122"/>
              </a:rPr>
              <a:t>bits/sec</a:t>
            </a:r>
            <a:endParaRPr lang="en-US" altLang="zh-CN" sz="2000" dirty="0">
              <a:ea typeface="宋体" panose="02010600030101010101" pitchFamily="2" charset="-122"/>
            </a:endParaRPr>
          </a:p>
        </p:txBody>
      </p:sp>
      <p:sp>
        <p:nvSpPr>
          <p:cNvPr id="136198" name="Freeform 296"/>
          <p:cNvSpPr/>
          <p:nvPr/>
        </p:nvSpPr>
        <p:spPr>
          <a:xfrm>
            <a:off x="4883150" y="2720975"/>
            <a:ext cx="3127375" cy="1498600"/>
          </a:xfrm>
          <a:custGeom>
            <a:avLst/>
            <a:gdLst>
              <a:gd name="txL" fmla="*/ 0 w 1877"/>
              <a:gd name="txT" fmla="*/ 0 h 917"/>
              <a:gd name="txR" fmla="*/ 1877 w 1877"/>
              <a:gd name="txB" fmla="*/ 917 h 917"/>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alpha val="100000"/>
            </a:srgbClr>
          </a:solidFill>
          <a:ln w="9525">
            <a:noFill/>
          </a:ln>
        </p:spPr>
        <p:txBody>
          <a:bodyPr/>
          <a:p>
            <a:endParaRPr lang="zh-CN" altLang="en-US"/>
          </a:p>
        </p:txBody>
      </p:sp>
      <p:sp>
        <p:nvSpPr>
          <p:cNvPr id="136199" name="AutoShape 21"/>
          <p:cNvSpPr/>
          <p:nvPr/>
        </p:nvSpPr>
        <p:spPr>
          <a:xfrm>
            <a:off x="4595813" y="2386013"/>
            <a:ext cx="312737" cy="152400"/>
          </a:xfrm>
          <a:prstGeom prst="parallelogram">
            <a:avLst>
              <a:gd name="adj" fmla="val 79052"/>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00" name="Rectangle 22"/>
          <p:cNvSpPr/>
          <p:nvPr/>
        </p:nvSpPr>
        <p:spPr>
          <a:xfrm>
            <a:off x="4754563" y="1882775"/>
            <a:ext cx="144462" cy="508000"/>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01" name="Rectangle 23"/>
          <p:cNvSpPr/>
          <p:nvPr/>
        </p:nvSpPr>
        <p:spPr>
          <a:xfrm>
            <a:off x="4595813" y="2025650"/>
            <a:ext cx="200025" cy="508000"/>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02" name="AutoShape 24"/>
          <p:cNvSpPr/>
          <p:nvPr/>
        </p:nvSpPr>
        <p:spPr>
          <a:xfrm>
            <a:off x="4595813" y="1878013"/>
            <a:ext cx="312737" cy="153987"/>
          </a:xfrm>
          <a:prstGeom prst="parallelogram">
            <a:avLst>
              <a:gd name="adj" fmla="val 78237"/>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03" name="Line 25"/>
          <p:cNvSpPr/>
          <p:nvPr/>
        </p:nvSpPr>
        <p:spPr>
          <a:xfrm>
            <a:off x="4908550" y="1889125"/>
            <a:ext cx="0" cy="496888"/>
          </a:xfrm>
          <a:prstGeom prst="line">
            <a:avLst/>
          </a:prstGeom>
          <a:ln w="9525" cap="flat" cmpd="sng">
            <a:solidFill>
              <a:schemeClr val="tx1"/>
            </a:solidFill>
            <a:prstDash val="solid"/>
            <a:headEnd type="none" w="med" len="med"/>
            <a:tailEnd type="none" w="med" len="med"/>
          </a:ln>
        </p:spPr>
      </p:sp>
      <p:sp>
        <p:nvSpPr>
          <p:cNvPr id="136204" name="Line 26"/>
          <p:cNvSpPr/>
          <p:nvPr/>
        </p:nvSpPr>
        <p:spPr>
          <a:xfrm flipH="1">
            <a:off x="4795838" y="2386013"/>
            <a:ext cx="112712" cy="147637"/>
          </a:xfrm>
          <a:prstGeom prst="line">
            <a:avLst/>
          </a:prstGeom>
          <a:ln w="9525" cap="flat" cmpd="sng">
            <a:solidFill>
              <a:schemeClr val="tx1"/>
            </a:solidFill>
            <a:prstDash val="solid"/>
            <a:headEnd type="none" w="med" len="med"/>
            <a:tailEnd type="none" w="med" len="med"/>
          </a:ln>
        </p:spPr>
      </p:sp>
      <p:sp>
        <p:nvSpPr>
          <p:cNvPr id="136205" name="Rectangle 27"/>
          <p:cNvSpPr/>
          <p:nvPr/>
        </p:nvSpPr>
        <p:spPr>
          <a:xfrm>
            <a:off x="4622800" y="2093913"/>
            <a:ext cx="131763" cy="2921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06" name="Rectangle 28"/>
          <p:cNvSpPr/>
          <p:nvPr/>
        </p:nvSpPr>
        <p:spPr>
          <a:xfrm>
            <a:off x="4641850" y="2181225"/>
            <a:ext cx="98425" cy="10318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07" name="Text Box 35"/>
          <p:cNvSpPr txBox="1"/>
          <p:nvPr/>
        </p:nvSpPr>
        <p:spPr>
          <a:xfrm>
            <a:off x="4746625" y="2344738"/>
            <a:ext cx="676275"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R</a:t>
            </a:r>
            <a:r>
              <a:rPr lang="en-US" altLang="zh-CN" baseline="-25000" dirty="0">
                <a:ea typeface="宋体" panose="02010600030101010101" pitchFamily="2" charset="-122"/>
              </a:rPr>
              <a:t>s</a:t>
            </a:r>
            <a:endParaRPr lang="en-US" altLang="zh-CN" sz="2000" dirty="0">
              <a:ea typeface="宋体" panose="02010600030101010101" pitchFamily="2" charset="-122"/>
            </a:endParaRPr>
          </a:p>
        </p:txBody>
      </p:sp>
      <p:sp>
        <p:nvSpPr>
          <p:cNvPr id="257064" name="Oval 40"/>
          <p:cNvSpPr>
            <a:spLocks noChangeArrowheads="1"/>
          </p:cNvSpPr>
          <p:nvPr/>
        </p:nvSpPr>
        <p:spPr bwMode="auto">
          <a:xfrm rot="5400000">
            <a:off x="6611144" y="3772694"/>
            <a:ext cx="50800" cy="52546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7065" name="Rectangle 41"/>
          <p:cNvSpPr>
            <a:spLocks noChangeArrowheads="1"/>
          </p:cNvSpPr>
          <p:nvPr/>
        </p:nvSpPr>
        <p:spPr bwMode="auto">
          <a:xfrm rot="5400000">
            <a:off x="6144419" y="3278981"/>
            <a:ext cx="984250" cy="52546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10" name="Oval 42"/>
          <p:cNvSpPr/>
          <p:nvPr/>
        </p:nvSpPr>
        <p:spPr>
          <a:xfrm rot="5400000">
            <a:off x="6615113" y="2794000"/>
            <a:ext cx="52387" cy="525463"/>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7067" name="Rectangle 43"/>
          <p:cNvSpPr>
            <a:spLocks noChangeArrowheads="1"/>
          </p:cNvSpPr>
          <p:nvPr/>
        </p:nvSpPr>
        <p:spPr bwMode="auto">
          <a:xfrm rot="5400000">
            <a:off x="6615113" y="3765550"/>
            <a:ext cx="31750" cy="511175"/>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aphicFrame>
        <p:nvGraphicFramePr>
          <p:cNvPr id="136212" name="Object 429"/>
          <p:cNvGraphicFramePr>
            <a:graphicFrameLocks noChangeAspect="1"/>
          </p:cNvGraphicFramePr>
          <p:nvPr/>
        </p:nvGraphicFramePr>
        <p:xfrm>
          <a:off x="4524375" y="4532313"/>
          <a:ext cx="546100" cy="530225"/>
        </p:xfrm>
        <a:graphic>
          <a:graphicData uri="http://schemas.openxmlformats.org/presentationml/2006/ole">
            <mc:AlternateContent xmlns:mc="http://schemas.openxmlformats.org/markup-compatibility/2006">
              <mc:Choice xmlns:v="urn:schemas-microsoft-com:vml" Requires="v">
                <p:oleObj spid="_x0000_s3177" name="" r:id="rId1" imgW="18192750" imgH="15087600" progId="MS_ClipArt_Gallery.2">
                  <p:embed/>
                </p:oleObj>
              </mc:Choice>
              <mc:Fallback>
                <p:oleObj name="" r:id="rId1" imgW="18192750" imgH="15087600" progId="MS_ClipArt_Gallery.2">
                  <p:embed/>
                  <p:pic>
                    <p:nvPicPr>
                      <p:cNvPr id="0" name="图片 3176"/>
                      <p:cNvPicPr/>
                      <p:nvPr/>
                    </p:nvPicPr>
                    <p:blipFill>
                      <a:blip r:embed="rId2"/>
                      <a:stretch>
                        <a:fillRect/>
                      </a:stretch>
                    </p:blipFill>
                    <p:spPr>
                      <a:xfrm>
                        <a:off x="4524375" y="4532313"/>
                        <a:ext cx="546100" cy="530225"/>
                      </a:xfrm>
                      <a:prstGeom prst="rect">
                        <a:avLst/>
                      </a:prstGeom>
                      <a:noFill/>
                      <a:ln w="38100">
                        <a:noFill/>
                        <a:miter/>
                      </a:ln>
                    </p:spPr>
                  </p:pic>
                </p:oleObj>
              </mc:Fallback>
            </mc:AlternateContent>
          </a:graphicData>
        </a:graphic>
      </p:graphicFrame>
      <p:sp>
        <p:nvSpPr>
          <p:cNvPr id="257055" name="Oval 31"/>
          <p:cNvSpPr>
            <a:spLocks noChangeArrowheads="1"/>
          </p:cNvSpPr>
          <p:nvPr/>
        </p:nvSpPr>
        <p:spPr bwMode="auto">
          <a:xfrm rot="1792560">
            <a:off x="5621338" y="2668588"/>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7056" name="Rectangle 32"/>
          <p:cNvSpPr>
            <a:spLocks noChangeArrowheads="1"/>
          </p:cNvSpPr>
          <p:nvPr/>
        </p:nvSpPr>
        <p:spPr bwMode="auto">
          <a:xfrm rot="1792560">
            <a:off x="4956175" y="2465388"/>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15" name="Oval 33"/>
          <p:cNvSpPr/>
          <p:nvPr/>
        </p:nvSpPr>
        <p:spPr>
          <a:xfrm rot="1792560">
            <a:off x="4991100" y="2265363"/>
            <a:ext cx="38100" cy="158750"/>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7058" name="Rectangle 34"/>
          <p:cNvSpPr>
            <a:spLocks noChangeArrowheads="1"/>
          </p:cNvSpPr>
          <p:nvPr/>
        </p:nvSpPr>
        <p:spPr bwMode="auto">
          <a:xfrm rot="1792560">
            <a:off x="5618163" y="2665413"/>
            <a:ext cx="23813" cy="153988"/>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17" name="Line 456"/>
          <p:cNvSpPr/>
          <p:nvPr/>
        </p:nvSpPr>
        <p:spPr>
          <a:xfrm rot="1792560">
            <a:off x="4827588" y="2536825"/>
            <a:ext cx="955675" cy="0"/>
          </a:xfrm>
          <a:prstGeom prst="line">
            <a:avLst/>
          </a:prstGeom>
          <a:ln w="38100" cap="flat" cmpd="sng">
            <a:solidFill>
              <a:srgbClr val="FF3300"/>
            </a:solidFill>
            <a:prstDash val="solid"/>
            <a:headEnd type="none" w="med" len="med"/>
            <a:tailEnd type="none" w="med" len="med"/>
          </a:ln>
        </p:spPr>
      </p:sp>
      <p:sp>
        <p:nvSpPr>
          <p:cNvPr id="136218" name="AutoShape 459"/>
          <p:cNvSpPr/>
          <p:nvPr/>
        </p:nvSpPr>
        <p:spPr>
          <a:xfrm>
            <a:off x="5184775" y="1943100"/>
            <a:ext cx="312738" cy="153988"/>
          </a:xfrm>
          <a:prstGeom prst="parallelogram">
            <a:avLst>
              <a:gd name="adj" fmla="val 78237"/>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19" name="Rectangle 460"/>
          <p:cNvSpPr/>
          <p:nvPr/>
        </p:nvSpPr>
        <p:spPr>
          <a:xfrm>
            <a:off x="5343525" y="1439863"/>
            <a:ext cx="144463" cy="508000"/>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20" name="Rectangle 461"/>
          <p:cNvSpPr/>
          <p:nvPr/>
        </p:nvSpPr>
        <p:spPr>
          <a:xfrm>
            <a:off x="5186363" y="1584325"/>
            <a:ext cx="198437" cy="508000"/>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21" name="AutoShape 462"/>
          <p:cNvSpPr/>
          <p:nvPr/>
        </p:nvSpPr>
        <p:spPr>
          <a:xfrm>
            <a:off x="5184775" y="1435100"/>
            <a:ext cx="312738" cy="153988"/>
          </a:xfrm>
          <a:prstGeom prst="parallelogram">
            <a:avLst>
              <a:gd name="adj" fmla="val 78237"/>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22" name="Line 463"/>
          <p:cNvSpPr/>
          <p:nvPr/>
        </p:nvSpPr>
        <p:spPr>
          <a:xfrm>
            <a:off x="5497513" y="1446213"/>
            <a:ext cx="0" cy="496887"/>
          </a:xfrm>
          <a:prstGeom prst="line">
            <a:avLst/>
          </a:prstGeom>
          <a:ln w="9525" cap="flat" cmpd="sng">
            <a:solidFill>
              <a:schemeClr val="tx1"/>
            </a:solidFill>
            <a:prstDash val="solid"/>
            <a:headEnd type="none" w="med" len="med"/>
            <a:tailEnd type="none" w="med" len="med"/>
          </a:ln>
        </p:spPr>
      </p:sp>
      <p:sp>
        <p:nvSpPr>
          <p:cNvPr id="136223" name="Line 464"/>
          <p:cNvSpPr/>
          <p:nvPr/>
        </p:nvSpPr>
        <p:spPr>
          <a:xfrm flipH="1">
            <a:off x="5384800" y="1943100"/>
            <a:ext cx="112713" cy="149225"/>
          </a:xfrm>
          <a:prstGeom prst="line">
            <a:avLst/>
          </a:prstGeom>
          <a:ln w="9525" cap="flat" cmpd="sng">
            <a:solidFill>
              <a:schemeClr val="tx1"/>
            </a:solidFill>
            <a:prstDash val="solid"/>
            <a:headEnd type="none" w="med" len="med"/>
            <a:tailEnd type="none" w="med" len="med"/>
          </a:ln>
        </p:spPr>
      </p:sp>
      <p:sp>
        <p:nvSpPr>
          <p:cNvPr id="136224" name="Rectangle 465"/>
          <p:cNvSpPr/>
          <p:nvPr/>
        </p:nvSpPr>
        <p:spPr>
          <a:xfrm>
            <a:off x="5211763" y="1651000"/>
            <a:ext cx="131762" cy="2921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25" name="Rectangle 466"/>
          <p:cNvSpPr/>
          <p:nvPr/>
        </p:nvSpPr>
        <p:spPr>
          <a:xfrm>
            <a:off x="5230813" y="1739900"/>
            <a:ext cx="100012" cy="101600"/>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7493" name="Oval 469"/>
          <p:cNvSpPr>
            <a:spLocks noChangeArrowheads="1"/>
          </p:cNvSpPr>
          <p:nvPr/>
        </p:nvSpPr>
        <p:spPr bwMode="auto">
          <a:xfrm rot="2768172">
            <a:off x="6130925" y="2671763"/>
            <a:ext cx="47625" cy="142875"/>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7494" name="Rectangle 470"/>
          <p:cNvSpPr>
            <a:spLocks noChangeArrowheads="1"/>
          </p:cNvSpPr>
          <p:nvPr/>
        </p:nvSpPr>
        <p:spPr bwMode="auto">
          <a:xfrm rot="2768172">
            <a:off x="5409406" y="2339181"/>
            <a:ext cx="915988" cy="142875"/>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28" name="Oval 471"/>
          <p:cNvSpPr/>
          <p:nvPr/>
        </p:nvSpPr>
        <p:spPr>
          <a:xfrm rot="2768172">
            <a:off x="5561013" y="2012950"/>
            <a:ext cx="47625" cy="142875"/>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7496" name="Rectangle 472"/>
          <p:cNvSpPr>
            <a:spLocks noChangeArrowheads="1"/>
          </p:cNvSpPr>
          <p:nvPr/>
        </p:nvSpPr>
        <p:spPr bwMode="auto">
          <a:xfrm rot="2768172">
            <a:off x="6130925" y="2663825"/>
            <a:ext cx="30163" cy="138113"/>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30" name="Line 473"/>
          <p:cNvSpPr/>
          <p:nvPr/>
        </p:nvSpPr>
        <p:spPr>
          <a:xfrm rot="2768172">
            <a:off x="5253038" y="2395538"/>
            <a:ext cx="1196975" cy="0"/>
          </a:xfrm>
          <a:prstGeom prst="line">
            <a:avLst/>
          </a:prstGeom>
          <a:ln w="38100" cap="flat" cmpd="sng">
            <a:solidFill>
              <a:srgbClr val="FF3300"/>
            </a:solidFill>
            <a:prstDash val="solid"/>
            <a:headEnd type="none" w="med" len="med"/>
            <a:tailEnd type="none" w="med" len="med"/>
          </a:ln>
        </p:spPr>
      </p:sp>
      <p:sp>
        <p:nvSpPr>
          <p:cNvPr id="257500" name="Oval 476"/>
          <p:cNvSpPr>
            <a:spLocks noChangeArrowheads="1"/>
          </p:cNvSpPr>
          <p:nvPr/>
        </p:nvSpPr>
        <p:spPr bwMode="auto">
          <a:xfrm rot="19807440" flipH="1">
            <a:off x="5084763" y="4521200"/>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7501" name="Rectangle 477"/>
          <p:cNvSpPr>
            <a:spLocks noChangeArrowheads="1"/>
          </p:cNvSpPr>
          <p:nvPr/>
        </p:nvSpPr>
        <p:spPr bwMode="auto">
          <a:xfrm rot="19807440" flipH="1">
            <a:off x="5057775" y="4318000"/>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33" name="Oval 478"/>
          <p:cNvSpPr/>
          <p:nvPr/>
        </p:nvSpPr>
        <p:spPr>
          <a:xfrm rot="-1792560" flipH="1">
            <a:off x="5716588" y="4117975"/>
            <a:ext cx="36512" cy="158750"/>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7503" name="Rectangle 479"/>
          <p:cNvSpPr>
            <a:spLocks noChangeArrowheads="1"/>
          </p:cNvSpPr>
          <p:nvPr/>
        </p:nvSpPr>
        <p:spPr bwMode="auto">
          <a:xfrm rot="19807440" flipH="1">
            <a:off x="5100638" y="4518025"/>
            <a:ext cx="23813" cy="153988"/>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35" name="Line 480"/>
          <p:cNvSpPr/>
          <p:nvPr/>
        </p:nvSpPr>
        <p:spPr>
          <a:xfrm rot="-1792560" flipH="1">
            <a:off x="4962525" y="4389438"/>
            <a:ext cx="955675" cy="0"/>
          </a:xfrm>
          <a:prstGeom prst="line">
            <a:avLst/>
          </a:prstGeom>
          <a:ln w="38100" cap="flat" cmpd="sng">
            <a:solidFill>
              <a:srgbClr val="FF3300"/>
            </a:solidFill>
            <a:prstDash val="solid"/>
            <a:headEnd type="none" w="med" len="med"/>
            <a:tailEnd type="triangle" w="med" len="med"/>
          </a:ln>
        </p:spPr>
      </p:sp>
      <p:sp>
        <p:nvSpPr>
          <p:cNvPr id="257507" name="Oval 483"/>
          <p:cNvSpPr>
            <a:spLocks noChangeArrowheads="1"/>
          </p:cNvSpPr>
          <p:nvPr/>
        </p:nvSpPr>
        <p:spPr bwMode="auto">
          <a:xfrm rot="18831828" flipV="1">
            <a:off x="6338888" y="4294188"/>
            <a:ext cx="47625" cy="142875"/>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7508" name="Rectangle 484"/>
          <p:cNvSpPr>
            <a:spLocks noChangeArrowheads="1"/>
          </p:cNvSpPr>
          <p:nvPr/>
        </p:nvSpPr>
        <p:spPr bwMode="auto">
          <a:xfrm rot="18831828" flipV="1">
            <a:off x="5616575" y="4625975"/>
            <a:ext cx="917575" cy="142875"/>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38" name="Oval 485"/>
          <p:cNvSpPr/>
          <p:nvPr/>
        </p:nvSpPr>
        <p:spPr>
          <a:xfrm rot="-2768172" flipV="1">
            <a:off x="5770563" y="4953000"/>
            <a:ext cx="47625" cy="142875"/>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7510" name="Rectangle 486"/>
          <p:cNvSpPr>
            <a:spLocks noChangeArrowheads="1"/>
          </p:cNvSpPr>
          <p:nvPr/>
        </p:nvSpPr>
        <p:spPr bwMode="auto">
          <a:xfrm rot="18831828" flipV="1">
            <a:off x="6338888" y="4303713"/>
            <a:ext cx="30163" cy="138113"/>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40" name="Line 487"/>
          <p:cNvSpPr/>
          <p:nvPr/>
        </p:nvSpPr>
        <p:spPr>
          <a:xfrm rot="-2768172" flipV="1">
            <a:off x="5461000" y="4711700"/>
            <a:ext cx="1196975" cy="0"/>
          </a:xfrm>
          <a:prstGeom prst="line">
            <a:avLst/>
          </a:prstGeom>
          <a:ln w="38100" cap="flat" cmpd="sng">
            <a:solidFill>
              <a:srgbClr val="FF3300"/>
            </a:solidFill>
            <a:prstDash val="solid"/>
            <a:headEnd type="triangle" w="med" len="med"/>
            <a:tailEnd type="none" w="med" len="med"/>
          </a:ln>
        </p:spPr>
      </p:sp>
      <p:graphicFrame>
        <p:nvGraphicFramePr>
          <p:cNvPr id="136241" name="Object 488"/>
          <p:cNvGraphicFramePr>
            <a:graphicFrameLocks noChangeAspect="1"/>
          </p:cNvGraphicFramePr>
          <p:nvPr/>
        </p:nvGraphicFramePr>
        <p:xfrm>
          <a:off x="5189538" y="4987925"/>
          <a:ext cx="544512" cy="530225"/>
        </p:xfrm>
        <a:graphic>
          <a:graphicData uri="http://schemas.openxmlformats.org/presentationml/2006/ole">
            <mc:AlternateContent xmlns:mc="http://schemas.openxmlformats.org/markup-compatibility/2006">
              <mc:Choice xmlns:v="urn:schemas-microsoft-com:vml" Requires="v">
                <p:oleObj spid="_x0000_s3178" name="" r:id="rId3" imgW="18192750" imgH="15087600" progId="MS_ClipArt_Gallery.2">
                  <p:embed/>
                </p:oleObj>
              </mc:Choice>
              <mc:Fallback>
                <p:oleObj name="" r:id="rId3" imgW="18192750" imgH="15087600" progId="MS_ClipArt_Gallery.2">
                  <p:embed/>
                  <p:pic>
                    <p:nvPicPr>
                      <p:cNvPr id="0" name="图片 3177"/>
                      <p:cNvPicPr/>
                      <p:nvPr/>
                    </p:nvPicPr>
                    <p:blipFill>
                      <a:blip r:embed="rId2"/>
                      <a:stretch>
                        <a:fillRect/>
                      </a:stretch>
                    </p:blipFill>
                    <p:spPr>
                      <a:xfrm>
                        <a:off x="5189538" y="4987925"/>
                        <a:ext cx="544512" cy="530225"/>
                      </a:xfrm>
                      <a:prstGeom prst="rect">
                        <a:avLst/>
                      </a:prstGeom>
                      <a:noFill/>
                      <a:ln w="38100">
                        <a:noFill/>
                        <a:miter/>
                      </a:ln>
                    </p:spPr>
                  </p:pic>
                </p:oleObj>
              </mc:Fallback>
            </mc:AlternateContent>
          </a:graphicData>
        </a:graphic>
      </p:graphicFrame>
      <p:sp>
        <p:nvSpPr>
          <p:cNvPr id="136242" name="AutoShape 490"/>
          <p:cNvSpPr/>
          <p:nvPr/>
        </p:nvSpPr>
        <p:spPr>
          <a:xfrm>
            <a:off x="8074025" y="2266950"/>
            <a:ext cx="314325" cy="153988"/>
          </a:xfrm>
          <a:prstGeom prst="parallelogram">
            <a:avLst>
              <a:gd name="adj" fmla="val 78634"/>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43" name="Rectangle 491"/>
          <p:cNvSpPr/>
          <p:nvPr/>
        </p:nvSpPr>
        <p:spPr>
          <a:xfrm>
            <a:off x="8232775" y="1763713"/>
            <a:ext cx="144463" cy="508000"/>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44" name="Rectangle 492"/>
          <p:cNvSpPr/>
          <p:nvPr/>
        </p:nvSpPr>
        <p:spPr>
          <a:xfrm>
            <a:off x="8075613" y="1908175"/>
            <a:ext cx="200025" cy="508000"/>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45" name="AutoShape 493"/>
          <p:cNvSpPr/>
          <p:nvPr/>
        </p:nvSpPr>
        <p:spPr>
          <a:xfrm>
            <a:off x="8074025" y="1758950"/>
            <a:ext cx="314325" cy="153988"/>
          </a:xfrm>
          <a:prstGeom prst="parallelogram">
            <a:avLst>
              <a:gd name="adj" fmla="val 78634"/>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46" name="Line 494"/>
          <p:cNvSpPr/>
          <p:nvPr/>
        </p:nvSpPr>
        <p:spPr>
          <a:xfrm>
            <a:off x="8388350" y="1770063"/>
            <a:ext cx="0" cy="496887"/>
          </a:xfrm>
          <a:prstGeom prst="line">
            <a:avLst/>
          </a:prstGeom>
          <a:ln w="9525" cap="flat" cmpd="sng">
            <a:solidFill>
              <a:schemeClr val="tx1"/>
            </a:solidFill>
            <a:prstDash val="solid"/>
            <a:headEnd type="none" w="med" len="med"/>
            <a:tailEnd type="none" w="med" len="med"/>
          </a:ln>
        </p:spPr>
      </p:sp>
      <p:sp>
        <p:nvSpPr>
          <p:cNvPr id="136247" name="Line 495"/>
          <p:cNvSpPr/>
          <p:nvPr/>
        </p:nvSpPr>
        <p:spPr>
          <a:xfrm flipH="1">
            <a:off x="8275638" y="2266950"/>
            <a:ext cx="112712" cy="149225"/>
          </a:xfrm>
          <a:prstGeom prst="line">
            <a:avLst/>
          </a:prstGeom>
          <a:ln w="9525" cap="flat" cmpd="sng">
            <a:solidFill>
              <a:schemeClr val="tx1"/>
            </a:solidFill>
            <a:prstDash val="solid"/>
            <a:headEnd type="none" w="med" len="med"/>
            <a:tailEnd type="none" w="med" len="med"/>
          </a:ln>
        </p:spPr>
      </p:sp>
      <p:sp>
        <p:nvSpPr>
          <p:cNvPr id="136248" name="Rectangle 496"/>
          <p:cNvSpPr/>
          <p:nvPr/>
        </p:nvSpPr>
        <p:spPr>
          <a:xfrm>
            <a:off x="8102600" y="1974850"/>
            <a:ext cx="130175" cy="2921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6249" name="Rectangle 497"/>
          <p:cNvSpPr/>
          <p:nvPr/>
        </p:nvSpPr>
        <p:spPr>
          <a:xfrm>
            <a:off x="8120063" y="2063750"/>
            <a:ext cx="100012" cy="101600"/>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7524" name="Oval 500"/>
          <p:cNvSpPr>
            <a:spLocks noChangeArrowheads="1"/>
          </p:cNvSpPr>
          <p:nvPr/>
        </p:nvSpPr>
        <p:spPr bwMode="auto">
          <a:xfrm rot="19807440" flipH="1">
            <a:off x="7291388" y="2640013"/>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7525" name="Rectangle 501"/>
          <p:cNvSpPr>
            <a:spLocks noChangeArrowheads="1"/>
          </p:cNvSpPr>
          <p:nvPr/>
        </p:nvSpPr>
        <p:spPr bwMode="auto">
          <a:xfrm rot="19807440" flipH="1">
            <a:off x="7264400" y="2436813"/>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52" name="Oval 502"/>
          <p:cNvSpPr/>
          <p:nvPr/>
        </p:nvSpPr>
        <p:spPr>
          <a:xfrm rot="-1792560" flipH="1">
            <a:off x="7923213" y="2236788"/>
            <a:ext cx="36512" cy="158750"/>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7527" name="Rectangle 503"/>
          <p:cNvSpPr>
            <a:spLocks noChangeArrowheads="1"/>
          </p:cNvSpPr>
          <p:nvPr/>
        </p:nvSpPr>
        <p:spPr bwMode="auto">
          <a:xfrm rot="19807440" flipH="1">
            <a:off x="7307263" y="2636838"/>
            <a:ext cx="25400" cy="153988"/>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54" name="Line 504"/>
          <p:cNvSpPr/>
          <p:nvPr/>
        </p:nvSpPr>
        <p:spPr>
          <a:xfrm rot="-1792560" flipH="1">
            <a:off x="7169150" y="2508250"/>
            <a:ext cx="955675" cy="0"/>
          </a:xfrm>
          <a:prstGeom prst="line">
            <a:avLst/>
          </a:prstGeom>
          <a:ln w="38100" cap="flat" cmpd="sng">
            <a:solidFill>
              <a:srgbClr val="FF3300"/>
            </a:solidFill>
            <a:prstDash val="solid"/>
            <a:headEnd type="none" w="med" len="med"/>
            <a:tailEnd type="none" w="med" len="med"/>
          </a:ln>
        </p:spPr>
      </p:sp>
      <p:sp>
        <p:nvSpPr>
          <p:cNvPr id="257531" name="Oval 507"/>
          <p:cNvSpPr>
            <a:spLocks noChangeArrowheads="1"/>
          </p:cNvSpPr>
          <p:nvPr/>
        </p:nvSpPr>
        <p:spPr bwMode="auto">
          <a:xfrm rot="1792560">
            <a:off x="8048625" y="4600575"/>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7532" name="Rectangle 508"/>
          <p:cNvSpPr>
            <a:spLocks noChangeArrowheads="1"/>
          </p:cNvSpPr>
          <p:nvPr/>
        </p:nvSpPr>
        <p:spPr bwMode="auto">
          <a:xfrm rot="1792560">
            <a:off x="7381875" y="4395788"/>
            <a:ext cx="731838"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57" name="Oval 509"/>
          <p:cNvSpPr/>
          <p:nvPr/>
        </p:nvSpPr>
        <p:spPr>
          <a:xfrm rot="1792560">
            <a:off x="7416800" y="4195763"/>
            <a:ext cx="38100" cy="158750"/>
          </a:xfrm>
          <a:prstGeom prst="ellipse">
            <a:avLst/>
          </a:prstGeom>
          <a:solidFill>
            <a:srgbClr val="DDDDDD"/>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257534" name="Rectangle 510"/>
          <p:cNvSpPr>
            <a:spLocks noChangeArrowheads="1"/>
          </p:cNvSpPr>
          <p:nvPr/>
        </p:nvSpPr>
        <p:spPr bwMode="auto">
          <a:xfrm rot="1792560">
            <a:off x="8043863" y="4597400"/>
            <a:ext cx="25400" cy="152400"/>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59" name="Line 511"/>
          <p:cNvSpPr/>
          <p:nvPr/>
        </p:nvSpPr>
        <p:spPr>
          <a:xfrm rot="1792560">
            <a:off x="7243763" y="4495800"/>
            <a:ext cx="1062037" cy="12700"/>
          </a:xfrm>
          <a:prstGeom prst="line">
            <a:avLst/>
          </a:prstGeom>
          <a:ln w="38100" cap="flat" cmpd="sng">
            <a:solidFill>
              <a:srgbClr val="FF3300"/>
            </a:solidFill>
            <a:prstDash val="solid"/>
            <a:headEnd type="none" w="med" len="med"/>
            <a:tailEnd type="triangle" w="med" len="med"/>
          </a:ln>
        </p:spPr>
      </p:sp>
      <p:graphicFrame>
        <p:nvGraphicFramePr>
          <p:cNvPr id="136260" name="Object 512"/>
          <p:cNvGraphicFramePr>
            <a:graphicFrameLocks noChangeAspect="1"/>
          </p:cNvGraphicFramePr>
          <p:nvPr/>
        </p:nvGraphicFramePr>
        <p:xfrm>
          <a:off x="8077200" y="4799013"/>
          <a:ext cx="546100" cy="530225"/>
        </p:xfrm>
        <a:graphic>
          <a:graphicData uri="http://schemas.openxmlformats.org/presentationml/2006/ole">
            <mc:AlternateContent xmlns:mc="http://schemas.openxmlformats.org/markup-compatibility/2006">
              <mc:Choice xmlns:v="urn:schemas-microsoft-com:vml" Requires="v">
                <p:oleObj spid="_x0000_s3179" name="" r:id="rId4" imgW="18192750" imgH="15087600" progId="MS_ClipArt_Gallery.2">
                  <p:embed/>
                </p:oleObj>
              </mc:Choice>
              <mc:Fallback>
                <p:oleObj name="" r:id="rId4" imgW="18192750" imgH="15087600" progId="MS_ClipArt_Gallery.2">
                  <p:embed/>
                  <p:pic>
                    <p:nvPicPr>
                      <p:cNvPr id="0" name="图片 3178"/>
                      <p:cNvPicPr/>
                      <p:nvPr/>
                    </p:nvPicPr>
                    <p:blipFill>
                      <a:blip r:embed="rId2"/>
                      <a:stretch>
                        <a:fillRect/>
                      </a:stretch>
                    </p:blipFill>
                    <p:spPr>
                      <a:xfrm>
                        <a:off x="8077200" y="4799013"/>
                        <a:ext cx="546100" cy="530225"/>
                      </a:xfrm>
                      <a:prstGeom prst="rect">
                        <a:avLst/>
                      </a:prstGeom>
                      <a:noFill/>
                      <a:ln w="38100">
                        <a:noFill/>
                        <a:miter/>
                      </a:ln>
                    </p:spPr>
                  </p:pic>
                </p:oleObj>
              </mc:Fallback>
            </mc:AlternateContent>
          </a:graphicData>
        </a:graphic>
      </p:graphicFrame>
      <p:sp>
        <p:nvSpPr>
          <p:cNvPr id="136261" name="Text Box 513"/>
          <p:cNvSpPr txBox="1"/>
          <p:nvPr/>
        </p:nvSpPr>
        <p:spPr>
          <a:xfrm>
            <a:off x="5716588" y="1903413"/>
            <a:ext cx="676275"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R</a:t>
            </a:r>
            <a:r>
              <a:rPr lang="en-US" altLang="zh-CN" baseline="-25000" dirty="0">
                <a:ea typeface="宋体" panose="02010600030101010101" pitchFamily="2" charset="-122"/>
              </a:rPr>
              <a:t>s</a:t>
            </a:r>
            <a:endParaRPr lang="en-US" altLang="zh-CN" sz="2000" dirty="0">
              <a:ea typeface="宋体" panose="02010600030101010101" pitchFamily="2" charset="-122"/>
            </a:endParaRPr>
          </a:p>
        </p:txBody>
      </p:sp>
      <p:sp>
        <p:nvSpPr>
          <p:cNvPr id="136262" name="Text Box 514"/>
          <p:cNvSpPr txBox="1"/>
          <p:nvPr/>
        </p:nvSpPr>
        <p:spPr>
          <a:xfrm>
            <a:off x="7543800" y="2411413"/>
            <a:ext cx="676275"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R</a:t>
            </a:r>
            <a:r>
              <a:rPr lang="en-US" altLang="zh-CN" baseline="-25000" dirty="0">
                <a:ea typeface="宋体" panose="02010600030101010101" pitchFamily="2" charset="-122"/>
              </a:rPr>
              <a:t>s</a:t>
            </a:r>
            <a:endParaRPr lang="en-US" altLang="zh-CN" sz="2000" dirty="0">
              <a:ea typeface="宋体" panose="02010600030101010101" pitchFamily="2" charset="-122"/>
            </a:endParaRPr>
          </a:p>
        </p:txBody>
      </p:sp>
      <p:sp>
        <p:nvSpPr>
          <p:cNvPr id="136263" name="Freeform 515"/>
          <p:cNvSpPr/>
          <p:nvPr/>
        </p:nvSpPr>
        <p:spPr>
          <a:xfrm>
            <a:off x="5710238" y="2771775"/>
            <a:ext cx="800100" cy="1381125"/>
          </a:xfrm>
          <a:custGeom>
            <a:avLst/>
            <a:gdLst>
              <a:gd name="txL" fmla="*/ 0 w 504"/>
              <a:gd name="txT" fmla="*/ 0 h 870"/>
              <a:gd name="txR" fmla="*/ 504 w 504"/>
              <a:gd name="txB" fmla="*/ 870 h 870"/>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cap="flat" cmpd="sng">
            <a:solidFill>
              <a:srgbClr val="FF3300">
                <a:alpha val="100000"/>
              </a:srgbClr>
            </a:solidFill>
            <a:prstDash val="solid"/>
            <a:round/>
            <a:headEnd type="none" w="med" len="med"/>
            <a:tailEnd type="none" w="med" len="med"/>
          </a:ln>
        </p:spPr>
        <p:txBody>
          <a:bodyPr/>
          <a:p>
            <a:endParaRPr lang="zh-CN" altLang="en-US"/>
          </a:p>
        </p:txBody>
      </p:sp>
      <p:sp>
        <p:nvSpPr>
          <p:cNvPr id="136264" name="Text Box 516"/>
          <p:cNvSpPr txBox="1"/>
          <p:nvPr/>
        </p:nvSpPr>
        <p:spPr>
          <a:xfrm>
            <a:off x="4724400" y="3960813"/>
            <a:ext cx="674688"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R</a:t>
            </a:r>
            <a:r>
              <a:rPr lang="en-US" altLang="zh-CN" baseline="-25000" dirty="0">
                <a:ea typeface="宋体" panose="02010600030101010101" pitchFamily="2" charset="-122"/>
              </a:rPr>
              <a:t>c</a:t>
            </a:r>
            <a:endParaRPr lang="en-US" altLang="zh-CN" sz="2000" dirty="0">
              <a:ea typeface="宋体" panose="02010600030101010101" pitchFamily="2" charset="-122"/>
            </a:endParaRPr>
          </a:p>
        </p:txBody>
      </p:sp>
      <p:sp>
        <p:nvSpPr>
          <p:cNvPr id="136265" name="Freeform 517"/>
          <p:cNvSpPr/>
          <p:nvPr/>
        </p:nvSpPr>
        <p:spPr>
          <a:xfrm>
            <a:off x="6173788" y="2749550"/>
            <a:ext cx="431800" cy="1570038"/>
          </a:xfrm>
          <a:custGeom>
            <a:avLst/>
            <a:gdLst>
              <a:gd name="txL" fmla="*/ 0 w 272"/>
              <a:gd name="txT" fmla="*/ 0 h 989"/>
              <a:gd name="txR" fmla="*/ 272 w 272"/>
              <a:gd name="txB" fmla="*/ 989 h 989"/>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cap="flat" cmpd="sng">
            <a:solidFill>
              <a:srgbClr val="FF3300">
                <a:alpha val="100000"/>
              </a:srgbClr>
            </a:solidFill>
            <a:prstDash val="solid"/>
            <a:round/>
            <a:headEnd type="none" w="med" len="med"/>
            <a:tailEnd type="none" w="med" len="med"/>
          </a:ln>
        </p:spPr>
        <p:txBody>
          <a:bodyPr/>
          <a:p>
            <a:endParaRPr lang="zh-CN" altLang="en-US"/>
          </a:p>
        </p:txBody>
      </p:sp>
      <p:sp>
        <p:nvSpPr>
          <p:cNvPr id="136266" name="Freeform 518"/>
          <p:cNvSpPr/>
          <p:nvPr/>
        </p:nvSpPr>
        <p:spPr>
          <a:xfrm>
            <a:off x="6757988" y="2733675"/>
            <a:ext cx="638175" cy="1538288"/>
          </a:xfrm>
          <a:custGeom>
            <a:avLst/>
            <a:gdLst>
              <a:gd name="txL" fmla="*/ 0 w 402"/>
              <a:gd name="txT" fmla="*/ 0 h 969"/>
              <a:gd name="txR" fmla="*/ 402 w 402"/>
              <a:gd name="txB" fmla="*/ 969 h 969"/>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cap="flat" cmpd="sng">
            <a:solidFill>
              <a:srgbClr val="FF3300">
                <a:alpha val="100000"/>
              </a:srgbClr>
            </a:solidFill>
            <a:prstDash val="solid"/>
            <a:round/>
            <a:headEnd type="none" w="med" len="med"/>
            <a:tailEnd type="none" w="med" len="med"/>
          </a:ln>
        </p:spPr>
        <p:txBody>
          <a:bodyPr/>
          <a:p>
            <a:endParaRPr lang="zh-CN" altLang="en-US"/>
          </a:p>
        </p:txBody>
      </p:sp>
      <p:sp>
        <p:nvSpPr>
          <p:cNvPr id="136267" name="Text Box 519"/>
          <p:cNvSpPr txBox="1"/>
          <p:nvPr/>
        </p:nvSpPr>
        <p:spPr>
          <a:xfrm>
            <a:off x="5983288" y="4498975"/>
            <a:ext cx="676275"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R</a:t>
            </a:r>
            <a:r>
              <a:rPr lang="en-US" altLang="zh-CN" baseline="-25000" dirty="0">
                <a:ea typeface="宋体" panose="02010600030101010101" pitchFamily="2" charset="-122"/>
              </a:rPr>
              <a:t>c</a:t>
            </a:r>
            <a:endParaRPr lang="en-US" altLang="zh-CN" sz="2000" dirty="0">
              <a:ea typeface="宋体" panose="02010600030101010101" pitchFamily="2" charset="-122"/>
            </a:endParaRPr>
          </a:p>
        </p:txBody>
      </p:sp>
      <p:sp>
        <p:nvSpPr>
          <p:cNvPr id="136268" name="Text Box 520"/>
          <p:cNvSpPr txBox="1"/>
          <p:nvPr/>
        </p:nvSpPr>
        <p:spPr>
          <a:xfrm>
            <a:off x="7670800" y="3986213"/>
            <a:ext cx="674688"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R</a:t>
            </a:r>
            <a:r>
              <a:rPr lang="en-US" altLang="zh-CN" baseline="-25000" dirty="0">
                <a:ea typeface="宋体" panose="02010600030101010101" pitchFamily="2" charset="-122"/>
              </a:rPr>
              <a:t>c</a:t>
            </a:r>
            <a:endParaRPr lang="en-US" altLang="zh-CN" sz="2000" dirty="0">
              <a:ea typeface="宋体" panose="02010600030101010101" pitchFamily="2" charset="-122"/>
            </a:endParaRPr>
          </a:p>
        </p:txBody>
      </p:sp>
      <p:sp>
        <p:nvSpPr>
          <p:cNvPr id="136269" name="Text Box 521"/>
          <p:cNvSpPr txBox="1"/>
          <p:nvPr/>
        </p:nvSpPr>
        <p:spPr>
          <a:xfrm>
            <a:off x="6699250" y="3357563"/>
            <a:ext cx="67627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000" dirty="0">
                <a:ea typeface="宋体" panose="02010600030101010101" pitchFamily="2" charset="-122"/>
              </a:rPr>
              <a:t>R</a:t>
            </a:r>
            <a:endParaRPr lang="en-US" altLang="zh-CN" sz="2000" dirty="0">
              <a:ea typeface="宋体" panose="02010600030101010101" pitchFamily="2" charset="-122"/>
            </a:endParaRPr>
          </a:p>
        </p:txBody>
      </p:sp>
      <p:sp>
        <p:nvSpPr>
          <p:cNvPr id="136270" name="Rectangle 523"/>
          <p:cNvSpPr>
            <a:spLocks noGrp="1"/>
          </p:cNvSpPr>
          <p:nvPr>
            <p:ph idx="1"/>
          </p:nvPr>
        </p:nvSpPr>
        <p:spPr>
          <a:xfrm>
            <a:off x="533400" y="2171700"/>
            <a:ext cx="3759200" cy="4076700"/>
          </a:xfrm>
        </p:spPr>
        <p:txBody>
          <a:bodyPr vert="horz" wrap="square" lIns="91440" tIns="45720" rIns="91440" bIns="45720" anchor="t" anchorCtr="0"/>
          <a:p>
            <a:r>
              <a:rPr lang="en-US" altLang="zh-CN" dirty="0">
                <a:ea typeface="宋体" panose="02010600030101010101" pitchFamily="2" charset="-122"/>
              </a:rPr>
              <a:t>per-connection end-end throughput: min(R</a:t>
            </a:r>
            <a:r>
              <a:rPr lang="en-US" altLang="zh-CN" baseline="-25000" dirty="0">
                <a:ea typeface="宋体" panose="02010600030101010101" pitchFamily="2" charset="-122"/>
              </a:rPr>
              <a:t>c</a:t>
            </a:r>
            <a:r>
              <a:rPr lang="en-US" altLang="zh-CN" dirty="0">
                <a:ea typeface="宋体" panose="02010600030101010101" pitchFamily="2" charset="-122"/>
              </a:rPr>
              <a:t>,R</a:t>
            </a:r>
            <a:r>
              <a:rPr lang="en-US" altLang="zh-CN" baseline="-25000" dirty="0">
                <a:ea typeface="宋体" panose="02010600030101010101" pitchFamily="2" charset="-122"/>
              </a:rPr>
              <a:t>s</a:t>
            </a:r>
            <a:r>
              <a:rPr lang="en-US" altLang="zh-CN" dirty="0">
                <a:ea typeface="宋体" panose="02010600030101010101" pitchFamily="2" charset="-122"/>
              </a:rPr>
              <a:t>,R/10)</a:t>
            </a:r>
            <a:endParaRPr lang="en-US" altLang="zh-CN" dirty="0">
              <a:ea typeface="宋体" panose="02010600030101010101" pitchFamily="2" charset="-122"/>
            </a:endParaRPr>
          </a:p>
          <a:p>
            <a:r>
              <a:rPr lang="en-US" altLang="zh-CN" dirty="0">
                <a:ea typeface="宋体" panose="02010600030101010101" pitchFamily="2" charset="-122"/>
              </a:rPr>
              <a:t>in practice: R</a:t>
            </a:r>
            <a:r>
              <a:rPr lang="en-US" altLang="zh-CN" baseline="-25000" dirty="0">
                <a:ea typeface="宋体" panose="02010600030101010101" pitchFamily="2" charset="-122"/>
              </a:rPr>
              <a:t>c</a:t>
            </a:r>
            <a:r>
              <a:rPr lang="en-US" altLang="zh-CN" dirty="0">
                <a:ea typeface="宋体" panose="02010600030101010101" pitchFamily="2" charset="-122"/>
              </a:rPr>
              <a:t> or R</a:t>
            </a:r>
            <a:r>
              <a:rPr lang="en-US" altLang="zh-CN" baseline="-25000" dirty="0">
                <a:ea typeface="宋体" panose="02010600030101010101" pitchFamily="2" charset="-122"/>
              </a:rPr>
              <a:t>s</a:t>
            </a:r>
            <a:r>
              <a:rPr lang="en-US" altLang="zh-CN" dirty="0">
                <a:ea typeface="宋体" panose="02010600030101010101" pitchFamily="2" charset="-122"/>
              </a:rPr>
              <a:t> is often bottleneck</a:t>
            </a:r>
            <a:endParaRPr lang="en-US" altLang="zh-CN" dirty="0">
              <a:ea typeface="宋体" panose="02010600030101010101" pitchFamily="2" charset="-122"/>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37219"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3722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1: roadmap</a:t>
            </a:r>
            <a:endParaRPr lang="en-US" altLang="zh-CN" dirty="0">
              <a:ea typeface="宋体" panose="02010600030101010101" pitchFamily="2" charset="-122"/>
            </a:endParaRPr>
          </a:p>
        </p:txBody>
      </p:sp>
      <p:sp>
        <p:nvSpPr>
          <p:cNvPr id="137221" name="Rectangle 3"/>
          <p:cNvSpPr>
            <a:spLocks noGrp="1"/>
          </p:cNvSpPr>
          <p:nvPr>
            <p:ph idx="1"/>
          </p:nvPr>
        </p:nvSpPr>
        <p:spPr>
          <a:xfrm>
            <a:off x="533400" y="1600200"/>
            <a:ext cx="8207375" cy="4648200"/>
          </a:xfrm>
        </p:spPr>
        <p:txBody>
          <a:bodyPr vert="horz" wrap="square" lIns="91440" tIns="45720" rIns="91440" bIns="45720" anchor="t" anchorCtr="0"/>
          <a:p>
            <a:pPr lvl="1">
              <a:buNone/>
            </a:pPr>
            <a:r>
              <a:rPr lang="en-US" altLang="zh-CN" dirty="0">
                <a:solidFill>
                  <a:schemeClr val="accent2"/>
                </a:solidFill>
                <a:ea typeface="宋体" panose="02010600030101010101" pitchFamily="2" charset="-122"/>
              </a:rPr>
              <a:t>1.1 </a:t>
            </a:r>
            <a:r>
              <a:rPr lang="en-US" altLang="zh-CN" dirty="0">
                <a:ea typeface="宋体" panose="02010600030101010101" pitchFamily="2" charset="-122"/>
              </a:rPr>
              <a:t>What </a:t>
            </a:r>
            <a:r>
              <a:rPr lang="en-US" altLang="zh-CN" i="1" dirty="0">
                <a:ea typeface="宋体" panose="02010600030101010101" pitchFamily="2" charset="-122"/>
              </a:rPr>
              <a:t>is</a:t>
            </a:r>
            <a:r>
              <a:rPr lang="en-US" altLang="zh-CN" dirty="0">
                <a:ea typeface="宋体" panose="02010600030101010101" pitchFamily="2" charset="-122"/>
              </a:rPr>
              <a:t> the Internet?</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1.2</a:t>
            </a:r>
            <a:r>
              <a:rPr lang="en-US" altLang="zh-CN" dirty="0">
                <a:ea typeface="宋体" panose="02010600030101010101" pitchFamily="2" charset="-122"/>
              </a:rPr>
              <a:t> Network edge</a:t>
            </a:r>
            <a:endParaRPr lang="en-US" altLang="zh-CN" dirty="0">
              <a:ea typeface="宋体" panose="02010600030101010101" pitchFamily="2" charset="-122"/>
            </a:endParaRPr>
          </a:p>
          <a:p>
            <a:pPr lvl="2">
              <a:buClr>
                <a:srgbClr val="0000FF"/>
              </a:buClr>
              <a:buSzPct val="90000"/>
              <a:buFont typeface="Wingdings" panose="05000000000000000000" pitchFamily="2" charset="2"/>
              <a:buChar char="q"/>
            </a:pPr>
            <a:r>
              <a:rPr lang="en-US" altLang="zh-CN" dirty="0">
                <a:ea typeface="宋体" panose="02010600030101010101" pitchFamily="2" charset="-122"/>
              </a:rPr>
              <a:t> end systems, access networks, links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1.3</a:t>
            </a:r>
            <a:r>
              <a:rPr lang="en-US" altLang="zh-CN" dirty="0">
                <a:ea typeface="宋体" panose="02010600030101010101" pitchFamily="2" charset="-122"/>
              </a:rPr>
              <a:t> Network core</a:t>
            </a:r>
            <a:endParaRPr lang="en-US" altLang="zh-CN" dirty="0">
              <a:ea typeface="宋体" panose="02010600030101010101" pitchFamily="2" charset="-122"/>
            </a:endParaRPr>
          </a:p>
          <a:p>
            <a:pPr lvl="2">
              <a:buClr>
                <a:srgbClr val="0000FF"/>
              </a:buClr>
              <a:buSzPct val="90000"/>
              <a:buFont typeface="Wingdings" panose="05000000000000000000" pitchFamily="2" charset="2"/>
              <a:buChar char="q"/>
            </a:pPr>
            <a:r>
              <a:rPr lang="en-US" altLang="zh-CN" dirty="0">
                <a:ea typeface="宋体" panose="02010600030101010101" pitchFamily="2" charset="-122"/>
              </a:rPr>
              <a:t> circuit switching, packet switching, network structure</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1.4</a:t>
            </a:r>
            <a:r>
              <a:rPr lang="en-US" altLang="zh-CN" dirty="0">
                <a:ea typeface="宋体" panose="02010600030101010101" pitchFamily="2" charset="-122"/>
              </a:rPr>
              <a:t> Delay, loss and throughput in packet-switched networks</a:t>
            </a:r>
            <a:endParaRPr lang="en-US" altLang="zh-CN" dirty="0">
              <a:ea typeface="宋体" panose="02010600030101010101" pitchFamily="2" charset="-122"/>
            </a:endParaRPr>
          </a:p>
          <a:p>
            <a:pPr lvl="1">
              <a:buNone/>
            </a:pPr>
            <a:r>
              <a:rPr lang="en-US" altLang="zh-CN" dirty="0">
                <a:solidFill>
                  <a:srgbClr val="FF3300"/>
                </a:solidFill>
                <a:ea typeface="宋体" panose="02010600030101010101" pitchFamily="2" charset="-122"/>
              </a:rPr>
              <a:t>1.5 Protocol layers, service models</a:t>
            </a:r>
            <a:endParaRPr lang="en-US" altLang="zh-CN" dirty="0">
              <a:solidFill>
                <a:srgbClr val="FF3300"/>
              </a:solidFill>
              <a:ea typeface="宋体" panose="02010600030101010101" pitchFamily="2" charset="-122"/>
            </a:endParaRPr>
          </a:p>
          <a:p>
            <a:pPr lvl="1">
              <a:buNone/>
            </a:pPr>
            <a:r>
              <a:rPr lang="en-US" altLang="zh-CN" dirty="0">
                <a:solidFill>
                  <a:schemeClr val="accent2"/>
                </a:solidFill>
                <a:ea typeface="宋体" panose="02010600030101010101" pitchFamily="2" charset="-122"/>
              </a:rPr>
              <a:t>1.6</a:t>
            </a:r>
            <a:r>
              <a:rPr lang="en-US" altLang="zh-CN" dirty="0">
                <a:ea typeface="宋体" panose="02010600030101010101" pitchFamily="2" charset="-122"/>
              </a:rPr>
              <a:t> Networks under attack: security</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1.7</a:t>
            </a:r>
            <a:r>
              <a:rPr lang="en-US" altLang="zh-CN" dirty="0">
                <a:ea typeface="宋体" panose="02010600030101010101" pitchFamily="2" charset="-122"/>
              </a:rPr>
              <a:t> History</a:t>
            </a:r>
            <a:endParaRPr lang="en-US" altLang="zh-CN" dirty="0">
              <a:ea typeface="宋体" panose="02010600030101010101" pitchFamily="2" charset="-122"/>
            </a:endParaRPr>
          </a:p>
          <a:p>
            <a:pPr>
              <a:buNone/>
            </a:pPr>
            <a:endParaRPr lang="en-US" altLang="zh-CN" sz="2400" dirty="0">
              <a:ea typeface="宋体" panose="02010600030101010101" pitchFamily="2" charset="-122"/>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39267"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3926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Protocol “Layers”</a:t>
            </a:r>
            <a:endParaRPr lang="en-US" altLang="zh-CN" dirty="0">
              <a:ea typeface="宋体" panose="02010600030101010101" pitchFamily="2" charset="-122"/>
            </a:endParaRPr>
          </a:p>
        </p:txBody>
      </p:sp>
      <p:sp>
        <p:nvSpPr>
          <p:cNvPr id="139269" name="Rectangle 3"/>
          <p:cNvSpPr>
            <a:spLocks noGrp="1"/>
          </p:cNvSpPr>
          <p:nvPr>
            <p:ph sz="half" idx="1"/>
          </p:nvPr>
        </p:nvSpPr>
        <p:spPr>
          <a:xfrm>
            <a:off x="533400" y="1371600"/>
            <a:ext cx="3581400" cy="4648200"/>
          </a:xfrm>
        </p:spPr>
        <p:txBody>
          <a:bodyPr vert="horz" wrap="square" lIns="91440" tIns="45720" rIns="91440" bIns="45720" anchor="t" anchorCtr="0"/>
          <a:p>
            <a:pPr>
              <a:buSzPct val="85000"/>
              <a:buFont typeface="Wingdings" panose="05000000000000000000" pitchFamily="2" charset="2"/>
              <a:buNone/>
            </a:pPr>
            <a:r>
              <a:rPr lang="en-US" altLang="zh-CN" sz="2400" u="sng" dirty="0">
                <a:solidFill>
                  <a:srgbClr val="FF0000"/>
                </a:solidFill>
                <a:latin typeface="+mn-lt"/>
                <a:ea typeface="宋体" panose="02010600030101010101" pitchFamily="2" charset="-122"/>
                <a:cs typeface="+mn-cs"/>
              </a:rPr>
              <a:t>Networks are complex! </a:t>
            </a:r>
            <a:endParaRPr lang="en-US" altLang="zh-CN" sz="2400" u="sng" dirty="0">
              <a:solidFill>
                <a:srgbClr val="FF0000"/>
              </a:solidFill>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many “pieces”:</a:t>
            </a:r>
            <a:endParaRPr lang="en-US" altLang="zh-CN" sz="2400" dirty="0">
              <a:latin typeface="+mn-lt"/>
              <a:ea typeface="宋体" panose="02010600030101010101" pitchFamily="2" charset="-122"/>
              <a:cs typeface="+mn-cs"/>
            </a:endParaRPr>
          </a:p>
          <a:p>
            <a:pPr lvl="1">
              <a:buSzPct val="75000"/>
            </a:pPr>
            <a:r>
              <a:rPr lang="en-US" altLang="zh-CN" dirty="0">
                <a:latin typeface="+mn-lt"/>
                <a:ea typeface="宋体" panose="02010600030101010101" pitchFamily="2" charset="-122"/>
              </a:rPr>
              <a:t>hosts</a:t>
            </a:r>
            <a:endParaRPr lang="en-US" altLang="zh-CN" dirty="0">
              <a:latin typeface="+mn-lt"/>
              <a:ea typeface="宋体" panose="02010600030101010101" pitchFamily="2" charset="-122"/>
            </a:endParaRPr>
          </a:p>
          <a:p>
            <a:pPr lvl="1">
              <a:buSzPct val="75000"/>
            </a:pPr>
            <a:r>
              <a:rPr lang="en-US" altLang="zh-CN" dirty="0">
                <a:latin typeface="+mn-lt"/>
                <a:ea typeface="宋体" panose="02010600030101010101" pitchFamily="2" charset="-122"/>
              </a:rPr>
              <a:t>routers</a:t>
            </a:r>
            <a:endParaRPr lang="en-US" altLang="zh-CN" dirty="0">
              <a:latin typeface="+mn-lt"/>
              <a:ea typeface="宋体" panose="02010600030101010101" pitchFamily="2" charset="-122"/>
            </a:endParaRPr>
          </a:p>
          <a:p>
            <a:pPr lvl="1">
              <a:buSzPct val="75000"/>
            </a:pPr>
            <a:r>
              <a:rPr lang="en-US" altLang="zh-CN" dirty="0">
                <a:latin typeface="+mn-lt"/>
                <a:ea typeface="宋体" panose="02010600030101010101" pitchFamily="2" charset="-122"/>
              </a:rPr>
              <a:t>links of various media</a:t>
            </a:r>
            <a:endParaRPr lang="en-US" altLang="zh-CN" dirty="0">
              <a:latin typeface="+mn-lt"/>
              <a:ea typeface="宋体" panose="02010600030101010101" pitchFamily="2" charset="-122"/>
            </a:endParaRPr>
          </a:p>
          <a:p>
            <a:pPr lvl="1">
              <a:buSzPct val="75000"/>
            </a:pPr>
            <a:r>
              <a:rPr lang="en-US" altLang="zh-CN" dirty="0">
                <a:latin typeface="+mn-lt"/>
                <a:ea typeface="宋体" panose="02010600030101010101" pitchFamily="2" charset="-122"/>
              </a:rPr>
              <a:t>applications</a:t>
            </a:r>
            <a:endParaRPr lang="en-US" altLang="zh-CN" dirty="0">
              <a:latin typeface="+mn-lt"/>
              <a:ea typeface="宋体" panose="02010600030101010101" pitchFamily="2" charset="-122"/>
            </a:endParaRPr>
          </a:p>
          <a:p>
            <a:pPr lvl="1">
              <a:buSzPct val="75000"/>
            </a:pPr>
            <a:r>
              <a:rPr lang="en-US" altLang="zh-CN" dirty="0">
                <a:latin typeface="+mn-lt"/>
                <a:ea typeface="宋体" panose="02010600030101010101" pitchFamily="2" charset="-122"/>
              </a:rPr>
              <a:t>protocols</a:t>
            </a:r>
            <a:endParaRPr lang="en-US" altLang="zh-CN" dirty="0">
              <a:latin typeface="+mn-lt"/>
              <a:ea typeface="宋体" panose="02010600030101010101" pitchFamily="2" charset="-122"/>
            </a:endParaRPr>
          </a:p>
          <a:p>
            <a:pPr lvl="1">
              <a:buSzPct val="75000"/>
            </a:pPr>
            <a:r>
              <a:rPr lang="en-US" altLang="zh-CN" dirty="0">
                <a:latin typeface="+mn-lt"/>
                <a:ea typeface="宋体" panose="02010600030101010101" pitchFamily="2" charset="-122"/>
              </a:rPr>
              <a:t>hardware, software</a:t>
            </a:r>
            <a:endParaRPr lang="en-US" altLang="zh-CN" sz="2000" dirty="0">
              <a:latin typeface="+mn-lt"/>
              <a:ea typeface="宋体" panose="02010600030101010101" pitchFamily="2" charset="-122"/>
            </a:endParaRPr>
          </a:p>
        </p:txBody>
      </p:sp>
      <p:sp>
        <p:nvSpPr>
          <p:cNvPr id="139270" name="Rectangle 4"/>
          <p:cNvSpPr>
            <a:spLocks noGrp="1"/>
          </p:cNvSpPr>
          <p:nvPr>
            <p:ph sz="half" idx="2"/>
          </p:nvPr>
        </p:nvSpPr>
        <p:spPr>
          <a:xfrm>
            <a:off x="4552950" y="2266950"/>
            <a:ext cx="3943350" cy="2619375"/>
          </a:xfrm>
        </p:spPr>
        <p:txBody>
          <a:bodyPr vert="horz" wrap="square" lIns="91440" tIns="45720" rIns="91440" bIns="45720" anchor="t" anchorCtr="0"/>
          <a:p>
            <a:pPr algn="ctr">
              <a:buSzPct val="85000"/>
              <a:buFont typeface="Wingdings" panose="05000000000000000000" pitchFamily="2" charset="2"/>
              <a:buNone/>
            </a:pPr>
            <a:r>
              <a:rPr lang="en-US" altLang="zh-CN" u="sng" dirty="0">
                <a:solidFill>
                  <a:srgbClr val="FF0000"/>
                </a:solidFill>
                <a:latin typeface="+mn-lt"/>
                <a:ea typeface="宋体" panose="02010600030101010101" pitchFamily="2" charset="-122"/>
                <a:cs typeface="+mn-cs"/>
              </a:rPr>
              <a:t>Question:</a:t>
            </a:r>
            <a:r>
              <a:rPr lang="en-US" altLang="zh-CN" sz="2400" u="sng" dirty="0">
                <a:solidFill>
                  <a:srgbClr val="FF0000"/>
                </a:solidFill>
                <a:latin typeface="+mn-lt"/>
                <a:ea typeface="宋体" panose="02010600030101010101" pitchFamily="2" charset="-122"/>
                <a:cs typeface="+mn-cs"/>
              </a:rPr>
              <a:t> </a:t>
            </a:r>
            <a:endParaRPr lang="en-US" altLang="zh-CN" sz="2400" u="sng" dirty="0">
              <a:solidFill>
                <a:srgbClr val="FF0000"/>
              </a:solidFill>
              <a:latin typeface="+mn-lt"/>
              <a:ea typeface="宋体" panose="02010600030101010101" pitchFamily="2" charset="-122"/>
              <a:cs typeface="+mn-cs"/>
            </a:endParaRPr>
          </a:p>
          <a:p>
            <a:pPr algn="ctr">
              <a:buSzPct val="85000"/>
              <a:buFont typeface="Wingdings" panose="05000000000000000000" pitchFamily="2" charset="2"/>
              <a:buNone/>
            </a:pPr>
            <a:r>
              <a:rPr lang="en-US" altLang="zh-CN" sz="2400" dirty="0">
                <a:latin typeface="+mn-lt"/>
                <a:ea typeface="宋体" panose="02010600030101010101" pitchFamily="2" charset="-122"/>
                <a:cs typeface="+mn-cs"/>
              </a:rPr>
              <a:t>Is there any hope of </a:t>
            </a:r>
            <a:r>
              <a:rPr lang="en-US" altLang="zh-CN" sz="2400" i="1" dirty="0">
                <a:latin typeface="+mn-lt"/>
                <a:ea typeface="宋体" panose="02010600030101010101" pitchFamily="2" charset="-122"/>
                <a:cs typeface="+mn-cs"/>
              </a:rPr>
              <a:t>organizing</a:t>
            </a:r>
            <a:r>
              <a:rPr lang="en-US" altLang="zh-CN" sz="2400" dirty="0">
                <a:latin typeface="+mn-lt"/>
                <a:ea typeface="宋体" panose="02010600030101010101" pitchFamily="2" charset="-122"/>
                <a:cs typeface="+mn-cs"/>
              </a:rPr>
              <a:t> structure of network?</a:t>
            </a:r>
            <a:endParaRPr lang="en-US" altLang="zh-CN" sz="2400" dirty="0">
              <a:latin typeface="+mn-lt"/>
              <a:ea typeface="宋体" panose="02010600030101010101" pitchFamily="2" charset="-122"/>
              <a:cs typeface="+mn-cs"/>
            </a:endParaRPr>
          </a:p>
          <a:p>
            <a:pPr algn="ctr">
              <a:buSzPct val="85000"/>
              <a:buFont typeface="Wingdings" panose="05000000000000000000" pitchFamily="2" charset="2"/>
              <a:buNone/>
            </a:pPr>
            <a:endParaRPr lang="en-US" altLang="zh-CN" sz="2400" dirty="0">
              <a:latin typeface="+mn-lt"/>
              <a:ea typeface="宋体" panose="02010600030101010101" pitchFamily="2" charset="-122"/>
              <a:cs typeface="+mn-cs"/>
            </a:endParaRPr>
          </a:p>
          <a:p>
            <a:pPr algn="ctr">
              <a:buSzPct val="85000"/>
              <a:buFont typeface="Wingdings" panose="05000000000000000000" pitchFamily="2" charset="2"/>
              <a:buNone/>
            </a:pPr>
            <a:r>
              <a:rPr lang="en-US" altLang="zh-CN" sz="2400" dirty="0">
                <a:latin typeface="+mn-lt"/>
                <a:ea typeface="宋体" panose="02010600030101010101" pitchFamily="2" charset="-122"/>
                <a:cs typeface="+mn-cs"/>
              </a:rPr>
              <a:t>Or at least our discussion of networks?</a:t>
            </a:r>
            <a:endParaRPr lang="en-US" altLang="zh-CN" sz="2400" dirty="0">
              <a:latin typeface="+mn-lt"/>
              <a:ea typeface="宋体" panose="02010600030101010101" pitchFamily="2" charset="-122"/>
              <a:cs typeface="+mn-cs"/>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41315"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4131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Organization of air travel</a:t>
            </a:r>
            <a:endParaRPr lang="en-US" altLang="zh-CN" dirty="0">
              <a:ea typeface="宋体" panose="02010600030101010101" pitchFamily="2" charset="-122"/>
            </a:endParaRPr>
          </a:p>
        </p:txBody>
      </p:sp>
      <p:sp>
        <p:nvSpPr>
          <p:cNvPr id="141317" name="Rectangle 3"/>
          <p:cNvSpPr>
            <a:spLocks noGrp="1"/>
          </p:cNvSpPr>
          <p:nvPr>
            <p:ph idx="1"/>
          </p:nvPr>
        </p:nvSpPr>
        <p:spPr>
          <a:xfrm>
            <a:off x="838200" y="5489575"/>
            <a:ext cx="7772400" cy="542925"/>
          </a:xfrm>
        </p:spPr>
        <p:txBody>
          <a:bodyPr vert="horz" wrap="square" lIns="91440" tIns="45720" rIns="91440" bIns="45720" anchor="t" anchorCtr="0"/>
          <a:p>
            <a:r>
              <a:rPr lang="en-US" altLang="zh-CN" dirty="0">
                <a:ea typeface="宋体" panose="02010600030101010101" pitchFamily="2" charset="-122"/>
              </a:rPr>
              <a:t>a series of steps</a:t>
            </a:r>
            <a:endParaRPr lang="en-US" altLang="zh-CN" dirty="0">
              <a:ea typeface="宋体" panose="02010600030101010101" pitchFamily="2" charset="-122"/>
            </a:endParaRPr>
          </a:p>
        </p:txBody>
      </p:sp>
      <p:grpSp>
        <p:nvGrpSpPr>
          <p:cNvPr id="141318" name="Group 4"/>
          <p:cNvGrpSpPr/>
          <p:nvPr/>
        </p:nvGrpSpPr>
        <p:grpSpPr>
          <a:xfrm>
            <a:off x="1111250" y="1587500"/>
            <a:ext cx="6508750" cy="3294063"/>
            <a:chOff x="700" y="1000"/>
            <a:chExt cx="4100" cy="2075"/>
          </a:xfrm>
        </p:grpSpPr>
        <p:sp>
          <p:nvSpPr>
            <p:cNvPr id="141319" name="Text Box 5"/>
            <p:cNvSpPr txBox="1"/>
            <p:nvPr/>
          </p:nvSpPr>
          <p:spPr>
            <a:xfrm>
              <a:off x="846" y="1007"/>
              <a:ext cx="1401" cy="17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ticket (purchase)</a:t>
              </a:r>
              <a:endParaRPr lang="en-US" altLang="zh-CN" sz="2000" dirty="0">
                <a:ea typeface="宋体" panose="02010600030101010101" pitchFamily="2" charset="-122"/>
              </a:endParaRPr>
            </a:p>
            <a:p>
              <a:pPr marL="0" lvl="0" indent="0">
                <a:spcBef>
                  <a:spcPct val="0"/>
                </a:spcBef>
                <a:buClrTx/>
                <a:buSzTx/>
                <a:buFontTx/>
                <a:buNone/>
              </a:pP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baggage (check)</a:t>
              </a:r>
              <a:endParaRPr lang="en-US" altLang="zh-CN" sz="2000" dirty="0">
                <a:ea typeface="宋体" panose="02010600030101010101" pitchFamily="2" charset="-122"/>
              </a:endParaRPr>
            </a:p>
            <a:p>
              <a:pPr marL="0" lvl="0" indent="0">
                <a:spcBef>
                  <a:spcPct val="0"/>
                </a:spcBef>
                <a:buClrTx/>
                <a:buSzTx/>
                <a:buFontTx/>
                <a:buNone/>
              </a:pP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gates (load)</a:t>
              </a:r>
              <a:endParaRPr lang="en-US" altLang="zh-CN" sz="2000" dirty="0">
                <a:ea typeface="宋体" panose="02010600030101010101" pitchFamily="2" charset="-122"/>
              </a:endParaRPr>
            </a:p>
            <a:p>
              <a:pPr marL="0" lvl="0" indent="0">
                <a:spcBef>
                  <a:spcPct val="0"/>
                </a:spcBef>
                <a:buClrTx/>
                <a:buSzTx/>
                <a:buFontTx/>
                <a:buNone/>
              </a:pP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runway takeoff</a:t>
              </a:r>
              <a:endParaRPr lang="en-US" altLang="zh-CN" sz="2000" dirty="0">
                <a:ea typeface="宋体" panose="02010600030101010101" pitchFamily="2" charset="-122"/>
              </a:endParaRPr>
            </a:p>
            <a:p>
              <a:pPr marL="0" lvl="0" indent="0">
                <a:spcBef>
                  <a:spcPct val="0"/>
                </a:spcBef>
                <a:buClrTx/>
                <a:buSzTx/>
                <a:buFontTx/>
                <a:buNone/>
              </a:pP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airplane routing</a:t>
              </a:r>
              <a:endParaRPr lang="en-US" altLang="zh-CN" sz="2000" dirty="0">
                <a:ea typeface="宋体" panose="02010600030101010101" pitchFamily="2" charset="-122"/>
              </a:endParaRPr>
            </a:p>
          </p:txBody>
        </p:sp>
        <p:sp>
          <p:nvSpPr>
            <p:cNvPr id="141320" name="Text Box 6"/>
            <p:cNvSpPr txBox="1"/>
            <p:nvPr/>
          </p:nvSpPr>
          <p:spPr>
            <a:xfrm>
              <a:off x="3242" y="1001"/>
              <a:ext cx="1364" cy="17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ticket (complain)</a:t>
              </a:r>
              <a:endParaRPr lang="en-US" altLang="zh-CN" sz="2000" dirty="0">
                <a:ea typeface="宋体" panose="02010600030101010101" pitchFamily="2" charset="-122"/>
              </a:endParaRPr>
            </a:p>
            <a:p>
              <a:pPr marL="0" lvl="0" indent="0">
                <a:spcBef>
                  <a:spcPct val="0"/>
                </a:spcBef>
                <a:buClrTx/>
                <a:buSzTx/>
                <a:buFontTx/>
                <a:buNone/>
              </a:pP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baggage (claim)</a:t>
              </a:r>
              <a:endParaRPr lang="en-US" altLang="zh-CN" sz="2000" dirty="0">
                <a:ea typeface="宋体" panose="02010600030101010101" pitchFamily="2" charset="-122"/>
              </a:endParaRPr>
            </a:p>
            <a:p>
              <a:pPr marL="0" lvl="0" indent="0">
                <a:spcBef>
                  <a:spcPct val="0"/>
                </a:spcBef>
                <a:buClrTx/>
                <a:buSzTx/>
                <a:buFontTx/>
                <a:buNone/>
              </a:pP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gates (unload)</a:t>
              </a:r>
              <a:endParaRPr lang="en-US" altLang="zh-CN" sz="2000" dirty="0">
                <a:ea typeface="宋体" panose="02010600030101010101" pitchFamily="2" charset="-122"/>
              </a:endParaRPr>
            </a:p>
            <a:p>
              <a:pPr marL="0" lvl="0" indent="0">
                <a:spcBef>
                  <a:spcPct val="0"/>
                </a:spcBef>
                <a:buClrTx/>
                <a:buSzTx/>
                <a:buFontTx/>
                <a:buNone/>
              </a:pP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runway landing</a:t>
              </a:r>
              <a:endParaRPr lang="en-US" altLang="zh-CN" sz="2000" dirty="0">
                <a:ea typeface="宋体" panose="02010600030101010101" pitchFamily="2" charset="-122"/>
              </a:endParaRPr>
            </a:p>
            <a:p>
              <a:pPr marL="0" lvl="0" indent="0">
                <a:spcBef>
                  <a:spcPct val="0"/>
                </a:spcBef>
                <a:buClrTx/>
                <a:buSzTx/>
                <a:buFontTx/>
                <a:buNone/>
              </a:pPr>
              <a:endParaRPr lang="en-US" altLang="zh-CN" sz="2000" dirty="0">
                <a:ea typeface="宋体" panose="02010600030101010101" pitchFamily="2" charset="-122"/>
              </a:endParaRPr>
            </a:p>
            <a:p>
              <a:pPr marL="0" lvl="0" indent="0">
                <a:spcBef>
                  <a:spcPct val="0"/>
                </a:spcBef>
                <a:buClrTx/>
                <a:buSzTx/>
                <a:buFontTx/>
                <a:buNone/>
              </a:pPr>
              <a:r>
                <a:rPr lang="en-US" altLang="zh-CN" sz="2000" dirty="0">
                  <a:ea typeface="宋体" panose="02010600030101010101" pitchFamily="2" charset="-122"/>
                </a:rPr>
                <a:t>airplane routing</a:t>
              </a:r>
              <a:endParaRPr lang="en-US" altLang="zh-CN" sz="2000" dirty="0">
                <a:ea typeface="宋体" panose="02010600030101010101" pitchFamily="2" charset="-122"/>
              </a:endParaRPr>
            </a:p>
          </p:txBody>
        </p:sp>
        <p:sp>
          <p:nvSpPr>
            <p:cNvPr id="141321" name="Text Box 7"/>
            <p:cNvSpPr txBox="1"/>
            <p:nvPr/>
          </p:nvSpPr>
          <p:spPr>
            <a:xfrm>
              <a:off x="2074" y="2825"/>
              <a:ext cx="12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airplane routing</a:t>
              </a:r>
              <a:endParaRPr lang="en-US" altLang="zh-CN" sz="2000" dirty="0">
                <a:ea typeface="宋体" panose="02010600030101010101" pitchFamily="2" charset="-122"/>
              </a:endParaRPr>
            </a:p>
          </p:txBody>
        </p:sp>
        <p:sp>
          <p:nvSpPr>
            <p:cNvPr id="141322" name="Freeform 8"/>
            <p:cNvSpPr/>
            <p:nvPr/>
          </p:nvSpPr>
          <p:spPr>
            <a:xfrm>
              <a:off x="700" y="1000"/>
              <a:ext cx="4100" cy="2072"/>
            </a:xfrm>
            <a:custGeom>
              <a:avLst/>
              <a:gdLst>
                <a:gd name="txL" fmla="*/ 0 w 4100"/>
                <a:gd name="txT" fmla="*/ 0 h 2072"/>
                <a:gd name="txR" fmla="*/ 4100 w 4100"/>
                <a:gd name="txB" fmla="*/ 2072 h 2072"/>
              </a:gdLst>
              <a:ahLst/>
              <a:cxnLst>
                <a:cxn ang="0">
                  <a:pos x="0" y="0"/>
                </a:cxn>
                <a:cxn ang="0">
                  <a:pos x="4" y="1736"/>
                </a:cxn>
                <a:cxn ang="0">
                  <a:pos x="804" y="2064"/>
                </a:cxn>
                <a:cxn ang="0">
                  <a:pos x="3468" y="2072"/>
                </a:cxn>
                <a:cxn ang="0">
                  <a:pos x="4100" y="1736"/>
                </a:cxn>
                <a:cxn ang="0">
                  <a:pos x="4100" y="96"/>
                </a:cxn>
              </a:cxnLst>
              <a:rect l="txL" t="txT" r="txR" b="txB"/>
              <a:pathLst>
                <a:path w="4100" h="2072">
                  <a:moveTo>
                    <a:pt x="0" y="0"/>
                  </a:moveTo>
                  <a:lnTo>
                    <a:pt x="4" y="1736"/>
                  </a:lnTo>
                  <a:lnTo>
                    <a:pt x="804" y="2064"/>
                  </a:lnTo>
                  <a:lnTo>
                    <a:pt x="3468" y="2072"/>
                  </a:lnTo>
                  <a:lnTo>
                    <a:pt x="4100" y="1736"/>
                  </a:lnTo>
                  <a:lnTo>
                    <a:pt x="4100" y="96"/>
                  </a:lnTo>
                </a:path>
              </a:pathLst>
            </a:custGeom>
            <a:noFill/>
            <a:ln w="38100" cap="flat" cmpd="sng">
              <a:solidFill>
                <a:schemeClr val="accent2">
                  <a:alpha val="100000"/>
                </a:schemeClr>
              </a:solidFill>
              <a:prstDash val="solid"/>
              <a:round/>
              <a:headEnd type="none" w="med" len="med"/>
              <a:tailEnd type="triangle" w="med" len="med"/>
            </a:ln>
          </p:spPr>
          <p:txBody>
            <a:bodyPr/>
            <a:p>
              <a:endParaRPr lang="zh-CN" altLang="en-US"/>
            </a:p>
          </p:txBody>
        </p:sp>
      </p:gr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43363"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grpSp>
        <p:nvGrpSpPr>
          <p:cNvPr id="143364" name="Group 38"/>
          <p:cNvGrpSpPr/>
          <p:nvPr/>
        </p:nvGrpSpPr>
        <p:grpSpPr>
          <a:xfrm>
            <a:off x="434975" y="1314450"/>
            <a:ext cx="8418513" cy="2835275"/>
            <a:chOff x="258" y="1214"/>
            <a:chExt cx="5303" cy="1786"/>
          </a:xfrm>
        </p:grpSpPr>
        <p:sp>
          <p:nvSpPr>
            <p:cNvPr id="143367" name="Rectangle 2"/>
            <p:cNvSpPr/>
            <p:nvPr/>
          </p:nvSpPr>
          <p:spPr>
            <a:xfrm>
              <a:off x="264" y="1544"/>
              <a:ext cx="1028" cy="1082"/>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368" name="Text Box 3"/>
            <p:cNvSpPr txBox="1"/>
            <p:nvPr/>
          </p:nvSpPr>
          <p:spPr>
            <a:xfrm>
              <a:off x="258" y="1597"/>
              <a:ext cx="1071" cy="10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ticket (purchase)</a:t>
              </a: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baggage (check)</a:t>
              </a: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gates (load)</a:t>
              </a: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runway (takeoff)</a:t>
              </a: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airplane routing</a:t>
              </a:r>
              <a:endParaRPr lang="en-US" altLang="zh-CN" sz="1400" dirty="0">
                <a:latin typeface="Arial" panose="020B0604020202020204" pitchFamily="34" charset="0"/>
                <a:ea typeface="宋体" panose="02010600030101010101" pitchFamily="2" charset="-122"/>
              </a:endParaRPr>
            </a:p>
          </p:txBody>
        </p:sp>
        <p:sp>
          <p:nvSpPr>
            <p:cNvPr id="143369" name="Line 4"/>
            <p:cNvSpPr/>
            <p:nvPr/>
          </p:nvSpPr>
          <p:spPr>
            <a:xfrm>
              <a:off x="271" y="1770"/>
              <a:ext cx="1021" cy="1"/>
            </a:xfrm>
            <a:prstGeom prst="line">
              <a:avLst/>
            </a:prstGeom>
            <a:ln w="19050" cap="flat" cmpd="sng">
              <a:solidFill>
                <a:schemeClr val="tx1"/>
              </a:solidFill>
              <a:prstDash val="solid"/>
              <a:headEnd type="none" w="med" len="med"/>
              <a:tailEnd type="none" w="med" len="med"/>
            </a:ln>
          </p:spPr>
        </p:sp>
        <p:sp>
          <p:nvSpPr>
            <p:cNvPr id="143370" name="Line 5"/>
            <p:cNvSpPr/>
            <p:nvPr/>
          </p:nvSpPr>
          <p:spPr>
            <a:xfrm>
              <a:off x="275" y="1989"/>
              <a:ext cx="1021" cy="1"/>
            </a:xfrm>
            <a:prstGeom prst="line">
              <a:avLst/>
            </a:prstGeom>
            <a:ln w="19050" cap="flat" cmpd="sng">
              <a:solidFill>
                <a:schemeClr val="tx1"/>
              </a:solidFill>
              <a:prstDash val="solid"/>
              <a:headEnd type="none" w="med" len="med"/>
              <a:tailEnd type="none" w="med" len="med"/>
            </a:ln>
          </p:spPr>
        </p:sp>
        <p:sp>
          <p:nvSpPr>
            <p:cNvPr id="143371" name="Line 6"/>
            <p:cNvSpPr/>
            <p:nvPr/>
          </p:nvSpPr>
          <p:spPr>
            <a:xfrm>
              <a:off x="271" y="2207"/>
              <a:ext cx="1021" cy="1"/>
            </a:xfrm>
            <a:prstGeom prst="line">
              <a:avLst/>
            </a:prstGeom>
            <a:ln w="19050" cap="flat" cmpd="sng">
              <a:solidFill>
                <a:schemeClr val="tx1"/>
              </a:solidFill>
              <a:prstDash val="solid"/>
              <a:headEnd type="none" w="med" len="med"/>
              <a:tailEnd type="none" w="med" len="med"/>
            </a:ln>
          </p:spPr>
        </p:sp>
        <p:sp>
          <p:nvSpPr>
            <p:cNvPr id="143372" name="Line 7"/>
            <p:cNvSpPr/>
            <p:nvPr/>
          </p:nvSpPr>
          <p:spPr>
            <a:xfrm>
              <a:off x="279" y="2426"/>
              <a:ext cx="1021" cy="1"/>
            </a:xfrm>
            <a:prstGeom prst="line">
              <a:avLst/>
            </a:prstGeom>
            <a:ln w="19050" cap="flat" cmpd="sng">
              <a:solidFill>
                <a:schemeClr val="tx1"/>
              </a:solidFill>
              <a:prstDash val="solid"/>
              <a:headEnd type="none" w="med" len="med"/>
              <a:tailEnd type="none" w="med" len="med"/>
            </a:ln>
          </p:spPr>
        </p:sp>
        <p:sp>
          <p:nvSpPr>
            <p:cNvPr id="143373" name="Text Box 8"/>
            <p:cNvSpPr txBox="1"/>
            <p:nvPr/>
          </p:nvSpPr>
          <p:spPr>
            <a:xfrm>
              <a:off x="493" y="2706"/>
              <a:ext cx="52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departure</a:t>
              </a:r>
              <a:endParaRPr lang="en-US" altLang="zh-CN" sz="12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airport</a:t>
              </a:r>
              <a:endParaRPr lang="en-US" altLang="zh-CN" sz="1200" dirty="0">
                <a:latin typeface="Arial" panose="020B0604020202020204" pitchFamily="34" charset="0"/>
                <a:ea typeface="宋体" panose="02010600030101010101" pitchFamily="2" charset="-122"/>
              </a:endParaRPr>
            </a:p>
          </p:txBody>
        </p:sp>
        <p:sp>
          <p:nvSpPr>
            <p:cNvPr id="143374" name="Text Box 9"/>
            <p:cNvSpPr txBox="1"/>
            <p:nvPr/>
          </p:nvSpPr>
          <p:spPr>
            <a:xfrm>
              <a:off x="3756" y="2712"/>
              <a:ext cx="38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arrival</a:t>
              </a:r>
              <a:endParaRPr lang="en-US" altLang="zh-CN" sz="12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airport</a:t>
              </a:r>
              <a:endParaRPr lang="en-US" altLang="zh-CN" sz="1200" dirty="0">
                <a:latin typeface="Arial" panose="020B0604020202020204" pitchFamily="34" charset="0"/>
                <a:ea typeface="宋体" panose="02010600030101010101" pitchFamily="2" charset="-122"/>
              </a:endParaRPr>
            </a:p>
          </p:txBody>
        </p:sp>
        <p:sp>
          <p:nvSpPr>
            <p:cNvPr id="143375" name="Text Box 10"/>
            <p:cNvSpPr txBox="1"/>
            <p:nvPr/>
          </p:nvSpPr>
          <p:spPr>
            <a:xfrm>
              <a:off x="1859" y="2709"/>
              <a:ext cx="104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intermediate air-traffic</a:t>
              </a:r>
              <a:endParaRPr lang="en-US" altLang="zh-CN" sz="12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control centers</a:t>
              </a:r>
              <a:endParaRPr lang="en-US" altLang="zh-CN" sz="1200" dirty="0">
                <a:latin typeface="Arial" panose="020B0604020202020204" pitchFamily="34" charset="0"/>
                <a:ea typeface="宋体" panose="02010600030101010101" pitchFamily="2" charset="-122"/>
              </a:endParaRPr>
            </a:p>
          </p:txBody>
        </p:sp>
        <p:pic>
          <p:nvPicPr>
            <p:cNvPr id="143376" name="Picture 11" descr="yylgaifm[1]"/>
            <p:cNvPicPr>
              <a:picLocks noChangeAspect="1"/>
            </p:cNvPicPr>
            <p:nvPr/>
          </p:nvPicPr>
          <p:blipFill>
            <a:blip r:embed="rId1"/>
            <a:stretch>
              <a:fillRect/>
            </a:stretch>
          </p:blipFill>
          <p:spPr>
            <a:xfrm flipH="1">
              <a:off x="1830" y="1315"/>
              <a:ext cx="963" cy="290"/>
            </a:xfrm>
            <a:prstGeom prst="rect">
              <a:avLst/>
            </a:prstGeom>
            <a:noFill/>
            <a:ln w="9525">
              <a:noFill/>
            </a:ln>
          </p:spPr>
        </p:pic>
        <p:sp>
          <p:nvSpPr>
            <p:cNvPr id="143377" name="Line 12"/>
            <p:cNvSpPr/>
            <p:nvPr/>
          </p:nvSpPr>
          <p:spPr>
            <a:xfrm>
              <a:off x="2133" y="1214"/>
              <a:ext cx="284" cy="1"/>
            </a:xfrm>
            <a:prstGeom prst="line">
              <a:avLst/>
            </a:prstGeom>
            <a:ln w="9525" cap="flat" cmpd="sng">
              <a:solidFill>
                <a:schemeClr val="tx1"/>
              </a:solidFill>
              <a:prstDash val="solid"/>
              <a:headEnd type="none" w="med" len="med"/>
              <a:tailEnd type="none" w="med" len="med"/>
            </a:ln>
          </p:spPr>
        </p:sp>
        <p:sp>
          <p:nvSpPr>
            <p:cNvPr id="143378" name="Line 13"/>
            <p:cNvSpPr/>
            <p:nvPr/>
          </p:nvSpPr>
          <p:spPr>
            <a:xfrm>
              <a:off x="2229" y="1310"/>
              <a:ext cx="284" cy="1"/>
            </a:xfrm>
            <a:prstGeom prst="line">
              <a:avLst/>
            </a:prstGeom>
            <a:ln w="9525" cap="flat" cmpd="sng">
              <a:solidFill>
                <a:schemeClr val="tx1"/>
              </a:solidFill>
              <a:prstDash val="solid"/>
              <a:headEnd type="none" w="med" len="med"/>
              <a:tailEnd type="none" w="med" len="med"/>
            </a:ln>
          </p:spPr>
        </p:sp>
        <p:sp>
          <p:nvSpPr>
            <p:cNvPr id="143379" name="Line 14"/>
            <p:cNvSpPr/>
            <p:nvPr/>
          </p:nvSpPr>
          <p:spPr>
            <a:xfrm>
              <a:off x="2325" y="1406"/>
              <a:ext cx="284" cy="1"/>
            </a:xfrm>
            <a:prstGeom prst="line">
              <a:avLst/>
            </a:prstGeom>
            <a:ln w="9525" cap="flat" cmpd="sng">
              <a:solidFill>
                <a:schemeClr val="tx1"/>
              </a:solidFill>
              <a:prstDash val="solid"/>
              <a:headEnd type="none" w="med" len="med"/>
              <a:tailEnd type="none" w="med" len="med"/>
            </a:ln>
          </p:spPr>
        </p:sp>
        <p:grpSp>
          <p:nvGrpSpPr>
            <p:cNvPr id="143380" name="Group 15"/>
            <p:cNvGrpSpPr/>
            <p:nvPr/>
          </p:nvGrpSpPr>
          <p:grpSpPr>
            <a:xfrm>
              <a:off x="1436" y="2441"/>
              <a:ext cx="1071" cy="186"/>
              <a:chOff x="1813" y="2187"/>
              <a:chExt cx="1071" cy="186"/>
            </a:xfrm>
          </p:grpSpPr>
          <p:sp>
            <p:nvSpPr>
              <p:cNvPr id="143400" name="Rectangle 16"/>
              <p:cNvSpPr/>
              <p:nvPr/>
            </p:nvSpPr>
            <p:spPr>
              <a:xfrm>
                <a:off x="1817" y="2187"/>
                <a:ext cx="871" cy="18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01" name="Text Box 17"/>
              <p:cNvSpPr txBox="1"/>
              <p:nvPr/>
            </p:nvSpPr>
            <p:spPr>
              <a:xfrm>
                <a:off x="1813" y="2200"/>
                <a:ext cx="1071" cy="1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airplane routing</a:t>
                </a:r>
                <a:endParaRPr lang="en-US" altLang="zh-CN" sz="1400" dirty="0">
                  <a:latin typeface="Arial" panose="020B0604020202020204" pitchFamily="34" charset="0"/>
                  <a:ea typeface="宋体" panose="02010600030101010101" pitchFamily="2" charset="-122"/>
                </a:endParaRPr>
              </a:p>
            </p:txBody>
          </p:sp>
        </p:grpSp>
        <p:grpSp>
          <p:nvGrpSpPr>
            <p:cNvPr id="143381" name="Group 18"/>
            <p:cNvGrpSpPr/>
            <p:nvPr/>
          </p:nvGrpSpPr>
          <p:grpSpPr>
            <a:xfrm>
              <a:off x="2417" y="2441"/>
              <a:ext cx="1071" cy="186"/>
              <a:chOff x="1813" y="2187"/>
              <a:chExt cx="1071" cy="186"/>
            </a:xfrm>
          </p:grpSpPr>
          <p:sp>
            <p:nvSpPr>
              <p:cNvPr id="143398" name="Rectangle 19"/>
              <p:cNvSpPr/>
              <p:nvPr/>
            </p:nvSpPr>
            <p:spPr>
              <a:xfrm>
                <a:off x="1817" y="2187"/>
                <a:ext cx="871" cy="18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399" name="Text Box 20"/>
              <p:cNvSpPr txBox="1"/>
              <p:nvPr/>
            </p:nvSpPr>
            <p:spPr>
              <a:xfrm>
                <a:off x="1813" y="2200"/>
                <a:ext cx="1071" cy="1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airplane routing</a:t>
                </a:r>
                <a:endParaRPr lang="en-US" altLang="zh-CN" sz="1400" dirty="0">
                  <a:latin typeface="Arial" panose="020B0604020202020204" pitchFamily="34" charset="0"/>
                  <a:ea typeface="宋体" panose="02010600030101010101" pitchFamily="2" charset="-122"/>
                </a:endParaRPr>
              </a:p>
            </p:txBody>
          </p:sp>
        </p:grpSp>
        <p:sp>
          <p:nvSpPr>
            <p:cNvPr id="143382" name="Rectangle 21"/>
            <p:cNvSpPr/>
            <p:nvPr/>
          </p:nvSpPr>
          <p:spPr>
            <a:xfrm>
              <a:off x="3446" y="1551"/>
              <a:ext cx="1028" cy="1082"/>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383" name="Text Box 22"/>
            <p:cNvSpPr txBox="1"/>
            <p:nvPr/>
          </p:nvSpPr>
          <p:spPr>
            <a:xfrm>
              <a:off x="3412" y="1598"/>
              <a:ext cx="1071" cy="10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ticket (complain)</a:t>
              </a: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baggage (claim</a:t>
              </a: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gates (unload)</a:t>
              </a: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runway (land)</a:t>
              </a: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endParaRPr lang="en-US" altLang="zh-CN" sz="1400" dirty="0">
                <a:latin typeface="Arial" panose="020B0604020202020204" pitchFamily="34" charset="0"/>
                <a:ea typeface="宋体" panose="02010600030101010101" pitchFamily="2" charset="-122"/>
              </a:endParaRPr>
            </a:p>
            <a:p>
              <a:pPr marL="0" lvl="0" indent="0" algn="ctr">
                <a:lnSpc>
                  <a:spcPct val="80000"/>
                </a:lnSpc>
                <a:spcBef>
                  <a:spcPct val="0"/>
                </a:spcBef>
                <a:buClrTx/>
                <a:buSzTx/>
                <a:buFontTx/>
                <a:buNone/>
              </a:pPr>
              <a:r>
                <a:rPr lang="en-US" altLang="zh-CN" sz="1400" dirty="0">
                  <a:latin typeface="Arial" panose="020B0604020202020204" pitchFamily="34" charset="0"/>
                  <a:ea typeface="宋体" panose="02010600030101010101" pitchFamily="2" charset="-122"/>
                </a:rPr>
                <a:t>airplane routing</a:t>
              </a:r>
              <a:endParaRPr lang="en-US" altLang="zh-CN" sz="1400" dirty="0">
                <a:latin typeface="Arial" panose="020B0604020202020204" pitchFamily="34" charset="0"/>
                <a:ea typeface="宋体" panose="02010600030101010101" pitchFamily="2" charset="-122"/>
              </a:endParaRPr>
            </a:p>
          </p:txBody>
        </p:sp>
        <p:sp>
          <p:nvSpPr>
            <p:cNvPr id="143384" name="Line 23"/>
            <p:cNvSpPr/>
            <p:nvPr/>
          </p:nvSpPr>
          <p:spPr>
            <a:xfrm>
              <a:off x="3453" y="1777"/>
              <a:ext cx="1021" cy="1"/>
            </a:xfrm>
            <a:prstGeom prst="line">
              <a:avLst/>
            </a:prstGeom>
            <a:ln w="19050" cap="flat" cmpd="sng">
              <a:solidFill>
                <a:schemeClr val="tx1"/>
              </a:solidFill>
              <a:prstDash val="solid"/>
              <a:headEnd type="none" w="med" len="med"/>
              <a:tailEnd type="none" w="med" len="med"/>
            </a:ln>
          </p:spPr>
        </p:sp>
        <p:sp>
          <p:nvSpPr>
            <p:cNvPr id="143385" name="Line 24"/>
            <p:cNvSpPr/>
            <p:nvPr/>
          </p:nvSpPr>
          <p:spPr>
            <a:xfrm>
              <a:off x="3457" y="1996"/>
              <a:ext cx="1021" cy="1"/>
            </a:xfrm>
            <a:prstGeom prst="line">
              <a:avLst/>
            </a:prstGeom>
            <a:ln w="19050" cap="flat" cmpd="sng">
              <a:solidFill>
                <a:schemeClr val="tx1"/>
              </a:solidFill>
              <a:prstDash val="solid"/>
              <a:headEnd type="none" w="med" len="med"/>
              <a:tailEnd type="none" w="med" len="med"/>
            </a:ln>
          </p:spPr>
        </p:sp>
        <p:sp>
          <p:nvSpPr>
            <p:cNvPr id="143386" name="Line 25"/>
            <p:cNvSpPr/>
            <p:nvPr/>
          </p:nvSpPr>
          <p:spPr>
            <a:xfrm>
              <a:off x="3453" y="2214"/>
              <a:ext cx="1021" cy="1"/>
            </a:xfrm>
            <a:prstGeom prst="line">
              <a:avLst/>
            </a:prstGeom>
            <a:ln w="19050" cap="flat" cmpd="sng">
              <a:solidFill>
                <a:schemeClr val="tx1"/>
              </a:solidFill>
              <a:prstDash val="solid"/>
              <a:headEnd type="none" w="med" len="med"/>
              <a:tailEnd type="none" w="med" len="med"/>
            </a:ln>
          </p:spPr>
        </p:sp>
        <p:sp>
          <p:nvSpPr>
            <p:cNvPr id="143387" name="Line 26"/>
            <p:cNvSpPr/>
            <p:nvPr/>
          </p:nvSpPr>
          <p:spPr>
            <a:xfrm>
              <a:off x="3461" y="2433"/>
              <a:ext cx="1021" cy="1"/>
            </a:xfrm>
            <a:prstGeom prst="line">
              <a:avLst/>
            </a:prstGeom>
            <a:ln w="19050" cap="flat" cmpd="sng">
              <a:solidFill>
                <a:schemeClr val="tx1"/>
              </a:solidFill>
              <a:prstDash val="solid"/>
              <a:headEnd type="none" w="med" len="med"/>
              <a:tailEnd type="none" w="med" len="med"/>
            </a:ln>
          </p:spPr>
        </p:sp>
        <p:sp>
          <p:nvSpPr>
            <p:cNvPr id="143388" name="Rectangle 27"/>
            <p:cNvSpPr/>
            <p:nvPr/>
          </p:nvSpPr>
          <p:spPr>
            <a:xfrm>
              <a:off x="268" y="2476"/>
              <a:ext cx="5293" cy="116"/>
            </a:xfrm>
            <a:prstGeom prst="rect">
              <a:avLst/>
            </a:prstGeom>
            <a:gradFill rotWithShape="1">
              <a:gsLst>
                <a:gs pos="0">
                  <a:schemeClr val="accent1">
                    <a:alpha val="50000"/>
                  </a:schemeClr>
                </a:gs>
                <a:gs pos="100000">
                  <a:schemeClr val="accent1">
                    <a:alpha val="53000"/>
                  </a:schemeClr>
                </a:gs>
              </a:gsLst>
              <a:lin ang="54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389" name="Rectangle 28"/>
            <p:cNvSpPr/>
            <p:nvPr/>
          </p:nvSpPr>
          <p:spPr>
            <a:xfrm>
              <a:off x="268" y="2256"/>
              <a:ext cx="5293" cy="123"/>
            </a:xfrm>
            <a:prstGeom prst="rect">
              <a:avLst/>
            </a:prstGeom>
            <a:gradFill rotWithShape="1">
              <a:gsLst>
                <a:gs pos="0">
                  <a:schemeClr val="accent1">
                    <a:alpha val="50000"/>
                  </a:schemeClr>
                </a:gs>
                <a:gs pos="100000">
                  <a:schemeClr val="accent1">
                    <a:alpha val="53000"/>
                  </a:schemeClr>
                </a:gs>
              </a:gsLst>
              <a:lin ang="54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390" name="Rectangle 29"/>
            <p:cNvSpPr/>
            <p:nvPr/>
          </p:nvSpPr>
          <p:spPr>
            <a:xfrm>
              <a:off x="268" y="2050"/>
              <a:ext cx="5293" cy="116"/>
            </a:xfrm>
            <a:prstGeom prst="rect">
              <a:avLst/>
            </a:prstGeom>
            <a:gradFill rotWithShape="1">
              <a:gsLst>
                <a:gs pos="0">
                  <a:schemeClr val="accent1">
                    <a:alpha val="50000"/>
                  </a:schemeClr>
                </a:gs>
                <a:gs pos="100000">
                  <a:schemeClr val="accent1">
                    <a:alpha val="53000"/>
                  </a:schemeClr>
                </a:gs>
              </a:gsLst>
              <a:lin ang="54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391" name="Rectangle 30"/>
            <p:cNvSpPr/>
            <p:nvPr/>
          </p:nvSpPr>
          <p:spPr>
            <a:xfrm>
              <a:off x="268" y="1830"/>
              <a:ext cx="5286" cy="123"/>
            </a:xfrm>
            <a:prstGeom prst="rect">
              <a:avLst/>
            </a:prstGeom>
            <a:gradFill rotWithShape="1">
              <a:gsLst>
                <a:gs pos="0">
                  <a:schemeClr val="accent1">
                    <a:alpha val="50000"/>
                  </a:schemeClr>
                </a:gs>
                <a:gs pos="100000">
                  <a:schemeClr val="accent1">
                    <a:alpha val="53000"/>
                  </a:schemeClr>
                </a:gs>
              </a:gsLst>
              <a:lin ang="54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392" name="Rectangle 31"/>
            <p:cNvSpPr/>
            <p:nvPr/>
          </p:nvSpPr>
          <p:spPr>
            <a:xfrm>
              <a:off x="268" y="1617"/>
              <a:ext cx="5287" cy="123"/>
            </a:xfrm>
            <a:prstGeom prst="rect">
              <a:avLst/>
            </a:prstGeom>
            <a:gradFill rotWithShape="1">
              <a:gsLst>
                <a:gs pos="0">
                  <a:schemeClr val="accent1">
                    <a:alpha val="50000"/>
                  </a:schemeClr>
                </a:gs>
                <a:gs pos="100000">
                  <a:schemeClr val="accent1">
                    <a:alpha val="53000"/>
                  </a:schemeClr>
                </a:gs>
              </a:gsLst>
              <a:lin ang="54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393" name="Text Box 32"/>
            <p:cNvSpPr txBox="1"/>
            <p:nvPr/>
          </p:nvSpPr>
          <p:spPr>
            <a:xfrm>
              <a:off x="4776" y="1588"/>
              <a:ext cx="340" cy="1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ticket</a:t>
              </a:r>
              <a:endParaRPr lang="en-US" altLang="zh-CN" sz="1200" dirty="0">
                <a:latin typeface="Arial" panose="020B0604020202020204" pitchFamily="34" charset="0"/>
                <a:ea typeface="宋体" panose="02010600030101010101" pitchFamily="2" charset="-122"/>
              </a:endParaRPr>
            </a:p>
          </p:txBody>
        </p:sp>
        <p:sp>
          <p:nvSpPr>
            <p:cNvPr id="143394" name="Text Box 33"/>
            <p:cNvSpPr txBox="1"/>
            <p:nvPr/>
          </p:nvSpPr>
          <p:spPr>
            <a:xfrm>
              <a:off x="4774" y="1801"/>
              <a:ext cx="487" cy="1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baggage</a:t>
              </a:r>
              <a:endParaRPr lang="en-US" altLang="zh-CN" sz="1200" dirty="0">
                <a:latin typeface="Arial" panose="020B0604020202020204" pitchFamily="34" charset="0"/>
                <a:ea typeface="宋体" panose="02010600030101010101" pitchFamily="2" charset="-122"/>
              </a:endParaRPr>
            </a:p>
          </p:txBody>
        </p:sp>
        <p:sp>
          <p:nvSpPr>
            <p:cNvPr id="143395" name="Text Box 34"/>
            <p:cNvSpPr txBox="1"/>
            <p:nvPr/>
          </p:nvSpPr>
          <p:spPr>
            <a:xfrm>
              <a:off x="4772" y="2013"/>
              <a:ext cx="302" cy="1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gate</a:t>
              </a:r>
              <a:endParaRPr lang="en-US" altLang="zh-CN" sz="1200" dirty="0">
                <a:latin typeface="Arial" panose="020B0604020202020204" pitchFamily="34" charset="0"/>
                <a:ea typeface="宋体" panose="02010600030101010101" pitchFamily="2" charset="-122"/>
              </a:endParaRPr>
            </a:p>
          </p:txBody>
        </p:sp>
        <p:sp>
          <p:nvSpPr>
            <p:cNvPr id="143396" name="Text Box 35"/>
            <p:cNvSpPr txBox="1"/>
            <p:nvPr/>
          </p:nvSpPr>
          <p:spPr>
            <a:xfrm>
              <a:off x="4767" y="2225"/>
              <a:ext cx="738" cy="1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takeoff/landing</a:t>
              </a:r>
              <a:endParaRPr lang="en-US" altLang="zh-CN" sz="1200" dirty="0">
                <a:latin typeface="Arial" panose="020B0604020202020204" pitchFamily="34" charset="0"/>
                <a:ea typeface="宋体" panose="02010600030101010101" pitchFamily="2" charset="-122"/>
              </a:endParaRPr>
            </a:p>
          </p:txBody>
        </p:sp>
        <p:sp>
          <p:nvSpPr>
            <p:cNvPr id="143397" name="Text Box 36"/>
            <p:cNvSpPr txBox="1"/>
            <p:nvPr/>
          </p:nvSpPr>
          <p:spPr>
            <a:xfrm>
              <a:off x="4769" y="2444"/>
              <a:ext cx="774" cy="1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airplane routing</a:t>
              </a:r>
              <a:endParaRPr lang="en-US" altLang="zh-CN" sz="1200" dirty="0">
                <a:latin typeface="Arial" panose="020B0604020202020204" pitchFamily="34" charset="0"/>
                <a:ea typeface="宋体" panose="02010600030101010101" pitchFamily="2" charset="-122"/>
              </a:endParaRPr>
            </a:p>
          </p:txBody>
        </p:sp>
      </p:grpSp>
      <p:sp>
        <p:nvSpPr>
          <p:cNvPr id="143365" name="Rectangle 39"/>
          <p:cNvSpPr>
            <a:spLocks noGrp="1"/>
          </p:cNvSpPr>
          <p:nvPr>
            <p:ph type="title"/>
          </p:nvPr>
        </p:nvSpPr>
        <p:spPr>
          <a:xfrm>
            <a:off x="533400" y="3175"/>
            <a:ext cx="7772400" cy="1143000"/>
          </a:xfrm>
        </p:spPr>
        <p:txBody>
          <a:bodyPr vert="horz" wrap="square" lIns="91440" tIns="45720" rIns="91440" bIns="45720" anchor="ctr" anchorCtr="0"/>
          <a:p>
            <a:r>
              <a:rPr lang="en-US" altLang="zh-CN" dirty="0">
                <a:ea typeface="宋体" panose="02010600030101010101" pitchFamily="2" charset="-122"/>
              </a:rPr>
              <a:t>Layering of airline functionality</a:t>
            </a:r>
            <a:endParaRPr lang="en-US" altLang="zh-CN" dirty="0">
              <a:ea typeface="宋体" panose="02010600030101010101" pitchFamily="2" charset="-122"/>
            </a:endParaRPr>
          </a:p>
        </p:txBody>
      </p:sp>
      <p:sp>
        <p:nvSpPr>
          <p:cNvPr id="143366" name="Rectangle 40"/>
          <p:cNvSpPr>
            <a:spLocks noGrp="1"/>
          </p:cNvSpPr>
          <p:nvPr>
            <p:ph idx="1"/>
          </p:nvPr>
        </p:nvSpPr>
        <p:spPr>
          <a:xfrm>
            <a:off x="533400" y="4430713"/>
            <a:ext cx="7613650" cy="1763712"/>
          </a:xfrm>
        </p:spPr>
        <p:txBody>
          <a:bodyPr vert="horz" wrap="square" lIns="91440" tIns="45720" rIns="91440" bIns="45720" anchor="t" anchorCtr="0"/>
          <a:p>
            <a:pPr>
              <a:buNone/>
            </a:pPr>
            <a:r>
              <a:rPr lang="en-US" altLang="zh-CN" sz="2400" dirty="0">
                <a:solidFill>
                  <a:srgbClr val="FF0000"/>
                </a:solidFill>
                <a:ea typeface="宋体" panose="02010600030101010101" pitchFamily="2" charset="-122"/>
              </a:rPr>
              <a:t>Layers: </a:t>
            </a:r>
            <a:r>
              <a:rPr lang="en-US" altLang="zh-CN" sz="2400" dirty="0">
                <a:ea typeface="宋体" panose="02010600030101010101" pitchFamily="2" charset="-122"/>
              </a:rPr>
              <a:t>each layer implements a service</a:t>
            </a:r>
            <a:endParaRPr lang="en-US" altLang="zh-CN" dirty="0">
              <a:ea typeface="宋体" panose="02010600030101010101" pitchFamily="2" charset="-122"/>
            </a:endParaRPr>
          </a:p>
          <a:p>
            <a:pPr lvl="1"/>
            <a:r>
              <a:rPr lang="en-US" altLang="zh-CN" dirty="0">
                <a:ea typeface="宋体" panose="02010600030101010101" pitchFamily="2" charset="-122"/>
              </a:rPr>
              <a:t>via its own internal-layer actions</a:t>
            </a:r>
            <a:endParaRPr lang="en-US" altLang="zh-CN" dirty="0">
              <a:ea typeface="宋体" panose="02010600030101010101" pitchFamily="2" charset="-122"/>
            </a:endParaRPr>
          </a:p>
          <a:p>
            <a:pPr lvl="1"/>
            <a:r>
              <a:rPr lang="en-US" altLang="zh-CN" dirty="0">
                <a:ea typeface="宋体" panose="02010600030101010101" pitchFamily="2" charset="-122"/>
              </a:rPr>
              <a:t>relying on services provided by layer below</a:t>
            </a:r>
            <a:endParaRPr lang="en-US" altLang="zh-CN" dirty="0">
              <a:ea typeface="宋体" panose="02010600030101010101" pitchFamily="2" charset="-122"/>
            </a:endParaRPr>
          </a:p>
          <a:p>
            <a:pPr>
              <a:buNone/>
            </a:pPr>
            <a:endParaRPr lang="en-US" altLang="zh-CN" dirty="0">
              <a:ea typeface="宋体" panose="02010600030101010101" pitchFamily="2" charset="-122"/>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45411"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4541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Why layering?</a:t>
            </a:r>
            <a:endParaRPr lang="en-US" altLang="zh-CN" dirty="0">
              <a:ea typeface="宋体" panose="02010600030101010101" pitchFamily="2" charset="-122"/>
            </a:endParaRPr>
          </a:p>
        </p:txBody>
      </p:sp>
      <p:sp>
        <p:nvSpPr>
          <p:cNvPr id="145413" name="Rectangle 3"/>
          <p:cNvSpPr>
            <a:spLocks noGrp="1"/>
          </p:cNvSpPr>
          <p:nvPr>
            <p:ph idx="1"/>
          </p:nvPr>
        </p:nvSpPr>
        <p:spPr>
          <a:xfrm>
            <a:off x="546100" y="1346200"/>
            <a:ext cx="7772400" cy="4648200"/>
          </a:xfrm>
        </p:spPr>
        <p:txBody>
          <a:bodyPr vert="horz" wrap="square" lIns="91440" tIns="45720" rIns="91440" bIns="45720" anchor="t" anchorCtr="0"/>
          <a:p>
            <a:pPr>
              <a:buNone/>
            </a:pPr>
            <a:r>
              <a:rPr lang="en-US" altLang="zh-CN" dirty="0">
                <a:ea typeface="宋体" panose="02010600030101010101" pitchFamily="2" charset="-122"/>
              </a:rPr>
              <a:t>Dealing with complex systems:</a:t>
            </a:r>
            <a:endParaRPr lang="en-US" altLang="zh-CN" dirty="0">
              <a:ea typeface="宋体" panose="02010600030101010101" pitchFamily="2" charset="-122"/>
            </a:endParaRPr>
          </a:p>
          <a:p>
            <a:r>
              <a:rPr lang="en-US" altLang="zh-CN" sz="2400" dirty="0">
                <a:ea typeface="宋体" panose="02010600030101010101" pitchFamily="2" charset="-122"/>
              </a:rPr>
              <a:t>explicit structure allows identification, relationship of complex system’s pieces</a:t>
            </a:r>
            <a:endParaRPr lang="en-US" altLang="zh-CN" dirty="0">
              <a:ea typeface="宋体" panose="02010600030101010101" pitchFamily="2" charset="-122"/>
            </a:endParaRPr>
          </a:p>
          <a:p>
            <a:pPr lvl="1"/>
            <a:r>
              <a:rPr lang="en-US" altLang="zh-CN" dirty="0">
                <a:ea typeface="宋体" panose="02010600030101010101" pitchFamily="2" charset="-122"/>
              </a:rPr>
              <a:t>layered </a:t>
            </a:r>
            <a:r>
              <a:rPr lang="en-US" altLang="zh-CN" dirty="0">
                <a:solidFill>
                  <a:srgbClr val="FF0000"/>
                </a:solidFill>
                <a:ea typeface="宋体" panose="02010600030101010101" pitchFamily="2" charset="-122"/>
              </a:rPr>
              <a:t>reference model</a:t>
            </a:r>
            <a:r>
              <a:rPr lang="en-US" altLang="zh-CN" dirty="0">
                <a:ea typeface="宋体" panose="02010600030101010101" pitchFamily="2" charset="-122"/>
              </a:rPr>
              <a:t> for discussion</a:t>
            </a:r>
            <a:endParaRPr lang="en-US" altLang="zh-CN" dirty="0">
              <a:ea typeface="宋体" panose="02010600030101010101" pitchFamily="2" charset="-122"/>
            </a:endParaRPr>
          </a:p>
          <a:p>
            <a:r>
              <a:rPr lang="en-US" altLang="zh-CN" sz="2400" dirty="0">
                <a:ea typeface="宋体" panose="02010600030101010101" pitchFamily="2" charset="-122"/>
              </a:rPr>
              <a:t>modularization eases maintenance, updating of system</a:t>
            </a:r>
            <a:endParaRPr lang="en-US" altLang="zh-CN" sz="2400" dirty="0">
              <a:ea typeface="宋体" panose="02010600030101010101" pitchFamily="2" charset="-122"/>
            </a:endParaRPr>
          </a:p>
          <a:p>
            <a:pPr lvl="1"/>
            <a:r>
              <a:rPr lang="en-US" altLang="zh-CN" dirty="0">
                <a:ea typeface="宋体" panose="02010600030101010101" pitchFamily="2" charset="-122"/>
              </a:rPr>
              <a:t>change of implementation of layer’s service transparent to rest of system</a:t>
            </a:r>
            <a:endParaRPr lang="en-US" altLang="zh-CN" dirty="0">
              <a:ea typeface="宋体" panose="02010600030101010101" pitchFamily="2" charset="-122"/>
            </a:endParaRPr>
          </a:p>
          <a:p>
            <a:pPr lvl="1"/>
            <a:r>
              <a:rPr lang="en-US" altLang="zh-CN" dirty="0">
                <a:ea typeface="宋体" panose="02010600030101010101" pitchFamily="2" charset="-122"/>
              </a:rPr>
              <a:t>e.g., change in gate procedure doesn’t affect rest of system</a:t>
            </a:r>
            <a:endParaRPr lang="en-US" altLang="zh-CN" dirty="0">
              <a:ea typeface="宋体" panose="02010600030101010101" pitchFamily="2" charset="-122"/>
            </a:endParaRPr>
          </a:p>
          <a:p>
            <a:r>
              <a:rPr lang="en-US" altLang="zh-CN" sz="2400" dirty="0">
                <a:ea typeface="宋体" panose="02010600030101010101" pitchFamily="2" charset="-122"/>
              </a:rPr>
              <a:t>layering considered harmful?</a:t>
            </a:r>
            <a:endParaRPr lang="en-US" altLang="zh-CN" dirty="0">
              <a:ea typeface="宋体" panose="02010600030101010101" pitchFamily="2" charset="-122"/>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4745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47460" name="Rectangle 2"/>
          <p:cNvSpPr/>
          <p:nvPr/>
        </p:nvSpPr>
        <p:spPr>
          <a:xfrm>
            <a:off x="6578600" y="1714500"/>
            <a:ext cx="1892300" cy="3530600"/>
          </a:xfrm>
          <a:prstGeom prst="rect">
            <a:avLst/>
          </a:prstGeom>
          <a:solidFill>
            <a:schemeClr val="accent2"/>
          </a:solidFill>
          <a:ln w="38100"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7461" name="Rectangle 3"/>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Internet protocol stack</a:t>
            </a:r>
            <a:endParaRPr lang="en-US" altLang="zh-CN" dirty="0">
              <a:ea typeface="宋体" panose="02010600030101010101" pitchFamily="2" charset="-122"/>
            </a:endParaRPr>
          </a:p>
        </p:txBody>
      </p:sp>
      <p:sp>
        <p:nvSpPr>
          <p:cNvPr id="147462" name="Rectangle 4"/>
          <p:cNvSpPr>
            <a:spLocks noGrp="1"/>
          </p:cNvSpPr>
          <p:nvPr>
            <p:ph sz="half" idx="1"/>
          </p:nvPr>
        </p:nvSpPr>
        <p:spPr>
          <a:xfrm>
            <a:off x="571500" y="1422400"/>
            <a:ext cx="5715000" cy="4648200"/>
          </a:xfrm>
        </p:spPr>
        <p:txBody>
          <a:bodyPr vert="horz" wrap="square" lIns="91440" tIns="45720" rIns="91440" bIns="45720" anchor="t" anchorCtr="0"/>
          <a:p>
            <a:pPr>
              <a:buSzPct val="85000"/>
            </a:pPr>
            <a:r>
              <a:rPr lang="en-US" altLang="zh-CN" sz="2400" dirty="0">
                <a:solidFill>
                  <a:srgbClr val="FF0000"/>
                </a:solidFill>
                <a:latin typeface="+mn-lt"/>
                <a:ea typeface="宋体" panose="02010600030101010101" pitchFamily="2" charset="-122"/>
                <a:cs typeface="+mn-cs"/>
              </a:rPr>
              <a:t>application:</a:t>
            </a:r>
            <a:r>
              <a:rPr lang="en-US" altLang="zh-CN" sz="2400" dirty="0">
                <a:latin typeface="+mn-lt"/>
                <a:ea typeface="宋体" panose="02010600030101010101" pitchFamily="2" charset="-122"/>
                <a:cs typeface="+mn-cs"/>
              </a:rPr>
              <a:t> supporting network applications</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FTP, SMTP, HTTP</a:t>
            </a:r>
            <a:endParaRPr lang="en-US" altLang="zh-CN" sz="2000" dirty="0">
              <a:latin typeface="+mn-lt"/>
              <a:ea typeface="宋体" panose="02010600030101010101" pitchFamily="2" charset="-122"/>
            </a:endParaRPr>
          </a:p>
          <a:p>
            <a:pPr>
              <a:buSzPct val="85000"/>
            </a:pPr>
            <a:r>
              <a:rPr lang="en-US" altLang="zh-CN" sz="2400" dirty="0">
                <a:solidFill>
                  <a:srgbClr val="FF0000"/>
                </a:solidFill>
                <a:latin typeface="+mn-lt"/>
                <a:ea typeface="宋体" panose="02010600030101010101" pitchFamily="2" charset="-122"/>
                <a:cs typeface="+mn-cs"/>
              </a:rPr>
              <a:t>transport:</a:t>
            </a:r>
            <a:r>
              <a:rPr lang="en-US" altLang="zh-CN" sz="2400" dirty="0">
                <a:latin typeface="+mn-lt"/>
                <a:ea typeface="宋体" panose="02010600030101010101" pitchFamily="2" charset="-122"/>
                <a:cs typeface="+mn-cs"/>
              </a:rPr>
              <a:t> process-process data transfer</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TCP, UDP</a:t>
            </a:r>
            <a:endParaRPr lang="en-US" altLang="zh-CN" sz="2000" dirty="0">
              <a:latin typeface="+mn-lt"/>
              <a:ea typeface="宋体" panose="02010600030101010101" pitchFamily="2" charset="-122"/>
            </a:endParaRPr>
          </a:p>
          <a:p>
            <a:pPr>
              <a:buSzPct val="85000"/>
            </a:pPr>
            <a:r>
              <a:rPr lang="en-US" altLang="zh-CN" sz="2400" dirty="0">
                <a:solidFill>
                  <a:srgbClr val="FF0000"/>
                </a:solidFill>
                <a:latin typeface="+mn-lt"/>
                <a:ea typeface="宋体" panose="02010600030101010101" pitchFamily="2" charset="-122"/>
                <a:cs typeface="+mn-cs"/>
              </a:rPr>
              <a:t>network:</a:t>
            </a:r>
            <a:r>
              <a:rPr lang="en-US" altLang="zh-CN" sz="2400" dirty="0">
                <a:latin typeface="+mn-lt"/>
                <a:ea typeface="宋体" panose="02010600030101010101" pitchFamily="2" charset="-122"/>
                <a:cs typeface="+mn-cs"/>
              </a:rPr>
              <a:t> routing of datagrams from source to destination</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IP, routing protocols</a:t>
            </a:r>
            <a:endParaRPr lang="en-US" altLang="zh-CN" sz="2000" dirty="0">
              <a:latin typeface="+mn-lt"/>
              <a:ea typeface="宋体" panose="02010600030101010101" pitchFamily="2" charset="-122"/>
            </a:endParaRPr>
          </a:p>
          <a:p>
            <a:pPr>
              <a:buSzPct val="85000"/>
            </a:pPr>
            <a:r>
              <a:rPr lang="en-US" altLang="zh-CN" sz="2400" dirty="0">
                <a:solidFill>
                  <a:srgbClr val="FF0000"/>
                </a:solidFill>
                <a:latin typeface="+mn-lt"/>
                <a:ea typeface="宋体" panose="02010600030101010101" pitchFamily="2" charset="-122"/>
                <a:cs typeface="+mn-cs"/>
              </a:rPr>
              <a:t>link:</a:t>
            </a:r>
            <a:r>
              <a:rPr lang="en-US" altLang="zh-CN" sz="2400" dirty="0">
                <a:latin typeface="+mn-lt"/>
                <a:ea typeface="宋体" panose="02010600030101010101" pitchFamily="2" charset="-122"/>
                <a:cs typeface="+mn-cs"/>
              </a:rPr>
              <a:t> data transfer between neighboring  network elements</a:t>
            </a:r>
            <a:endParaRPr lang="en-US" altLang="zh-CN" sz="24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PPP, Ethernet</a:t>
            </a:r>
            <a:endParaRPr lang="en-US" altLang="zh-CN" sz="2000" dirty="0">
              <a:latin typeface="+mn-lt"/>
              <a:ea typeface="宋体" panose="02010600030101010101" pitchFamily="2" charset="-122"/>
            </a:endParaRPr>
          </a:p>
          <a:p>
            <a:pPr>
              <a:buSzPct val="85000"/>
            </a:pPr>
            <a:r>
              <a:rPr lang="en-US" altLang="zh-CN" sz="2400" dirty="0">
                <a:solidFill>
                  <a:srgbClr val="FF0000"/>
                </a:solidFill>
                <a:latin typeface="+mn-lt"/>
                <a:ea typeface="宋体" panose="02010600030101010101" pitchFamily="2" charset="-122"/>
                <a:cs typeface="+mn-cs"/>
              </a:rPr>
              <a:t>physical:</a:t>
            </a:r>
            <a:r>
              <a:rPr lang="en-US" altLang="zh-CN" sz="2400" dirty="0">
                <a:latin typeface="+mn-lt"/>
                <a:ea typeface="宋体" panose="02010600030101010101" pitchFamily="2" charset="-122"/>
                <a:cs typeface="+mn-cs"/>
              </a:rPr>
              <a:t> bits “on the wire”</a:t>
            </a:r>
            <a:endParaRPr lang="en-US" altLang="zh-CN" sz="2400" dirty="0">
              <a:latin typeface="+mn-lt"/>
              <a:ea typeface="宋体" panose="02010600030101010101" pitchFamily="2" charset="-122"/>
              <a:cs typeface="+mn-cs"/>
            </a:endParaRPr>
          </a:p>
          <a:p>
            <a:pPr>
              <a:buSzPct val="85000"/>
            </a:pPr>
            <a:endParaRPr lang="en-US" altLang="zh-CN" sz="2400" dirty="0">
              <a:latin typeface="+mn-lt"/>
              <a:ea typeface="宋体" panose="02010600030101010101" pitchFamily="2" charset="-122"/>
              <a:cs typeface="+mn-cs"/>
            </a:endParaRPr>
          </a:p>
        </p:txBody>
      </p:sp>
      <p:grpSp>
        <p:nvGrpSpPr>
          <p:cNvPr id="147463" name="Group 5"/>
          <p:cNvGrpSpPr/>
          <p:nvPr/>
        </p:nvGrpSpPr>
        <p:grpSpPr>
          <a:xfrm>
            <a:off x="6508750" y="1828800"/>
            <a:ext cx="1898650" cy="3530600"/>
            <a:chOff x="3076" y="888"/>
            <a:chExt cx="1196" cy="2224"/>
          </a:xfrm>
        </p:grpSpPr>
        <p:sp>
          <p:nvSpPr>
            <p:cNvPr id="147464" name="Rectangle 6"/>
            <p:cNvSpPr/>
            <p:nvPr/>
          </p:nvSpPr>
          <p:spPr>
            <a:xfrm>
              <a:off x="3080" y="888"/>
              <a:ext cx="1192" cy="2224"/>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7465" name="Text Box 7"/>
            <p:cNvSpPr txBox="1"/>
            <p:nvPr/>
          </p:nvSpPr>
          <p:spPr>
            <a:xfrm>
              <a:off x="3150" y="949"/>
              <a:ext cx="1070" cy="21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ea typeface="宋体" panose="02010600030101010101" pitchFamily="2" charset="-122"/>
                </a:rPr>
                <a:t>application</a:t>
              </a:r>
              <a:endParaRPr lang="en-US" altLang="zh-CN" sz="2400" dirty="0">
                <a:ea typeface="宋体" panose="02010600030101010101" pitchFamily="2" charset="-122"/>
              </a:endParaRPr>
            </a:p>
            <a:p>
              <a:pPr marL="0" lvl="0" indent="0" algn="ctr">
                <a:spcBef>
                  <a:spcPct val="0"/>
                </a:spcBef>
                <a:buClrTx/>
                <a:buSzTx/>
                <a:buFontTx/>
                <a:buNone/>
              </a:pPr>
              <a:endParaRPr lang="en-US" altLang="zh-CN" sz="2400" dirty="0">
                <a:ea typeface="宋体" panose="02010600030101010101" pitchFamily="2" charset="-122"/>
              </a:endParaRPr>
            </a:p>
            <a:p>
              <a:pPr marL="0" lvl="0" indent="0" algn="ctr">
                <a:spcBef>
                  <a:spcPct val="0"/>
                </a:spcBef>
                <a:buClrTx/>
                <a:buSzTx/>
                <a:buFontTx/>
                <a:buNone/>
              </a:pPr>
              <a:r>
                <a:rPr lang="en-US" altLang="zh-CN" sz="2400" dirty="0">
                  <a:ea typeface="宋体" panose="02010600030101010101" pitchFamily="2" charset="-122"/>
                </a:rPr>
                <a:t>transport</a:t>
              </a:r>
              <a:endParaRPr lang="en-US" altLang="zh-CN" sz="2400" dirty="0">
                <a:ea typeface="宋体" panose="02010600030101010101" pitchFamily="2" charset="-122"/>
              </a:endParaRPr>
            </a:p>
            <a:p>
              <a:pPr marL="0" lvl="0" indent="0" algn="ctr">
                <a:spcBef>
                  <a:spcPct val="0"/>
                </a:spcBef>
                <a:buClrTx/>
                <a:buSzTx/>
                <a:buFontTx/>
                <a:buNone/>
              </a:pPr>
              <a:endParaRPr lang="en-US" altLang="zh-CN" sz="2400" dirty="0">
                <a:ea typeface="宋体" panose="02010600030101010101" pitchFamily="2" charset="-122"/>
              </a:endParaRPr>
            </a:p>
            <a:p>
              <a:pPr marL="0" lvl="0" indent="0" algn="ctr">
                <a:spcBef>
                  <a:spcPct val="0"/>
                </a:spcBef>
                <a:buClrTx/>
                <a:buSzTx/>
                <a:buFontTx/>
                <a:buNone/>
              </a:pPr>
              <a:r>
                <a:rPr lang="en-US" altLang="zh-CN" sz="2400" dirty="0">
                  <a:ea typeface="宋体" panose="02010600030101010101" pitchFamily="2" charset="-122"/>
                </a:rPr>
                <a:t>network</a:t>
              </a:r>
              <a:endParaRPr lang="en-US" altLang="zh-CN" sz="2400" dirty="0">
                <a:ea typeface="宋体" panose="02010600030101010101" pitchFamily="2" charset="-122"/>
              </a:endParaRPr>
            </a:p>
            <a:p>
              <a:pPr marL="0" lvl="0" indent="0" algn="ctr">
                <a:spcBef>
                  <a:spcPct val="0"/>
                </a:spcBef>
                <a:buClrTx/>
                <a:buSzTx/>
                <a:buFontTx/>
                <a:buNone/>
              </a:pPr>
              <a:endParaRPr lang="en-US" altLang="zh-CN" sz="2400" dirty="0">
                <a:ea typeface="宋体" panose="02010600030101010101" pitchFamily="2" charset="-122"/>
              </a:endParaRPr>
            </a:p>
            <a:p>
              <a:pPr marL="0" lvl="0" indent="0" algn="ctr">
                <a:spcBef>
                  <a:spcPct val="0"/>
                </a:spcBef>
                <a:buClrTx/>
                <a:buSzTx/>
                <a:buFontTx/>
                <a:buNone/>
              </a:pPr>
              <a:r>
                <a:rPr lang="en-US" altLang="zh-CN" sz="2400" dirty="0">
                  <a:ea typeface="宋体" panose="02010600030101010101" pitchFamily="2" charset="-122"/>
                </a:rPr>
                <a:t>link</a:t>
              </a:r>
              <a:endParaRPr lang="en-US" altLang="zh-CN" sz="2400" dirty="0">
                <a:ea typeface="宋体" panose="02010600030101010101" pitchFamily="2" charset="-122"/>
              </a:endParaRPr>
            </a:p>
            <a:p>
              <a:pPr marL="0" lvl="0" indent="0" algn="ctr">
                <a:spcBef>
                  <a:spcPct val="0"/>
                </a:spcBef>
                <a:buClrTx/>
                <a:buSzTx/>
                <a:buFontTx/>
                <a:buNone/>
              </a:pPr>
              <a:endParaRPr lang="en-US" altLang="zh-CN" sz="2400" dirty="0">
                <a:ea typeface="宋体" panose="02010600030101010101" pitchFamily="2" charset="-122"/>
              </a:endParaRPr>
            </a:p>
            <a:p>
              <a:pPr marL="0" lvl="0" indent="0" algn="ctr">
                <a:spcBef>
                  <a:spcPct val="0"/>
                </a:spcBef>
                <a:buClrTx/>
                <a:buSzTx/>
                <a:buFontTx/>
                <a:buNone/>
              </a:pPr>
              <a:r>
                <a:rPr lang="en-US" altLang="zh-CN" sz="2400" dirty="0">
                  <a:ea typeface="宋体" panose="02010600030101010101" pitchFamily="2" charset="-122"/>
                </a:rPr>
                <a:t>physical</a:t>
              </a:r>
              <a:endParaRPr lang="en-US" altLang="zh-CN" sz="2400" dirty="0">
                <a:ea typeface="宋体" panose="02010600030101010101" pitchFamily="2" charset="-122"/>
              </a:endParaRPr>
            </a:p>
          </p:txBody>
        </p:sp>
        <p:sp>
          <p:nvSpPr>
            <p:cNvPr id="147466" name="Line 8"/>
            <p:cNvSpPr/>
            <p:nvPr/>
          </p:nvSpPr>
          <p:spPr>
            <a:xfrm>
              <a:off x="3076" y="1324"/>
              <a:ext cx="1188" cy="0"/>
            </a:xfrm>
            <a:prstGeom prst="line">
              <a:avLst/>
            </a:prstGeom>
            <a:ln w="38100" cap="flat" cmpd="sng">
              <a:solidFill>
                <a:schemeClr val="accent2"/>
              </a:solidFill>
              <a:prstDash val="solid"/>
              <a:headEnd type="none" w="med" len="med"/>
              <a:tailEnd type="none" w="med" len="med"/>
            </a:ln>
          </p:spPr>
        </p:sp>
        <p:sp>
          <p:nvSpPr>
            <p:cNvPr id="147467" name="Line 9"/>
            <p:cNvSpPr/>
            <p:nvPr/>
          </p:nvSpPr>
          <p:spPr>
            <a:xfrm>
              <a:off x="3076" y="1768"/>
              <a:ext cx="1188" cy="0"/>
            </a:xfrm>
            <a:prstGeom prst="line">
              <a:avLst/>
            </a:prstGeom>
            <a:ln w="38100" cap="flat" cmpd="sng">
              <a:solidFill>
                <a:schemeClr val="accent2"/>
              </a:solidFill>
              <a:prstDash val="solid"/>
              <a:headEnd type="none" w="med" len="med"/>
              <a:tailEnd type="none" w="med" len="med"/>
            </a:ln>
          </p:spPr>
        </p:sp>
        <p:sp>
          <p:nvSpPr>
            <p:cNvPr id="147468" name="Line 10"/>
            <p:cNvSpPr/>
            <p:nvPr/>
          </p:nvSpPr>
          <p:spPr>
            <a:xfrm>
              <a:off x="3076" y="2216"/>
              <a:ext cx="1188" cy="0"/>
            </a:xfrm>
            <a:prstGeom prst="line">
              <a:avLst/>
            </a:prstGeom>
            <a:ln w="38100" cap="flat" cmpd="sng">
              <a:solidFill>
                <a:schemeClr val="accent2"/>
              </a:solidFill>
              <a:prstDash val="solid"/>
              <a:headEnd type="none" w="med" len="med"/>
              <a:tailEnd type="none" w="med" len="med"/>
            </a:ln>
          </p:spPr>
        </p:sp>
        <p:sp>
          <p:nvSpPr>
            <p:cNvPr id="147469" name="Line 11"/>
            <p:cNvSpPr/>
            <p:nvPr/>
          </p:nvSpPr>
          <p:spPr>
            <a:xfrm>
              <a:off x="3076" y="2664"/>
              <a:ext cx="1188" cy="0"/>
            </a:xfrm>
            <a:prstGeom prst="line">
              <a:avLst/>
            </a:prstGeom>
            <a:ln w="38100" cap="flat" cmpd="sng">
              <a:solidFill>
                <a:schemeClr val="accent2"/>
              </a:solidFill>
              <a:prstDash val="solid"/>
              <a:headEnd type="none" w="med" len="med"/>
              <a:tailEnd type="none" w="med" len="med"/>
            </a:ln>
          </p:spPr>
        </p:sp>
      </p:gr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49507"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49508" name="Rectangle 2"/>
          <p:cNvSpPr/>
          <p:nvPr/>
        </p:nvSpPr>
        <p:spPr>
          <a:xfrm>
            <a:off x="7077075" y="1714500"/>
            <a:ext cx="1892300" cy="3530600"/>
          </a:xfrm>
          <a:prstGeom prst="rect">
            <a:avLst/>
          </a:prstGeom>
          <a:solidFill>
            <a:schemeClr val="accent2"/>
          </a:solidFill>
          <a:ln w="38100"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9509" name="Rectangle 3"/>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ISO/OSI reference model</a:t>
            </a:r>
            <a:endParaRPr lang="en-US" altLang="zh-CN" dirty="0">
              <a:ea typeface="宋体" panose="02010600030101010101" pitchFamily="2" charset="-122"/>
            </a:endParaRPr>
          </a:p>
        </p:txBody>
      </p:sp>
      <p:sp>
        <p:nvSpPr>
          <p:cNvPr id="149510" name="Rectangle 4"/>
          <p:cNvSpPr>
            <a:spLocks noGrp="1"/>
          </p:cNvSpPr>
          <p:nvPr>
            <p:ph sz="half" idx="1"/>
          </p:nvPr>
        </p:nvSpPr>
        <p:spPr>
          <a:xfrm>
            <a:off x="571500" y="1422400"/>
            <a:ext cx="5715000" cy="4648200"/>
          </a:xfrm>
        </p:spPr>
        <p:txBody>
          <a:bodyPr vert="horz" wrap="square" lIns="91440" tIns="45720" rIns="91440" bIns="45720" anchor="t" anchorCtr="0"/>
          <a:p>
            <a:pPr>
              <a:buSzPct val="85000"/>
            </a:pPr>
            <a:r>
              <a:rPr lang="en-US" altLang="zh-CN" sz="2400" dirty="0">
                <a:solidFill>
                  <a:srgbClr val="FF0000"/>
                </a:solidFill>
                <a:latin typeface="+mn-lt"/>
                <a:ea typeface="宋体" panose="02010600030101010101" pitchFamily="2" charset="-122"/>
                <a:cs typeface="+mn-cs"/>
              </a:rPr>
              <a:t>presentation:</a:t>
            </a:r>
            <a:r>
              <a:rPr lang="en-US" altLang="zh-CN" sz="2400" dirty="0">
                <a:latin typeface="+mn-lt"/>
                <a:ea typeface="宋体" panose="02010600030101010101" pitchFamily="2" charset="-122"/>
                <a:cs typeface="+mn-cs"/>
              </a:rPr>
              <a:t> allow applications to interpret meaning of data, e.g., encryption, compression, machine-specific conventions</a:t>
            </a:r>
            <a:endParaRPr lang="en-US" altLang="zh-CN" sz="2400" dirty="0">
              <a:latin typeface="+mn-lt"/>
              <a:ea typeface="宋体" panose="02010600030101010101" pitchFamily="2" charset="-122"/>
              <a:cs typeface="+mn-cs"/>
            </a:endParaRPr>
          </a:p>
          <a:p>
            <a:pPr>
              <a:buSzPct val="85000"/>
            </a:pPr>
            <a:r>
              <a:rPr lang="en-US" altLang="zh-CN" sz="2400" i="1" dirty="0">
                <a:solidFill>
                  <a:srgbClr val="FF3300"/>
                </a:solidFill>
                <a:latin typeface="+mn-lt"/>
                <a:ea typeface="宋体" panose="02010600030101010101" pitchFamily="2" charset="-122"/>
                <a:cs typeface="+mn-cs"/>
              </a:rPr>
              <a:t>session:</a:t>
            </a:r>
            <a:r>
              <a:rPr lang="en-US" altLang="zh-CN" sz="2400" dirty="0">
                <a:latin typeface="+mn-lt"/>
                <a:ea typeface="宋体" panose="02010600030101010101" pitchFamily="2" charset="-122"/>
                <a:cs typeface="+mn-cs"/>
              </a:rPr>
              <a:t> synchronization, checkpointing, recovery of data exchange</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Internet stack “missing” these layers!</a:t>
            </a:r>
            <a:endParaRPr lang="en-US" altLang="zh-CN" sz="2400" dirty="0">
              <a:latin typeface="+mn-lt"/>
              <a:ea typeface="宋体" panose="02010600030101010101" pitchFamily="2" charset="-122"/>
              <a:cs typeface="+mn-cs"/>
            </a:endParaRPr>
          </a:p>
          <a:p>
            <a:pPr lvl="1">
              <a:buSzPct val="75000"/>
            </a:pPr>
            <a:r>
              <a:rPr lang="en-US" altLang="zh-CN" dirty="0">
                <a:latin typeface="+mn-lt"/>
                <a:ea typeface="宋体" panose="02010600030101010101" pitchFamily="2" charset="-122"/>
              </a:rPr>
              <a:t>these services, </a:t>
            </a:r>
            <a:r>
              <a:rPr lang="en-US" altLang="zh-CN" i="1" dirty="0">
                <a:latin typeface="+mn-lt"/>
                <a:ea typeface="宋体" panose="02010600030101010101" pitchFamily="2" charset="-122"/>
              </a:rPr>
              <a:t>if needed,</a:t>
            </a:r>
            <a:r>
              <a:rPr lang="en-US" altLang="zh-CN" dirty="0">
                <a:latin typeface="+mn-lt"/>
                <a:ea typeface="宋体" panose="02010600030101010101" pitchFamily="2" charset="-122"/>
              </a:rPr>
              <a:t> must be implemented in application</a:t>
            </a:r>
            <a:endParaRPr lang="en-US" altLang="zh-CN" dirty="0">
              <a:latin typeface="+mn-lt"/>
              <a:ea typeface="宋体" panose="02010600030101010101" pitchFamily="2" charset="-122"/>
            </a:endParaRPr>
          </a:p>
          <a:p>
            <a:pPr lvl="1">
              <a:buSzPct val="75000"/>
            </a:pPr>
            <a:r>
              <a:rPr lang="en-US" altLang="zh-CN" dirty="0">
                <a:latin typeface="+mn-lt"/>
                <a:ea typeface="宋体" panose="02010600030101010101" pitchFamily="2" charset="-122"/>
              </a:rPr>
              <a:t>needed?</a:t>
            </a:r>
            <a:endParaRPr lang="en-US" altLang="zh-CN" dirty="0">
              <a:latin typeface="+mn-lt"/>
              <a:ea typeface="宋体" panose="02010600030101010101" pitchFamily="2" charset="-122"/>
            </a:endParaRPr>
          </a:p>
        </p:txBody>
      </p:sp>
      <p:grpSp>
        <p:nvGrpSpPr>
          <p:cNvPr id="149511" name="Group 14"/>
          <p:cNvGrpSpPr/>
          <p:nvPr/>
        </p:nvGrpSpPr>
        <p:grpSpPr>
          <a:xfrm>
            <a:off x="6902450" y="1762125"/>
            <a:ext cx="1982788" cy="3587750"/>
            <a:chOff x="3265" y="1545"/>
            <a:chExt cx="1249" cy="2260"/>
          </a:xfrm>
        </p:grpSpPr>
        <p:sp>
          <p:nvSpPr>
            <p:cNvPr id="149512" name="Rectangle 6"/>
            <p:cNvSpPr/>
            <p:nvPr/>
          </p:nvSpPr>
          <p:spPr>
            <a:xfrm>
              <a:off x="3310" y="1545"/>
              <a:ext cx="1192" cy="2259"/>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9513" name="Text Box 7"/>
            <p:cNvSpPr txBox="1"/>
            <p:nvPr/>
          </p:nvSpPr>
          <p:spPr>
            <a:xfrm>
              <a:off x="3265" y="1654"/>
              <a:ext cx="1249" cy="215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lnSpc>
                  <a:spcPct val="70000"/>
                </a:lnSpc>
                <a:spcBef>
                  <a:spcPct val="0"/>
                </a:spcBef>
                <a:buClrTx/>
                <a:buSzTx/>
                <a:buFontTx/>
                <a:buNone/>
              </a:pPr>
              <a:r>
                <a:rPr lang="en-US" altLang="zh-CN" sz="2400" dirty="0">
                  <a:ea typeface="宋体" panose="02010600030101010101" pitchFamily="2" charset="-122"/>
                </a:rPr>
                <a:t>application</a:t>
              </a:r>
              <a:endParaRPr lang="en-US" altLang="zh-CN" sz="2400" dirty="0">
                <a:ea typeface="宋体" panose="02010600030101010101" pitchFamily="2" charset="-122"/>
              </a:endParaRPr>
            </a:p>
            <a:p>
              <a:pPr marL="0" lvl="0" indent="0" algn="ctr">
                <a:lnSpc>
                  <a:spcPct val="70000"/>
                </a:lnSpc>
                <a:spcBef>
                  <a:spcPct val="0"/>
                </a:spcBef>
                <a:buClrTx/>
                <a:buSzTx/>
                <a:buFontTx/>
                <a:buNone/>
              </a:pPr>
              <a:endParaRPr lang="en-US" altLang="zh-CN" sz="2400" dirty="0">
                <a:ea typeface="宋体" panose="02010600030101010101" pitchFamily="2" charset="-122"/>
              </a:endParaRPr>
            </a:p>
            <a:p>
              <a:pPr marL="0" lvl="0" indent="0" algn="ctr">
                <a:lnSpc>
                  <a:spcPct val="70000"/>
                </a:lnSpc>
                <a:spcBef>
                  <a:spcPct val="0"/>
                </a:spcBef>
                <a:buClrTx/>
                <a:buSzTx/>
                <a:buFontTx/>
                <a:buNone/>
              </a:pPr>
              <a:r>
                <a:rPr lang="en-US" altLang="zh-CN" sz="2400" dirty="0">
                  <a:ea typeface="宋体" panose="02010600030101010101" pitchFamily="2" charset="-122"/>
                </a:rPr>
                <a:t>presentation</a:t>
              </a:r>
              <a:endParaRPr lang="en-US" altLang="zh-CN" sz="2400" dirty="0">
                <a:ea typeface="宋体" panose="02010600030101010101" pitchFamily="2" charset="-122"/>
              </a:endParaRPr>
            </a:p>
            <a:p>
              <a:pPr marL="0" lvl="0" indent="0" algn="ctr">
                <a:lnSpc>
                  <a:spcPct val="70000"/>
                </a:lnSpc>
                <a:spcBef>
                  <a:spcPct val="0"/>
                </a:spcBef>
                <a:buClrTx/>
                <a:buSzTx/>
                <a:buFontTx/>
                <a:buNone/>
              </a:pPr>
              <a:endParaRPr lang="en-US" altLang="zh-CN" sz="2400" dirty="0">
                <a:ea typeface="宋体" panose="02010600030101010101" pitchFamily="2" charset="-122"/>
              </a:endParaRPr>
            </a:p>
            <a:p>
              <a:pPr marL="0" lvl="0" indent="0" algn="ctr">
                <a:lnSpc>
                  <a:spcPct val="70000"/>
                </a:lnSpc>
                <a:spcBef>
                  <a:spcPct val="0"/>
                </a:spcBef>
                <a:buClrTx/>
                <a:buSzTx/>
                <a:buFontTx/>
                <a:buNone/>
              </a:pPr>
              <a:r>
                <a:rPr lang="en-US" altLang="zh-CN" sz="2400" dirty="0">
                  <a:ea typeface="宋体" panose="02010600030101010101" pitchFamily="2" charset="-122"/>
                </a:rPr>
                <a:t>session</a:t>
              </a:r>
              <a:endParaRPr lang="en-US" altLang="zh-CN" sz="2400" dirty="0">
                <a:ea typeface="宋体" panose="02010600030101010101" pitchFamily="2" charset="-122"/>
              </a:endParaRPr>
            </a:p>
            <a:p>
              <a:pPr marL="0" lvl="0" indent="0" algn="ctr">
                <a:lnSpc>
                  <a:spcPct val="70000"/>
                </a:lnSpc>
                <a:spcBef>
                  <a:spcPct val="0"/>
                </a:spcBef>
                <a:buClrTx/>
                <a:buSzTx/>
                <a:buFontTx/>
                <a:buNone/>
              </a:pPr>
              <a:endParaRPr lang="en-US" altLang="zh-CN" sz="2400" dirty="0">
                <a:ea typeface="宋体" panose="02010600030101010101" pitchFamily="2" charset="-122"/>
              </a:endParaRPr>
            </a:p>
            <a:p>
              <a:pPr marL="0" lvl="0" indent="0" algn="ctr">
                <a:lnSpc>
                  <a:spcPct val="70000"/>
                </a:lnSpc>
                <a:spcBef>
                  <a:spcPct val="0"/>
                </a:spcBef>
                <a:buClrTx/>
                <a:buSzTx/>
                <a:buFontTx/>
                <a:buNone/>
              </a:pPr>
              <a:r>
                <a:rPr lang="en-US" altLang="zh-CN" sz="2400" dirty="0">
                  <a:ea typeface="宋体" panose="02010600030101010101" pitchFamily="2" charset="-122"/>
                </a:rPr>
                <a:t>transport</a:t>
              </a:r>
              <a:endParaRPr lang="en-US" altLang="zh-CN" sz="2400" dirty="0">
                <a:ea typeface="宋体" panose="02010600030101010101" pitchFamily="2" charset="-122"/>
              </a:endParaRPr>
            </a:p>
            <a:p>
              <a:pPr marL="0" lvl="0" indent="0" algn="ctr">
                <a:lnSpc>
                  <a:spcPct val="70000"/>
                </a:lnSpc>
                <a:spcBef>
                  <a:spcPct val="0"/>
                </a:spcBef>
                <a:buClrTx/>
                <a:buSzTx/>
                <a:buFontTx/>
                <a:buNone/>
              </a:pPr>
              <a:endParaRPr lang="en-US" altLang="zh-CN" sz="2400" dirty="0">
                <a:ea typeface="宋体" panose="02010600030101010101" pitchFamily="2" charset="-122"/>
              </a:endParaRPr>
            </a:p>
            <a:p>
              <a:pPr marL="0" lvl="0" indent="0" algn="ctr">
                <a:lnSpc>
                  <a:spcPct val="70000"/>
                </a:lnSpc>
                <a:spcBef>
                  <a:spcPct val="0"/>
                </a:spcBef>
                <a:buClrTx/>
                <a:buSzTx/>
                <a:buFontTx/>
                <a:buNone/>
              </a:pPr>
              <a:r>
                <a:rPr lang="en-US" altLang="zh-CN" sz="2400" dirty="0">
                  <a:ea typeface="宋体" panose="02010600030101010101" pitchFamily="2" charset="-122"/>
                </a:rPr>
                <a:t>network</a:t>
              </a:r>
              <a:endParaRPr lang="en-US" altLang="zh-CN" sz="2400" dirty="0">
                <a:ea typeface="宋体" panose="02010600030101010101" pitchFamily="2" charset="-122"/>
              </a:endParaRPr>
            </a:p>
            <a:p>
              <a:pPr marL="0" lvl="0" indent="0" algn="ctr">
                <a:lnSpc>
                  <a:spcPct val="70000"/>
                </a:lnSpc>
                <a:spcBef>
                  <a:spcPct val="0"/>
                </a:spcBef>
                <a:buClrTx/>
                <a:buSzTx/>
                <a:buFontTx/>
                <a:buNone/>
              </a:pPr>
              <a:endParaRPr lang="en-US" altLang="zh-CN" sz="2400" dirty="0">
                <a:ea typeface="宋体" panose="02010600030101010101" pitchFamily="2" charset="-122"/>
              </a:endParaRPr>
            </a:p>
            <a:p>
              <a:pPr marL="0" lvl="0" indent="0" algn="ctr">
                <a:lnSpc>
                  <a:spcPct val="70000"/>
                </a:lnSpc>
                <a:spcBef>
                  <a:spcPct val="0"/>
                </a:spcBef>
                <a:buClrTx/>
                <a:buSzTx/>
                <a:buFontTx/>
                <a:buNone/>
              </a:pPr>
              <a:r>
                <a:rPr lang="en-US" altLang="zh-CN" sz="2400" dirty="0">
                  <a:ea typeface="宋体" panose="02010600030101010101" pitchFamily="2" charset="-122"/>
                </a:rPr>
                <a:t>link</a:t>
              </a:r>
              <a:endParaRPr lang="en-US" altLang="zh-CN" sz="2400" dirty="0">
                <a:ea typeface="宋体" panose="02010600030101010101" pitchFamily="2" charset="-122"/>
              </a:endParaRPr>
            </a:p>
            <a:p>
              <a:pPr marL="0" lvl="0" indent="0" algn="ctr">
                <a:lnSpc>
                  <a:spcPct val="70000"/>
                </a:lnSpc>
                <a:spcBef>
                  <a:spcPct val="0"/>
                </a:spcBef>
                <a:buClrTx/>
                <a:buSzTx/>
                <a:buFontTx/>
                <a:buNone/>
              </a:pPr>
              <a:endParaRPr lang="en-US" altLang="zh-CN" sz="2400" dirty="0">
                <a:ea typeface="宋体" panose="02010600030101010101" pitchFamily="2" charset="-122"/>
              </a:endParaRPr>
            </a:p>
            <a:p>
              <a:pPr marL="0" lvl="0" indent="0" algn="ctr">
                <a:lnSpc>
                  <a:spcPct val="70000"/>
                </a:lnSpc>
                <a:spcBef>
                  <a:spcPct val="0"/>
                </a:spcBef>
                <a:buClrTx/>
                <a:buSzTx/>
                <a:buFontTx/>
                <a:buNone/>
              </a:pPr>
              <a:r>
                <a:rPr lang="en-US" altLang="zh-CN" sz="2400" dirty="0">
                  <a:ea typeface="宋体" panose="02010600030101010101" pitchFamily="2" charset="-122"/>
                </a:rPr>
                <a:t>physical</a:t>
              </a:r>
              <a:endParaRPr lang="en-US" altLang="zh-CN" sz="2400" dirty="0">
                <a:ea typeface="宋体" panose="02010600030101010101" pitchFamily="2" charset="-122"/>
              </a:endParaRPr>
            </a:p>
          </p:txBody>
        </p:sp>
        <p:sp>
          <p:nvSpPr>
            <p:cNvPr id="149514" name="Line 8"/>
            <p:cNvSpPr/>
            <p:nvPr/>
          </p:nvSpPr>
          <p:spPr>
            <a:xfrm>
              <a:off x="3297" y="1918"/>
              <a:ext cx="1188" cy="0"/>
            </a:xfrm>
            <a:prstGeom prst="line">
              <a:avLst/>
            </a:prstGeom>
            <a:ln w="38100" cap="flat" cmpd="sng">
              <a:solidFill>
                <a:schemeClr val="accent2"/>
              </a:solidFill>
              <a:prstDash val="solid"/>
              <a:headEnd type="none" w="med" len="med"/>
              <a:tailEnd type="none" w="med" len="med"/>
            </a:ln>
          </p:spPr>
        </p:sp>
        <p:sp>
          <p:nvSpPr>
            <p:cNvPr id="149515" name="Line 9"/>
            <p:cNvSpPr/>
            <p:nvPr/>
          </p:nvSpPr>
          <p:spPr>
            <a:xfrm>
              <a:off x="3306" y="2533"/>
              <a:ext cx="1188" cy="0"/>
            </a:xfrm>
            <a:prstGeom prst="line">
              <a:avLst/>
            </a:prstGeom>
            <a:ln w="38100" cap="flat" cmpd="sng">
              <a:solidFill>
                <a:schemeClr val="accent2"/>
              </a:solidFill>
              <a:prstDash val="solid"/>
              <a:headEnd type="none" w="med" len="med"/>
              <a:tailEnd type="none" w="med" len="med"/>
            </a:ln>
          </p:spPr>
        </p:sp>
        <p:sp>
          <p:nvSpPr>
            <p:cNvPr id="149516" name="Line 10"/>
            <p:cNvSpPr/>
            <p:nvPr/>
          </p:nvSpPr>
          <p:spPr>
            <a:xfrm>
              <a:off x="3306" y="2873"/>
              <a:ext cx="1188" cy="0"/>
            </a:xfrm>
            <a:prstGeom prst="line">
              <a:avLst/>
            </a:prstGeom>
            <a:ln w="38100" cap="flat" cmpd="sng">
              <a:solidFill>
                <a:schemeClr val="accent2"/>
              </a:solidFill>
              <a:prstDash val="solid"/>
              <a:headEnd type="none" w="med" len="med"/>
              <a:tailEnd type="none" w="med" len="med"/>
            </a:ln>
          </p:spPr>
        </p:sp>
        <p:sp>
          <p:nvSpPr>
            <p:cNvPr id="149517" name="Line 11"/>
            <p:cNvSpPr/>
            <p:nvPr/>
          </p:nvSpPr>
          <p:spPr>
            <a:xfrm>
              <a:off x="3307" y="3513"/>
              <a:ext cx="1188" cy="0"/>
            </a:xfrm>
            <a:prstGeom prst="line">
              <a:avLst/>
            </a:prstGeom>
            <a:ln w="38100" cap="flat" cmpd="sng">
              <a:solidFill>
                <a:schemeClr val="accent2"/>
              </a:solidFill>
              <a:prstDash val="solid"/>
              <a:headEnd type="none" w="med" len="med"/>
              <a:tailEnd type="none" w="med" len="med"/>
            </a:ln>
          </p:spPr>
        </p:sp>
        <p:sp>
          <p:nvSpPr>
            <p:cNvPr id="149518" name="Line 12"/>
            <p:cNvSpPr/>
            <p:nvPr/>
          </p:nvSpPr>
          <p:spPr>
            <a:xfrm>
              <a:off x="3297" y="3209"/>
              <a:ext cx="1188" cy="0"/>
            </a:xfrm>
            <a:prstGeom prst="line">
              <a:avLst/>
            </a:prstGeom>
            <a:ln w="38100" cap="flat" cmpd="sng">
              <a:solidFill>
                <a:schemeClr val="accent2"/>
              </a:solidFill>
              <a:prstDash val="solid"/>
              <a:headEnd type="none" w="med" len="med"/>
              <a:tailEnd type="none" w="med" len="med"/>
            </a:ln>
          </p:spPr>
        </p:sp>
        <p:sp>
          <p:nvSpPr>
            <p:cNvPr id="149519" name="Line 13"/>
            <p:cNvSpPr/>
            <p:nvPr/>
          </p:nvSpPr>
          <p:spPr>
            <a:xfrm>
              <a:off x="3296" y="2245"/>
              <a:ext cx="1188" cy="0"/>
            </a:xfrm>
            <a:prstGeom prst="line">
              <a:avLst/>
            </a:prstGeom>
            <a:ln w="38100" cap="flat" cmpd="sng">
              <a:solidFill>
                <a:schemeClr val="accent2"/>
              </a:solidFill>
              <a:prstDash val="solid"/>
              <a:headEnd type="none" w="med" len="med"/>
              <a:tailEnd type="none" w="med" len="med"/>
            </a:ln>
          </p:spPr>
        </p:sp>
      </p:gr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Footer Placeholder 3"/>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51555" name="Slide Number Placeholder 4"/>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51556" name="Freeform 2"/>
          <p:cNvSpPr/>
          <p:nvPr/>
        </p:nvSpPr>
        <p:spPr>
          <a:xfrm>
            <a:off x="3817938" y="1447800"/>
            <a:ext cx="4048125" cy="3833813"/>
          </a:xfrm>
          <a:custGeom>
            <a:avLst/>
            <a:gdLst>
              <a:gd name="txL" fmla="*/ 0 w 2550"/>
              <a:gd name="txT" fmla="*/ 0 h 2415"/>
              <a:gd name="txR" fmla="*/ 2550 w 2550"/>
              <a:gd name="txB" fmla="*/ 2415 h 2415"/>
            </a:gdLst>
            <a:ahLst/>
            <a:cxnLst>
              <a:cxn ang="0">
                <a:pos x="2147483646" y="0"/>
              </a:cxn>
              <a:cxn ang="0">
                <a:pos x="2147483646" y="0"/>
              </a:cxn>
              <a:cxn ang="0">
                <a:pos x="2147483646" y="2147483646"/>
              </a:cxn>
              <a:cxn ang="0">
                <a:pos x="0" y="2147483646"/>
              </a:cxn>
            </a:cxnLst>
            <a:rect l="txL" t="txT" r="txR" b="txB"/>
            <a:pathLst>
              <a:path w="2550" h="2415">
                <a:moveTo>
                  <a:pt x="592" y="0"/>
                </a:moveTo>
                <a:lnTo>
                  <a:pt x="2544" y="0"/>
                </a:lnTo>
                <a:lnTo>
                  <a:pt x="2550" y="2415"/>
                </a:lnTo>
                <a:lnTo>
                  <a:pt x="0" y="2415"/>
                </a:lnTo>
              </a:path>
            </a:pathLst>
          </a:custGeom>
          <a:no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151557" name="Freeform 3"/>
          <p:cNvSpPr/>
          <p:nvPr/>
        </p:nvSpPr>
        <p:spPr>
          <a:xfrm>
            <a:off x="7129463" y="2246313"/>
            <a:ext cx="638175" cy="852487"/>
          </a:xfrm>
          <a:custGeom>
            <a:avLst/>
            <a:gdLst>
              <a:gd name="txL" fmla="*/ 0 w 402"/>
              <a:gd name="txT" fmla="*/ 0 h 537"/>
              <a:gd name="txR" fmla="*/ 402 w 402"/>
              <a:gd name="txB" fmla="*/ 537 h 537"/>
            </a:gdLst>
            <a:ahLst/>
            <a:cxnLst>
              <a:cxn ang="0">
                <a:pos x="2147483646" y="2147483646"/>
              </a:cxn>
              <a:cxn ang="0">
                <a:pos x="2147483646" y="0"/>
              </a:cxn>
              <a:cxn ang="0">
                <a:pos x="0" y="2147483646"/>
              </a:cxn>
              <a:cxn ang="0">
                <a:pos x="2147483646" y="2147483646"/>
              </a:cxn>
              <a:cxn ang="0">
                <a:pos x="2147483646" y="2147483646"/>
              </a:cxn>
            </a:cxnLst>
            <a:rect l="txL" t="txT" r="txR" b="txB"/>
            <a:pathLst>
              <a:path w="402" h="537">
                <a:moveTo>
                  <a:pt x="402" y="363"/>
                </a:moveTo>
                <a:lnTo>
                  <a:pt x="28" y="0"/>
                </a:lnTo>
                <a:lnTo>
                  <a:pt x="0" y="470"/>
                </a:lnTo>
                <a:lnTo>
                  <a:pt x="242" y="537"/>
                </a:lnTo>
                <a:lnTo>
                  <a:pt x="402" y="363"/>
                </a:lnTo>
                <a:close/>
              </a:path>
            </a:pathLst>
          </a:custGeom>
          <a:gradFill rotWithShape="1">
            <a:gsLst>
              <a:gs pos="0">
                <a:schemeClr val="accent2">
                  <a:alpha val="100000"/>
                </a:schemeClr>
              </a:gs>
              <a:gs pos="100000">
                <a:schemeClr val="bg1">
                  <a:alpha val="100000"/>
                </a:schemeClr>
              </a:gs>
            </a:gsLst>
            <a:lin ang="0" scaled="1"/>
            <a:tileRect/>
          </a:gradFill>
          <a:ln w="9525">
            <a:noFill/>
          </a:ln>
        </p:spPr>
        <p:txBody>
          <a:bodyPr/>
          <a:p>
            <a:endParaRPr lang="zh-CN" altLang="en-US"/>
          </a:p>
        </p:txBody>
      </p:sp>
      <p:sp>
        <p:nvSpPr>
          <p:cNvPr id="151558" name="Text Box 8"/>
          <p:cNvSpPr txBox="1"/>
          <p:nvPr/>
        </p:nvSpPr>
        <p:spPr>
          <a:xfrm>
            <a:off x="2716213" y="223838"/>
            <a:ext cx="11207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source</a:t>
            </a:r>
            <a:endParaRPr lang="en-US" altLang="zh-CN" sz="2400" dirty="0">
              <a:solidFill>
                <a:schemeClr val="accent2"/>
              </a:solidFill>
              <a:ea typeface="宋体" panose="02010600030101010101" pitchFamily="2" charset="-122"/>
            </a:endParaRPr>
          </a:p>
        </p:txBody>
      </p:sp>
      <p:graphicFrame>
        <p:nvGraphicFramePr>
          <p:cNvPr id="151559" name="Object 9"/>
          <p:cNvGraphicFramePr>
            <a:graphicFrameLocks noChangeAspect="1"/>
          </p:cNvGraphicFramePr>
          <p:nvPr/>
        </p:nvGraphicFramePr>
        <p:xfrm>
          <a:off x="4098925" y="1201738"/>
          <a:ext cx="646113" cy="533400"/>
        </p:xfrm>
        <a:graphic>
          <a:graphicData uri="http://schemas.openxmlformats.org/presentationml/2006/ole">
            <mc:AlternateContent xmlns:mc="http://schemas.openxmlformats.org/markup-compatibility/2006">
              <mc:Choice xmlns:v="urn:schemas-microsoft-com:vml" Requires="v">
                <p:oleObj spid="_x0000_s3180" name="" r:id="rId1" imgW="18192750" imgH="15087600" progId="MS_ClipArt_Gallery.2">
                  <p:embed/>
                </p:oleObj>
              </mc:Choice>
              <mc:Fallback>
                <p:oleObj name="" r:id="rId1" imgW="18192750" imgH="15087600" progId="MS_ClipArt_Gallery.2">
                  <p:embed/>
                  <p:pic>
                    <p:nvPicPr>
                      <p:cNvPr id="0" name="图片 3179"/>
                      <p:cNvPicPr/>
                      <p:nvPr/>
                    </p:nvPicPr>
                    <p:blipFill>
                      <a:blip r:embed="rId2"/>
                      <a:stretch>
                        <a:fillRect/>
                      </a:stretch>
                    </p:blipFill>
                    <p:spPr>
                      <a:xfrm>
                        <a:off x="4098925" y="1201738"/>
                        <a:ext cx="646113" cy="533400"/>
                      </a:xfrm>
                      <a:prstGeom prst="rect">
                        <a:avLst/>
                      </a:prstGeom>
                      <a:noFill/>
                      <a:ln w="38100">
                        <a:noFill/>
                        <a:miter/>
                      </a:ln>
                    </p:spPr>
                  </p:pic>
                </p:oleObj>
              </mc:Fallback>
            </mc:AlternateContent>
          </a:graphicData>
        </a:graphic>
      </p:graphicFrame>
      <p:sp>
        <p:nvSpPr>
          <p:cNvPr id="151560" name="Freeform 10"/>
          <p:cNvSpPr/>
          <p:nvPr/>
        </p:nvSpPr>
        <p:spPr>
          <a:xfrm>
            <a:off x="3868738" y="654050"/>
            <a:ext cx="360362" cy="1577975"/>
          </a:xfrm>
          <a:custGeom>
            <a:avLst/>
            <a:gdLst>
              <a:gd name="txL" fmla="*/ 0 w 267"/>
              <a:gd name="txT" fmla="*/ 0 h 1186"/>
              <a:gd name="txR" fmla="*/ 267 w 267"/>
              <a:gd name="txB" fmla="*/ 1186 h 1186"/>
            </a:gdLst>
            <a:ahLst/>
            <a:cxnLst>
              <a:cxn ang="0">
                <a:pos x="2147483646" y="2147483646"/>
              </a:cxn>
              <a:cxn ang="0">
                <a:pos x="0" y="0"/>
              </a:cxn>
              <a:cxn ang="0">
                <a:pos x="0" y="2147483646"/>
              </a:cxn>
              <a:cxn ang="0">
                <a:pos x="2147483646" y="2147483646"/>
              </a:cxn>
              <a:cxn ang="0">
                <a:pos x="2147483646" y="2147483646"/>
              </a:cxn>
            </a:cxnLst>
            <a:rect l="txL" t="txT" r="txR" b="txB"/>
            <a:pathLst>
              <a:path w="267" h="1186">
                <a:moveTo>
                  <a:pt x="254" y="466"/>
                </a:moveTo>
                <a:lnTo>
                  <a:pt x="0" y="0"/>
                </a:lnTo>
                <a:lnTo>
                  <a:pt x="0" y="1186"/>
                </a:lnTo>
                <a:lnTo>
                  <a:pt x="267" y="652"/>
                </a:lnTo>
                <a:lnTo>
                  <a:pt x="254" y="466"/>
                </a:lnTo>
                <a:close/>
              </a:path>
            </a:pathLst>
          </a:custGeom>
          <a:gradFill rotWithShape="1">
            <a:gsLst>
              <a:gs pos="0">
                <a:schemeClr val="accent2">
                  <a:alpha val="100000"/>
                </a:schemeClr>
              </a:gs>
              <a:gs pos="100000">
                <a:schemeClr val="bg1">
                  <a:alpha val="100000"/>
                </a:schemeClr>
              </a:gs>
            </a:gsLst>
            <a:lin ang="0" scaled="1"/>
            <a:tileRect/>
          </a:gradFill>
          <a:ln w="9525">
            <a:noFill/>
          </a:ln>
        </p:spPr>
        <p:txBody>
          <a:bodyPr/>
          <a:p>
            <a:endParaRPr lang="zh-CN" altLang="en-US"/>
          </a:p>
        </p:txBody>
      </p:sp>
      <p:grpSp>
        <p:nvGrpSpPr>
          <p:cNvPr id="151561" name="Group 11"/>
          <p:cNvGrpSpPr/>
          <p:nvPr/>
        </p:nvGrpSpPr>
        <p:grpSpPr>
          <a:xfrm>
            <a:off x="7488238" y="2827338"/>
            <a:ext cx="976312" cy="277812"/>
            <a:chOff x="198" y="3765"/>
            <a:chExt cx="693" cy="287"/>
          </a:xfrm>
        </p:grpSpPr>
        <p:sp>
          <p:nvSpPr>
            <p:cNvPr id="151692" name="Freeform 12"/>
            <p:cNvSpPr/>
            <p:nvPr/>
          </p:nvSpPr>
          <p:spPr>
            <a:xfrm>
              <a:off x="198" y="3888"/>
              <a:ext cx="672" cy="164"/>
            </a:xfrm>
            <a:custGeom>
              <a:avLst/>
              <a:gdLst>
                <a:gd name="txL" fmla="*/ 0 w 672"/>
                <a:gd name="txT" fmla="*/ 0 h 164"/>
                <a:gd name="txR" fmla="*/ 672 w 672"/>
                <a:gd name="txB" fmla="*/ 164 h 164"/>
              </a:gdLst>
              <a:ahLst/>
              <a:cxnLst>
                <a:cxn ang="0">
                  <a:pos x="179" y="0"/>
                </a:cxn>
                <a:cxn ang="0">
                  <a:pos x="672" y="0"/>
                </a:cxn>
                <a:cxn ang="0">
                  <a:pos x="508" y="164"/>
                </a:cxn>
                <a:cxn ang="0">
                  <a:pos x="0" y="164"/>
                </a:cxn>
                <a:cxn ang="0">
                  <a:pos x="179" y="0"/>
                </a:cxn>
              </a:cxnLst>
              <a:rect l="txL" t="txT" r="txR" b="txB"/>
              <a:pathLst>
                <a:path w="672" h="164">
                  <a:moveTo>
                    <a:pt x="179" y="0"/>
                  </a:moveTo>
                  <a:lnTo>
                    <a:pt x="672" y="0"/>
                  </a:lnTo>
                  <a:lnTo>
                    <a:pt x="508" y="164"/>
                  </a:lnTo>
                  <a:lnTo>
                    <a:pt x="0" y="164"/>
                  </a:lnTo>
                  <a:lnTo>
                    <a:pt x="179" y="0"/>
                  </a:lnTo>
                  <a:close/>
                </a:path>
              </a:pathLst>
            </a:custGeom>
            <a:solidFill>
              <a:schemeClr val="hlink">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51693" name="Freeform 13"/>
            <p:cNvSpPr/>
            <p:nvPr/>
          </p:nvSpPr>
          <p:spPr>
            <a:xfrm>
              <a:off x="213" y="3765"/>
              <a:ext cx="658" cy="281"/>
            </a:xfrm>
            <a:custGeom>
              <a:avLst/>
              <a:gdLst>
                <a:gd name="txL" fmla="*/ 0 w 658"/>
                <a:gd name="txT" fmla="*/ 0 h 281"/>
                <a:gd name="txR" fmla="*/ 658 w 658"/>
                <a:gd name="txB" fmla="*/ 281 h 281"/>
              </a:gdLst>
              <a:ahLst/>
              <a:cxnLst>
                <a:cxn ang="0">
                  <a:pos x="0" y="281"/>
                </a:cxn>
                <a:cxn ang="0">
                  <a:pos x="13" y="150"/>
                </a:cxn>
                <a:cxn ang="0">
                  <a:pos x="658" y="0"/>
                </a:cxn>
                <a:cxn ang="0">
                  <a:pos x="658" y="130"/>
                </a:cxn>
                <a:cxn ang="0">
                  <a:pos x="0" y="281"/>
                </a:cxn>
              </a:cxnLst>
              <a:rect l="txL" t="txT" r="txR" b="txB"/>
              <a:pathLst>
                <a:path w="658" h="281">
                  <a:moveTo>
                    <a:pt x="0" y="281"/>
                  </a:moveTo>
                  <a:lnTo>
                    <a:pt x="13" y="150"/>
                  </a:lnTo>
                  <a:lnTo>
                    <a:pt x="658" y="0"/>
                  </a:lnTo>
                  <a:lnTo>
                    <a:pt x="658" y="130"/>
                  </a:lnTo>
                  <a:lnTo>
                    <a:pt x="0" y="281"/>
                  </a:lnTo>
                  <a:close/>
                </a:path>
              </a:pathLst>
            </a:custGeom>
            <a:solidFill>
              <a:schemeClr val="hlink">
                <a:alpha val="100000"/>
              </a:schemeClr>
            </a:solidFill>
            <a:ln w="9525">
              <a:noFill/>
            </a:ln>
          </p:spPr>
          <p:txBody>
            <a:bodyPr/>
            <a:p>
              <a:endParaRPr lang="zh-CN" altLang="en-US"/>
            </a:p>
          </p:txBody>
        </p:sp>
        <p:sp>
          <p:nvSpPr>
            <p:cNvPr id="151694" name="Freeform 14"/>
            <p:cNvSpPr/>
            <p:nvPr/>
          </p:nvSpPr>
          <p:spPr>
            <a:xfrm>
              <a:off x="219" y="3765"/>
              <a:ext cx="672" cy="164"/>
            </a:xfrm>
            <a:custGeom>
              <a:avLst/>
              <a:gdLst>
                <a:gd name="txL" fmla="*/ 0 w 672"/>
                <a:gd name="txT" fmla="*/ 0 h 164"/>
                <a:gd name="txR" fmla="*/ 672 w 672"/>
                <a:gd name="txB" fmla="*/ 164 h 164"/>
              </a:gdLst>
              <a:ahLst/>
              <a:cxnLst>
                <a:cxn ang="0">
                  <a:pos x="179" y="0"/>
                </a:cxn>
                <a:cxn ang="0">
                  <a:pos x="672" y="0"/>
                </a:cxn>
                <a:cxn ang="0">
                  <a:pos x="508" y="164"/>
                </a:cxn>
                <a:cxn ang="0">
                  <a:pos x="0" y="164"/>
                </a:cxn>
                <a:cxn ang="0">
                  <a:pos x="179" y="0"/>
                </a:cxn>
              </a:cxnLst>
              <a:rect l="txL" t="txT" r="txR" b="txB"/>
              <a:pathLst>
                <a:path w="672" h="164">
                  <a:moveTo>
                    <a:pt x="179" y="0"/>
                  </a:moveTo>
                  <a:lnTo>
                    <a:pt x="672" y="0"/>
                  </a:lnTo>
                  <a:lnTo>
                    <a:pt x="508" y="164"/>
                  </a:lnTo>
                  <a:lnTo>
                    <a:pt x="0" y="164"/>
                  </a:lnTo>
                  <a:lnTo>
                    <a:pt x="179" y="0"/>
                  </a:lnTo>
                  <a:close/>
                </a:path>
              </a:pathLst>
            </a:custGeom>
            <a:solidFill>
              <a:schemeClr val="hlink">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nvGrpSpPr>
            <p:cNvPr id="151695" name="Group 15"/>
            <p:cNvGrpSpPr/>
            <p:nvPr/>
          </p:nvGrpSpPr>
          <p:grpSpPr>
            <a:xfrm>
              <a:off x="423" y="3789"/>
              <a:ext cx="238" cy="103"/>
              <a:chOff x="2848" y="848"/>
              <a:chExt cx="140" cy="98"/>
            </a:xfrm>
          </p:grpSpPr>
          <p:sp>
            <p:nvSpPr>
              <p:cNvPr id="151700" name="Line 1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1701" name="Line 1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1702" name="Line 1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1696" name="Group 19"/>
            <p:cNvGrpSpPr/>
            <p:nvPr/>
          </p:nvGrpSpPr>
          <p:grpSpPr>
            <a:xfrm flipV="1">
              <a:off x="437" y="3787"/>
              <a:ext cx="238" cy="103"/>
              <a:chOff x="2848" y="848"/>
              <a:chExt cx="140" cy="98"/>
            </a:xfrm>
          </p:grpSpPr>
          <p:sp>
            <p:nvSpPr>
              <p:cNvPr id="151697" name="Line 2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1698" name="Line 2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1699" name="Line 2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51562" name="Rectangle 23"/>
          <p:cNvSpPr/>
          <p:nvPr/>
        </p:nvSpPr>
        <p:spPr>
          <a:xfrm>
            <a:off x="2644775" y="660400"/>
            <a:ext cx="1296988" cy="1546225"/>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563" name="Rectangle 24"/>
          <p:cNvSpPr/>
          <p:nvPr/>
        </p:nvSpPr>
        <p:spPr>
          <a:xfrm>
            <a:off x="2597150" y="731838"/>
            <a:ext cx="1273175" cy="1536700"/>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564" name="Line 25"/>
          <p:cNvSpPr/>
          <p:nvPr/>
        </p:nvSpPr>
        <p:spPr>
          <a:xfrm>
            <a:off x="2597150" y="1049338"/>
            <a:ext cx="1263650" cy="3175"/>
          </a:xfrm>
          <a:prstGeom prst="line">
            <a:avLst/>
          </a:prstGeom>
          <a:ln w="28575" cap="flat" cmpd="sng">
            <a:solidFill>
              <a:schemeClr val="tx1"/>
            </a:solidFill>
            <a:prstDash val="solid"/>
            <a:headEnd type="none" w="med" len="med"/>
            <a:tailEnd type="none" w="med" len="med"/>
          </a:ln>
        </p:spPr>
      </p:sp>
      <p:sp>
        <p:nvSpPr>
          <p:cNvPr id="151565" name="Text Box 26"/>
          <p:cNvSpPr txBox="1"/>
          <p:nvPr/>
        </p:nvSpPr>
        <p:spPr>
          <a:xfrm>
            <a:off x="2554288" y="698500"/>
            <a:ext cx="1317625" cy="1600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lnSpc>
                <a:spcPct val="110000"/>
              </a:lnSpc>
              <a:spcBef>
                <a:spcPct val="0"/>
              </a:spcBef>
              <a:buClrTx/>
              <a:buSzTx/>
              <a:buFontTx/>
              <a:buNone/>
            </a:pPr>
            <a:r>
              <a:rPr lang="en-US" altLang="zh-CN" sz="1800" dirty="0">
                <a:ea typeface="宋体" panose="02010600030101010101" pitchFamily="2" charset="-122"/>
              </a:rPr>
              <a:t>application</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transport</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network</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link</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physical</a:t>
            </a:r>
            <a:endParaRPr lang="en-US" altLang="zh-CN" sz="1800" dirty="0">
              <a:ea typeface="宋体" panose="02010600030101010101" pitchFamily="2" charset="-122"/>
            </a:endParaRPr>
          </a:p>
        </p:txBody>
      </p:sp>
      <p:sp>
        <p:nvSpPr>
          <p:cNvPr id="151566" name="Line 27"/>
          <p:cNvSpPr/>
          <p:nvPr/>
        </p:nvSpPr>
        <p:spPr>
          <a:xfrm>
            <a:off x="2605088" y="1370013"/>
            <a:ext cx="1263650" cy="3175"/>
          </a:xfrm>
          <a:prstGeom prst="line">
            <a:avLst/>
          </a:prstGeom>
          <a:ln w="28575" cap="flat" cmpd="sng">
            <a:solidFill>
              <a:schemeClr val="tx1"/>
            </a:solidFill>
            <a:prstDash val="solid"/>
            <a:headEnd type="none" w="med" len="med"/>
            <a:tailEnd type="none" w="med" len="med"/>
          </a:ln>
        </p:spPr>
      </p:sp>
      <p:sp>
        <p:nvSpPr>
          <p:cNvPr id="151567" name="Line 28"/>
          <p:cNvSpPr/>
          <p:nvPr/>
        </p:nvSpPr>
        <p:spPr>
          <a:xfrm>
            <a:off x="2609850" y="1651000"/>
            <a:ext cx="1263650" cy="3175"/>
          </a:xfrm>
          <a:prstGeom prst="line">
            <a:avLst/>
          </a:prstGeom>
          <a:ln w="28575" cap="flat" cmpd="sng">
            <a:solidFill>
              <a:schemeClr val="tx1"/>
            </a:solidFill>
            <a:prstDash val="solid"/>
            <a:headEnd type="none" w="med" len="med"/>
            <a:tailEnd type="none" w="med" len="med"/>
          </a:ln>
        </p:spPr>
      </p:sp>
      <p:sp>
        <p:nvSpPr>
          <p:cNvPr id="151568" name="Line 29"/>
          <p:cNvSpPr/>
          <p:nvPr/>
        </p:nvSpPr>
        <p:spPr>
          <a:xfrm>
            <a:off x="2609850" y="1927225"/>
            <a:ext cx="1263650" cy="3175"/>
          </a:xfrm>
          <a:prstGeom prst="line">
            <a:avLst/>
          </a:prstGeom>
          <a:ln w="28575" cap="flat" cmpd="sng">
            <a:solidFill>
              <a:schemeClr val="tx1"/>
            </a:solidFill>
            <a:prstDash val="solid"/>
            <a:headEnd type="none" w="med" len="med"/>
            <a:tailEnd type="none" w="med" len="med"/>
          </a:ln>
        </p:spPr>
      </p:sp>
      <p:grpSp>
        <p:nvGrpSpPr>
          <p:cNvPr id="5" name="Group 39"/>
          <p:cNvGrpSpPr/>
          <p:nvPr/>
        </p:nvGrpSpPr>
        <p:grpSpPr>
          <a:xfrm>
            <a:off x="1219200" y="1368425"/>
            <a:ext cx="1208088" cy="303213"/>
            <a:chOff x="501" y="1990"/>
            <a:chExt cx="761" cy="191"/>
          </a:xfrm>
        </p:grpSpPr>
        <p:sp>
          <p:nvSpPr>
            <p:cNvPr id="151686" name="Rectangle 40"/>
            <p:cNvSpPr/>
            <p:nvPr/>
          </p:nvSpPr>
          <p:spPr>
            <a:xfrm>
              <a:off x="501" y="2007"/>
              <a:ext cx="682"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87" name="Rectangle 41"/>
            <p:cNvSpPr/>
            <p:nvPr/>
          </p:nvSpPr>
          <p:spPr>
            <a:xfrm>
              <a:off x="704" y="1990"/>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t</a:t>
              </a:r>
              <a:endParaRPr lang="en-US" altLang="zh-CN" sz="1800" baseline="-25000" dirty="0">
                <a:ea typeface="宋体" panose="02010600030101010101" pitchFamily="2" charset="-122"/>
              </a:endParaRPr>
            </a:p>
          </p:txBody>
        </p:sp>
        <p:sp>
          <p:nvSpPr>
            <p:cNvPr id="151688" name="Rectangle 42"/>
            <p:cNvSpPr/>
            <p:nvPr/>
          </p:nvSpPr>
          <p:spPr>
            <a:xfrm>
              <a:off x="518" y="1990"/>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n</a:t>
              </a:r>
              <a:endParaRPr lang="en-US" altLang="zh-CN" sz="1800" baseline="-25000" dirty="0">
                <a:ea typeface="宋体" panose="02010600030101010101" pitchFamily="2" charset="-122"/>
              </a:endParaRPr>
            </a:p>
          </p:txBody>
        </p:sp>
        <p:sp>
          <p:nvSpPr>
            <p:cNvPr id="151689" name="Rectangle 43"/>
            <p:cNvSpPr/>
            <p:nvPr/>
          </p:nvSpPr>
          <p:spPr>
            <a:xfrm>
              <a:off x="834" y="1991"/>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sp>
          <p:nvSpPr>
            <p:cNvPr id="151690" name="Line 44"/>
            <p:cNvSpPr/>
            <p:nvPr/>
          </p:nvSpPr>
          <p:spPr>
            <a:xfrm>
              <a:off x="688" y="2013"/>
              <a:ext cx="0" cy="154"/>
            </a:xfrm>
            <a:prstGeom prst="line">
              <a:avLst/>
            </a:prstGeom>
            <a:ln w="9525" cap="flat" cmpd="sng">
              <a:solidFill>
                <a:schemeClr val="tx1"/>
              </a:solidFill>
              <a:prstDash val="solid"/>
              <a:headEnd type="none" w="med" len="med"/>
              <a:tailEnd type="none" w="med" len="med"/>
            </a:ln>
          </p:spPr>
        </p:sp>
        <p:sp>
          <p:nvSpPr>
            <p:cNvPr id="151691" name="Line 45"/>
            <p:cNvSpPr/>
            <p:nvPr/>
          </p:nvSpPr>
          <p:spPr>
            <a:xfrm>
              <a:off x="880" y="2010"/>
              <a:ext cx="0" cy="156"/>
            </a:xfrm>
            <a:prstGeom prst="line">
              <a:avLst/>
            </a:prstGeom>
            <a:ln w="9525" cap="flat" cmpd="sng">
              <a:solidFill>
                <a:schemeClr val="tx1"/>
              </a:solidFill>
              <a:prstDash val="solid"/>
              <a:headEnd type="none" w="med" len="med"/>
              <a:tailEnd type="none" w="med" len="med"/>
            </a:ln>
          </p:spPr>
        </p:sp>
      </p:grpSp>
      <p:sp>
        <p:nvSpPr>
          <p:cNvPr id="112645" name="Text Box 5"/>
          <p:cNvSpPr txBox="1"/>
          <p:nvPr/>
        </p:nvSpPr>
        <p:spPr>
          <a:xfrm>
            <a:off x="395288" y="996950"/>
            <a:ext cx="97155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segment</a:t>
            </a:r>
            <a:endParaRPr lang="en-US" altLang="zh-CN" sz="1600" dirty="0">
              <a:solidFill>
                <a:schemeClr val="accent2"/>
              </a:solidFill>
              <a:ea typeface="宋体" panose="02010600030101010101" pitchFamily="2" charset="-122"/>
            </a:endParaRPr>
          </a:p>
        </p:txBody>
      </p:sp>
      <p:grpSp>
        <p:nvGrpSpPr>
          <p:cNvPr id="6" name="Group 178"/>
          <p:cNvGrpSpPr/>
          <p:nvPr/>
        </p:nvGrpSpPr>
        <p:grpSpPr>
          <a:xfrm>
            <a:off x="1533525" y="1033463"/>
            <a:ext cx="301625" cy="292100"/>
            <a:chOff x="1962" y="2058"/>
            <a:chExt cx="190" cy="184"/>
          </a:xfrm>
        </p:grpSpPr>
        <p:sp>
          <p:nvSpPr>
            <p:cNvPr id="151684" name="Rectangle 47"/>
            <p:cNvSpPr/>
            <p:nvPr/>
          </p:nvSpPr>
          <p:spPr>
            <a:xfrm>
              <a:off x="1962" y="2075"/>
              <a:ext cx="177"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85" name="Rectangle 48"/>
            <p:cNvSpPr/>
            <p:nvPr/>
          </p:nvSpPr>
          <p:spPr>
            <a:xfrm>
              <a:off x="1965" y="2058"/>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t</a:t>
              </a:r>
              <a:endParaRPr lang="en-US" altLang="zh-CN" sz="1800" baseline="-25000" dirty="0">
                <a:ea typeface="宋体" panose="02010600030101010101" pitchFamily="2" charset="-122"/>
              </a:endParaRPr>
            </a:p>
          </p:txBody>
        </p:sp>
      </p:grpSp>
      <p:sp>
        <p:nvSpPr>
          <p:cNvPr id="112644" name="Text Box 4"/>
          <p:cNvSpPr txBox="1"/>
          <p:nvPr/>
        </p:nvSpPr>
        <p:spPr>
          <a:xfrm>
            <a:off x="195263" y="1336675"/>
            <a:ext cx="10763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datagram</a:t>
            </a:r>
            <a:endParaRPr lang="en-US" altLang="zh-CN" sz="1600" dirty="0">
              <a:solidFill>
                <a:schemeClr val="accent2"/>
              </a:solidFill>
              <a:ea typeface="宋体" panose="02010600030101010101" pitchFamily="2" charset="-122"/>
            </a:endParaRPr>
          </a:p>
        </p:txBody>
      </p:sp>
      <p:sp>
        <p:nvSpPr>
          <p:cNvPr id="151573" name="Text Box 54"/>
          <p:cNvSpPr txBox="1"/>
          <p:nvPr/>
        </p:nvSpPr>
        <p:spPr>
          <a:xfrm>
            <a:off x="1547813" y="4157663"/>
            <a:ext cx="15081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solidFill>
                  <a:schemeClr val="accent2"/>
                </a:solidFill>
                <a:ea typeface="宋体" panose="02010600030101010101" pitchFamily="2" charset="-122"/>
              </a:rPr>
              <a:t>destination</a:t>
            </a:r>
            <a:endParaRPr lang="en-US" altLang="zh-CN" sz="2000" dirty="0">
              <a:solidFill>
                <a:schemeClr val="accent2"/>
              </a:solidFill>
              <a:ea typeface="宋体" panose="02010600030101010101" pitchFamily="2" charset="-122"/>
            </a:endParaRPr>
          </a:p>
        </p:txBody>
      </p:sp>
      <p:graphicFrame>
        <p:nvGraphicFramePr>
          <p:cNvPr id="151574" name="Object 55"/>
          <p:cNvGraphicFramePr>
            <a:graphicFrameLocks noChangeAspect="1"/>
          </p:cNvGraphicFramePr>
          <p:nvPr/>
        </p:nvGraphicFramePr>
        <p:xfrm>
          <a:off x="3209925" y="5087938"/>
          <a:ext cx="646113" cy="533400"/>
        </p:xfrm>
        <a:graphic>
          <a:graphicData uri="http://schemas.openxmlformats.org/presentationml/2006/ole">
            <mc:AlternateContent xmlns:mc="http://schemas.openxmlformats.org/markup-compatibility/2006">
              <mc:Choice xmlns:v="urn:schemas-microsoft-com:vml" Requires="v">
                <p:oleObj spid="_x0000_s3176" name="" r:id="rId3" imgW="18192750" imgH="15087600" progId="MS_ClipArt_Gallery.2">
                  <p:embed/>
                </p:oleObj>
              </mc:Choice>
              <mc:Fallback>
                <p:oleObj name="" r:id="rId3" imgW="18192750" imgH="15087600" progId="MS_ClipArt_Gallery.2">
                  <p:embed/>
                  <p:pic>
                    <p:nvPicPr>
                      <p:cNvPr id="0" name="图片 3175"/>
                      <p:cNvPicPr/>
                      <p:nvPr/>
                    </p:nvPicPr>
                    <p:blipFill>
                      <a:blip r:embed="rId2"/>
                      <a:stretch>
                        <a:fillRect/>
                      </a:stretch>
                    </p:blipFill>
                    <p:spPr>
                      <a:xfrm>
                        <a:off x="3209925" y="5087938"/>
                        <a:ext cx="646113" cy="533400"/>
                      </a:xfrm>
                      <a:prstGeom prst="rect">
                        <a:avLst/>
                      </a:prstGeom>
                      <a:noFill/>
                      <a:ln w="38100">
                        <a:noFill/>
                        <a:miter/>
                      </a:ln>
                    </p:spPr>
                  </p:pic>
                </p:oleObj>
              </mc:Fallback>
            </mc:AlternateContent>
          </a:graphicData>
        </a:graphic>
      </p:graphicFrame>
      <p:sp>
        <p:nvSpPr>
          <p:cNvPr id="151575" name="Freeform 56"/>
          <p:cNvSpPr/>
          <p:nvPr/>
        </p:nvSpPr>
        <p:spPr>
          <a:xfrm>
            <a:off x="2979738" y="4540250"/>
            <a:ext cx="360362" cy="1577975"/>
          </a:xfrm>
          <a:custGeom>
            <a:avLst/>
            <a:gdLst>
              <a:gd name="txL" fmla="*/ 0 w 267"/>
              <a:gd name="txT" fmla="*/ 0 h 1186"/>
              <a:gd name="txR" fmla="*/ 267 w 267"/>
              <a:gd name="txB" fmla="*/ 1186 h 1186"/>
            </a:gdLst>
            <a:ahLst/>
            <a:cxnLst>
              <a:cxn ang="0">
                <a:pos x="2147483646" y="2147483646"/>
              </a:cxn>
              <a:cxn ang="0">
                <a:pos x="0" y="0"/>
              </a:cxn>
              <a:cxn ang="0">
                <a:pos x="0" y="2147483646"/>
              </a:cxn>
              <a:cxn ang="0">
                <a:pos x="2147483646" y="2147483646"/>
              </a:cxn>
              <a:cxn ang="0">
                <a:pos x="2147483646" y="2147483646"/>
              </a:cxn>
            </a:cxnLst>
            <a:rect l="txL" t="txT" r="txR" b="txB"/>
            <a:pathLst>
              <a:path w="267" h="1186">
                <a:moveTo>
                  <a:pt x="254" y="466"/>
                </a:moveTo>
                <a:lnTo>
                  <a:pt x="0" y="0"/>
                </a:lnTo>
                <a:lnTo>
                  <a:pt x="0" y="1186"/>
                </a:lnTo>
                <a:lnTo>
                  <a:pt x="267" y="652"/>
                </a:lnTo>
                <a:lnTo>
                  <a:pt x="254" y="466"/>
                </a:lnTo>
                <a:close/>
              </a:path>
            </a:pathLst>
          </a:custGeom>
          <a:gradFill rotWithShape="1">
            <a:gsLst>
              <a:gs pos="0">
                <a:schemeClr val="accent2">
                  <a:alpha val="100000"/>
                </a:schemeClr>
              </a:gs>
              <a:gs pos="100000">
                <a:schemeClr val="bg1">
                  <a:alpha val="100000"/>
                </a:schemeClr>
              </a:gs>
            </a:gsLst>
            <a:lin ang="0" scaled="1"/>
            <a:tileRect/>
          </a:gradFill>
          <a:ln w="9525">
            <a:noFill/>
          </a:ln>
        </p:spPr>
        <p:txBody>
          <a:bodyPr/>
          <a:p>
            <a:endParaRPr lang="zh-CN" altLang="en-US"/>
          </a:p>
        </p:txBody>
      </p:sp>
      <p:sp>
        <p:nvSpPr>
          <p:cNvPr id="151576" name="Rectangle 57"/>
          <p:cNvSpPr/>
          <p:nvPr/>
        </p:nvSpPr>
        <p:spPr>
          <a:xfrm>
            <a:off x="1755775" y="4546600"/>
            <a:ext cx="1296988" cy="1546225"/>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577" name="Rectangle 58"/>
          <p:cNvSpPr/>
          <p:nvPr/>
        </p:nvSpPr>
        <p:spPr>
          <a:xfrm>
            <a:off x="1708150" y="4618038"/>
            <a:ext cx="1273175" cy="1536700"/>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578" name="Line 59"/>
          <p:cNvSpPr/>
          <p:nvPr/>
        </p:nvSpPr>
        <p:spPr>
          <a:xfrm>
            <a:off x="1708150" y="4935538"/>
            <a:ext cx="1263650" cy="3175"/>
          </a:xfrm>
          <a:prstGeom prst="line">
            <a:avLst/>
          </a:prstGeom>
          <a:ln w="28575" cap="flat" cmpd="sng">
            <a:solidFill>
              <a:schemeClr val="tx1"/>
            </a:solidFill>
            <a:prstDash val="solid"/>
            <a:headEnd type="none" w="med" len="med"/>
            <a:tailEnd type="none" w="med" len="med"/>
          </a:ln>
        </p:spPr>
      </p:sp>
      <p:sp>
        <p:nvSpPr>
          <p:cNvPr id="151579" name="Text Box 60"/>
          <p:cNvSpPr txBox="1"/>
          <p:nvPr/>
        </p:nvSpPr>
        <p:spPr>
          <a:xfrm>
            <a:off x="1665288" y="4584700"/>
            <a:ext cx="1317625" cy="1600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lnSpc>
                <a:spcPct val="110000"/>
              </a:lnSpc>
              <a:spcBef>
                <a:spcPct val="0"/>
              </a:spcBef>
              <a:buClrTx/>
              <a:buSzTx/>
              <a:buFontTx/>
              <a:buNone/>
            </a:pPr>
            <a:r>
              <a:rPr lang="en-US" altLang="zh-CN" sz="1800" dirty="0">
                <a:ea typeface="宋体" panose="02010600030101010101" pitchFamily="2" charset="-122"/>
              </a:rPr>
              <a:t>application</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transport</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network</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link</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physical</a:t>
            </a:r>
            <a:endParaRPr lang="en-US" altLang="zh-CN" sz="1800" dirty="0">
              <a:ea typeface="宋体" panose="02010600030101010101" pitchFamily="2" charset="-122"/>
            </a:endParaRPr>
          </a:p>
        </p:txBody>
      </p:sp>
      <p:sp>
        <p:nvSpPr>
          <p:cNvPr id="151580" name="Line 61"/>
          <p:cNvSpPr/>
          <p:nvPr/>
        </p:nvSpPr>
        <p:spPr>
          <a:xfrm>
            <a:off x="1716088" y="5256213"/>
            <a:ext cx="1263650" cy="3175"/>
          </a:xfrm>
          <a:prstGeom prst="line">
            <a:avLst/>
          </a:prstGeom>
          <a:ln w="28575" cap="flat" cmpd="sng">
            <a:solidFill>
              <a:schemeClr val="tx1"/>
            </a:solidFill>
            <a:prstDash val="solid"/>
            <a:headEnd type="none" w="med" len="med"/>
            <a:tailEnd type="none" w="med" len="med"/>
          </a:ln>
        </p:spPr>
      </p:sp>
      <p:sp>
        <p:nvSpPr>
          <p:cNvPr id="151581" name="Line 62"/>
          <p:cNvSpPr/>
          <p:nvPr/>
        </p:nvSpPr>
        <p:spPr>
          <a:xfrm>
            <a:off x="1720850" y="5537200"/>
            <a:ext cx="1263650" cy="3175"/>
          </a:xfrm>
          <a:prstGeom prst="line">
            <a:avLst/>
          </a:prstGeom>
          <a:ln w="28575" cap="flat" cmpd="sng">
            <a:solidFill>
              <a:schemeClr val="tx1"/>
            </a:solidFill>
            <a:prstDash val="solid"/>
            <a:headEnd type="none" w="med" len="med"/>
            <a:tailEnd type="none" w="med" len="med"/>
          </a:ln>
        </p:spPr>
      </p:sp>
      <p:sp>
        <p:nvSpPr>
          <p:cNvPr id="151582" name="Line 63"/>
          <p:cNvSpPr/>
          <p:nvPr/>
        </p:nvSpPr>
        <p:spPr>
          <a:xfrm>
            <a:off x="1720850" y="5813425"/>
            <a:ext cx="1263650" cy="3175"/>
          </a:xfrm>
          <a:prstGeom prst="line">
            <a:avLst/>
          </a:prstGeom>
          <a:ln w="28575" cap="flat" cmpd="sng">
            <a:solidFill>
              <a:schemeClr val="tx1"/>
            </a:solidFill>
            <a:prstDash val="solid"/>
            <a:headEnd type="none" w="med" len="med"/>
            <a:tailEnd type="none" w="med" len="med"/>
          </a:ln>
        </p:spPr>
      </p:sp>
      <p:grpSp>
        <p:nvGrpSpPr>
          <p:cNvPr id="151583" name="Group 64"/>
          <p:cNvGrpSpPr/>
          <p:nvPr/>
        </p:nvGrpSpPr>
        <p:grpSpPr>
          <a:xfrm>
            <a:off x="152400" y="5527675"/>
            <a:ext cx="1479550" cy="303213"/>
            <a:chOff x="332" y="2224"/>
            <a:chExt cx="932" cy="191"/>
          </a:xfrm>
        </p:grpSpPr>
        <p:sp>
          <p:nvSpPr>
            <p:cNvPr id="151676" name="Rectangle 65"/>
            <p:cNvSpPr/>
            <p:nvPr/>
          </p:nvSpPr>
          <p:spPr>
            <a:xfrm>
              <a:off x="345" y="2241"/>
              <a:ext cx="840"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77" name="Rectangle 66"/>
            <p:cNvSpPr/>
            <p:nvPr/>
          </p:nvSpPr>
          <p:spPr>
            <a:xfrm>
              <a:off x="706" y="2224"/>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t</a:t>
              </a:r>
              <a:endParaRPr lang="en-US" altLang="zh-CN" sz="1800" baseline="-25000" dirty="0">
                <a:ea typeface="宋体" panose="02010600030101010101" pitchFamily="2" charset="-122"/>
              </a:endParaRPr>
            </a:p>
          </p:txBody>
        </p:sp>
        <p:sp>
          <p:nvSpPr>
            <p:cNvPr id="151678" name="Rectangle 67"/>
            <p:cNvSpPr/>
            <p:nvPr/>
          </p:nvSpPr>
          <p:spPr>
            <a:xfrm>
              <a:off x="520" y="2224"/>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n</a:t>
              </a:r>
              <a:endParaRPr lang="en-US" altLang="zh-CN" sz="1800" baseline="-25000" dirty="0">
                <a:ea typeface="宋体" panose="02010600030101010101" pitchFamily="2" charset="-122"/>
              </a:endParaRPr>
            </a:p>
          </p:txBody>
        </p:sp>
        <p:sp>
          <p:nvSpPr>
            <p:cNvPr id="151679" name="Rectangle 68"/>
            <p:cNvSpPr/>
            <p:nvPr/>
          </p:nvSpPr>
          <p:spPr>
            <a:xfrm>
              <a:off x="332" y="2224"/>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l</a:t>
              </a:r>
              <a:endParaRPr lang="en-US" altLang="zh-CN" sz="1800" baseline="-25000" dirty="0">
                <a:ea typeface="宋体" panose="02010600030101010101" pitchFamily="2" charset="-122"/>
              </a:endParaRPr>
            </a:p>
          </p:txBody>
        </p:sp>
        <p:sp>
          <p:nvSpPr>
            <p:cNvPr id="151680" name="Rectangle 69"/>
            <p:cNvSpPr/>
            <p:nvPr/>
          </p:nvSpPr>
          <p:spPr>
            <a:xfrm>
              <a:off x="836" y="2225"/>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sp>
          <p:nvSpPr>
            <p:cNvPr id="151681" name="Line 70"/>
            <p:cNvSpPr/>
            <p:nvPr/>
          </p:nvSpPr>
          <p:spPr>
            <a:xfrm>
              <a:off x="510" y="2241"/>
              <a:ext cx="0" cy="162"/>
            </a:xfrm>
            <a:prstGeom prst="line">
              <a:avLst/>
            </a:prstGeom>
            <a:ln w="9525" cap="flat" cmpd="sng">
              <a:solidFill>
                <a:schemeClr val="tx1"/>
              </a:solidFill>
              <a:prstDash val="solid"/>
              <a:headEnd type="none" w="med" len="med"/>
              <a:tailEnd type="none" w="med" len="med"/>
            </a:ln>
          </p:spPr>
        </p:sp>
        <p:sp>
          <p:nvSpPr>
            <p:cNvPr id="151682" name="Line 71"/>
            <p:cNvSpPr/>
            <p:nvPr/>
          </p:nvSpPr>
          <p:spPr>
            <a:xfrm>
              <a:off x="690" y="2247"/>
              <a:ext cx="0" cy="154"/>
            </a:xfrm>
            <a:prstGeom prst="line">
              <a:avLst/>
            </a:prstGeom>
            <a:ln w="9525" cap="flat" cmpd="sng">
              <a:solidFill>
                <a:schemeClr val="tx1"/>
              </a:solidFill>
              <a:prstDash val="solid"/>
              <a:headEnd type="none" w="med" len="med"/>
              <a:tailEnd type="none" w="med" len="med"/>
            </a:ln>
          </p:spPr>
        </p:sp>
        <p:sp>
          <p:nvSpPr>
            <p:cNvPr id="151683" name="Line 72"/>
            <p:cNvSpPr/>
            <p:nvPr/>
          </p:nvSpPr>
          <p:spPr>
            <a:xfrm>
              <a:off x="882" y="2244"/>
              <a:ext cx="0" cy="156"/>
            </a:xfrm>
            <a:prstGeom prst="line">
              <a:avLst/>
            </a:prstGeom>
            <a:ln w="9525" cap="flat" cmpd="sng">
              <a:solidFill>
                <a:schemeClr val="tx1"/>
              </a:solidFill>
              <a:prstDash val="solid"/>
              <a:headEnd type="none" w="med" len="med"/>
              <a:tailEnd type="none" w="med" len="med"/>
            </a:ln>
          </p:spPr>
        </p:sp>
      </p:grpSp>
      <p:grpSp>
        <p:nvGrpSpPr>
          <p:cNvPr id="151584" name="Group 73"/>
          <p:cNvGrpSpPr/>
          <p:nvPr/>
        </p:nvGrpSpPr>
        <p:grpSpPr>
          <a:xfrm>
            <a:off x="420688" y="5229225"/>
            <a:ext cx="1208087" cy="303213"/>
            <a:chOff x="501" y="1990"/>
            <a:chExt cx="761" cy="191"/>
          </a:xfrm>
        </p:grpSpPr>
        <p:sp>
          <p:nvSpPr>
            <p:cNvPr id="151670" name="Rectangle 74"/>
            <p:cNvSpPr/>
            <p:nvPr/>
          </p:nvSpPr>
          <p:spPr>
            <a:xfrm>
              <a:off x="501" y="2007"/>
              <a:ext cx="682"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71" name="Rectangle 75"/>
            <p:cNvSpPr/>
            <p:nvPr/>
          </p:nvSpPr>
          <p:spPr>
            <a:xfrm>
              <a:off x="704" y="1990"/>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t</a:t>
              </a:r>
              <a:endParaRPr lang="en-US" altLang="zh-CN" sz="1800" baseline="-25000" dirty="0">
                <a:ea typeface="宋体" panose="02010600030101010101" pitchFamily="2" charset="-122"/>
              </a:endParaRPr>
            </a:p>
          </p:txBody>
        </p:sp>
        <p:sp>
          <p:nvSpPr>
            <p:cNvPr id="151672" name="Rectangle 76"/>
            <p:cNvSpPr/>
            <p:nvPr/>
          </p:nvSpPr>
          <p:spPr>
            <a:xfrm>
              <a:off x="518" y="1990"/>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n</a:t>
              </a:r>
              <a:endParaRPr lang="en-US" altLang="zh-CN" sz="1800" baseline="-25000" dirty="0">
                <a:ea typeface="宋体" panose="02010600030101010101" pitchFamily="2" charset="-122"/>
              </a:endParaRPr>
            </a:p>
          </p:txBody>
        </p:sp>
        <p:sp>
          <p:nvSpPr>
            <p:cNvPr id="151673" name="Rectangle 77"/>
            <p:cNvSpPr/>
            <p:nvPr/>
          </p:nvSpPr>
          <p:spPr>
            <a:xfrm>
              <a:off x="834" y="1991"/>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sp>
          <p:nvSpPr>
            <p:cNvPr id="151674" name="Line 78"/>
            <p:cNvSpPr/>
            <p:nvPr/>
          </p:nvSpPr>
          <p:spPr>
            <a:xfrm>
              <a:off x="688" y="2013"/>
              <a:ext cx="0" cy="154"/>
            </a:xfrm>
            <a:prstGeom prst="line">
              <a:avLst/>
            </a:prstGeom>
            <a:ln w="9525" cap="flat" cmpd="sng">
              <a:solidFill>
                <a:schemeClr val="tx1"/>
              </a:solidFill>
              <a:prstDash val="solid"/>
              <a:headEnd type="none" w="med" len="med"/>
              <a:tailEnd type="none" w="med" len="med"/>
            </a:ln>
          </p:spPr>
        </p:sp>
        <p:sp>
          <p:nvSpPr>
            <p:cNvPr id="151675" name="Line 79"/>
            <p:cNvSpPr/>
            <p:nvPr/>
          </p:nvSpPr>
          <p:spPr>
            <a:xfrm>
              <a:off x="880" y="2010"/>
              <a:ext cx="0" cy="156"/>
            </a:xfrm>
            <a:prstGeom prst="line">
              <a:avLst/>
            </a:prstGeom>
            <a:ln w="9525" cap="flat" cmpd="sng">
              <a:solidFill>
                <a:schemeClr val="tx1"/>
              </a:solidFill>
              <a:prstDash val="solid"/>
              <a:headEnd type="none" w="med" len="med"/>
              <a:tailEnd type="none" w="med" len="med"/>
            </a:ln>
          </p:spPr>
        </p:sp>
      </p:grpSp>
      <p:grpSp>
        <p:nvGrpSpPr>
          <p:cNvPr id="151585" name="Group 80"/>
          <p:cNvGrpSpPr/>
          <p:nvPr/>
        </p:nvGrpSpPr>
        <p:grpSpPr>
          <a:xfrm>
            <a:off x="723900" y="4921250"/>
            <a:ext cx="890588" cy="303213"/>
            <a:chOff x="645" y="1734"/>
            <a:chExt cx="561" cy="191"/>
          </a:xfrm>
        </p:grpSpPr>
        <p:sp>
          <p:nvSpPr>
            <p:cNvPr id="151666" name="Rectangle 81"/>
            <p:cNvSpPr/>
            <p:nvPr/>
          </p:nvSpPr>
          <p:spPr>
            <a:xfrm>
              <a:off x="645" y="1751"/>
              <a:ext cx="482"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67" name="Rectangle 82"/>
            <p:cNvSpPr/>
            <p:nvPr/>
          </p:nvSpPr>
          <p:spPr>
            <a:xfrm>
              <a:off x="648" y="1734"/>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t</a:t>
              </a:r>
              <a:endParaRPr lang="en-US" altLang="zh-CN" sz="1800" baseline="-25000" dirty="0">
                <a:ea typeface="宋体" panose="02010600030101010101" pitchFamily="2" charset="-122"/>
              </a:endParaRPr>
            </a:p>
          </p:txBody>
        </p:sp>
        <p:sp>
          <p:nvSpPr>
            <p:cNvPr id="151668" name="Rectangle 83"/>
            <p:cNvSpPr/>
            <p:nvPr/>
          </p:nvSpPr>
          <p:spPr>
            <a:xfrm>
              <a:off x="778" y="1735"/>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sp>
          <p:nvSpPr>
            <p:cNvPr id="151669" name="Line 84"/>
            <p:cNvSpPr/>
            <p:nvPr/>
          </p:nvSpPr>
          <p:spPr>
            <a:xfrm>
              <a:off x="824" y="1754"/>
              <a:ext cx="0" cy="156"/>
            </a:xfrm>
            <a:prstGeom prst="line">
              <a:avLst/>
            </a:prstGeom>
            <a:ln w="9525" cap="flat" cmpd="sng">
              <a:solidFill>
                <a:schemeClr val="tx1"/>
              </a:solidFill>
              <a:prstDash val="solid"/>
              <a:headEnd type="none" w="med" len="med"/>
              <a:tailEnd type="none" w="med" len="med"/>
            </a:ln>
          </p:spPr>
        </p:sp>
      </p:grpSp>
      <p:grpSp>
        <p:nvGrpSpPr>
          <p:cNvPr id="151586" name="Group 85"/>
          <p:cNvGrpSpPr/>
          <p:nvPr/>
        </p:nvGrpSpPr>
        <p:grpSpPr>
          <a:xfrm>
            <a:off x="930275" y="4610100"/>
            <a:ext cx="679450" cy="301625"/>
            <a:chOff x="780" y="1553"/>
            <a:chExt cx="428" cy="190"/>
          </a:xfrm>
        </p:grpSpPr>
        <p:sp>
          <p:nvSpPr>
            <p:cNvPr id="151664" name="Rectangle 86"/>
            <p:cNvSpPr/>
            <p:nvPr/>
          </p:nvSpPr>
          <p:spPr>
            <a:xfrm>
              <a:off x="817" y="1569"/>
              <a:ext cx="312"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65" name="Rectangle 87"/>
            <p:cNvSpPr/>
            <p:nvPr/>
          </p:nvSpPr>
          <p:spPr>
            <a:xfrm>
              <a:off x="780" y="1553"/>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grpSp>
      <p:grpSp>
        <p:nvGrpSpPr>
          <p:cNvPr id="151587" name="Group 88"/>
          <p:cNvGrpSpPr/>
          <p:nvPr/>
        </p:nvGrpSpPr>
        <p:grpSpPr>
          <a:xfrm>
            <a:off x="5654675" y="4164013"/>
            <a:ext cx="1387475" cy="1035050"/>
            <a:chOff x="3601" y="168"/>
            <a:chExt cx="874" cy="652"/>
          </a:xfrm>
        </p:grpSpPr>
        <p:sp>
          <p:nvSpPr>
            <p:cNvPr id="151659" name="Rectangle 89"/>
            <p:cNvSpPr/>
            <p:nvPr/>
          </p:nvSpPr>
          <p:spPr>
            <a:xfrm>
              <a:off x="3658" y="168"/>
              <a:ext cx="817" cy="59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60" name="Rectangle 90"/>
            <p:cNvSpPr/>
            <p:nvPr/>
          </p:nvSpPr>
          <p:spPr>
            <a:xfrm>
              <a:off x="3628" y="213"/>
              <a:ext cx="802" cy="596"/>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61" name="Line 91"/>
            <p:cNvSpPr/>
            <p:nvPr/>
          </p:nvSpPr>
          <p:spPr>
            <a:xfrm>
              <a:off x="3628" y="413"/>
              <a:ext cx="796" cy="2"/>
            </a:xfrm>
            <a:prstGeom prst="line">
              <a:avLst/>
            </a:prstGeom>
            <a:ln w="28575" cap="flat" cmpd="sng">
              <a:solidFill>
                <a:schemeClr val="tx1"/>
              </a:solidFill>
              <a:prstDash val="solid"/>
              <a:headEnd type="none" w="med" len="med"/>
              <a:tailEnd type="none" w="med" len="med"/>
            </a:ln>
          </p:spPr>
        </p:sp>
        <p:sp>
          <p:nvSpPr>
            <p:cNvPr id="151662" name="Text Box 92"/>
            <p:cNvSpPr txBox="1"/>
            <p:nvPr/>
          </p:nvSpPr>
          <p:spPr>
            <a:xfrm>
              <a:off x="3601" y="192"/>
              <a:ext cx="830" cy="62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lnSpc>
                  <a:spcPct val="110000"/>
                </a:lnSpc>
                <a:spcBef>
                  <a:spcPct val="0"/>
                </a:spcBef>
                <a:buClrTx/>
                <a:buSzTx/>
                <a:buFontTx/>
                <a:buNone/>
              </a:pPr>
              <a:r>
                <a:rPr lang="en-US" altLang="zh-CN" sz="1800" dirty="0">
                  <a:ea typeface="宋体" panose="02010600030101010101" pitchFamily="2" charset="-122"/>
                </a:rPr>
                <a:t>network</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link</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physical</a:t>
              </a:r>
              <a:endParaRPr lang="en-US" altLang="zh-CN" sz="1800" dirty="0">
                <a:ea typeface="宋体" panose="02010600030101010101" pitchFamily="2" charset="-122"/>
              </a:endParaRPr>
            </a:p>
          </p:txBody>
        </p:sp>
        <p:sp>
          <p:nvSpPr>
            <p:cNvPr id="151663" name="Line 93"/>
            <p:cNvSpPr/>
            <p:nvPr/>
          </p:nvSpPr>
          <p:spPr>
            <a:xfrm>
              <a:off x="3633" y="615"/>
              <a:ext cx="796" cy="2"/>
            </a:xfrm>
            <a:prstGeom prst="line">
              <a:avLst/>
            </a:prstGeom>
            <a:ln w="28575" cap="flat" cmpd="sng">
              <a:solidFill>
                <a:schemeClr val="tx1"/>
              </a:solidFill>
              <a:prstDash val="solid"/>
              <a:headEnd type="none" w="med" len="med"/>
              <a:tailEnd type="none" w="med" len="med"/>
            </a:ln>
          </p:spPr>
        </p:sp>
      </p:grpSp>
      <p:grpSp>
        <p:nvGrpSpPr>
          <p:cNvPr id="151588" name="Group 94"/>
          <p:cNvGrpSpPr/>
          <p:nvPr/>
        </p:nvGrpSpPr>
        <p:grpSpPr>
          <a:xfrm>
            <a:off x="5821363" y="2271713"/>
            <a:ext cx="1387475" cy="733425"/>
            <a:chOff x="4696" y="597"/>
            <a:chExt cx="874" cy="462"/>
          </a:xfrm>
        </p:grpSpPr>
        <p:sp>
          <p:nvSpPr>
            <p:cNvPr id="151655" name="Rectangle 95"/>
            <p:cNvSpPr/>
            <p:nvPr/>
          </p:nvSpPr>
          <p:spPr>
            <a:xfrm>
              <a:off x="4753" y="597"/>
              <a:ext cx="817" cy="41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56" name="Rectangle 96"/>
            <p:cNvSpPr/>
            <p:nvPr/>
          </p:nvSpPr>
          <p:spPr>
            <a:xfrm>
              <a:off x="4723" y="642"/>
              <a:ext cx="802" cy="413"/>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57" name="Line 97"/>
            <p:cNvSpPr/>
            <p:nvPr/>
          </p:nvSpPr>
          <p:spPr>
            <a:xfrm>
              <a:off x="4723" y="842"/>
              <a:ext cx="796" cy="2"/>
            </a:xfrm>
            <a:prstGeom prst="line">
              <a:avLst/>
            </a:prstGeom>
            <a:ln w="28575" cap="flat" cmpd="sng">
              <a:solidFill>
                <a:schemeClr val="tx1"/>
              </a:solidFill>
              <a:prstDash val="solid"/>
              <a:headEnd type="none" w="med" len="med"/>
              <a:tailEnd type="none" w="med" len="med"/>
            </a:ln>
          </p:spPr>
        </p:sp>
        <p:sp>
          <p:nvSpPr>
            <p:cNvPr id="151658" name="Text Box 98"/>
            <p:cNvSpPr txBox="1"/>
            <p:nvPr/>
          </p:nvSpPr>
          <p:spPr>
            <a:xfrm>
              <a:off x="4696" y="621"/>
              <a:ext cx="830" cy="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lnSpc>
                  <a:spcPct val="110000"/>
                </a:lnSpc>
                <a:spcBef>
                  <a:spcPct val="0"/>
                </a:spcBef>
                <a:buClrTx/>
                <a:buSzTx/>
                <a:buFontTx/>
                <a:buNone/>
              </a:pPr>
              <a:r>
                <a:rPr lang="en-US" altLang="zh-CN" sz="1800" dirty="0">
                  <a:ea typeface="宋体" panose="02010600030101010101" pitchFamily="2" charset="-122"/>
                </a:rPr>
                <a:t>link</a:t>
              </a:r>
              <a:endParaRPr lang="en-US" altLang="zh-CN" sz="1800" dirty="0">
                <a:ea typeface="宋体" panose="02010600030101010101" pitchFamily="2" charset="-122"/>
              </a:endParaRPr>
            </a:p>
            <a:p>
              <a:pPr marL="0" lvl="0" indent="0" algn="ctr">
                <a:lnSpc>
                  <a:spcPct val="110000"/>
                </a:lnSpc>
                <a:spcBef>
                  <a:spcPct val="0"/>
                </a:spcBef>
                <a:buClrTx/>
                <a:buSzTx/>
                <a:buFontTx/>
                <a:buNone/>
              </a:pPr>
              <a:r>
                <a:rPr lang="en-US" altLang="zh-CN" sz="1800" dirty="0">
                  <a:ea typeface="宋体" panose="02010600030101010101" pitchFamily="2" charset="-122"/>
                </a:rPr>
                <a:t>physical</a:t>
              </a:r>
              <a:endParaRPr lang="en-US" altLang="zh-CN" sz="1800" dirty="0">
                <a:ea typeface="宋体" panose="02010600030101010101" pitchFamily="2" charset="-122"/>
              </a:endParaRPr>
            </a:p>
          </p:txBody>
        </p:sp>
      </p:grpSp>
      <p:sp>
        <p:nvSpPr>
          <p:cNvPr id="151589" name="Freeform 99"/>
          <p:cNvSpPr/>
          <p:nvPr/>
        </p:nvSpPr>
        <p:spPr>
          <a:xfrm>
            <a:off x="6978650" y="4156075"/>
            <a:ext cx="655638" cy="1135063"/>
          </a:xfrm>
          <a:custGeom>
            <a:avLst/>
            <a:gdLst>
              <a:gd name="txL" fmla="*/ 0 w 413"/>
              <a:gd name="txT" fmla="*/ 0 h 715"/>
              <a:gd name="txR" fmla="*/ 413 w 413"/>
              <a:gd name="txB" fmla="*/ 715 h 715"/>
            </a:gdLst>
            <a:ahLst/>
            <a:cxnLst>
              <a:cxn ang="0">
                <a:pos x="2147483646" y="2147483646"/>
              </a:cxn>
              <a:cxn ang="0">
                <a:pos x="2147483646" y="0"/>
              </a:cxn>
              <a:cxn ang="0">
                <a:pos x="0" y="2147483646"/>
              </a:cxn>
              <a:cxn ang="0">
                <a:pos x="2147483646" y="2147483646"/>
              </a:cxn>
              <a:cxn ang="0">
                <a:pos x="2147483646" y="2147483646"/>
              </a:cxn>
            </a:cxnLst>
            <a:rect l="txL" t="txT" r="txR" b="txB"/>
            <a:pathLst>
              <a:path w="413" h="715">
                <a:moveTo>
                  <a:pt x="413" y="570"/>
                </a:moveTo>
                <a:lnTo>
                  <a:pt x="9" y="0"/>
                </a:lnTo>
                <a:lnTo>
                  <a:pt x="0" y="604"/>
                </a:lnTo>
                <a:lnTo>
                  <a:pt x="397" y="715"/>
                </a:lnTo>
                <a:lnTo>
                  <a:pt x="413" y="570"/>
                </a:lnTo>
                <a:close/>
              </a:path>
            </a:pathLst>
          </a:custGeom>
          <a:gradFill rotWithShape="1">
            <a:gsLst>
              <a:gs pos="0">
                <a:schemeClr val="accent2">
                  <a:alpha val="100000"/>
                </a:schemeClr>
              </a:gs>
              <a:gs pos="100000">
                <a:schemeClr val="bg1">
                  <a:alpha val="100000"/>
                </a:schemeClr>
              </a:gs>
            </a:gsLst>
            <a:lin ang="0" scaled="1"/>
            <a:tileRect/>
          </a:gradFill>
          <a:ln w="9525">
            <a:noFill/>
          </a:ln>
        </p:spPr>
        <p:txBody>
          <a:bodyPr/>
          <a:p>
            <a:endParaRPr lang="zh-CN" altLang="en-US"/>
          </a:p>
        </p:txBody>
      </p:sp>
      <p:grpSp>
        <p:nvGrpSpPr>
          <p:cNvPr id="151590" name="Group 100"/>
          <p:cNvGrpSpPr/>
          <p:nvPr/>
        </p:nvGrpSpPr>
        <p:grpSpPr>
          <a:xfrm>
            <a:off x="7581900" y="4983163"/>
            <a:ext cx="766763" cy="433387"/>
            <a:chOff x="3600" y="219"/>
            <a:chExt cx="360" cy="175"/>
          </a:xfrm>
        </p:grpSpPr>
        <p:sp>
          <p:nvSpPr>
            <p:cNvPr id="151642" name="Oval 10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43" name="Line 10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1644" name="Line 10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1645" name="Rectangle 10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46" name="Oval 10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51647" name="Group 106"/>
            <p:cNvGrpSpPr/>
            <p:nvPr/>
          </p:nvGrpSpPr>
          <p:grpSpPr>
            <a:xfrm>
              <a:off x="3686" y="244"/>
              <a:ext cx="177" cy="66"/>
              <a:chOff x="2848" y="848"/>
              <a:chExt cx="140" cy="98"/>
            </a:xfrm>
          </p:grpSpPr>
          <p:sp>
            <p:nvSpPr>
              <p:cNvPr id="151652" name="Line 10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1653" name="Line 10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1654" name="Line 10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1648" name="Group 110"/>
            <p:cNvGrpSpPr/>
            <p:nvPr/>
          </p:nvGrpSpPr>
          <p:grpSpPr>
            <a:xfrm flipV="1">
              <a:off x="3686" y="243"/>
              <a:ext cx="177" cy="66"/>
              <a:chOff x="2848" y="848"/>
              <a:chExt cx="140" cy="98"/>
            </a:xfrm>
          </p:grpSpPr>
          <p:sp>
            <p:nvSpPr>
              <p:cNvPr id="151649" name="Line 11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1650" name="Line 11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1651" name="Line 11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51591" name="Freeform 114"/>
          <p:cNvSpPr/>
          <p:nvPr/>
        </p:nvSpPr>
        <p:spPr>
          <a:xfrm>
            <a:off x="1828800" y="533400"/>
            <a:ext cx="5264150" cy="5494338"/>
          </a:xfrm>
          <a:custGeom>
            <a:avLst/>
            <a:gdLst>
              <a:gd name="txL" fmla="*/ 0 w 3316"/>
              <a:gd name="txT" fmla="*/ 0 h 3461"/>
              <a:gd name="txR" fmla="*/ 3316 w 3316"/>
              <a:gd name="txB" fmla="*/ 3461 h 3461"/>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Lst>
            <a:rect l="txL" t="txT" r="txR" b="txB"/>
            <a:pathLst>
              <a:path w="3316" h="3461">
                <a:moveTo>
                  <a:pt x="872" y="0"/>
                </a:moveTo>
                <a:lnTo>
                  <a:pt x="878" y="1481"/>
                </a:lnTo>
                <a:lnTo>
                  <a:pt x="2612" y="1481"/>
                </a:lnTo>
                <a:lnTo>
                  <a:pt x="2612" y="1179"/>
                </a:lnTo>
                <a:lnTo>
                  <a:pt x="3294" y="1179"/>
                </a:lnTo>
                <a:lnTo>
                  <a:pt x="3316" y="3131"/>
                </a:lnTo>
                <a:lnTo>
                  <a:pt x="3148" y="2986"/>
                </a:lnTo>
                <a:lnTo>
                  <a:pt x="3143" y="2387"/>
                </a:lnTo>
                <a:lnTo>
                  <a:pt x="2505" y="2387"/>
                </a:lnTo>
                <a:lnTo>
                  <a:pt x="2505" y="3070"/>
                </a:lnTo>
                <a:lnTo>
                  <a:pt x="1057" y="3461"/>
                </a:lnTo>
                <a:lnTo>
                  <a:pt x="0" y="3461"/>
                </a:lnTo>
                <a:lnTo>
                  <a:pt x="0" y="2505"/>
                </a:lnTo>
              </a:path>
            </a:pathLst>
          </a:custGeom>
          <a:noFill/>
          <a:ln w="28575" cap="flat" cmpd="sng">
            <a:solidFill>
              <a:srgbClr val="FF0000">
                <a:alpha val="100000"/>
              </a:srgbClr>
            </a:solidFill>
            <a:prstDash val="solid"/>
            <a:round/>
            <a:headEnd type="none" w="med" len="med"/>
            <a:tailEnd type="triangle" w="med" len="med"/>
          </a:ln>
        </p:spPr>
        <p:txBody>
          <a:bodyPr/>
          <a:p>
            <a:endParaRPr lang="zh-CN" altLang="en-US"/>
          </a:p>
        </p:txBody>
      </p:sp>
      <p:grpSp>
        <p:nvGrpSpPr>
          <p:cNvPr id="151592" name="Group 115"/>
          <p:cNvGrpSpPr/>
          <p:nvPr/>
        </p:nvGrpSpPr>
        <p:grpSpPr>
          <a:xfrm>
            <a:off x="4238625" y="4546600"/>
            <a:ext cx="1479550" cy="303213"/>
            <a:chOff x="332" y="2224"/>
            <a:chExt cx="932" cy="191"/>
          </a:xfrm>
        </p:grpSpPr>
        <p:sp>
          <p:nvSpPr>
            <p:cNvPr id="151634" name="Rectangle 116"/>
            <p:cNvSpPr/>
            <p:nvPr/>
          </p:nvSpPr>
          <p:spPr>
            <a:xfrm>
              <a:off x="345" y="2241"/>
              <a:ext cx="840"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35" name="Rectangle 117"/>
            <p:cNvSpPr/>
            <p:nvPr/>
          </p:nvSpPr>
          <p:spPr>
            <a:xfrm>
              <a:off x="706" y="2224"/>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t</a:t>
              </a:r>
              <a:endParaRPr lang="en-US" altLang="zh-CN" sz="1800" baseline="-25000" dirty="0">
                <a:ea typeface="宋体" panose="02010600030101010101" pitchFamily="2" charset="-122"/>
              </a:endParaRPr>
            </a:p>
          </p:txBody>
        </p:sp>
        <p:sp>
          <p:nvSpPr>
            <p:cNvPr id="151636" name="Rectangle 118"/>
            <p:cNvSpPr/>
            <p:nvPr/>
          </p:nvSpPr>
          <p:spPr>
            <a:xfrm>
              <a:off x="520" y="2224"/>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n</a:t>
              </a:r>
              <a:endParaRPr lang="en-US" altLang="zh-CN" sz="1800" baseline="-25000" dirty="0">
                <a:ea typeface="宋体" panose="02010600030101010101" pitchFamily="2" charset="-122"/>
              </a:endParaRPr>
            </a:p>
          </p:txBody>
        </p:sp>
        <p:sp>
          <p:nvSpPr>
            <p:cNvPr id="151637" name="Rectangle 119"/>
            <p:cNvSpPr/>
            <p:nvPr/>
          </p:nvSpPr>
          <p:spPr>
            <a:xfrm>
              <a:off x="332" y="2224"/>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l</a:t>
              </a:r>
              <a:endParaRPr lang="en-US" altLang="zh-CN" sz="1800" baseline="-25000" dirty="0">
                <a:ea typeface="宋体" panose="02010600030101010101" pitchFamily="2" charset="-122"/>
              </a:endParaRPr>
            </a:p>
          </p:txBody>
        </p:sp>
        <p:sp>
          <p:nvSpPr>
            <p:cNvPr id="151638" name="Rectangle 120"/>
            <p:cNvSpPr/>
            <p:nvPr/>
          </p:nvSpPr>
          <p:spPr>
            <a:xfrm>
              <a:off x="836" y="2225"/>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sp>
          <p:nvSpPr>
            <p:cNvPr id="151639" name="Line 121"/>
            <p:cNvSpPr/>
            <p:nvPr/>
          </p:nvSpPr>
          <p:spPr>
            <a:xfrm>
              <a:off x="510" y="2241"/>
              <a:ext cx="0" cy="162"/>
            </a:xfrm>
            <a:prstGeom prst="line">
              <a:avLst/>
            </a:prstGeom>
            <a:ln w="9525" cap="flat" cmpd="sng">
              <a:solidFill>
                <a:schemeClr val="tx1"/>
              </a:solidFill>
              <a:prstDash val="solid"/>
              <a:headEnd type="none" w="med" len="med"/>
              <a:tailEnd type="none" w="med" len="med"/>
            </a:ln>
          </p:spPr>
        </p:sp>
        <p:sp>
          <p:nvSpPr>
            <p:cNvPr id="151640" name="Line 122"/>
            <p:cNvSpPr/>
            <p:nvPr/>
          </p:nvSpPr>
          <p:spPr>
            <a:xfrm>
              <a:off x="690" y="2247"/>
              <a:ext cx="0" cy="154"/>
            </a:xfrm>
            <a:prstGeom prst="line">
              <a:avLst/>
            </a:prstGeom>
            <a:ln w="9525" cap="flat" cmpd="sng">
              <a:solidFill>
                <a:schemeClr val="tx1"/>
              </a:solidFill>
              <a:prstDash val="solid"/>
              <a:headEnd type="none" w="med" len="med"/>
              <a:tailEnd type="none" w="med" len="med"/>
            </a:ln>
          </p:spPr>
        </p:sp>
        <p:sp>
          <p:nvSpPr>
            <p:cNvPr id="151641" name="Line 123"/>
            <p:cNvSpPr/>
            <p:nvPr/>
          </p:nvSpPr>
          <p:spPr>
            <a:xfrm>
              <a:off x="882" y="2244"/>
              <a:ext cx="0" cy="156"/>
            </a:xfrm>
            <a:prstGeom prst="line">
              <a:avLst/>
            </a:prstGeom>
            <a:ln w="9525" cap="flat" cmpd="sng">
              <a:solidFill>
                <a:schemeClr val="tx1"/>
              </a:solidFill>
              <a:prstDash val="solid"/>
              <a:headEnd type="none" w="med" len="med"/>
              <a:tailEnd type="none" w="med" len="med"/>
            </a:ln>
          </p:spPr>
        </p:sp>
      </p:grpSp>
      <p:grpSp>
        <p:nvGrpSpPr>
          <p:cNvPr id="151593" name="Group 124"/>
          <p:cNvGrpSpPr/>
          <p:nvPr/>
        </p:nvGrpSpPr>
        <p:grpSpPr>
          <a:xfrm>
            <a:off x="4497388" y="4240213"/>
            <a:ext cx="1208087" cy="303212"/>
            <a:chOff x="501" y="1990"/>
            <a:chExt cx="761" cy="191"/>
          </a:xfrm>
        </p:grpSpPr>
        <p:sp>
          <p:nvSpPr>
            <p:cNvPr id="151628" name="Rectangle 125"/>
            <p:cNvSpPr/>
            <p:nvPr/>
          </p:nvSpPr>
          <p:spPr>
            <a:xfrm>
              <a:off x="501" y="2007"/>
              <a:ext cx="682"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29" name="Rectangle 126"/>
            <p:cNvSpPr/>
            <p:nvPr/>
          </p:nvSpPr>
          <p:spPr>
            <a:xfrm>
              <a:off x="704" y="1990"/>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t</a:t>
              </a:r>
              <a:endParaRPr lang="en-US" altLang="zh-CN" sz="1800" baseline="-25000" dirty="0">
                <a:ea typeface="宋体" panose="02010600030101010101" pitchFamily="2" charset="-122"/>
              </a:endParaRPr>
            </a:p>
          </p:txBody>
        </p:sp>
        <p:sp>
          <p:nvSpPr>
            <p:cNvPr id="151630" name="Rectangle 127"/>
            <p:cNvSpPr/>
            <p:nvPr/>
          </p:nvSpPr>
          <p:spPr>
            <a:xfrm>
              <a:off x="518" y="1990"/>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n</a:t>
              </a:r>
              <a:endParaRPr lang="en-US" altLang="zh-CN" sz="1800" baseline="-25000" dirty="0">
                <a:ea typeface="宋体" panose="02010600030101010101" pitchFamily="2" charset="-122"/>
              </a:endParaRPr>
            </a:p>
          </p:txBody>
        </p:sp>
        <p:sp>
          <p:nvSpPr>
            <p:cNvPr id="151631" name="Rectangle 128"/>
            <p:cNvSpPr/>
            <p:nvPr/>
          </p:nvSpPr>
          <p:spPr>
            <a:xfrm>
              <a:off x="834" y="1991"/>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sp>
          <p:nvSpPr>
            <p:cNvPr id="151632" name="Line 129"/>
            <p:cNvSpPr/>
            <p:nvPr/>
          </p:nvSpPr>
          <p:spPr>
            <a:xfrm>
              <a:off x="688" y="2013"/>
              <a:ext cx="0" cy="154"/>
            </a:xfrm>
            <a:prstGeom prst="line">
              <a:avLst/>
            </a:prstGeom>
            <a:ln w="9525" cap="flat" cmpd="sng">
              <a:solidFill>
                <a:schemeClr val="tx1"/>
              </a:solidFill>
              <a:prstDash val="solid"/>
              <a:headEnd type="none" w="med" len="med"/>
              <a:tailEnd type="none" w="med" len="med"/>
            </a:ln>
          </p:spPr>
        </p:sp>
        <p:sp>
          <p:nvSpPr>
            <p:cNvPr id="151633" name="Line 130"/>
            <p:cNvSpPr/>
            <p:nvPr/>
          </p:nvSpPr>
          <p:spPr>
            <a:xfrm>
              <a:off x="880" y="2010"/>
              <a:ext cx="0" cy="156"/>
            </a:xfrm>
            <a:prstGeom prst="line">
              <a:avLst/>
            </a:prstGeom>
            <a:ln w="9525" cap="flat" cmpd="sng">
              <a:solidFill>
                <a:schemeClr val="tx1"/>
              </a:solidFill>
              <a:prstDash val="solid"/>
              <a:headEnd type="none" w="med" len="med"/>
              <a:tailEnd type="none" w="med" len="med"/>
            </a:ln>
          </p:spPr>
        </p:sp>
      </p:grpSp>
      <p:grpSp>
        <p:nvGrpSpPr>
          <p:cNvPr id="18" name="Group 140"/>
          <p:cNvGrpSpPr/>
          <p:nvPr/>
        </p:nvGrpSpPr>
        <p:grpSpPr>
          <a:xfrm>
            <a:off x="7269163" y="4606925"/>
            <a:ext cx="1208087" cy="303213"/>
            <a:chOff x="501" y="1990"/>
            <a:chExt cx="761" cy="191"/>
          </a:xfrm>
        </p:grpSpPr>
        <p:sp>
          <p:nvSpPr>
            <p:cNvPr id="151622" name="Rectangle 141"/>
            <p:cNvSpPr/>
            <p:nvPr/>
          </p:nvSpPr>
          <p:spPr>
            <a:xfrm>
              <a:off x="501" y="2007"/>
              <a:ext cx="682"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23" name="Rectangle 142"/>
            <p:cNvSpPr/>
            <p:nvPr/>
          </p:nvSpPr>
          <p:spPr>
            <a:xfrm>
              <a:off x="704" y="1990"/>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t</a:t>
              </a:r>
              <a:endParaRPr lang="en-US" altLang="zh-CN" sz="1800" baseline="-25000" dirty="0">
                <a:ea typeface="宋体" panose="02010600030101010101" pitchFamily="2" charset="-122"/>
              </a:endParaRPr>
            </a:p>
          </p:txBody>
        </p:sp>
        <p:sp>
          <p:nvSpPr>
            <p:cNvPr id="151624" name="Rectangle 143"/>
            <p:cNvSpPr/>
            <p:nvPr/>
          </p:nvSpPr>
          <p:spPr>
            <a:xfrm>
              <a:off x="518" y="1990"/>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n</a:t>
              </a:r>
              <a:endParaRPr lang="en-US" altLang="zh-CN" sz="1800" baseline="-25000" dirty="0">
                <a:ea typeface="宋体" panose="02010600030101010101" pitchFamily="2" charset="-122"/>
              </a:endParaRPr>
            </a:p>
          </p:txBody>
        </p:sp>
        <p:sp>
          <p:nvSpPr>
            <p:cNvPr id="151625" name="Rectangle 144"/>
            <p:cNvSpPr/>
            <p:nvPr/>
          </p:nvSpPr>
          <p:spPr>
            <a:xfrm>
              <a:off x="834" y="1991"/>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sp>
          <p:nvSpPr>
            <p:cNvPr id="151626" name="Line 145"/>
            <p:cNvSpPr/>
            <p:nvPr/>
          </p:nvSpPr>
          <p:spPr>
            <a:xfrm>
              <a:off x="688" y="2013"/>
              <a:ext cx="0" cy="154"/>
            </a:xfrm>
            <a:prstGeom prst="line">
              <a:avLst/>
            </a:prstGeom>
            <a:ln w="9525" cap="flat" cmpd="sng">
              <a:solidFill>
                <a:schemeClr val="tx1"/>
              </a:solidFill>
              <a:prstDash val="solid"/>
              <a:headEnd type="none" w="med" len="med"/>
              <a:tailEnd type="none" w="med" len="med"/>
            </a:ln>
          </p:spPr>
        </p:sp>
        <p:sp>
          <p:nvSpPr>
            <p:cNvPr id="151627" name="Line 146"/>
            <p:cNvSpPr/>
            <p:nvPr/>
          </p:nvSpPr>
          <p:spPr>
            <a:xfrm>
              <a:off x="880" y="2010"/>
              <a:ext cx="0" cy="156"/>
            </a:xfrm>
            <a:prstGeom prst="line">
              <a:avLst/>
            </a:prstGeom>
            <a:ln w="9525" cap="flat" cmpd="sng">
              <a:solidFill>
                <a:schemeClr val="tx1"/>
              </a:solidFill>
              <a:prstDash val="solid"/>
              <a:headEnd type="none" w="med" len="med"/>
              <a:tailEnd type="none" w="med" len="med"/>
            </a:ln>
          </p:spPr>
        </p:sp>
      </p:grpSp>
      <p:grpSp>
        <p:nvGrpSpPr>
          <p:cNvPr id="19" name="Group 156"/>
          <p:cNvGrpSpPr/>
          <p:nvPr/>
        </p:nvGrpSpPr>
        <p:grpSpPr>
          <a:xfrm>
            <a:off x="938213" y="1665288"/>
            <a:ext cx="1479550" cy="303212"/>
            <a:chOff x="332" y="2224"/>
            <a:chExt cx="932" cy="191"/>
          </a:xfrm>
        </p:grpSpPr>
        <p:sp>
          <p:nvSpPr>
            <p:cNvPr id="151614" name="Rectangle 157"/>
            <p:cNvSpPr/>
            <p:nvPr/>
          </p:nvSpPr>
          <p:spPr>
            <a:xfrm>
              <a:off x="345" y="2241"/>
              <a:ext cx="840"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15" name="Rectangle 158"/>
            <p:cNvSpPr/>
            <p:nvPr/>
          </p:nvSpPr>
          <p:spPr>
            <a:xfrm>
              <a:off x="706" y="2224"/>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t</a:t>
              </a:r>
              <a:endParaRPr lang="en-US" altLang="zh-CN" sz="1800" baseline="-25000" dirty="0">
                <a:ea typeface="宋体" panose="02010600030101010101" pitchFamily="2" charset="-122"/>
              </a:endParaRPr>
            </a:p>
          </p:txBody>
        </p:sp>
        <p:sp>
          <p:nvSpPr>
            <p:cNvPr id="151616" name="Rectangle 159"/>
            <p:cNvSpPr/>
            <p:nvPr/>
          </p:nvSpPr>
          <p:spPr>
            <a:xfrm>
              <a:off x="520" y="2224"/>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n</a:t>
              </a:r>
              <a:endParaRPr lang="en-US" altLang="zh-CN" sz="1800" baseline="-25000" dirty="0">
                <a:ea typeface="宋体" panose="02010600030101010101" pitchFamily="2" charset="-122"/>
              </a:endParaRPr>
            </a:p>
          </p:txBody>
        </p:sp>
        <p:sp>
          <p:nvSpPr>
            <p:cNvPr id="151617" name="Rectangle 160"/>
            <p:cNvSpPr/>
            <p:nvPr/>
          </p:nvSpPr>
          <p:spPr>
            <a:xfrm>
              <a:off x="332" y="2224"/>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l</a:t>
              </a:r>
              <a:endParaRPr lang="en-US" altLang="zh-CN" sz="1800" baseline="-25000" dirty="0">
                <a:ea typeface="宋体" panose="02010600030101010101" pitchFamily="2" charset="-122"/>
              </a:endParaRPr>
            </a:p>
          </p:txBody>
        </p:sp>
        <p:sp>
          <p:nvSpPr>
            <p:cNvPr id="151618" name="Rectangle 161"/>
            <p:cNvSpPr/>
            <p:nvPr/>
          </p:nvSpPr>
          <p:spPr>
            <a:xfrm>
              <a:off x="836" y="2225"/>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sp>
          <p:nvSpPr>
            <p:cNvPr id="151619" name="Line 162"/>
            <p:cNvSpPr/>
            <p:nvPr/>
          </p:nvSpPr>
          <p:spPr>
            <a:xfrm>
              <a:off x="510" y="2241"/>
              <a:ext cx="0" cy="162"/>
            </a:xfrm>
            <a:prstGeom prst="line">
              <a:avLst/>
            </a:prstGeom>
            <a:ln w="9525" cap="flat" cmpd="sng">
              <a:solidFill>
                <a:schemeClr val="tx1"/>
              </a:solidFill>
              <a:prstDash val="solid"/>
              <a:headEnd type="none" w="med" len="med"/>
              <a:tailEnd type="none" w="med" len="med"/>
            </a:ln>
          </p:spPr>
        </p:sp>
        <p:sp>
          <p:nvSpPr>
            <p:cNvPr id="151620" name="Line 163"/>
            <p:cNvSpPr/>
            <p:nvPr/>
          </p:nvSpPr>
          <p:spPr>
            <a:xfrm>
              <a:off x="690" y="2247"/>
              <a:ext cx="0" cy="154"/>
            </a:xfrm>
            <a:prstGeom prst="line">
              <a:avLst/>
            </a:prstGeom>
            <a:ln w="9525" cap="flat" cmpd="sng">
              <a:solidFill>
                <a:schemeClr val="tx1"/>
              </a:solidFill>
              <a:prstDash val="solid"/>
              <a:headEnd type="none" w="med" len="med"/>
              <a:tailEnd type="none" w="med" len="med"/>
            </a:ln>
          </p:spPr>
        </p:sp>
        <p:sp>
          <p:nvSpPr>
            <p:cNvPr id="151621" name="Line 164"/>
            <p:cNvSpPr/>
            <p:nvPr/>
          </p:nvSpPr>
          <p:spPr>
            <a:xfrm>
              <a:off x="882" y="2244"/>
              <a:ext cx="0" cy="156"/>
            </a:xfrm>
            <a:prstGeom prst="line">
              <a:avLst/>
            </a:prstGeom>
            <a:ln w="9525" cap="flat" cmpd="sng">
              <a:solidFill>
                <a:schemeClr val="tx1"/>
              </a:solidFill>
              <a:prstDash val="solid"/>
              <a:headEnd type="none" w="med" len="med"/>
              <a:tailEnd type="none" w="med" len="med"/>
            </a:ln>
          </p:spPr>
        </p:sp>
      </p:grpSp>
      <p:sp>
        <p:nvSpPr>
          <p:cNvPr id="151596" name="Text Box 166"/>
          <p:cNvSpPr txBox="1"/>
          <p:nvPr/>
        </p:nvSpPr>
        <p:spPr>
          <a:xfrm>
            <a:off x="7921625" y="5411788"/>
            <a:ext cx="87947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800" b="1" dirty="0">
                <a:ea typeface="宋体" panose="02010600030101010101" pitchFamily="2" charset="-122"/>
              </a:rPr>
              <a:t>router</a:t>
            </a:r>
            <a:endParaRPr lang="en-US" altLang="zh-CN" sz="1800" b="1" dirty="0">
              <a:ea typeface="宋体" panose="02010600030101010101" pitchFamily="2" charset="-122"/>
            </a:endParaRPr>
          </a:p>
        </p:txBody>
      </p:sp>
      <p:sp>
        <p:nvSpPr>
          <p:cNvPr id="151597" name="Text Box 167"/>
          <p:cNvSpPr txBox="1"/>
          <p:nvPr/>
        </p:nvSpPr>
        <p:spPr>
          <a:xfrm>
            <a:off x="7935913" y="3098800"/>
            <a:ext cx="8731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1800" b="1" dirty="0">
                <a:ea typeface="宋体" panose="02010600030101010101" pitchFamily="2" charset="-122"/>
              </a:rPr>
              <a:t>switch</a:t>
            </a:r>
            <a:endParaRPr lang="en-US" altLang="zh-CN" sz="1800" b="1" dirty="0">
              <a:ea typeface="宋体" panose="02010600030101010101" pitchFamily="2" charset="-122"/>
            </a:endParaRPr>
          </a:p>
        </p:txBody>
      </p:sp>
      <p:sp>
        <p:nvSpPr>
          <p:cNvPr id="151598" name="Rectangle 168"/>
          <p:cNvSpPr>
            <a:spLocks noGrp="1"/>
          </p:cNvSpPr>
          <p:nvPr>
            <p:ph type="title"/>
          </p:nvPr>
        </p:nvSpPr>
        <p:spPr>
          <a:xfrm>
            <a:off x="4995863" y="0"/>
            <a:ext cx="3805237" cy="1143000"/>
          </a:xfrm>
        </p:spPr>
        <p:txBody>
          <a:bodyPr vert="horz" wrap="square" lIns="91440" tIns="45720" rIns="91440" bIns="45720" anchor="ctr" anchorCtr="0"/>
          <a:p>
            <a:r>
              <a:rPr lang="en-US" altLang="zh-CN" dirty="0">
                <a:ea typeface="宋体" panose="02010600030101010101" pitchFamily="2" charset="-122"/>
              </a:rPr>
              <a:t>Encapsulation</a:t>
            </a:r>
            <a:endParaRPr lang="en-US" altLang="zh-CN" dirty="0">
              <a:ea typeface="宋体" panose="02010600030101010101" pitchFamily="2" charset="-122"/>
            </a:endParaRPr>
          </a:p>
        </p:txBody>
      </p:sp>
      <p:sp>
        <p:nvSpPr>
          <p:cNvPr id="112814" name="Text Box 174"/>
          <p:cNvSpPr txBox="1"/>
          <p:nvPr/>
        </p:nvSpPr>
        <p:spPr>
          <a:xfrm>
            <a:off x="703263" y="692150"/>
            <a:ext cx="97313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message</a:t>
            </a:r>
            <a:endParaRPr lang="en-US" altLang="zh-CN" sz="1600" dirty="0">
              <a:solidFill>
                <a:schemeClr val="accent2"/>
              </a:solidFill>
              <a:ea typeface="宋体" panose="02010600030101010101" pitchFamily="2" charset="-122"/>
            </a:endParaRPr>
          </a:p>
        </p:txBody>
      </p:sp>
      <p:grpSp>
        <p:nvGrpSpPr>
          <p:cNvPr id="20" name="Group 175"/>
          <p:cNvGrpSpPr/>
          <p:nvPr/>
        </p:nvGrpSpPr>
        <p:grpSpPr>
          <a:xfrm>
            <a:off x="1763713" y="719138"/>
            <a:ext cx="679450" cy="301625"/>
            <a:chOff x="780" y="1553"/>
            <a:chExt cx="428" cy="190"/>
          </a:xfrm>
        </p:grpSpPr>
        <p:sp>
          <p:nvSpPr>
            <p:cNvPr id="151612" name="Rectangle 176"/>
            <p:cNvSpPr/>
            <p:nvPr/>
          </p:nvSpPr>
          <p:spPr>
            <a:xfrm>
              <a:off x="817" y="1569"/>
              <a:ext cx="312"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13" name="Rectangle 177"/>
            <p:cNvSpPr/>
            <p:nvPr/>
          </p:nvSpPr>
          <p:spPr>
            <a:xfrm>
              <a:off x="780" y="1553"/>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grpSp>
      <p:grpSp>
        <p:nvGrpSpPr>
          <p:cNvPr id="21" name="Group 185"/>
          <p:cNvGrpSpPr/>
          <p:nvPr/>
        </p:nvGrpSpPr>
        <p:grpSpPr>
          <a:xfrm>
            <a:off x="1528763" y="1039813"/>
            <a:ext cx="903287" cy="301625"/>
            <a:chOff x="1851" y="2046"/>
            <a:chExt cx="569" cy="190"/>
          </a:xfrm>
        </p:grpSpPr>
        <p:grpSp>
          <p:nvGrpSpPr>
            <p:cNvPr id="151606" name="Group 179"/>
            <p:cNvGrpSpPr/>
            <p:nvPr/>
          </p:nvGrpSpPr>
          <p:grpSpPr>
            <a:xfrm>
              <a:off x="1851" y="2047"/>
              <a:ext cx="190" cy="184"/>
              <a:chOff x="1962" y="2058"/>
              <a:chExt cx="190" cy="184"/>
            </a:xfrm>
          </p:grpSpPr>
          <p:sp>
            <p:nvSpPr>
              <p:cNvPr id="151610" name="Rectangle 180"/>
              <p:cNvSpPr/>
              <p:nvPr/>
            </p:nvSpPr>
            <p:spPr>
              <a:xfrm>
                <a:off x="1962" y="2075"/>
                <a:ext cx="177"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11" name="Rectangle 181"/>
              <p:cNvSpPr/>
              <p:nvPr/>
            </p:nvSpPr>
            <p:spPr>
              <a:xfrm>
                <a:off x="1965" y="2058"/>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t</a:t>
                </a:r>
                <a:endParaRPr lang="en-US" altLang="zh-CN" sz="1800" baseline="-25000" dirty="0">
                  <a:ea typeface="宋体" panose="02010600030101010101" pitchFamily="2" charset="-122"/>
                </a:endParaRPr>
              </a:p>
            </p:txBody>
          </p:sp>
        </p:grpSp>
        <p:grpSp>
          <p:nvGrpSpPr>
            <p:cNvPr id="151607" name="Group 182"/>
            <p:cNvGrpSpPr/>
            <p:nvPr/>
          </p:nvGrpSpPr>
          <p:grpSpPr>
            <a:xfrm>
              <a:off x="1992" y="2046"/>
              <a:ext cx="428" cy="190"/>
              <a:chOff x="780" y="1553"/>
              <a:chExt cx="428" cy="190"/>
            </a:xfrm>
          </p:grpSpPr>
          <p:sp>
            <p:nvSpPr>
              <p:cNvPr id="151608" name="Rectangle 183"/>
              <p:cNvSpPr/>
              <p:nvPr/>
            </p:nvSpPr>
            <p:spPr>
              <a:xfrm>
                <a:off x="817" y="1569"/>
                <a:ext cx="312"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09" name="Rectangle 184"/>
              <p:cNvSpPr/>
              <p:nvPr/>
            </p:nvSpPr>
            <p:spPr>
              <a:xfrm>
                <a:off x="780" y="1553"/>
                <a:ext cx="428" cy="190"/>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M</a:t>
                </a:r>
                <a:endParaRPr lang="en-US" altLang="zh-CN" sz="1400" dirty="0">
                  <a:latin typeface="Times New Roman" panose="02020603050405020304" pitchFamily="18" charset="0"/>
                  <a:ea typeface="宋体" panose="02010600030101010101" pitchFamily="2" charset="-122"/>
                </a:endParaRPr>
              </a:p>
            </p:txBody>
          </p:sp>
        </p:grpSp>
      </p:grpSp>
      <p:grpSp>
        <p:nvGrpSpPr>
          <p:cNvPr id="24" name="Group 187"/>
          <p:cNvGrpSpPr/>
          <p:nvPr/>
        </p:nvGrpSpPr>
        <p:grpSpPr>
          <a:xfrm>
            <a:off x="1235075" y="1363663"/>
            <a:ext cx="301625" cy="292100"/>
            <a:chOff x="1962" y="2058"/>
            <a:chExt cx="190" cy="184"/>
          </a:xfrm>
        </p:grpSpPr>
        <p:sp>
          <p:nvSpPr>
            <p:cNvPr id="151604" name="Rectangle 188"/>
            <p:cNvSpPr/>
            <p:nvPr/>
          </p:nvSpPr>
          <p:spPr>
            <a:xfrm>
              <a:off x="1962" y="2075"/>
              <a:ext cx="177"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1605" name="Rectangle 189"/>
            <p:cNvSpPr/>
            <p:nvPr/>
          </p:nvSpPr>
          <p:spPr>
            <a:xfrm>
              <a:off x="1965" y="2058"/>
              <a:ext cx="187" cy="184"/>
            </a:xfrm>
            <a:prstGeom prst="rect">
              <a:avLst/>
            </a:prstGeom>
            <a:no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ea typeface="宋体" panose="02010600030101010101" pitchFamily="2" charset="-122"/>
                </a:rPr>
                <a:t>H</a:t>
              </a:r>
              <a:r>
                <a:rPr lang="en-US" altLang="zh-CN" sz="1800" baseline="-25000" dirty="0">
                  <a:ea typeface="宋体" panose="02010600030101010101" pitchFamily="2" charset="-122"/>
                </a:rPr>
                <a:t>n</a:t>
              </a:r>
              <a:endParaRPr lang="en-US" altLang="zh-CN" sz="1800" baseline="-25000" dirty="0">
                <a:ea typeface="宋体" panose="02010600030101010101" pitchFamily="2" charset="-122"/>
              </a:endParaRPr>
            </a:p>
          </p:txBody>
        </p:sp>
      </p:grpSp>
      <p:sp>
        <p:nvSpPr>
          <p:cNvPr id="112647" name="Text Box 7"/>
          <p:cNvSpPr txBox="1"/>
          <p:nvPr/>
        </p:nvSpPr>
        <p:spPr>
          <a:xfrm>
            <a:off x="157163" y="1643063"/>
            <a:ext cx="7588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frame</a:t>
            </a:r>
            <a:endParaRPr lang="en-US" altLang="zh-CN" sz="1600" dirty="0">
              <a:solidFill>
                <a:schemeClr val="accent2"/>
              </a:solidFill>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72222E-6 -0.0037 L -4.72222E-6 0.04584 " pathEditMode="relative" rAng="0" ptsTypes="AA">
                                      <p:cBhvr>
                                        <p:cTn id="6" dur="2000" fill="hold"/>
                                        <p:tgtEl>
                                          <p:spTgt spid="20"/>
                                        </p:tgtEl>
                                        <p:attrNameLst>
                                          <p:attrName>ppt_x</p:attrName>
                                          <p:attrName>ppt_y</p:attrName>
                                        </p:attrNameLst>
                                      </p:cBhvr>
                                      <p:rCtr x="0" y="2500"/>
                                    </p:animMotion>
                                  </p:childTnLst>
                                </p:cTn>
                              </p:par>
                              <p:par>
                                <p:cTn id="7" presetID="10" presetClass="exit" presetSubtype="0" fill="hold" grpId="0" nodeType="withEffect">
                                  <p:stCondLst>
                                    <p:cond delay="0"/>
                                  </p:stCondLst>
                                  <p:childTnLst>
                                    <p:animEffect transition="out" filter="fade">
                                      <p:cBhvr>
                                        <p:cTn id="8" dur="2000"/>
                                        <p:tgtEl>
                                          <p:spTgt spid="112814"/>
                                        </p:tgtEl>
                                      </p:cBhvr>
                                    </p:animEffect>
                                    <p:set>
                                      <p:cBhvr>
                                        <p:cTn id="9" dur="1" fill="hold">
                                          <p:stCondLst>
                                            <p:cond delay="1999"/>
                                          </p:stCondLst>
                                        </p:cTn>
                                        <p:tgtEl>
                                          <p:spTgt spid="112814"/>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1264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20"/>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6"/>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12645"/>
                                        </p:tgtEl>
                                        <p:attrNameLst>
                                          <p:attrName>style.visibility</p:attrName>
                                        </p:attrNameLst>
                                      </p:cBhvr>
                                      <p:to>
                                        <p:strVal val="hidden"/>
                                      </p:to>
                                    </p:set>
                                  </p:childTnLst>
                                </p:cTn>
                              </p:par>
                              <p:par>
                                <p:cTn id="24" presetID="1"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childTnLst>
                                </p:cTn>
                              </p:par>
                            </p:childTnLst>
                          </p:cTn>
                        </p:par>
                        <p:par>
                          <p:cTn id="26" fill="hold">
                            <p:stCondLst>
                              <p:cond delay="0"/>
                            </p:stCondLst>
                            <p:childTnLst>
                              <p:par>
                                <p:cTn id="27" presetID="42" presetClass="path" presetSubtype="0" accel="50000" decel="50000" fill="hold" nodeType="afterEffect">
                                  <p:stCondLst>
                                    <p:cond delay="0"/>
                                  </p:stCondLst>
                                  <p:childTnLst>
                                    <p:animMotion origin="layout" path="M -3.05556E-6 -0.00926 L -3.05556E-6 0.04792 " pathEditMode="relative" rAng="0" ptsTypes="AA">
                                      <p:cBhvr>
                                        <p:cTn id="28" dur="2000" fill="hold"/>
                                        <p:tgtEl>
                                          <p:spTgt spid="21"/>
                                        </p:tgtEl>
                                        <p:attrNameLst>
                                          <p:attrName>ppt_x</p:attrName>
                                          <p:attrName>ppt_y</p:attrName>
                                        </p:attrNameLst>
                                      </p:cBhvr>
                                      <p:rCtr x="0" y="2800"/>
                                    </p:animMotion>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26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21"/>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24"/>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12644"/>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42" presetClass="path" presetSubtype="0" accel="50000" decel="50000" fill="hold" nodeType="withEffect">
                                  <p:stCondLst>
                                    <p:cond delay="0"/>
                                  </p:stCondLst>
                                  <p:childTnLst>
                                    <p:animMotion origin="layout" path="M -3.05556E-6 2.22222E-6 L -3.05556E-6 0.04213 " pathEditMode="relative" rAng="0" ptsTypes="AA">
                                      <p:cBhvr>
                                        <p:cTn id="46" dur="2000" fill="hold"/>
                                        <p:tgtEl>
                                          <p:spTgt spid="5"/>
                                        </p:tgtEl>
                                        <p:attrNameLst>
                                          <p:attrName>ppt_x</p:attrName>
                                          <p:attrName>ppt_y</p:attrName>
                                        </p:attrNameLst>
                                      </p:cBhvr>
                                      <p:rCtr x="0" y="2100"/>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264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5"/>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12647"/>
                                        </p:tgtEl>
                                        <p:attrNameLst>
                                          <p:attrName>style.visibility</p:attrName>
                                        </p:attrNameLst>
                                      </p:cBhvr>
                                      <p:to>
                                        <p:strVal val="hidden"/>
                                      </p:to>
                                    </p:set>
                                  </p:childTnLst>
                                </p:cTn>
                              </p:par>
                            </p:childTnLst>
                          </p:cTn>
                        </p:par>
                        <p:par>
                          <p:cTn id="59" fill="hold">
                            <p:stCondLst>
                              <p:cond delay="0"/>
                            </p:stCondLst>
                            <p:childTnLst>
                              <p:par>
                                <p:cTn id="60" presetID="0" presetClass="path" presetSubtype="0" accel="50000" decel="50000" fill="hold" nodeType="afterEffect">
                                  <p:stCondLst>
                                    <p:cond delay="0"/>
                                  </p:stCondLst>
                                  <p:childTnLst>
                                    <p:animMotion origin="layout" path="M 3.05556E-6 -4.81481E-6 L 3.05556E-6 0.13889 L 0.40295 0.13889 L 0.40295 0.09885 L 0.57152 0.10093 L 0.57152 0.57709 L 0.66371 0.50857 L 0.66371 0.42848 " pathEditMode="relative" rAng="0" ptsTypes="AAAAAAAA">
                                      <p:cBhvr>
                                        <p:cTn id="61" dur="3000" fill="hold"/>
                                        <p:tgtEl>
                                          <p:spTgt spid="19"/>
                                        </p:tgtEl>
                                        <p:attrNameLst>
                                          <p:attrName>ppt_x</p:attrName>
                                          <p:attrName>ppt_y</p:attrName>
                                        </p:attrNameLst>
                                      </p:cBhvr>
                                      <p:rCtr x="33200" y="28800"/>
                                    </p:animMotion>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19"/>
                                        </p:tgtEl>
                                        <p:attrNameLst>
                                          <p:attrName>style.visibility</p:attrName>
                                        </p:attrNameLst>
                                      </p:cBhvr>
                                      <p:to>
                                        <p:strVal val="hidden"/>
                                      </p:to>
                                    </p:set>
                                  </p:childTnLst>
                                </p:cTn>
                              </p:par>
                              <p:par>
                                <p:cTn id="66" presetID="1" presetClass="entr" presetSubtype="0" fill="hold" nodeType="withEffect">
                                  <p:stCondLst>
                                    <p:cond delay="0"/>
                                  </p:stCondLst>
                                  <p:childTnLst>
                                    <p:set>
                                      <p:cBhvr>
                                        <p:cTn id="67" dur="1" fill="hold">
                                          <p:stCondLst>
                                            <p:cond delay="0"/>
                                          </p:stCondLst>
                                        </p:cTn>
                                        <p:tgtEl>
                                          <p:spTgt spid="1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64" presetClass="path" presetSubtype="0" accel="50000" decel="50000" fill="hold" nodeType="clickEffect">
                                  <p:stCondLst>
                                    <p:cond delay="0"/>
                                  </p:stCondLst>
                                  <p:childTnLst>
                                    <p:animMotion origin="layout" path="M 0.00156 -0.00046 L 0.00156 -0.04815 " pathEditMode="relative" rAng="0" ptsTypes="AA">
                                      <p:cBhvr>
                                        <p:cTn id="71" dur="2000" fill="hold"/>
                                        <p:tgtEl>
                                          <p:spTgt spid="18"/>
                                        </p:tgtEl>
                                        <p:attrNameLst>
                                          <p:attrName>ppt_x</p:attrName>
                                          <p:attrName>ppt_y</p:attrName>
                                        </p:attrNameLst>
                                      </p:cBhvr>
                                      <p:rCtr x="0" y="-24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p:bldP spid="112645" grpId="1"/>
      <p:bldP spid="112644" grpId="0"/>
      <p:bldP spid="112644" grpId="1"/>
      <p:bldP spid="112814" grpId="0"/>
      <p:bldP spid="112647" grpId="0"/>
      <p:bldP spid="112647" grpId="1"/>
    </p:bld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3602"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53603"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5360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1: roadmap</a:t>
            </a:r>
            <a:endParaRPr lang="en-US" altLang="zh-CN" dirty="0">
              <a:ea typeface="宋体" panose="02010600030101010101" pitchFamily="2" charset="-122"/>
            </a:endParaRPr>
          </a:p>
        </p:txBody>
      </p:sp>
      <p:sp>
        <p:nvSpPr>
          <p:cNvPr id="153605" name="Rectangle 3"/>
          <p:cNvSpPr>
            <a:spLocks noGrp="1"/>
          </p:cNvSpPr>
          <p:nvPr>
            <p:ph idx="1"/>
          </p:nvPr>
        </p:nvSpPr>
        <p:spPr>
          <a:xfrm>
            <a:off x="533400" y="1600200"/>
            <a:ext cx="8207375" cy="4648200"/>
          </a:xfrm>
        </p:spPr>
        <p:txBody>
          <a:bodyPr vert="horz" wrap="square" lIns="91440" tIns="45720" rIns="91440" bIns="45720" anchor="t" anchorCtr="0"/>
          <a:p>
            <a:pPr lvl="1">
              <a:buNone/>
            </a:pPr>
            <a:r>
              <a:rPr lang="en-US" altLang="zh-CN" dirty="0">
                <a:solidFill>
                  <a:schemeClr val="accent2"/>
                </a:solidFill>
                <a:ea typeface="宋体" panose="02010600030101010101" pitchFamily="2" charset="-122"/>
              </a:rPr>
              <a:t>1.1 </a:t>
            </a:r>
            <a:r>
              <a:rPr lang="en-US" altLang="zh-CN" dirty="0">
                <a:ea typeface="宋体" panose="02010600030101010101" pitchFamily="2" charset="-122"/>
              </a:rPr>
              <a:t>What </a:t>
            </a:r>
            <a:r>
              <a:rPr lang="en-US" altLang="zh-CN" i="1" dirty="0">
                <a:ea typeface="宋体" panose="02010600030101010101" pitchFamily="2" charset="-122"/>
              </a:rPr>
              <a:t>is</a:t>
            </a:r>
            <a:r>
              <a:rPr lang="en-US" altLang="zh-CN" dirty="0">
                <a:ea typeface="宋体" panose="02010600030101010101" pitchFamily="2" charset="-122"/>
              </a:rPr>
              <a:t> the Internet?</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1.2</a:t>
            </a:r>
            <a:r>
              <a:rPr lang="en-US" altLang="zh-CN" dirty="0">
                <a:ea typeface="宋体" panose="02010600030101010101" pitchFamily="2" charset="-122"/>
              </a:rPr>
              <a:t> Network edge</a:t>
            </a:r>
            <a:endParaRPr lang="en-US" altLang="zh-CN" dirty="0">
              <a:ea typeface="宋体" panose="02010600030101010101" pitchFamily="2" charset="-122"/>
            </a:endParaRPr>
          </a:p>
          <a:p>
            <a:pPr lvl="2">
              <a:buClr>
                <a:srgbClr val="0000FF"/>
              </a:buClr>
              <a:buSzPct val="90000"/>
              <a:buFont typeface="Wingdings" panose="05000000000000000000" pitchFamily="2" charset="2"/>
              <a:buChar char="q"/>
            </a:pPr>
            <a:r>
              <a:rPr lang="en-US" altLang="zh-CN" dirty="0">
                <a:ea typeface="宋体" panose="02010600030101010101" pitchFamily="2" charset="-122"/>
              </a:rPr>
              <a:t> end systems, access networks, links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1.3</a:t>
            </a:r>
            <a:r>
              <a:rPr lang="en-US" altLang="zh-CN" dirty="0">
                <a:ea typeface="宋体" panose="02010600030101010101" pitchFamily="2" charset="-122"/>
              </a:rPr>
              <a:t> Network core</a:t>
            </a:r>
            <a:endParaRPr lang="en-US" altLang="zh-CN" dirty="0">
              <a:ea typeface="宋体" panose="02010600030101010101" pitchFamily="2" charset="-122"/>
            </a:endParaRPr>
          </a:p>
          <a:p>
            <a:pPr lvl="2">
              <a:buClr>
                <a:srgbClr val="0000FF"/>
              </a:buClr>
              <a:buSzPct val="90000"/>
              <a:buFont typeface="Wingdings" panose="05000000000000000000" pitchFamily="2" charset="2"/>
              <a:buChar char="q"/>
            </a:pPr>
            <a:r>
              <a:rPr lang="en-US" altLang="zh-CN" dirty="0">
                <a:ea typeface="宋体" panose="02010600030101010101" pitchFamily="2" charset="-122"/>
              </a:rPr>
              <a:t> circuit switching, packet switching, network structure</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1.4 </a:t>
            </a:r>
            <a:r>
              <a:rPr lang="en-US" altLang="zh-CN" dirty="0">
                <a:ea typeface="宋体" panose="02010600030101010101" pitchFamily="2" charset="-122"/>
              </a:rPr>
              <a:t>Delay, loss and throughput in packet-switched networks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1.5</a:t>
            </a:r>
            <a:r>
              <a:rPr lang="en-US" altLang="zh-CN" dirty="0">
                <a:ea typeface="宋体" panose="02010600030101010101" pitchFamily="2" charset="-122"/>
              </a:rPr>
              <a:t> Protocol layers, service models</a:t>
            </a:r>
            <a:endParaRPr lang="en-US" altLang="zh-CN" dirty="0">
              <a:ea typeface="宋体" panose="02010600030101010101" pitchFamily="2" charset="-122"/>
            </a:endParaRPr>
          </a:p>
          <a:p>
            <a:pPr lvl="1">
              <a:buNone/>
            </a:pPr>
            <a:r>
              <a:rPr lang="en-US" altLang="zh-CN" dirty="0">
                <a:solidFill>
                  <a:srgbClr val="FF3300"/>
                </a:solidFill>
                <a:ea typeface="宋体" panose="02010600030101010101" pitchFamily="2" charset="-122"/>
              </a:rPr>
              <a:t>1.6 Networks under attack: security</a:t>
            </a:r>
            <a:endParaRPr lang="en-US" altLang="zh-CN" dirty="0">
              <a:solidFill>
                <a:srgbClr val="FF3300"/>
              </a:solidFill>
              <a:ea typeface="宋体" panose="02010600030101010101" pitchFamily="2" charset="-122"/>
            </a:endParaRPr>
          </a:p>
          <a:p>
            <a:pPr lvl="1">
              <a:buNone/>
            </a:pPr>
            <a:r>
              <a:rPr lang="en-US" altLang="zh-CN" dirty="0">
                <a:solidFill>
                  <a:schemeClr val="accent2"/>
                </a:solidFill>
                <a:ea typeface="宋体" panose="02010600030101010101" pitchFamily="2" charset="-122"/>
              </a:rPr>
              <a:t>1.7</a:t>
            </a:r>
            <a:r>
              <a:rPr lang="en-US" altLang="zh-CN" dirty="0">
                <a:ea typeface="宋体" panose="02010600030101010101" pitchFamily="2" charset="-122"/>
              </a:rPr>
              <a:t> History</a:t>
            </a:r>
            <a:endParaRPr lang="en-US" altLang="zh-CN" dirty="0">
              <a:ea typeface="宋体" panose="02010600030101010101" pitchFamily="2" charset="-122"/>
            </a:endParaRPr>
          </a:p>
          <a:p>
            <a:pPr>
              <a:buNone/>
            </a:pPr>
            <a:endParaRPr lang="en-US" altLang="zh-CN" sz="2400" dirty="0">
              <a:ea typeface="宋体" panose="02010600030101010101" pitchFamily="2" charset="-122"/>
            </a:endParaRP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5650"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55651"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5565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Network Security</a:t>
            </a:r>
            <a:endParaRPr lang="en-US" altLang="zh-CN" dirty="0">
              <a:ea typeface="宋体" panose="02010600030101010101" pitchFamily="2" charset="-122"/>
            </a:endParaRPr>
          </a:p>
        </p:txBody>
      </p:sp>
      <p:sp>
        <p:nvSpPr>
          <p:cNvPr id="155653" name="Rectangle 3"/>
          <p:cNvSpPr>
            <a:spLocks noGrp="1"/>
          </p:cNvSpPr>
          <p:nvPr>
            <p:ph idx="1"/>
          </p:nvPr>
        </p:nvSpPr>
        <p:spPr>
          <a:xfrm>
            <a:off x="533400" y="1365250"/>
            <a:ext cx="7772400" cy="5119688"/>
          </a:xfrm>
        </p:spPr>
        <p:txBody>
          <a:bodyPr vert="horz" wrap="square" lIns="91440" tIns="45720" rIns="91440" bIns="45720" anchor="t" anchorCtr="0"/>
          <a:p>
            <a:r>
              <a:rPr lang="en-US" altLang="zh-CN" dirty="0">
                <a:solidFill>
                  <a:srgbClr val="FF3300"/>
                </a:solidFill>
                <a:ea typeface="宋体" panose="02010600030101010101" pitchFamily="2" charset="-122"/>
              </a:rPr>
              <a:t>The field of network security is about:</a:t>
            </a:r>
            <a:endParaRPr lang="en-US" altLang="zh-CN" dirty="0">
              <a:solidFill>
                <a:srgbClr val="FF3300"/>
              </a:solidFill>
              <a:ea typeface="宋体" panose="02010600030101010101" pitchFamily="2" charset="-122"/>
            </a:endParaRPr>
          </a:p>
          <a:p>
            <a:pPr lvl="1"/>
            <a:r>
              <a:rPr lang="en-US" altLang="zh-CN" dirty="0">
                <a:ea typeface="宋体" panose="02010600030101010101" pitchFamily="2" charset="-122"/>
              </a:rPr>
              <a:t>how bad guys can attack computer networks</a:t>
            </a:r>
            <a:endParaRPr lang="en-US" altLang="zh-CN" dirty="0">
              <a:ea typeface="宋体" panose="02010600030101010101" pitchFamily="2" charset="-122"/>
            </a:endParaRPr>
          </a:p>
          <a:p>
            <a:pPr lvl="1"/>
            <a:r>
              <a:rPr lang="en-US" altLang="zh-CN" dirty="0">
                <a:ea typeface="宋体" panose="02010600030101010101" pitchFamily="2" charset="-122"/>
              </a:rPr>
              <a:t>how we can defend networks against attacks</a:t>
            </a:r>
            <a:endParaRPr lang="en-US" altLang="zh-CN" dirty="0">
              <a:ea typeface="宋体" panose="02010600030101010101" pitchFamily="2" charset="-122"/>
            </a:endParaRPr>
          </a:p>
          <a:p>
            <a:pPr lvl="1"/>
            <a:r>
              <a:rPr lang="en-US" altLang="zh-CN" dirty="0">
                <a:ea typeface="宋体" panose="02010600030101010101" pitchFamily="2" charset="-122"/>
              </a:rPr>
              <a:t>how to design architectures that are immune to attacks</a:t>
            </a:r>
            <a:endParaRPr lang="en-US" altLang="zh-CN" dirty="0">
              <a:ea typeface="宋体" panose="02010600030101010101" pitchFamily="2" charset="-122"/>
            </a:endParaRPr>
          </a:p>
          <a:p>
            <a:r>
              <a:rPr lang="en-US" altLang="zh-CN" dirty="0">
                <a:solidFill>
                  <a:srgbClr val="FF3300"/>
                </a:solidFill>
                <a:ea typeface="宋体" panose="02010600030101010101" pitchFamily="2" charset="-122"/>
              </a:rPr>
              <a:t>Internet not originally designed with (much) security in mind</a:t>
            </a:r>
            <a:endParaRPr lang="en-US" altLang="zh-CN" dirty="0">
              <a:solidFill>
                <a:srgbClr val="FF3300"/>
              </a:solidFill>
              <a:ea typeface="宋体" panose="02010600030101010101" pitchFamily="2" charset="-122"/>
            </a:endParaRPr>
          </a:p>
          <a:p>
            <a:pPr lvl="1"/>
            <a:r>
              <a:rPr lang="en-US" altLang="zh-CN" i="1" dirty="0">
                <a:ea typeface="宋体" panose="02010600030101010101" pitchFamily="2" charset="-122"/>
              </a:rPr>
              <a:t>original vision:</a:t>
            </a:r>
            <a:r>
              <a:rPr lang="en-US" altLang="zh-CN" dirty="0">
                <a:ea typeface="宋体" panose="02010600030101010101" pitchFamily="2" charset="-122"/>
              </a:rPr>
              <a:t> “a group of mutually trusting users attached to a transparent network” </a:t>
            </a:r>
            <a:r>
              <a:rPr lang="en-US" altLang="zh-CN" dirty="0">
                <a:ea typeface="宋体" panose="02010600030101010101" pitchFamily="2" charset="-122"/>
                <a:sym typeface="Wingdings" panose="05000000000000000000" pitchFamily="2" charset="2"/>
              </a:rPr>
              <a:t></a:t>
            </a:r>
            <a:endParaRPr lang="en-US" altLang="zh-CN" dirty="0">
              <a:ea typeface="宋体" panose="02010600030101010101" pitchFamily="2" charset="-122"/>
            </a:endParaRPr>
          </a:p>
          <a:p>
            <a:pPr lvl="1"/>
            <a:r>
              <a:rPr lang="en-US" altLang="zh-CN" dirty="0">
                <a:ea typeface="宋体" panose="02010600030101010101" pitchFamily="2" charset="-122"/>
              </a:rPr>
              <a:t>Internet protocol designers playing “catch-up”</a:t>
            </a:r>
            <a:endParaRPr lang="en-US" altLang="zh-CN" dirty="0">
              <a:ea typeface="宋体" panose="02010600030101010101" pitchFamily="2" charset="-122"/>
            </a:endParaRPr>
          </a:p>
          <a:p>
            <a:pPr lvl="1"/>
            <a:r>
              <a:rPr lang="en-US" altLang="zh-CN" dirty="0">
                <a:ea typeface="宋体" panose="02010600030101010101" pitchFamily="2" charset="-122"/>
              </a:rPr>
              <a:t>Security considerations in all layers!</a:t>
            </a:r>
            <a:endParaRPr lang="en-US" altLang="zh-CN"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6674"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56675"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5667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Bad guys can put malware into hosts via Internet</a:t>
            </a:r>
            <a:endParaRPr lang="en-US" altLang="zh-CN" sz="3600" dirty="0">
              <a:ea typeface="宋体" panose="02010600030101010101" pitchFamily="2" charset="-122"/>
            </a:endParaRPr>
          </a:p>
        </p:txBody>
      </p:sp>
      <p:sp>
        <p:nvSpPr>
          <p:cNvPr id="156677" name="Rectangle 4"/>
          <p:cNvSpPr>
            <a:spLocks noGrp="1"/>
          </p:cNvSpPr>
          <p:nvPr>
            <p:ph sz="half" idx="2"/>
          </p:nvPr>
        </p:nvSpPr>
        <p:spPr>
          <a:xfrm>
            <a:off x="574675" y="1489075"/>
            <a:ext cx="7710488" cy="4772025"/>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Malware can get in host from a </a:t>
            </a:r>
            <a:r>
              <a:rPr lang="en-US" altLang="zh-CN" sz="2400" dirty="0">
                <a:solidFill>
                  <a:schemeClr val="accent2"/>
                </a:solidFill>
                <a:latin typeface="+mn-lt"/>
                <a:ea typeface="宋体" panose="02010600030101010101" pitchFamily="2" charset="-122"/>
                <a:cs typeface="+mn-cs"/>
              </a:rPr>
              <a:t>virus</a:t>
            </a:r>
            <a:r>
              <a:rPr lang="en-US" altLang="zh-CN" sz="2400" dirty="0">
                <a:latin typeface="+mn-lt"/>
                <a:ea typeface="宋体" panose="02010600030101010101" pitchFamily="2" charset="-122"/>
                <a:cs typeface="+mn-cs"/>
              </a:rPr>
              <a:t>, </a:t>
            </a:r>
            <a:r>
              <a:rPr lang="en-US" altLang="zh-CN" sz="2400" dirty="0">
                <a:solidFill>
                  <a:schemeClr val="accent2"/>
                </a:solidFill>
                <a:latin typeface="+mn-lt"/>
                <a:ea typeface="宋体" panose="02010600030101010101" pitchFamily="2" charset="-122"/>
                <a:cs typeface="+mn-cs"/>
              </a:rPr>
              <a:t>worm</a:t>
            </a:r>
            <a:r>
              <a:rPr lang="en-US" altLang="zh-CN" sz="2400" dirty="0">
                <a:latin typeface="+mn-lt"/>
                <a:ea typeface="宋体" panose="02010600030101010101" pitchFamily="2" charset="-122"/>
                <a:cs typeface="+mn-cs"/>
              </a:rPr>
              <a:t>, or </a:t>
            </a:r>
            <a:r>
              <a:rPr lang="en-US" altLang="zh-CN" sz="2400" dirty="0">
                <a:solidFill>
                  <a:schemeClr val="accent2"/>
                </a:solidFill>
                <a:latin typeface="+mn-lt"/>
                <a:ea typeface="宋体" panose="02010600030101010101" pitchFamily="2" charset="-122"/>
                <a:cs typeface="+mn-cs"/>
              </a:rPr>
              <a:t>trojan horse</a:t>
            </a:r>
            <a:r>
              <a:rPr lang="en-US" altLang="zh-CN" sz="2400" dirty="0">
                <a:latin typeface="+mn-lt"/>
                <a:ea typeface="宋体" panose="02010600030101010101" pitchFamily="2" charset="-122"/>
                <a:cs typeface="+mn-cs"/>
              </a:rPr>
              <a:t>.</a:t>
            </a:r>
            <a:br>
              <a:rPr lang="en-US" altLang="zh-CN" sz="2400" dirty="0">
                <a:latin typeface="+mn-lt"/>
                <a:ea typeface="宋体" panose="02010600030101010101" pitchFamily="2" charset="-122"/>
                <a:cs typeface="+mn-cs"/>
              </a:rPr>
            </a:br>
            <a:endParaRPr lang="en-US" altLang="zh-CN" sz="2400" dirty="0">
              <a:latin typeface="+mn-lt"/>
              <a:ea typeface="宋体" panose="02010600030101010101" pitchFamily="2" charset="-122"/>
              <a:cs typeface="+mn-cs"/>
            </a:endParaRPr>
          </a:p>
          <a:p>
            <a:pPr>
              <a:buSzPct val="85000"/>
            </a:pPr>
            <a:r>
              <a:rPr lang="en-US" altLang="zh-CN" sz="2400" dirty="0">
                <a:solidFill>
                  <a:schemeClr val="accent2"/>
                </a:solidFill>
                <a:latin typeface="+mn-lt"/>
                <a:ea typeface="宋体" panose="02010600030101010101" pitchFamily="2" charset="-122"/>
                <a:cs typeface="+mn-cs"/>
              </a:rPr>
              <a:t>Spyware malware</a:t>
            </a:r>
            <a:r>
              <a:rPr lang="en-US" altLang="zh-CN" sz="2400" dirty="0">
                <a:latin typeface="+mn-lt"/>
                <a:ea typeface="宋体" panose="02010600030101010101" pitchFamily="2" charset="-122"/>
                <a:cs typeface="+mn-cs"/>
              </a:rPr>
              <a:t> can record keystrokes, web sites visited, upload info to collection site.</a:t>
            </a:r>
            <a:br>
              <a:rPr lang="en-US" altLang="zh-CN" sz="2400" dirty="0">
                <a:latin typeface="+mn-lt"/>
                <a:ea typeface="宋体" panose="02010600030101010101" pitchFamily="2" charset="-122"/>
                <a:cs typeface="+mn-cs"/>
              </a:rPr>
            </a:b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Infected host can be enrolled in a </a:t>
            </a:r>
            <a:r>
              <a:rPr lang="en-US" altLang="zh-CN" sz="2400" dirty="0">
                <a:solidFill>
                  <a:schemeClr val="accent2"/>
                </a:solidFill>
                <a:latin typeface="+mn-lt"/>
                <a:ea typeface="宋体" panose="02010600030101010101" pitchFamily="2" charset="-122"/>
                <a:cs typeface="+mn-cs"/>
              </a:rPr>
              <a:t>botnet</a:t>
            </a:r>
            <a:r>
              <a:rPr lang="en-US" altLang="zh-CN" sz="2400" dirty="0">
                <a:latin typeface="+mn-lt"/>
                <a:ea typeface="宋体" panose="02010600030101010101" pitchFamily="2" charset="-122"/>
                <a:cs typeface="+mn-cs"/>
              </a:rPr>
              <a:t>, used for spam and DDoS attacks.</a:t>
            </a:r>
            <a:br>
              <a:rPr lang="en-US" altLang="zh-CN" sz="2400" dirty="0">
                <a:latin typeface="+mn-lt"/>
                <a:ea typeface="宋体" panose="02010600030101010101" pitchFamily="2" charset="-122"/>
                <a:cs typeface="+mn-cs"/>
              </a:rPr>
            </a:b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Malware is often </a:t>
            </a:r>
            <a:r>
              <a:rPr lang="en-US" altLang="zh-CN" sz="2400" dirty="0">
                <a:solidFill>
                  <a:schemeClr val="accent2"/>
                </a:solidFill>
                <a:latin typeface="+mn-lt"/>
                <a:ea typeface="宋体" panose="02010600030101010101" pitchFamily="2" charset="-122"/>
                <a:cs typeface="+mn-cs"/>
              </a:rPr>
              <a:t>self-replicating</a:t>
            </a:r>
            <a:r>
              <a:rPr lang="en-US" altLang="zh-CN" sz="2400" dirty="0">
                <a:latin typeface="+mn-lt"/>
                <a:ea typeface="宋体" panose="02010600030101010101" pitchFamily="2" charset="-122"/>
                <a:cs typeface="+mn-cs"/>
              </a:rPr>
              <a:t>: from an infected host, seeks entry into other hosts</a:t>
            </a:r>
            <a:endParaRPr lang="en-US" altLang="zh-CN" sz="2400" dirty="0">
              <a:latin typeface="+mn-lt"/>
              <a:ea typeface="宋体" panose="02010600030101010101" pitchFamily="2" charset="-122"/>
              <a:cs typeface="+mn-cs"/>
            </a:endParaRP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769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5769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57700"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Bad guys can put malware into hosts via Internet</a:t>
            </a:r>
            <a:endParaRPr lang="en-US" altLang="zh-CN" sz="3600" dirty="0">
              <a:ea typeface="宋体" panose="02010600030101010101" pitchFamily="2" charset="-122"/>
            </a:endParaRPr>
          </a:p>
        </p:txBody>
      </p:sp>
      <p:sp>
        <p:nvSpPr>
          <p:cNvPr id="157701" name="Rectangle 3"/>
          <p:cNvSpPr>
            <a:spLocks noGrp="1"/>
          </p:cNvSpPr>
          <p:nvPr>
            <p:ph sz="half" idx="2"/>
          </p:nvPr>
        </p:nvSpPr>
        <p:spPr>
          <a:xfrm>
            <a:off x="574675" y="1489075"/>
            <a:ext cx="3863975" cy="4772025"/>
          </a:xfrm>
        </p:spPr>
        <p:txBody>
          <a:bodyPr vert="horz" wrap="square" lIns="91440" tIns="45720" rIns="91440" bIns="45720" anchor="t" anchorCtr="0"/>
          <a:p>
            <a:pPr>
              <a:buSzPct val="85000"/>
            </a:pPr>
            <a:r>
              <a:rPr lang="en-US" altLang="zh-CN" sz="2400" dirty="0">
                <a:solidFill>
                  <a:srgbClr val="FF3300"/>
                </a:solidFill>
                <a:latin typeface="+mn-lt"/>
                <a:ea typeface="宋体" panose="02010600030101010101" pitchFamily="2" charset="-122"/>
                <a:cs typeface="+mn-cs"/>
              </a:rPr>
              <a:t>Trojan horse</a:t>
            </a:r>
            <a:endParaRPr lang="en-US" altLang="zh-CN" sz="2400" dirty="0">
              <a:solidFill>
                <a:srgbClr val="FF3300"/>
              </a:solidFill>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Hidden part of some otherwise useful software</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Today often on a Web page (Active-X, plugin)</a:t>
            </a:r>
            <a:endParaRPr lang="en-US" altLang="zh-CN" sz="2000" dirty="0">
              <a:latin typeface="+mn-lt"/>
              <a:ea typeface="宋体" panose="02010600030101010101" pitchFamily="2" charset="-122"/>
            </a:endParaRPr>
          </a:p>
          <a:p>
            <a:pPr>
              <a:buSzPct val="85000"/>
            </a:pPr>
            <a:r>
              <a:rPr lang="en-US" altLang="zh-CN" sz="2400" dirty="0">
                <a:solidFill>
                  <a:srgbClr val="FF3300"/>
                </a:solidFill>
                <a:latin typeface="+mn-lt"/>
                <a:ea typeface="宋体" panose="02010600030101010101" pitchFamily="2" charset="-122"/>
                <a:cs typeface="+mn-cs"/>
              </a:rPr>
              <a:t>Virus</a:t>
            </a:r>
            <a:endParaRPr lang="en-US" altLang="zh-CN" sz="2400" dirty="0">
              <a:solidFill>
                <a:srgbClr val="FF3300"/>
              </a:solidFill>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infection by receiving object (e.g., e-mail attachment), actively executing</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self-replicating: propagate itself to other hosts, users</a:t>
            </a:r>
            <a:endParaRPr lang="en-US" altLang="zh-CN" sz="2000" dirty="0">
              <a:latin typeface="+mn-lt"/>
              <a:ea typeface="宋体" panose="02010600030101010101" pitchFamily="2" charset="-122"/>
            </a:endParaRPr>
          </a:p>
        </p:txBody>
      </p:sp>
      <p:sp>
        <p:nvSpPr>
          <p:cNvPr id="157702" name="Rectangle 4"/>
          <p:cNvSpPr/>
          <p:nvPr/>
        </p:nvSpPr>
        <p:spPr>
          <a:xfrm>
            <a:off x="4419600" y="1516063"/>
            <a:ext cx="4452938" cy="406717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342900" lvl="0" indent="-342900"/>
            <a:r>
              <a:rPr lang="en-US" altLang="zh-CN" sz="2400" dirty="0">
                <a:solidFill>
                  <a:srgbClr val="FF3300"/>
                </a:solidFill>
                <a:ea typeface="宋体" panose="02010600030101010101" pitchFamily="2" charset="-122"/>
              </a:rPr>
              <a:t>Worm:</a:t>
            </a:r>
            <a:endParaRPr lang="en-US" altLang="zh-CN" sz="2400" dirty="0">
              <a:solidFill>
                <a:srgbClr val="FF3300"/>
              </a:solidFill>
              <a:ea typeface="宋体" panose="02010600030101010101" pitchFamily="2" charset="-122"/>
            </a:endParaRPr>
          </a:p>
          <a:p>
            <a:pPr marL="742950" lvl="1" indent="-285750"/>
            <a:r>
              <a:rPr lang="en-US" altLang="zh-CN" sz="2000" dirty="0">
                <a:ea typeface="宋体" panose="02010600030101010101" pitchFamily="2" charset="-122"/>
              </a:rPr>
              <a:t>infection by passively receiving object that gets itself executed</a:t>
            </a:r>
            <a:endParaRPr lang="en-US" altLang="zh-CN" sz="2000" dirty="0">
              <a:ea typeface="宋体" panose="02010600030101010101" pitchFamily="2" charset="-122"/>
            </a:endParaRPr>
          </a:p>
          <a:p>
            <a:pPr marL="742950" lvl="1" indent="-285750"/>
            <a:r>
              <a:rPr lang="en-US" altLang="zh-CN" sz="2000" dirty="0">
                <a:ea typeface="宋体" panose="02010600030101010101" pitchFamily="2" charset="-122"/>
              </a:rPr>
              <a:t>self- replicating: propagates to other hosts, users</a:t>
            </a:r>
            <a:endParaRPr lang="en-US" altLang="zh-CN" sz="2000" dirty="0">
              <a:ea typeface="宋体" panose="02010600030101010101" pitchFamily="2" charset="-122"/>
            </a:endParaRPr>
          </a:p>
        </p:txBody>
      </p:sp>
      <p:pic>
        <p:nvPicPr>
          <p:cNvPr id="157703" name="Picture 5"/>
          <p:cNvPicPr>
            <a:picLocks noChangeAspect="1"/>
          </p:cNvPicPr>
          <p:nvPr/>
        </p:nvPicPr>
        <p:blipFill>
          <a:blip r:embed="rId1"/>
          <a:stretch>
            <a:fillRect/>
          </a:stretch>
        </p:blipFill>
        <p:spPr>
          <a:xfrm>
            <a:off x="4937125" y="3787775"/>
            <a:ext cx="3502025" cy="2870200"/>
          </a:xfrm>
          <a:prstGeom prst="rect">
            <a:avLst/>
          </a:prstGeom>
          <a:noFill/>
          <a:ln w="9525">
            <a:noFill/>
          </a:ln>
        </p:spPr>
      </p:pic>
      <p:sp>
        <p:nvSpPr>
          <p:cNvPr id="157704" name="Text Box 6"/>
          <p:cNvSpPr txBox="1"/>
          <p:nvPr/>
        </p:nvSpPr>
        <p:spPr>
          <a:xfrm>
            <a:off x="4621213" y="3722688"/>
            <a:ext cx="4176712" cy="517525"/>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dirty="0">
                <a:latin typeface="Arial" panose="020B0604020202020204" pitchFamily="34" charset="0"/>
                <a:ea typeface="宋体" panose="02010600030101010101" pitchFamily="2" charset="-122"/>
              </a:rPr>
              <a:t>Sapphire Worm: aggregate scans/sec</a:t>
            </a:r>
            <a:endParaRPr lang="en-US" altLang="zh-CN" sz="14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400" dirty="0">
                <a:latin typeface="Arial" panose="020B0604020202020204" pitchFamily="34" charset="0"/>
                <a:ea typeface="宋体" panose="02010600030101010101" pitchFamily="2" charset="-122"/>
              </a:rPr>
              <a:t> in first 5 minutes of outbreak (CAIDA, UWisc data)</a:t>
            </a:r>
            <a:endParaRPr lang="en-US" altLang="zh-CN" sz="1400" dirty="0">
              <a:latin typeface="Arial" panose="020B0604020202020204" pitchFamily="34" charset="0"/>
              <a:ea typeface="宋体" panose="02010600030101010101" pitchFamily="2" charset="-122"/>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8722"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58723"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58724"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Bad guys can attack servers and network infrastructure</a:t>
            </a:r>
            <a:endParaRPr lang="en-US" altLang="zh-CN" sz="3600" dirty="0">
              <a:ea typeface="宋体" panose="02010600030101010101" pitchFamily="2" charset="-122"/>
            </a:endParaRPr>
          </a:p>
        </p:txBody>
      </p:sp>
      <p:sp>
        <p:nvSpPr>
          <p:cNvPr id="158725" name="Rectangle 3"/>
          <p:cNvSpPr>
            <a:spLocks noGrp="1"/>
          </p:cNvSpPr>
          <p:nvPr>
            <p:ph idx="1"/>
          </p:nvPr>
        </p:nvSpPr>
        <p:spPr>
          <a:xfrm>
            <a:off x="422275" y="1584325"/>
            <a:ext cx="8132763" cy="1171575"/>
          </a:xfrm>
        </p:spPr>
        <p:txBody>
          <a:bodyPr vert="horz" wrap="square" lIns="91440" tIns="45720" rIns="91440" bIns="45720" anchor="t" anchorCtr="0"/>
          <a:p>
            <a:pPr>
              <a:lnSpc>
                <a:spcPct val="90000"/>
              </a:lnSpc>
            </a:pPr>
            <a:r>
              <a:rPr lang="en-US" altLang="zh-CN" sz="2400" dirty="0">
                <a:ea typeface="宋体" panose="02010600030101010101" pitchFamily="2" charset="-122"/>
              </a:rPr>
              <a:t>Denial of service (DoS): attackers make resources (server, bandwidth) unavailable to legitimate traffic by overwhelming resource with bogus traffic</a:t>
            </a:r>
            <a:endParaRPr lang="en-US" altLang="zh-CN" sz="2400" dirty="0">
              <a:ea typeface="宋体" panose="02010600030101010101" pitchFamily="2" charset="-122"/>
            </a:endParaRPr>
          </a:p>
        </p:txBody>
      </p:sp>
      <p:sp>
        <p:nvSpPr>
          <p:cNvPr id="281604" name="Rectangle 4"/>
          <p:cNvSpPr/>
          <p:nvPr/>
        </p:nvSpPr>
        <p:spPr>
          <a:xfrm>
            <a:off x="287338" y="2786063"/>
            <a:ext cx="4114800" cy="5334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457200" lvl="0" indent="-457200">
              <a:buFont typeface="ZapfDingbats"/>
              <a:buAutoNum type="arabicPeriod"/>
            </a:pPr>
            <a:r>
              <a:rPr lang="en-US" altLang="zh-CN" sz="2400" dirty="0">
                <a:ea typeface="宋体" panose="02010600030101010101" pitchFamily="2" charset="-122"/>
              </a:rPr>
              <a:t>select target</a:t>
            </a:r>
            <a:endParaRPr lang="en-US" altLang="zh-CN" sz="2400" dirty="0">
              <a:ea typeface="宋体" panose="02010600030101010101" pitchFamily="2" charset="-122"/>
            </a:endParaRPr>
          </a:p>
        </p:txBody>
      </p:sp>
      <p:sp>
        <p:nvSpPr>
          <p:cNvPr id="281605" name="Rectangle 5"/>
          <p:cNvSpPr/>
          <p:nvPr/>
        </p:nvSpPr>
        <p:spPr>
          <a:xfrm>
            <a:off x="247650" y="3305175"/>
            <a:ext cx="3795713" cy="9144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457200" lvl="0" indent="-457200">
              <a:buFont typeface="ZapfDingbats"/>
              <a:buAutoNum type="arabicPeriod" startAt="2"/>
            </a:pPr>
            <a:r>
              <a:rPr lang="en-US" altLang="zh-CN" sz="2400" dirty="0">
                <a:ea typeface="宋体" panose="02010600030101010101" pitchFamily="2" charset="-122"/>
              </a:rPr>
              <a:t>break into hosts around the network (see botnet)</a:t>
            </a:r>
            <a:endParaRPr lang="en-US" altLang="zh-CN" sz="2400" dirty="0">
              <a:ea typeface="宋体" panose="02010600030101010101" pitchFamily="2" charset="-122"/>
            </a:endParaRPr>
          </a:p>
          <a:p>
            <a:pPr marL="457200" lvl="0" indent="-457200">
              <a:buFont typeface="ZapfDingbats"/>
              <a:buAutoNum type="arabicPeriod" startAt="2"/>
            </a:pPr>
            <a:endParaRPr lang="en-US" altLang="zh-CN" sz="2400" dirty="0">
              <a:ea typeface="宋体" panose="02010600030101010101" pitchFamily="2" charset="-122"/>
            </a:endParaRPr>
          </a:p>
        </p:txBody>
      </p:sp>
      <p:sp>
        <p:nvSpPr>
          <p:cNvPr id="281606" name="Rectangle 6"/>
          <p:cNvSpPr/>
          <p:nvPr/>
        </p:nvSpPr>
        <p:spPr>
          <a:xfrm>
            <a:off x="261938" y="4440238"/>
            <a:ext cx="4114800" cy="12192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457200" lvl="0" indent="-457200">
              <a:buFont typeface="ZapfDingbats"/>
              <a:buAutoNum type="arabicPeriod" startAt="3"/>
            </a:pPr>
            <a:r>
              <a:rPr lang="en-US" altLang="zh-CN" sz="2400" dirty="0">
                <a:ea typeface="宋体" panose="02010600030101010101" pitchFamily="2" charset="-122"/>
              </a:rPr>
              <a:t>send packets toward target from compromised hosts</a:t>
            </a:r>
            <a:endParaRPr lang="en-US" altLang="zh-CN" sz="2400" dirty="0">
              <a:ea typeface="宋体" panose="02010600030101010101" pitchFamily="2" charset="-122"/>
            </a:endParaRPr>
          </a:p>
        </p:txBody>
      </p:sp>
      <p:grpSp>
        <p:nvGrpSpPr>
          <p:cNvPr id="158729" name="Group 74"/>
          <p:cNvGrpSpPr/>
          <p:nvPr/>
        </p:nvGrpSpPr>
        <p:grpSpPr>
          <a:xfrm>
            <a:off x="4519613" y="2995613"/>
            <a:ext cx="3641725" cy="3559175"/>
            <a:chOff x="2820" y="1549"/>
            <a:chExt cx="2294" cy="2242"/>
          </a:xfrm>
        </p:grpSpPr>
        <p:grpSp>
          <p:nvGrpSpPr>
            <p:cNvPr id="158730" name="Group 20"/>
            <p:cNvGrpSpPr/>
            <p:nvPr/>
          </p:nvGrpSpPr>
          <p:grpSpPr>
            <a:xfrm>
              <a:off x="4029" y="2155"/>
              <a:ext cx="233" cy="530"/>
              <a:chOff x="5086" y="1108"/>
              <a:chExt cx="198" cy="417"/>
            </a:xfrm>
          </p:grpSpPr>
          <p:sp>
            <p:nvSpPr>
              <p:cNvPr id="158766" name="AutoShape 8"/>
              <p:cNvSpPr/>
              <p:nvPr/>
            </p:nvSpPr>
            <p:spPr>
              <a:xfrm>
                <a:off x="5086" y="1428"/>
                <a:ext cx="198" cy="97"/>
              </a:xfrm>
              <a:prstGeom prst="parallelogram">
                <a:avLst>
                  <a:gd name="adj" fmla="val 78634"/>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8767" name="Rectangle 9"/>
              <p:cNvSpPr/>
              <p:nvPr/>
            </p:nvSpPr>
            <p:spPr>
              <a:xfrm>
                <a:off x="5186" y="1111"/>
                <a:ext cx="91" cy="320"/>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8768" name="Rectangle 10"/>
              <p:cNvSpPr/>
              <p:nvPr/>
            </p:nvSpPr>
            <p:spPr>
              <a:xfrm>
                <a:off x="5087" y="1202"/>
                <a:ext cx="126" cy="320"/>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8769" name="AutoShape 11"/>
              <p:cNvSpPr/>
              <p:nvPr/>
            </p:nvSpPr>
            <p:spPr>
              <a:xfrm>
                <a:off x="5086" y="1108"/>
                <a:ext cx="198" cy="97"/>
              </a:xfrm>
              <a:prstGeom prst="parallelogram">
                <a:avLst>
                  <a:gd name="adj" fmla="val 78634"/>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8770" name="Line 12"/>
              <p:cNvSpPr/>
              <p:nvPr/>
            </p:nvSpPr>
            <p:spPr>
              <a:xfrm>
                <a:off x="5284" y="1115"/>
                <a:ext cx="0" cy="313"/>
              </a:xfrm>
              <a:prstGeom prst="line">
                <a:avLst/>
              </a:prstGeom>
              <a:ln w="9525" cap="flat" cmpd="sng">
                <a:solidFill>
                  <a:schemeClr val="tx1"/>
                </a:solidFill>
                <a:prstDash val="solid"/>
                <a:headEnd type="none" w="med" len="med"/>
                <a:tailEnd type="none" w="med" len="med"/>
              </a:ln>
            </p:spPr>
          </p:sp>
          <p:sp>
            <p:nvSpPr>
              <p:cNvPr id="158771" name="Line 13"/>
              <p:cNvSpPr/>
              <p:nvPr/>
            </p:nvSpPr>
            <p:spPr>
              <a:xfrm flipH="1">
                <a:off x="5213" y="1428"/>
                <a:ext cx="71" cy="94"/>
              </a:xfrm>
              <a:prstGeom prst="line">
                <a:avLst/>
              </a:prstGeom>
              <a:ln w="9525" cap="flat" cmpd="sng">
                <a:solidFill>
                  <a:schemeClr val="tx1"/>
                </a:solidFill>
                <a:prstDash val="solid"/>
                <a:headEnd type="none" w="med" len="med"/>
                <a:tailEnd type="none" w="med" len="med"/>
              </a:ln>
            </p:spPr>
          </p:sp>
          <p:sp>
            <p:nvSpPr>
              <p:cNvPr id="158772" name="Rectangle 14"/>
              <p:cNvSpPr/>
              <p:nvPr/>
            </p:nvSpPr>
            <p:spPr>
              <a:xfrm>
                <a:off x="5104" y="1244"/>
                <a:ext cx="82" cy="184"/>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8773" name="Rectangle 15"/>
              <p:cNvSpPr/>
              <p:nvPr/>
            </p:nvSpPr>
            <p:spPr>
              <a:xfrm>
                <a:off x="5115" y="1300"/>
                <a:ext cx="63" cy="6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aphicFrame>
          <p:nvGraphicFramePr>
            <p:cNvPr id="158731" name="Object 19"/>
            <p:cNvGraphicFramePr>
              <a:graphicFrameLocks noChangeAspect="1"/>
            </p:cNvGraphicFramePr>
            <p:nvPr/>
          </p:nvGraphicFramePr>
          <p:xfrm>
            <a:off x="4513" y="1549"/>
            <a:ext cx="344" cy="334"/>
          </p:xfrm>
          <a:graphic>
            <a:graphicData uri="http://schemas.openxmlformats.org/presentationml/2006/ole">
              <mc:AlternateContent xmlns:mc="http://schemas.openxmlformats.org/markup-compatibility/2006">
                <mc:Choice xmlns:v="urn:schemas-microsoft-com:vml" Requires="v">
                  <p:oleObj spid="_x0000_s3186" name="" r:id="rId1" imgW="18192750" imgH="15087600" progId="MS_ClipArt_Gallery.2">
                    <p:embed/>
                  </p:oleObj>
                </mc:Choice>
                <mc:Fallback>
                  <p:oleObj name="" r:id="rId1" imgW="18192750" imgH="15087600" progId="MS_ClipArt_Gallery.2">
                    <p:embed/>
                    <p:pic>
                      <p:nvPicPr>
                        <p:cNvPr id="0" name="图片 3185"/>
                        <p:cNvPicPr/>
                        <p:nvPr/>
                      </p:nvPicPr>
                      <p:blipFill>
                        <a:blip r:embed="rId2"/>
                        <a:stretch>
                          <a:fillRect/>
                        </a:stretch>
                      </p:blipFill>
                      <p:spPr>
                        <a:xfrm>
                          <a:off x="4513" y="1549"/>
                          <a:ext cx="344" cy="334"/>
                        </a:xfrm>
                        <a:prstGeom prst="rect">
                          <a:avLst/>
                        </a:prstGeom>
                        <a:noFill/>
                        <a:ln w="38100">
                          <a:noFill/>
                          <a:miter/>
                        </a:ln>
                      </p:spPr>
                    </p:pic>
                  </p:oleObj>
                </mc:Fallback>
              </mc:AlternateContent>
            </a:graphicData>
          </a:graphic>
        </p:graphicFrame>
        <p:sp>
          <p:nvSpPr>
            <p:cNvPr id="158732" name="Text Box 21"/>
            <p:cNvSpPr txBox="1"/>
            <p:nvPr/>
          </p:nvSpPr>
          <p:spPr>
            <a:xfrm>
              <a:off x="3895" y="2707"/>
              <a:ext cx="598"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000" dirty="0">
                  <a:ea typeface="宋体" panose="02010600030101010101" pitchFamily="2" charset="-122"/>
                </a:rPr>
                <a:t>target</a:t>
              </a:r>
              <a:endParaRPr lang="en-US" altLang="zh-CN" sz="2000" dirty="0">
                <a:ea typeface="宋体" panose="02010600030101010101" pitchFamily="2" charset="-122"/>
              </a:endParaRPr>
            </a:p>
          </p:txBody>
        </p:sp>
        <p:graphicFrame>
          <p:nvGraphicFramePr>
            <p:cNvPr id="158733" name="Object 24"/>
            <p:cNvGraphicFramePr>
              <a:graphicFrameLocks noChangeAspect="1"/>
            </p:cNvGraphicFramePr>
            <p:nvPr/>
          </p:nvGraphicFramePr>
          <p:xfrm>
            <a:off x="3894" y="1633"/>
            <a:ext cx="344" cy="334"/>
          </p:xfrm>
          <a:graphic>
            <a:graphicData uri="http://schemas.openxmlformats.org/presentationml/2006/ole">
              <mc:AlternateContent xmlns:mc="http://schemas.openxmlformats.org/markup-compatibility/2006">
                <mc:Choice xmlns:v="urn:schemas-microsoft-com:vml" Requires="v">
                  <p:oleObj spid="_x0000_s3182" name="" r:id="rId3" imgW="18192750" imgH="15087600" progId="MS_ClipArt_Gallery.2">
                    <p:embed/>
                  </p:oleObj>
                </mc:Choice>
                <mc:Fallback>
                  <p:oleObj name="" r:id="rId3" imgW="18192750" imgH="15087600" progId="MS_ClipArt_Gallery.2">
                    <p:embed/>
                    <p:pic>
                      <p:nvPicPr>
                        <p:cNvPr id="0" name="图片 3181"/>
                        <p:cNvPicPr/>
                        <p:nvPr/>
                      </p:nvPicPr>
                      <p:blipFill>
                        <a:blip r:embed="rId2"/>
                        <a:stretch>
                          <a:fillRect/>
                        </a:stretch>
                      </p:blipFill>
                      <p:spPr>
                        <a:xfrm>
                          <a:off x="3894" y="1633"/>
                          <a:ext cx="344" cy="334"/>
                        </a:xfrm>
                        <a:prstGeom prst="rect">
                          <a:avLst/>
                        </a:prstGeom>
                        <a:noFill/>
                        <a:ln w="38100">
                          <a:noFill/>
                          <a:miter/>
                        </a:ln>
                      </p:spPr>
                    </p:pic>
                  </p:oleObj>
                </mc:Fallback>
              </mc:AlternateContent>
            </a:graphicData>
          </a:graphic>
        </p:graphicFrame>
        <p:graphicFrame>
          <p:nvGraphicFramePr>
            <p:cNvPr id="158734" name="Object 43"/>
            <p:cNvGraphicFramePr>
              <a:graphicFrameLocks noChangeAspect="1"/>
            </p:cNvGraphicFramePr>
            <p:nvPr/>
          </p:nvGraphicFramePr>
          <p:xfrm>
            <a:off x="3274" y="1651"/>
            <a:ext cx="344" cy="334"/>
          </p:xfrm>
          <a:graphic>
            <a:graphicData uri="http://schemas.openxmlformats.org/presentationml/2006/ole">
              <mc:AlternateContent xmlns:mc="http://schemas.openxmlformats.org/markup-compatibility/2006">
                <mc:Choice xmlns:v="urn:schemas-microsoft-com:vml" Requires="v">
                  <p:oleObj spid="_x0000_s3191" name="" r:id="rId4" imgW="18192750" imgH="15087600" progId="MS_ClipArt_Gallery.2">
                    <p:embed/>
                  </p:oleObj>
                </mc:Choice>
                <mc:Fallback>
                  <p:oleObj name="" r:id="rId4" imgW="18192750" imgH="15087600" progId="MS_ClipArt_Gallery.2">
                    <p:embed/>
                    <p:pic>
                      <p:nvPicPr>
                        <p:cNvPr id="0" name="图片 3190"/>
                        <p:cNvPicPr/>
                        <p:nvPr/>
                      </p:nvPicPr>
                      <p:blipFill>
                        <a:blip r:embed="rId2"/>
                        <a:stretch>
                          <a:fillRect/>
                        </a:stretch>
                      </p:blipFill>
                      <p:spPr>
                        <a:xfrm>
                          <a:off x="3274" y="1651"/>
                          <a:ext cx="344" cy="334"/>
                        </a:xfrm>
                        <a:prstGeom prst="rect">
                          <a:avLst/>
                        </a:prstGeom>
                        <a:noFill/>
                        <a:ln w="38100">
                          <a:noFill/>
                          <a:miter/>
                        </a:ln>
                      </p:spPr>
                    </p:pic>
                  </p:oleObj>
                </mc:Fallback>
              </mc:AlternateContent>
            </a:graphicData>
          </a:graphic>
        </p:graphicFrame>
        <p:graphicFrame>
          <p:nvGraphicFramePr>
            <p:cNvPr id="158735" name="Object 44"/>
            <p:cNvGraphicFramePr>
              <a:graphicFrameLocks noChangeAspect="1"/>
            </p:cNvGraphicFramePr>
            <p:nvPr/>
          </p:nvGraphicFramePr>
          <p:xfrm>
            <a:off x="3553" y="2069"/>
            <a:ext cx="344" cy="334"/>
          </p:xfrm>
          <a:graphic>
            <a:graphicData uri="http://schemas.openxmlformats.org/presentationml/2006/ole">
              <mc:AlternateContent xmlns:mc="http://schemas.openxmlformats.org/markup-compatibility/2006">
                <mc:Choice xmlns:v="urn:schemas-microsoft-com:vml" Requires="v">
                  <p:oleObj spid="_x0000_s3185" name="" r:id="rId5" imgW="18192750" imgH="15087600" progId="MS_ClipArt_Gallery.2">
                    <p:embed/>
                  </p:oleObj>
                </mc:Choice>
                <mc:Fallback>
                  <p:oleObj name="" r:id="rId5" imgW="18192750" imgH="15087600" progId="MS_ClipArt_Gallery.2">
                    <p:embed/>
                    <p:pic>
                      <p:nvPicPr>
                        <p:cNvPr id="0" name="图片 3184"/>
                        <p:cNvPicPr/>
                        <p:nvPr/>
                      </p:nvPicPr>
                      <p:blipFill>
                        <a:blip r:embed="rId2"/>
                        <a:stretch>
                          <a:fillRect/>
                        </a:stretch>
                      </p:blipFill>
                      <p:spPr>
                        <a:xfrm>
                          <a:off x="3553" y="2069"/>
                          <a:ext cx="344" cy="334"/>
                        </a:xfrm>
                        <a:prstGeom prst="rect">
                          <a:avLst/>
                        </a:prstGeom>
                        <a:noFill/>
                        <a:ln w="38100">
                          <a:noFill/>
                          <a:miter/>
                        </a:ln>
                      </p:spPr>
                    </p:pic>
                  </p:oleObj>
                </mc:Fallback>
              </mc:AlternateContent>
            </a:graphicData>
          </a:graphic>
        </p:graphicFrame>
        <p:graphicFrame>
          <p:nvGraphicFramePr>
            <p:cNvPr id="158736" name="Object 45"/>
            <p:cNvGraphicFramePr>
              <a:graphicFrameLocks noChangeAspect="1"/>
            </p:cNvGraphicFramePr>
            <p:nvPr/>
          </p:nvGraphicFramePr>
          <p:xfrm>
            <a:off x="4679" y="2070"/>
            <a:ext cx="344" cy="334"/>
          </p:xfrm>
          <a:graphic>
            <a:graphicData uri="http://schemas.openxmlformats.org/presentationml/2006/ole">
              <mc:AlternateContent xmlns:mc="http://schemas.openxmlformats.org/markup-compatibility/2006">
                <mc:Choice xmlns:v="urn:schemas-microsoft-com:vml" Requires="v">
                  <p:oleObj spid="_x0000_s3181" name="" r:id="rId6" imgW="18192750" imgH="15087600" progId="MS_ClipArt_Gallery.2">
                    <p:embed/>
                  </p:oleObj>
                </mc:Choice>
                <mc:Fallback>
                  <p:oleObj name="" r:id="rId6" imgW="18192750" imgH="15087600" progId="MS_ClipArt_Gallery.2">
                    <p:embed/>
                    <p:pic>
                      <p:nvPicPr>
                        <p:cNvPr id="0" name="图片 3180"/>
                        <p:cNvPicPr/>
                        <p:nvPr/>
                      </p:nvPicPr>
                      <p:blipFill>
                        <a:blip r:embed="rId2"/>
                        <a:stretch>
                          <a:fillRect/>
                        </a:stretch>
                      </p:blipFill>
                      <p:spPr>
                        <a:xfrm>
                          <a:off x="4679" y="2070"/>
                          <a:ext cx="344" cy="334"/>
                        </a:xfrm>
                        <a:prstGeom prst="rect">
                          <a:avLst/>
                        </a:prstGeom>
                        <a:noFill/>
                        <a:ln w="38100">
                          <a:noFill/>
                          <a:miter/>
                        </a:ln>
                      </p:spPr>
                    </p:pic>
                  </p:oleObj>
                </mc:Fallback>
              </mc:AlternateContent>
            </a:graphicData>
          </a:graphic>
        </p:graphicFrame>
        <p:graphicFrame>
          <p:nvGraphicFramePr>
            <p:cNvPr id="158737" name="Object 46"/>
            <p:cNvGraphicFramePr>
              <a:graphicFrameLocks noChangeAspect="1"/>
            </p:cNvGraphicFramePr>
            <p:nvPr/>
          </p:nvGraphicFramePr>
          <p:xfrm>
            <a:off x="4733" y="3029"/>
            <a:ext cx="344" cy="334"/>
          </p:xfrm>
          <a:graphic>
            <a:graphicData uri="http://schemas.openxmlformats.org/presentationml/2006/ole">
              <mc:AlternateContent xmlns:mc="http://schemas.openxmlformats.org/markup-compatibility/2006">
                <mc:Choice xmlns:v="urn:schemas-microsoft-com:vml" Requires="v">
                  <p:oleObj spid="_x0000_s3190" name="" r:id="rId7" imgW="18192750" imgH="15087600" progId="MS_ClipArt_Gallery.2">
                    <p:embed/>
                  </p:oleObj>
                </mc:Choice>
                <mc:Fallback>
                  <p:oleObj name="" r:id="rId7" imgW="18192750" imgH="15087600" progId="MS_ClipArt_Gallery.2">
                    <p:embed/>
                    <p:pic>
                      <p:nvPicPr>
                        <p:cNvPr id="0" name="图片 3189"/>
                        <p:cNvPicPr/>
                        <p:nvPr/>
                      </p:nvPicPr>
                      <p:blipFill>
                        <a:blip r:embed="rId2"/>
                        <a:stretch>
                          <a:fillRect/>
                        </a:stretch>
                      </p:blipFill>
                      <p:spPr>
                        <a:xfrm>
                          <a:off x="4733" y="3029"/>
                          <a:ext cx="344" cy="334"/>
                        </a:xfrm>
                        <a:prstGeom prst="rect">
                          <a:avLst/>
                        </a:prstGeom>
                        <a:noFill/>
                        <a:ln w="38100">
                          <a:noFill/>
                          <a:miter/>
                        </a:ln>
                      </p:spPr>
                    </p:pic>
                  </p:oleObj>
                </mc:Fallback>
              </mc:AlternateContent>
            </a:graphicData>
          </a:graphic>
        </p:graphicFrame>
        <p:graphicFrame>
          <p:nvGraphicFramePr>
            <p:cNvPr id="158738" name="Object 47"/>
            <p:cNvGraphicFramePr>
              <a:graphicFrameLocks noChangeAspect="1"/>
            </p:cNvGraphicFramePr>
            <p:nvPr/>
          </p:nvGraphicFramePr>
          <p:xfrm>
            <a:off x="2820" y="2096"/>
            <a:ext cx="344" cy="334"/>
          </p:xfrm>
          <a:graphic>
            <a:graphicData uri="http://schemas.openxmlformats.org/presentationml/2006/ole">
              <mc:AlternateContent xmlns:mc="http://schemas.openxmlformats.org/markup-compatibility/2006">
                <mc:Choice xmlns:v="urn:schemas-microsoft-com:vml" Requires="v">
                  <p:oleObj spid="_x0000_s3192" name="" r:id="rId8" imgW="18192750" imgH="15087600" progId="MS_ClipArt_Gallery.2">
                    <p:embed/>
                  </p:oleObj>
                </mc:Choice>
                <mc:Fallback>
                  <p:oleObj name="" r:id="rId8" imgW="18192750" imgH="15087600" progId="MS_ClipArt_Gallery.2">
                    <p:embed/>
                    <p:pic>
                      <p:nvPicPr>
                        <p:cNvPr id="0" name="图片 3191"/>
                        <p:cNvPicPr/>
                        <p:nvPr/>
                      </p:nvPicPr>
                      <p:blipFill>
                        <a:blip r:embed="rId2"/>
                        <a:stretch>
                          <a:fillRect/>
                        </a:stretch>
                      </p:blipFill>
                      <p:spPr>
                        <a:xfrm>
                          <a:off x="2820" y="2096"/>
                          <a:ext cx="344" cy="334"/>
                        </a:xfrm>
                        <a:prstGeom prst="rect">
                          <a:avLst/>
                        </a:prstGeom>
                        <a:noFill/>
                        <a:ln w="38100">
                          <a:noFill/>
                          <a:miter/>
                        </a:ln>
                      </p:spPr>
                    </p:pic>
                  </p:oleObj>
                </mc:Fallback>
              </mc:AlternateContent>
            </a:graphicData>
          </a:graphic>
        </p:graphicFrame>
        <p:graphicFrame>
          <p:nvGraphicFramePr>
            <p:cNvPr id="158739" name="Object 48"/>
            <p:cNvGraphicFramePr>
              <a:graphicFrameLocks noChangeAspect="1"/>
            </p:cNvGraphicFramePr>
            <p:nvPr/>
          </p:nvGraphicFramePr>
          <p:xfrm>
            <a:off x="3230" y="2558"/>
            <a:ext cx="344" cy="334"/>
          </p:xfrm>
          <a:graphic>
            <a:graphicData uri="http://schemas.openxmlformats.org/presentationml/2006/ole">
              <mc:AlternateContent xmlns:mc="http://schemas.openxmlformats.org/markup-compatibility/2006">
                <mc:Choice xmlns:v="urn:schemas-microsoft-com:vml" Requires="v">
                  <p:oleObj spid="_x0000_s3188" name="" r:id="rId9" imgW="18192750" imgH="15087600" progId="MS_ClipArt_Gallery.2">
                    <p:embed/>
                  </p:oleObj>
                </mc:Choice>
                <mc:Fallback>
                  <p:oleObj name="" r:id="rId9" imgW="18192750" imgH="15087600" progId="MS_ClipArt_Gallery.2">
                    <p:embed/>
                    <p:pic>
                      <p:nvPicPr>
                        <p:cNvPr id="0" name="图片 3187"/>
                        <p:cNvPicPr/>
                        <p:nvPr/>
                      </p:nvPicPr>
                      <p:blipFill>
                        <a:blip r:embed="rId2"/>
                        <a:stretch>
                          <a:fillRect/>
                        </a:stretch>
                      </p:blipFill>
                      <p:spPr>
                        <a:xfrm>
                          <a:off x="3230" y="2558"/>
                          <a:ext cx="344" cy="334"/>
                        </a:xfrm>
                        <a:prstGeom prst="rect">
                          <a:avLst/>
                        </a:prstGeom>
                        <a:noFill/>
                        <a:ln w="38100">
                          <a:noFill/>
                          <a:miter/>
                        </a:ln>
                      </p:spPr>
                    </p:pic>
                  </p:oleObj>
                </mc:Fallback>
              </mc:AlternateContent>
            </a:graphicData>
          </a:graphic>
        </p:graphicFrame>
        <p:graphicFrame>
          <p:nvGraphicFramePr>
            <p:cNvPr id="158740" name="Object 49"/>
            <p:cNvGraphicFramePr>
              <a:graphicFrameLocks noChangeAspect="1"/>
            </p:cNvGraphicFramePr>
            <p:nvPr/>
          </p:nvGraphicFramePr>
          <p:xfrm>
            <a:off x="3545" y="2951"/>
            <a:ext cx="344" cy="334"/>
          </p:xfrm>
          <a:graphic>
            <a:graphicData uri="http://schemas.openxmlformats.org/presentationml/2006/ole">
              <mc:AlternateContent xmlns:mc="http://schemas.openxmlformats.org/markup-compatibility/2006">
                <mc:Choice xmlns:v="urn:schemas-microsoft-com:vml" Requires="v">
                  <p:oleObj spid="_x0000_s3183" name="" r:id="rId10" imgW="18192750" imgH="15087600" progId="MS_ClipArt_Gallery.2">
                    <p:embed/>
                  </p:oleObj>
                </mc:Choice>
                <mc:Fallback>
                  <p:oleObj name="" r:id="rId10" imgW="18192750" imgH="15087600" progId="MS_ClipArt_Gallery.2">
                    <p:embed/>
                    <p:pic>
                      <p:nvPicPr>
                        <p:cNvPr id="0" name="图片 3182"/>
                        <p:cNvPicPr/>
                        <p:nvPr/>
                      </p:nvPicPr>
                      <p:blipFill>
                        <a:blip r:embed="rId2"/>
                        <a:stretch>
                          <a:fillRect/>
                        </a:stretch>
                      </p:blipFill>
                      <p:spPr>
                        <a:xfrm>
                          <a:off x="3545" y="2951"/>
                          <a:ext cx="344" cy="334"/>
                        </a:xfrm>
                        <a:prstGeom prst="rect">
                          <a:avLst/>
                        </a:prstGeom>
                        <a:noFill/>
                        <a:ln w="38100">
                          <a:noFill/>
                          <a:miter/>
                        </a:ln>
                      </p:spPr>
                    </p:pic>
                  </p:oleObj>
                </mc:Fallback>
              </mc:AlternateContent>
            </a:graphicData>
          </a:graphic>
        </p:graphicFrame>
        <p:graphicFrame>
          <p:nvGraphicFramePr>
            <p:cNvPr id="158741" name="Object 50"/>
            <p:cNvGraphicFramePr>
              <a:graphicFrameLocks noChangeAspect="1"/>
            </p:cNvGraphicFramePr>
            <p:nvPr/>
          </p:nvGraphicFramePr>
          <p:xfrm>
            <a:off x="4713" y="2506"/>
            <a:ext cx="344" cy="334"/>
          </p:xfrm>
          <a:graphic>
            <a:graphicData uri="http://schemas.openxmlformats.org/presentationml/2006/ole">
              <mc:AlternateContent xmlns:mc="http://schemas.openxmlformats.org/markup-compatibility/2006">
                <mc:Choice xmlns:v="urn:schemas-microsoft-com:vml" Requires="v">
                  <p:oleObj spid="_x0000_s3189" name="" r:id="rId11" imgW="18192750" imgH="15087600" progId="MS_ClipArt_Gallery.2">
                    <p:embed/>
                  </p:oleObj>
                </mc:Choice>
                <mc:Fallback>
                  <p:oleObj name="" r:id="rId11" imgW="18192750" imgH="15087600" progId="MS_ClipArt_Gallery.2">
                    <p:embed/>
                    <p:pic>
                      <p:nvPicPr>
                        <p:cNvPr id="0" name="图片 3188"/>
                        <p:cNvPicPr/>
                        <p:nvPr/>
                      </p:nvPicPr>
                      <p:blipFill>
                        <a:blip r:embed="rId2"/>
                        <a:stretch>
                          <a:fillRect/>
                        </a:stretch>
                      </p:blipFill>
                      <p:spPr>
                        <a:xfrm>
                          <a:off x="4713" y="2506"/>
                          <a:ext cx="344" cy="334"/>
                        </a:xfrm>
                        <a:prstGeom prst="rect">
                          <a:avLst/>
                        </a:prstGeom>
                        <a:noFill/>
                        <a:ln w="38100">
                          <a:noFill/>
                          <a:miter/>
                        </a:ln>
                      </p:spPr>
                    </p:pic>
                  </p:oleObj>
                </mc:Fallback>
              </mc:AlternateContent>
            </a:graphicData>
          </a:graphic>
        </p:graphicFrame>
        <p:graphicFrame>
          <p:nvGraphicFramePr>
            <p:cNvPr id="158742" name="Object 51"/>
            <p:cNvGraphicFramePr>
              <a:graphicFrameLocks noChangeAspect="1"/>
            </p:cNvGraphicFramePr>
            <p:nvPr/>
          </p:nvGraphicFramePr>
          <p:xfrm>
            <a:off x="4113" y="3196"/>
            <a:ext cx="344" cy="334"/>
          </p:xfrm>
          <a:graphic>
            <a:graphicData uri="http://schemas.openxmlformats.org/presentationml/2006/ole">
              <mc:AlternateContent xmlns:mc="http://schemas.openxmlformats.org/markup-compatibility/2006">
                <mc:Choice xmlns:v="urn:schemas-microsoft-com:vml" Requires="v">
                  <p:oleObj spid="_x0000_s3187" name="" r:id="rId12" imgW="18192750" imgH="15087600" progId="MS_ClipArt_Gallery.2">
                    <p:embed/>
                  </p:oleObj>
                </mc:Choice>
                <mc:Fallback>
                  <p:oleObj name="" r:id="rId12" imgW="18192750" imgH="15087600" progId="MS_ClipArt_Gallery.2">
                    <p:embed/>
                    <p:pic>
                      <p:nvPicPr>
                        <p:cNvPr id="0" name="图片 3186"/>
                        <p:cNvPicPr/>
                        <p:nvPr/>
                      </p:nvPicPr>
                      <p:blipFill>
                        <a:blip r:embed="rId2"/>
                        <a:stretch>
                          <a:fillRect/>
                        </a:stretch>
                      </p:blipFill>
                      <p:spPr>
                        <a:xfrm>
                          <a:off x="4113" y="3196"/>
                          <a:ext cx="344" cy="334"/>
                        </a:xfrm>
                        <a:prstGeom prst="rect">
                          <a:avLst/>
                        </a:prstGeom>
                        <a:noFill/>
                        <a:ln w="38100">
                          <a:noFill/>
                          <a:miter/>
                        </a:ln>
                      </p:spPr>
                    </p:pic>
                  </p:oleObj>
                </mc:Fallback>
              </mc:AlternateContent>
            </a:graphicData>
          </a:graphic>
        </p:graphicFrame>
        <p:graphicFrame>
          <p:nvGraphicFramePr>
            <p:cNvPr id="158743" name="Object 52"/>
            <p:cNvGraphicFramePr>
              <a:graphicFrameLocks noChangeAspect="1"/>
            </p:cNvGraphicFramePr>
            <p:nvPr/>
          </p:nvGraphicFramePr>
          <p:xfrm>
            <a:off x="3719" y="3457"/>
            <a:ext cx="344" cy="334"/>
          </p:xfrm>
          <a:graphic>
            <a:graphicData uri="http://schemas.openxmlformats.org/presentationml/2006/ole">
              <mc:AlternateContent xmlns:mc="http://schemas.openxmlformats.org/markup-compatibility/2006">
                <mc:Choice xmlns:v="urn:schemas-microsoft-com:vml" Requires="v">
                  <p:oleObj spid="_x0000_s3184" name="" r:id="rId13" imgW="18192750" imgH="15087600" progId="MS_ClipArt_Gallery.2">
                    <p:embed/>
                  </p:oleObj>
                </mc:Choice>
                <mc:Fallback>
                  <p:oleObj name="" r:id="rId13" imgW="18192750" imgH="15087600" progId="MS_ClipArt_Gallery.2">
                    <p:embed/>
                    <p:pic>
                      <p:nvPicPr>
                        <p:cNvPr id="0" name="图片 3183"/>
                        <p:cNvPicPr/>
                        <p:nvPr/>
                      </p:nvPicPr>
                      <p:blipFill>
                        <a:blip r:embed="rId2"/>
                        <a:stretch>
                          <a:fillRect/>
                        </a:stretch>
                      </p:blipFill>
                      <p:spPr>
                        <a:xfrm>
                          <a:off x="3719" y="3457"/>
                          <a:ext cx="344" cy="334"/>
                        </a:xfrm>
                        <a:prstGeom prst="rect">
                          <a:avLst/>
                        </a:prstGeom>
                        <a:noFill/>
                        <a:ln w="38100">
                          <a:noFill/>
                          <a:miter/>
                        </a:ln>
                      </p:spPr>
                    </p:pic>
                  </p:oleObj>
                </mc:Fallback>
              </mc:AlternateContent>
            </a:graphicData>
          </a:graphic>
        </p:graphicFrame>
        <p:graphicFrame>
          <p:nvGraphicFramePr>
            <p:cNvPr id="158744" name="Object 53"/>
            <p:cNvGraphicFramePr>
              <a:graphicFrameLocks noChangeAspect="1"/>
            </p:cNvGraphicFramePr>
            <p:nvPr/>
          </p:nvGraphicFramePr>
          <p:xfrm>
            <a:off x="2951" y="3126"/>
            <a:ext cx="344" cy="334"/>
          </p:xfrm>
          <a:graphic>
            <a:graphicData uri="http://schemas.openxmlformats.org/presentationml/2006/ole">
              <mc:AlternateContent xmlns:mc="http://schemas.openxmlformats.org/markup-compatibility/2006">
                <mc:Choice xmlns:v="urn:schemas-microsoft-com:vml" Requires="v">
                  <p:oleObj spid="_x0000_s3193" name="" r:id="rId14" imgW="18192750" imgH="15087600" progId="MS_ClipArt_Gallery.2">
                    <p:embed/>
                  </p:oleObj>
                </mc:Choice>
                <mc:Fallback>
                  <p:oleObj name="" r:id="rId14" imgW="18192750" imgH="15087600" progId="MS_ClipArt_Gallery.2">
                    <p:embed/>
                    <p:pic>
                      <p:nvPicPr>
                        <p:cNvPr id="0" name="图片 3192"/>
                        <p:cNvPicPr/>
                        <p:nvPr/>
                      </p:nvPicPr>
                      <p:blipFill>
                        <a:blip r:embed="rId2"/>
                        <a:stretch>
                          <a:fillRect/>
                        </a:stretch>
                      </p:blipFill>
                      <p:spPr>
                        <a:xfrm>
                          <a:off x="2951" y="3126"/>
                          <a:ext cx="344" cy="334"/>
                        </a:xfrm>
                        <a:prstGeom prst="rect">
                          <a:avLst/>
                        </a:prstGeom>
                        <a:noFill/>
                        <a:ln w="38100">
                          <a:noFill/>
                          <a:miter/>
                        </a:ln>
                      </p:spPr>
                    </p:pic>
                  </p:oleObj>
                </mc:Fallback>
              </mc:AlternateContent>
            </a:graphicData>
          </a:graphic>
        </p:graphicFrame>
        <p:pic>
          <p:nvPicPr>
            <p:cNvPr id="158745" name="Picture 7"/>
            <p:cNvPicPr>
              <a:picLocks noChangeAspect="1"/>
            </p:cNvPicPr>
            <p:nvPr/>
          </p:nvPicPr>
          <p:blipFill>
            <a:blip r:embed="rId15"/>
            <a:stretch>
              <a:fillRect/>
            </a:stretch>
          </p:blipFill>
          <p:spPr>
            <a:xfrm>
              <a:off x="3940" y="1668"/>
              <a:ext cx="297" cy="279"/>
            </a:xfrm>
            <a:prstGeom prst="rect">
              <a:avLst/>
            </a:prstGeom>
            <a:noFill/>
            <a:ln w="31750">
              <a:noFill/>
            </a:ln>
          </p:spPr>
        </p:pic>
        <p:pic>
          <p:nvPicPr>
            <p:cNvPr id="158746" name="Picture 54"/>
            <p:cNvPicPr>
              <a:picLocks noChangeAspect="1"/>
            </p:cNvPicPr>
            <p:nvPr/>
          </p:nvPicPr>
          <p:blipFill>
            <a:blip r:embed="rId15"/>
            <a:stretch>
              <a:fillRect/>
            </a:stretch>
          </p:blipFill>
          <p:spPr>
            <a:xfrm>
              <a:off x="3294" y="1668"/>
              <a:ext cx="297" cy="279"/>
            </a:xfrm>
            <a:prstGeom prst="rect">
              <a:avLst/>
            </a:prstGeom>
            <a:noFill/>
            <a:ln w="31750">
              <a:noFill/>
            </a:ln>
          </p:spPr>
        </p:pic>
        <p:pic>
          <p:nvPicPr>
            <p:cNvPr id="158747" name="Picture 55"/>
            <p:cNvPicPr>
              <a:picLocks noChangeAspect="1"/>
            </p:cNvPicPr>
            <p:nvPr/>
          </p:nvPicPr>
          <p:blipFill>
            <a:blip r:embed="rId15"/>
            <a:stretch>
              <a:fillRect/>
            </a:stretch>
          </p:blipFill>
          <p:spPr>
            <a:xfrm>
              <a:off x="2893" y="2122"/>
              <a:ext cx="297" cy="279"/>
            </a:xfrm>
            <a:prstGeom prst="rect">
              <a:avLst/>
            </a:prstGeom>
            <a:noFill/>
            <a:ln w="31750">
              <a:noFill/>
            </a:ln>
          </p:spPr>
        </p:pic>
        <p:pic>
          <p:nvPicPr>
            <p:cNvPr id="158748" name="Picture 56"/>
            <p:cNvPicPr>
              <a:picLocks noChangeAspect="1"/>
            </p:cNvPicPr>
            <p:nvPr/>
          </p:nvPicPr>
          <p:blipFill>
            <a:blip r:embed="rId15"/>
            <a:stretch>
              <a:fillRect/>
            </a:stretch>
          </p:blipFill>
          <p:spPr>
            <a:xfrm>
              <a:off x="3243" y="2549"/>
              <a:ext cx="297" cy="279"/>
            </a:xfrm>
            <a:prstGeom prst="rect">
              <a:avLst/>
            </a:prstGeom>
            <a:noFill/>
            <a:ln w="31750">
              <a:noFill/>
            </a:ln>
          </p:spPr>
        </p:pic>
        <p:pic>
          <p:nvPicPr>
            <p:cNvPr id="158749" name="Picture 57"/>
            <p:cNvPicPr>
              <a:picLocks noChangeAspect="1"/>
            </p:cNvPicPr>
            <p:nvPr/>
          </p:nvPicPr>
          <p:blipFill>
            <a:blip r:embed="rId15"/>
            <a:stretch>
              <a:fillRect/>
            </a:stretch>
          </p:blipFill>
          <p:spPr>
            <a:xfrm>
              <a:off x="3593" y="2976"/>
              <a:ext cx="297" cy="279"/>
            </a:xfrm>
            <a:prstGeom prst="rect">
              <a:avLst/>
            </a:prstGeom>
            <a:noFill/>
            <a:ln w="31750">
              <a:noFill/>
            </a:ln>
          </p:spPr>
        </p:pic>
        <p:pic>
          <p:nvPicPr>
            <p:cNvPr id="158750" name="Picture 58"/>
            <p:cNvPicPr>
              <a:picLocks noChangeAspect="1"/>
            </p:cNvPicPr>
            <p:nvPr/>
          </p:nvPicPr>
          <p:blipFill>
            <a:blip r:embed="rId15"/>
            <a:stretch>
              <a:fillRect/>
            </a:stretch>
          </p:blipFill>
          <p:spPr>
            <a:xfrm>
              <a:off x="3760" y="3438"/>
              <a:ext cx="297" cy="279"/>
            </a:xfrm>
            <a:prstGeom prst="rect">
              <a:avLst/>
            </a:prstGeom>
            <a:noFill/>
            <a:ln w="31750">
              <a:noFill/>
            </a:ln>
          </p:spPr>
        </p:pic>
        <p:pic>
          <p:nvPicPr>
            <p:cNvPr id="158751" name="Picture 59"/>
            <p:cNvPicPr>
              <a:picLocks noChangeAspect="1"/>
            </p:cNvPicPr>
            <p:nvPr/>
          </p:nvPicPr>
          <p:blipFill>
            <a:blip r:embed="rId15"/>
            <a:stretch>
              <a:fillRect/>
            </a:stretch>
          </p:blipFill>
          <p:spPr>
            <a:xfrm>
              <a:off x="4817" y="3054"/>
              <a:ext cx="297" cy="279"/>
            </a:xfrm>
            <a:prstGeom prst="rect">
              <a:avLst/>
            </a:prstGeom>
            <a:noFill/>
            <a:ln w="31750">
              <a:noFill/>
            </a:ln>
          </p:spPr>
        </p:pic>
        <p:pic>
          <p:nvPicPr>
            <p:cNvPr id="158752" name="Picture 60"/>
            <p:cNvPicPr>
              <a:picLocks noChangeAspect="1"/>
            </p:cNvPicPr>
            <p:nvPr/>
          </p:nvPicPr>
          <p:blipFill>
            <a:blip r:embed="rId15"/>
            <a:stretch>
              <a:fillRect/>
            </a:stretch>
          </p:blipFill>
          <p:spPr>
            <a:xfrm>
              <a:off x="4731" y="2085"/>
              <a:ext cx="297" cy="279"/>
            </a:xfrm>
            <a:prstGeom prst="rect">
              <a:avLst/>
            </a:prstGeom>
            <a:noFill/>
            <a:ln w="31750">
              <a:noFill/>
            </a:ln>
          </p:spPr>
        </p:pic>
        <p:pic>
          <p:nvPicPr>
            <p:cNvPr id="158753" name="Picture 61"/>
            <p:cNvPicPr>
              <a:picLocks noChangeAspect="1"/>
            </p:cNvPicPr>
            <p:nvPr/>
          </p:nvPicPr>
          <p:blipFill>
            <a:blip r:embed="rId15"/>
            <a:stretch>
              <a:fillRect/>
            </a:stretch>
          </p:blipFill>
          <p:spPr>
            <a:xfrm>
              <a:off x="2987" y="3141"/>
              <a:ext cx="297" cy="279"/>
            </a:xfrm>
            <a:prstGeom prst="rect">
              <a:avLst/>
            </a:prstGeom>
            <a:noFill/>
            <a:ln w="31750">
              <a:noFill/>
            </a:ln>
          </p:spPr>
        </p:pic>
        <p:pic>
          <p:nvPicPr>
            <p:cNvPr id="158754" name="Picture 62"/>
            <p:cNvPicPr>
              <a:picLocks noChangeAspect="1"/>
            </p:cNvPicPr>
            <p:nvPr/>
          </p:nvPicPr>
          <p:blipFill>
            <a:blip r:embed="rId15"/>
            <a:stretch>
              <a:fillRect/>
            </a:stretch>
          </p:blipFill>
          <p:spPr>
            <a:xfrm>
              <a:off x="4525" y="1570"/>
              <a:ext cx="297" cy="279"/>
            </a:xfrm>
            <a:prstGeom prst="rect">
              <a:avLst/>
            </a:prstGeom>
            <a:noFill/>
            <a:ln w="31750">
              <a:noFill/>
            </a:ln>
          </p:spPr>
        </p:pic>
        <p:sp>
          <p:nvSpPr>
            <p:cNvPr id="158755" name="Line 63"/>
            <p:cNvSpPr/>
            <p:nvPr/>
          </p:nvSpPr>
          <p:spPr>
            <a:xfrm flipV="1">
              <a:off x="3570" y="2487"/>
              <a:ext cx="436" cy="166"/>
            </a:xfrm>
            <a:prstGeom prst="line">
              <a:avLst/>
            </a:prstGeom>
            <a:ln w="57150" cap="flat" cmpd="sng">
              <a:solidFill>
                <a:srgbClr val="FF3300"/>
              </a:solidFill>
              <a:prstDash val="solid"/>
              <a:headEnd type="none" w="med" len="med"/>
              <a:tailEnd type="triangle" w="med" len="med"/>
            </a:ln>
          </p:spPr>
        </p:sp>
        <p:sp>
          <p:nvSpPr>
            <p:cNvPr id="158756" name="Line 64"/>
            <p:cNvSpPr/>
            <p:nvPr/>
          </p:nvSpPr>
          <p:spPr>
            <a:xfrm flipV="1">
              <a:off x="3823" y="2696"/>
              <a:ext cx="226" cy="324"/>
            </a:xfrm>
            <a:prstGeom prst="line">
              <a:avLst/>
            </a:prstGeom>
            <a:ln w="57150" cap="flat" cmpd="sng">
              <a:solidFill>
                <a:srgbClr val="FF3300"/>
              </a:solidFill>
              <a:prstDash val="solid"/>
              <a:headEnd type="none" w="med" len="med"/>
              <a:tailEnd type="triangle" w="med" len="med"/>
            </a:ln>
          </p:spPr>
        </p:sp>
        <p:sp>
          <p:nvSpPr>
            <p:cNvPr id="158757" name="Line 65"/>
            <p:cNvSpPr/>
            <p:nvPr/>
          </p:nvSpPr>
          <p:spPr>
            <a:xfrm flipH="1" flipV="1">
              <a:off x="4267" y="2643"/>
              <a:ext cx="595" cy="456"/>
            </a:xfrm>
            <a:prstGeom prst="line">
              <a:avLst/>
            </a:prstGeom>
            <a:ln w="57150" cap="flat" cmpd="sng">
              <a:solidFill>
                <a:srgbClr val="FF3300"/>
              </a:solidFill>
              <a:prstDash val="solid"/>
              <a:headEnd type="none" w="med" len="med"/>
              <a:tailEnd type="triangle" w="med" len="med"/>
            </a:ln>
          </p:spPr>
        </p:sp>
        <p:sp>
          <p:nvSpPr>
            <p:cNvPr id="158758" name="Line 66"/>
            <p:cNvSpPr/>
            <p:nvPr/>
          </p:nvSpPr>
          <p:spPr>
            <a:xfrm>
              <a:off x="4145" y="1781"/>
              <a:ext cx="16" cy="460"/>
            </a:xfrm>
            <a:prstGeom prst="line">
              <a:avLst/>
            </a:prstGeom>
            <a:ln w="57150" cap="flat" cmpd="sng">
              <a:solidFill>
                <a:srgbClr val="FF3300"/>
              </a:solidFill>
              <a:prstDash val="solid"/>
              <a:headEnd type="none" w="med" len="med"/>
              <a:tailEnd type="triangle" w="med" len="med"/>
            </a:ln>
          </p:spPr>
        </p:sp>
        <p:sp>
          <p:nvSpPr>
            <p:cNvPr id="158759" name="Line 67"/>
            <p:cNvSpPr/>
            <p:nvPr/>
          </p:nvSpPr>
          <p:spPr>
            <a:xfrm flipH="1">
              <a:off x="4239" y="2237"/>
              <a:ext cx="473" cy="181"/>
            </a:xfrm>
            <a:prstGeom prst="line">
              <a:avLst/>
            </a:prstGeom>
            <a:ln w="57150" cap="flat" cmpd="sng">
              <a:solidFill>
                <a:srgbClr val="FF3300"/>
              </a:solidFill>
              <a:prstDash val="solid"/>
              <a:headEnd type="none" w="med" len="med"/>
              <a:tailEnd type="triangle" w="med" len="med"/>
            </a:ln>
          </p:spPr>
        </p:sp>
        <p:sp>
          <p:nvSpPr>
            <p:cNvPr id="158760" name="Line 68"/>
            <p:cNvSpPr/>
            <p:nvPr/>
          </p:nvSpPr>
          <p:spPr>
            <a:xfrm>
              <a:off x="3148" y="2309"/>
              <a:ext cx="879" cy="111"/>
            </a:xfrm>
            <a:prstGeom prst="line">
              <a:avLst/>
            </a:prstGeom>
            <a:ln w="57150" cap="flat" cmpd="sng">
              <a:solidFill>
                <a:srgbClr val="FF3300"/>
              </a:solidFill>
              <a:prstDash val="solid"/>
              <a:headEnd type="none" w="med" len="med"/>
              <a:tailEnd type="triangle" w="med" len="med"/>
            </a:ln>
          </p:spPr>
        </p:sp>
        <p:sp>
          <p:nvSpPr>
            <p:cNvPr id="158761" name="Line 69"/>
            <p:cNvSpPr/>
            <p:nvPr/>
          </p:nvSpPr>
          <p:spPr>
            <a:xfrm flipV="1">
              <a:off x="3209" y="2588"/>
              <a:ext cx="800" cy="649"/>
            </a:xfrm>
            <a:prstGeom prst="line">
              <a:avLst/>
            </a:prstGeom>
            <a:ln w="57150" cap="flat" cmpd="sng">
              <a:solidFill>
                <a:srgbClr val="FF3300"/>
              </a:solidFill>
              <a:prstDash val="solid"/>
              <a:headEnd type="none" w="med" len="med"/>
              <a:tailEnd type="triangle" w="med" len="med"/>
            </a:ln>
          </p:spPr>
        </p:sp>
        <p:sp>
          <p:nvSpPr>
            <p:cNvPr id="158762" name="Line 70"/>
            <p:cNvSpPr/>
            <p:nvPr/>
          </p:nvSpPr>
          <p:spPr>
            <a:xfrm flipH="1">
              <a:off x="4262" y="1849"/>
              <a:ext cx="352" cy="398"/>
            </a:xfrm>
            <a:prstGeom prst="line">
              <a:avLst/>
            </a:prstGeom>
            <a:ln w="57150" cap="flat" cmpd="sng">
              <a:solidFill>
                <a:srgbClr val="FF3300"/>
              </a:solidFill>
              <a:prstDash val="solid"/>
              <a:headEnd type="none" w="med" len="med"/>
              <a:tailEnd type="triangle" w="med" len="med"/>
            </a:ln>
          </p:spPr>
        </p:sp>
        <p:sp>
          <p:nvSpPr>
            <p:cNvPr id="158763" name="Line 71"/>
            <p:cNvSpPr/>
            <p:nvPr/>
          </p:nvSpPr>
          <p:spPr>
            <a:xfrm flipV="1">
              <a:off x="3904" y="2808"/>
              <a:ext cx="198" cy="658"/>
            </a:xfrm>
            <a:prstGeom prst="line">
              <a:avLst/>
            </a:prstGeom>
            <a:ln w="57150" cap="flat" cmpd="sng">
              <a:solidFill>
                <a:srgbClr val="FF3300"/>
              </a:solidFill>
              <a:prstDash val="solid"/>
              <a:headEnd type="none" w="med" len="med"/>
              <a:tailEnd type="triangle" w="med" len="med"/>
            </a:ln>
          </p:spPr>
        </p:sp>
        <p:sp>
          <p:nvSpPr>
            <p:cNvPr id="158764" name="Line 72"/>
            <p:cNvSpPr/>
            <p:nvPr/>
          </p:nvSpPr>
          <p:spPr>
            <a:xfrm>
              <a:off x="3572" y="1964"/>
              <a:ext cx="416" cy="258"/>
            </a:xfrm>
            <a:prstGeom prst="line">
              <a:avLst/>
            </a:prstGeom>
            <a:ln w="57150" cap="flat" cmpd="sng">
              <a:solidFill>
                <a:srgbClr val="FF3300"/>
              </a:solidFill>
              <a:prstDash val="solid"/>
              <a:headEnd type="none" w="med" len="med"/>
              <a:tailEnd type="triangle" w="med" len="med"/>
            </a:ln>
          </p:spPr>
        </p:sp>
        <p:sp>
          <p:nvSpPr>
            <p:cNvPr id="158765" name="Line 73"/>
            <p:cNvSpPr/>
            <p:nvPr/>
          </p:nvSpPr>
          <p:spPr>
            <a:xfrm flipH="1" flipV="1">
              <a:off x="4319" y="2514"/>
              <a:ext cx="419" cy="113"/>
            </a:xfrm>
            <a:prstGeom prst="line">
              <a:avLst/>
            </a:prstGeom>
            <a:ln w="57150" cap="flat" cmpd="sng">
              <a:solidFill>
                <a:schemeClr val="tx1"/>
              </a:solidFill>
              <a:prstDash val="solid"/>
              <a:headEnd type="none" w="med" len="med"/>
              <a:tailEnd type="triangle" w="med" len="med"/>
            </a:ln>
          </p:spPr>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1604">
                                            <p:txEl>
                                              <p:charRg st="0" end="1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816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816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4" grpId="0" build="p"/>
      <p:bldP spid="281605" grpId="0"/>
      <p:bldP spid="281606" grpId="0"/>
    </p:bld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9746"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59747"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5974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The bad guys can sniff packets</a:t>
            </a:r>
            <a:endParaRPr lang="en-US" altLang="zh-CN" dirty="0">
              <a:ea typeface="宋体" panose="02010600030101010101" pitchFamily="2" charset="-122"/>
            </a:endParaRPr>
          </a:p>
        </p:txBody>
      </p:sp>
      <p:sp>
        <p:nvSpPr>
          <p:cNvPr id="159749" name="Rectangle 17"/>
          <p:cNvSpPr>
            <a:spLocks noGrp="1"/>
          </p:cNvSpPr>
          <p:nvPr>
            <p:ph idx="1"/>
          </p:nvPr>
        </p:nvSpPr>
        <p:spPr>
          <a:xfrm>
            <a:off x="493713" y="1355725"/>
            <a:ext cx="8077200" cy="1484313"/>
          </a:xfrm>
        </p:spPr>
        <p:txBody>
          <a:bodyPr vert="horz" wrap="square" lIns="91440" tIns="45720" rIns="91440" bIns="45720" anchor="t" anchorCtr="0"/>
          <a:p>
            <a:pPr>
              <a:buNone/>
            </a:pPr>
            <a:r>
              <a:rPr lang="en-US" altLang="zh-CN" i="1" dirty="0">
                <a:solidFill>
                  <a:srgbClr val="FF3300"/>
                </a:solidFill>
                <a:ea typeface="宋体" panose="02010600030101010101" pitchFamily="2" charset="-122"/>
              </a:rPr>
              <a:t>Packet sniffing: </a:t>
            </a:r>
            <a:endParaRPr lang="en-US" altLang="zh-CN" i="1" dirty="0">
              <a:solidFill>
                <a:srgbClr val="FF3300"/>
              </a:solidFill>
              <a:ea typeface="宋体" panose="02010600030101010101" pitchFamily="2" charset="-122"/>
            </a:endParaRPr>
          </a:p>
          <a:p>
            <a:pPr lvl="1"/>
            <a:r>
              <a:rPr lang="en-US" altLang="zh-CN" dirty="0">
                <a:ea typeface="宋体" panose="02010600030101010101" pitchFamily="2" charset="-122"/>
              </a:rPr>
              <a:t>broadcast media (shared Ethernet, wireless)</a:t>
            </a:r>
            <a:endParaRPr lang="en-US" altLang="zh-CN" dirty="0">
              <a:ea typeface="宋体" panose="02010600030101010101" pitchFamily="2" charset="-122"/>
            </a:endParaRPr>
          </a:p>
          <a:p>
            <a:pPr lvl="1"/>
            <a:r>
              <a:rPr lang="en-US" altLang="zh-CN" dirty="0">
                <a:ea typeface="宋体" panose="02010600030101010101" pitchFamily="2" charset="-122"/>
              </a:rPr>
              <a:t>promiscuous network interface reads/records all packets (e.g., including passwords!) passing by</a:t>
            </a:r>
            <a:endParaRPr lang="en-US" altLang="zh-CN" dirty="0">
              <a:ea typeface="宋体" panose="02010600030101010101" pitchFamily="2" charset="-122"/>
            </a:endParaRPr>
          </a:p>
        </p:txBody>
      </p:sp>
      <p:graphicFrame>
        <p:nvGraphicFramePr>
          <p:cNvPr id="159750" name="Object 18"/>
          <p:cNvGraphicFramePr>
            <a:graphicFrameLocks noChangeAspect="1"/>
          </p:cNvGraphicFramePr>
          <p:nvPr/>
        </p:nvGraphicFramePr>
        <p:xfrm>
          <a:off x="6294438" y="4791075"/>
          <a:ext cx="668337" cy="530225"/>
        </p:xfrm>
        <a:graphic>
          <a:graphicData uri="http://schemas.openxmlformats.org/presentationml/2006/ole">
            <mc:AlternateContent xmlns:mc="http://schemas.openxmlformats.org/markup-compatibility/2006">
              <mc:Choice xmlns:v="urn:schemas-microsoft-com:vml" Requires="v">
                <p:oleObj spid="_x0000_s3194" name="" r:id="rId1" imgW="18192750" imgH="15087600" progId="MS_ClipArt_Gallery.2">
                  <p:embed/>
                </p:oleObj>
              </mc:Choice>
              <mc:Fallback>
                <p:oleObj name="" r:id="rId1" imgW="18192750" imgH="15087600" progId="MS_ClipArt_Gallery.2">
                  <p:embed/>
                  <p:pic>
                    <p:nvPicPr>
                      <p:cNvPr id="0" name="图片 3193"/>
                      <p:cNvPicPr/>
                      <p:nvPr/>
                    </p:nvPicPr>
                    <p:blipFill>
                      <a:blip r:embed="rId2"/>
                      <a:stretch>
                        <a:fillRect/>
                      </a:stretch>
                    </p:blipFill>
                    <p:spPr>
                      <a:xfrm>
                        <a:off x="6294438" y="4791075"/>
                        <a:ext cx="668337" cy="530225"/>
                      </a:xfrm>
                      <a:prstGeom prst="rect">
                        <a:avLst/>
                      </a:prstGeom>
                      <a:noFill/>
                      <a:ln w="38100">
                        <a:noFill/>
                        <a:miter/>
                      </a:ln>
                    </p:spPr>
                  </p:pic>
                </p:oleObj>
              </mc:Fallback>
            </mc:AlternateContent>
          </a:graphicData>
        </a:graphic>
      </p:graphicFrame>
      <p:grpSp>
        <p:nvGrpSpPr>
          <p:cNvPr id="159751" name="Group 19"/>
          <p:cNvGrpSpPr/>
          <p:nvPr/>
        </p:nvGrpSpPr>
        <p:grpSpPr>
          <a:xfrm>
            <a:off x="1905000" y="3360738"/>
            <a:ext cx="384175" cy="723900"/>
            <a:chOff x="4180" y="783"/>
            <a:chExt cx="150" cy="307"/>
          </a:xfrm>
        </p:grpSpPr>
        <p:sp>
          <p:nvSpPr>
            <p:cNvPr id="159784" name="AutoShape 20"/>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9785" name="Rectangle 21"/>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9786" name="Rectangle 22"/>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9787" name="AutoShape 23"/>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9788" name="Line 24"/>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159789" name="Line 25"/>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159790" name="Rectangle 26"/>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9791" name="Rectangle 27"/>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59752" name="Group 28"/>
          <p:cNvGrpSpPr/>
          <p:nvPr/>
        </p:nvGrpSpPr>
        <p:grpSpPr>
          <a:xfrm>
            <a:off x="2859088" y="4851400"/>
            <a:ext cx="642937" cy="328613"/>
            <a:chOff x="3600" y="219"/>
            <a:chExt cx="360" cy="175"/>
          </a:xfrm>
        </p:grpSpPr>
        <p:sp>
          <p:nvSpPr>
            <p:cNvPr id="159771" name="Oval 2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9772" name="Line 3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9773" name="Line 3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9774" name="Rectangle 3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9775" name="Oval 3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59776" name="Group 34"/>
            <p:cNvGrpSpPr/>
            <p:nvPr/>
          </p:nvGrpSpPr>
          <p:grpSpPr>
            <a:xfrm>
              <a:off x="3686" y="244"/>
              <a:ext cx="177" cy="66"/>
              <a:chOff x="2848" y="848"/>
              <a:chExt cx="140" cy="98"/>
            </a:xfrm>
          </p:grpSpPr>
          <p:sp>
            <p:nvSpPr>
              <p:cNvPr id="159781" name="Line 3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9782" name="Line 3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9783" name="Line 3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9777" name="Group 38"/>
            <p:cNvGrpSpPr/>
            <p:nvPr/>
          </p:nvGrpSpPr>
          <p:grpSpPr>
            <a:xfrm flipV="1">
              <a:off x="3686" y="243"/>
              <a:ext cx="177" cy="66"/>
              <a:chOff x="2848" y="848"/>
              <a:chExt cx="140" cy="98"/>
            </a:xfrm>
          </p:grpSpPr>
          <p:sp>
            <p:nvSpPr>
              <p:cNvPr id="159778" name="Line 3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9779" name="Line 4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9780" name="Line 4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159753" name="Object 42"/>
          <p:cNvGraphicFramePr>
            <a:graphicFrameLocks noChangeAspect="1"/>
          </p:cNvGraphicFramePr>
          <p:nvPr/>
        </p:nvGraphicFramePr>
        <p:xfrm>
          <a:off x="4437063" y="3422650"/>
          <a:ext cx="668337" cy="530225"/>
        </p:xfrm>
        <a:graphic>
          <a:graphicData uri="http://schemas.openxmlformats.org/presentationml/2006/ole">
            <mc:AlternateContent xmlns:mc="http://schemas.openxmlformats.org/markup-compatibility/2006">
              <mc:Choice xmlns:v="urn:schemas-microsoft-com:vml" Requires="v">
                <p:oleObj spid="_x0000_s3195" name="" r:id="rId3" imgW="18192750" imgH="15087600" progId="MS_ClipArt_Gallery.2">
                  <p:embed/>
                </p:oleObj>
              </mc:Choice>
              <mc:Fallback>
                <p:oleObj name="" r:id="rId3" imgW="18192750" imgH="15087600" progId="MS_ClipArt_Gallery.2">
                  <p:embed/>
                  <p:pic>
                    <p:nvPicPr>
                      <p:cNvPr id="0" name="图片 3194"/>
                      <p:cNvPicPr/>
                      <p:nvPr/>
                    </p:nvPicPr>
                    <p:blipFill>
                      <a:blip r:embed="rId2"/>
                      <a:stretch>
                        <a:fillRect/>
                      </a:stretch>
                    </p:blipFill>
                    <p:spPr>
                      <a:xfrm>
                        <a:off x="4437063" y="3422650"/>
                        <a:ext cx="668337" cy="530225"/>
                      </a:xfrm>
                      <a:prstGeom prst="rect">
                        <a:avLst/>
                      </a:prstGeom>
                      <a:noFill/>
                      <a:ln w="38100">
                        <a:noFill/>
                        <a:miter/>
                      </a:ln>
                    </p:spPr>
                  </p:pic>
                </p:oleObj>
              </mc:Fallback>
            </mc:AlternateContent>
          </a:graphicData>
        </a:graphic>
      </p:graphicFrame>
      <p:sp>
        <p:nvSpPr>
          <p:cNvPr id="159754" name="Freeform 43"/>
          <p:cNvSpPr/>
          <p:nvPr/>
        </p:nvSpPr>
        <p:spPr>
          <a:xfrm>
            <a:off x="2005013" y="4086225"/>
            <a:ext cx="4587875" cy="728663"/>
          </a:xfrm>
          <a:custGeom>
            <a:avLst/>
            <a:gdLst>
              <a:gd name="txL" fmla="*/ 0 w 2620"/>
              <a:gd name="txT" fmla="*/ 0 h 459"/>
              <a:gd name="txR" fmla="*/ 2620 w 2620"/>
              <a:gd name="txB" fmla="*/ 459 h 459"/>
            </a:gdLst>
            <a:ahLst/>
            <a:cxnLst>
              <a:cxn ang="0">
                <a:pos x="2147483646" y="0"/>
              </a:cxn>
              <a:cxn ang="0">
                <a:pos x="0" y="2147483646"/>
              </a:cxn>
              <a:cxn ang="0">
                <a:pos x="2147483646" y="2147483646"/>
              </a:cxn>
              <a:cxn ang="0">
                <a:pos x="2147483646" y="2147483646"/>
              </a:cxn>
            </a:cxnLst>
            <a:rect l="txL" t="txT" r="txR" b="txB"/>
            <a:pathLst>
              <a:path w="2620" h="459">
                <a:moveTo>
                  <a:pt x="2" y="0"/>
                </a:moveTo>
                <a:lnTo>
                  <a:pt x="0" y="253"/>
                </a:lnTo>
                <a:lnTo>
                  <a:pt x="2620" y="253"/>
                </a:lnTo>
                <a:lnTo>
                  <a:pt x="2620" y="459"/>
                </a:lnTo>
              </a:path>
            </a:pathLst>
          </a:custGeom>
          <a:no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159755" name="Freeform 44"/>
          <p:cNvSpPr/>
          <p:nvPr/>
        </p:nvSpPr>
        <p:spPr>
          <a:xfrm>
            <a:off x="4837113" y="3956050"/>
            <a:ext cx="4762" cy="522288"/>
          </a:xfrm>
          <a:custGeom>
            <a:avLst/>
            <a:gdLst>
              <a:gd name="txL" fmla="*/ 0 w 3"/>
              <a:gd name="txT" fmla="*/ 0 h 329"/>
              <a:gd name="txR" fmla="*/ 3 w 3"/>
              <a:gd name="txB" fmla="*/ 329 h 329"/>
            </a:gdLst>
            <a:ahLst/>
            <a:cxnLst>
              <a:cxn ang="0">
                <a:pos x="0" y="2147483646"/>
              </a:cxn>
              <a:cxn ang="0">
                <a:pos x="2147483646" y="0"/>
              </a:cxn>
            </a:cxnLst>
            <a:rect l="txL" t="txT" r="txR" b="txB"/>
            <a:pathLst>
              <a:path w="3" h="329">
                <a:moveTo>
                  <a:pt x="0" y="329"/>
                </a:moveTo>
                <a:lnTo>
                  <a:pt x="3" y="0"/>
                </a:lnTo>
              </a:path>
            </a:pathLst>
          </a:custGeom>
          <a:no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159756" name="Line 45"/>
          <p:cNvSpPr/>
          <p:nvPr/>
        </p:nvSpPr>
        <p:spPr>
          <a:xfrm flipV="1">
            <a:off x="3179763" y="4478338"/>
            <a:ext cx="0" cy="374650"/>
          </a:xfrm>
          <a:prstGeom prst="line">
            <a:avLst/>
          </a:prstGeom>
          <a:ln w="19050" cap="flat" cmpd="sng">
            <a:solidFill>
              <a:schemeClr val="tx1"/>
            </a:solidFill>
            <a:prstDash val="solid"/>
            <a:headEnd type="none" w="med" len="med"/>
            <a:tailEnd type="none" w="med" len="med"/>
          </a:ln>
        </p:spPr>
      </p:sp>
      <p:sp>
        <p:nvSpPr>
          <p:cNvPr id="159757" name="Line 46"/>
          <p:cNvSpPr/>
          <p:nvPr/>
        </p:nvSpPr>
        <p:spPr>
          <a:xfrm flipV="1">
            <a:off x="3198813" y="5189538"/>
            <a:ext cx="0" cy="241300"/>
          </a:xfrm>
          <a:prstGeom prst="line">
            <a:avLst/>
          </a:prstGeom>
          <a:ln w="19050" cap="flat" cmpd="sng">
            <a:solidFill>
              <a:schemeClr val="tx1"/>
            </a:solidFill>
            <a:prstDash val="solid"/>
            <a:headEnd type="none" w="med" len="med"/>
            <a:tailEnd type="none" w="med" len="med"/>
          </a:ln>
        </p:spPr>
      </p:sp>
      <p:sp>
        <p:nvSpPr>
          <p:cNvPr id="159758" name="Text Box 47"/>
          <p:cNvSpPr txBox="1"/>
          <p:nvPr/>
        </p:nvSpPr>
        <p:spPr>
          <a:xfrm>
            <a:off x="1452563" y="3375025"/>
            <a:ext cx="4064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159759" name="Text Box 48"/>
          <p:cNvSpPr txBox="1"/>
          <p:nvPr/>
        </p:nvSpPr>
        <p:spPr>
          <a:xfrm>
            <a:off x="6937375" y="4838700"/>
            <a:ext cx="3762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159760" name="Text Box 49"/>
          <p:cNvSpPr txBox="1"/>
          <p:nvPr/>
        </p:nvSpPr>
        <p:spPr>
          <a:xfrm>
            <a:off x="5046663" y="3352800"/>
            <a:ext cx="3683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grpSp>
        <p:nvGrpSpPr>
          <p:cNvPr id="159761" name="Group 50"/>
          <p:cNvGrpSpPr/>
          <p:nvPr/>
        </p:nvGrpSpPr>
        <p:grpSpPr>
          <a:xfrm>
            <a:off x="3833813" y="4605338"/>
            <a:ext cx="2295525" cy="336550"/>
            <a:chOff x="2418" y="3342"/>
            <a:chExt cx="1446" cy="212"/>
          </a:xfrm>
        </p:grpSpPr>
        <p:sp>
          <p:nvSpPr>
            <p:cNvPr id="159766" name="Rectangle 51"/>
            <p:cNvSpPr/>
            <p:nvPr/>
          </p:nvSpPr>
          <p:spPr>
            <a:xfrm>
              <a:off x="2463" y="3366"/>
              <a:ext cx="1356" cy="174"/>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9767" name="Line 52"/>
            <p:cNvSpPr/>
            <p:nvPr/>
          </p:nvSpPr>
          <p:spPr>
            <a:xfrm>
              <a:off x="2784" y="3372"/>
              <a:ext cx="0" cy="168"/>
            </a:xfrm>
            <a:prstGeom prst="line">
              <a:avLst/>
            </a:prstGeom>
            <a:ln w="12700" cap="flat" cmpd="sng">
              <a:solidFill>
                <a:schemeClr val="tx1"/>
              </a:solidFill>
              <a:prstDash val="solid"/>
              <a:headEnd type="none" w="med" len="med"/>
              <a:tailEnd type="none" w="med" len="med"/>
            </a:ln>
          </p:spPr>
        </p:sp>
        <p:sp>
          <p:nvSpPr>
            <p:cNvPr id="159768" name="Line 53"/>
            <p:cNvSpPr/>
            <p:nvPr/>
          </p:nvSpPr>
          <p:spPr>
            <a:xfrm>
              <a:off x="3186" y="3375"/>
              <a:ext cx="0" cy="168"/>
            </a:xfrm>
            <a:prstGeom prst="line">
              <a:avLst/>
            </a:prstGeom>
            <a:ln w="12700" cap="flat" cmpd="sng">
              <a:solidFill>
                <a:schemeClr val="tx1"/>
              </a:solidFill>
              <a:prstDash val="solid"/>
              <a:headEnd type="none" w="med" len="med"/>
              <a:tailEnd type="none" w="med" len="med"/>
            </a:ln>
          </p:spPr>
        </p:sp>
        <p:sp>
          <p:nvSpPr>
            <p:cNvPr id="159769" name="Line 54"/>
            <p:cNvSpPr/>
            <p:nvPr/>
          </p:nvSpPr>
          <p:spPr>
            <a:xfrm>
              <a:off x="3321" y="3375"/>
              <a:ext cx="0" cy="168"/>
            </a:xfrm>
            <a:prstGeom prst="line">
              <a:avLst/>
            </a:prstGeom>
            <a:ln w="12700" cap="flat" cmpd="sng">
              <a:solidFill>
                <a:schemeClr val="tx1"/>
              </a:solidFill>
              <a:prstDash val="solid"/>
              <a:headEnd type="none" w="med" len="med"/>
              <a:tailEnd type="none" w="med" len="med"/>
            </a:ln>
          </p:spPr>
        </p:sp>
        <p:sp>
          <p:nvSpPr>
            <p:cNvPr id="159770" name="Text Box 55"/>
            <p:cNvSpPr txBox="1"/>
            <p:nvPr/>
          </p:nvSpPr>
          <p:spPr>
            <a:xfrm>
              <a:off x="2418" y="3342"/>
              <a:ext cx="1446"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src:B dest:A     payload</a:t>
              </a:r>
              <a:endParaRPr lang="en-US" altLang="zh-CN" sz="1600" dirty="0">
                <a:latin typeface="Times New Roman" panose="02020603050405020304" pitchFamily="18" charset="0"/>
                <a:ea typeface="宋体" panose="02010600030101010101" pitchFamily="2" charset="-122"/>
              </a:endParaRPr>
            </a:p>
          </p:txBody>
        </p:sp>
      </p:grpSp>
      <p:sp>
        <p:nvSpPr>
          <p:cNvPr id="159762" name="Freeform 56"/>
          <p:cNvSpPr/>
          <p:nvPr/>
        </p:nvSpPr>
        <p:spPr>
          <a:xfrm>
            <a:off x="3802063" y="4560888"/>
            <a:ext cx="2635250" cy="241300"/>
          </a:xfrm>
          <a:custGeom>
            <a:avLst/>
            <a:gdLst>
              <a:gd name="txL" fmla="*/ 0 w 1660"/>
              <a:gd name="txT" fmla="*/ 0 h 152"/>
              <a:gd name="txR" fmla="*/ 1660 w 1660"/>
              <a:gd name="txB" fmla="*/ 152 h 152"/>
            </a:gdLst>
            <a:ahLst/>
            <a:cxnLst>
              <a:cxn ang="0">
                <a:pos x="2147483646" y="2147483646"/>
              </a:cxn>
              <a:cxn ang="0">
                <a:pos x="2147483646" y="0"/>
              </a:cxn>
              <a:cxn ang="0">
                <a:pos x="0" y="2147483646"/>
              </a:cxn>
            </a:cxnLst>
            <a:rect l="txL" t="txT" r="txR" b="txB"/>
            <a:pathLst>
              <a:path w="1660" h="152">
                <a:moveTo>
                  <a:pt x="1660" y="152"/>
                </a:moveTo>
                <a:lnTo>
                  <a:pt x="1660" y="0"/>
                </a:lnTo>
                <a:lnTo>
                  <a:pt x="0" y="4"/>
                </a:lnTo>
              </a:path>
            </a:pathLst>
          </a:custGeom>
          <a:noFill/>
          <a:ln w="28575" cap="flat" cmpd="sng">
            <a:solidFill>
              <a:srgbClr val="FF0000">
                <a:alpha val="100000"/>
              </a:srgbClr>
            </a:solidFill>
            <a:prstDash val="solid"/>
            <a:round/>
            <a:headEnd type="none" w="med" len="med"/>
            <a:tailEnd type="triangle" w="med" len="med"/>
          </a:ln>
        </p:spPr>
        <p:txBody>
          <a:bodyPr/>
          <a:p>
            <a:endParaRPr lang="zh-CN" altLang="en-US"/>
          </a:p>
        </p:txBody>
      </p:sp>
      <p:sp>
        <p:nvSpPr>
          <p:cNvPr id="159763" name="Line 57"/>
          <p:cNvSpPr/>
          <p:nvPr/>
        </p:nvSpPr>
        <p:spPr>
          <a:xfrm flipV="1">
            <a:off x="4945063" y="3957638"/>
            <a:ext cx="0" cy="603250"/>
          </a:xfrm>
          <a:prstGeom prst="line">
            <a:avLst/>
          </a:prstGeom>
          <a:ln w="28575" cap="flat" cmpd="sng">
            <a:solidFill>
              <a:srgbClr val="FF0000"/>
            </a:solidFill>
            <a:prstDash val="solid"/>
            <a:headEnd type="none" w="med" len="med"/>
            <a:tailEnd type="triangle" w="med" len="med"/>
          </a:ln>
        </p:spPr>
      </p:sp>
      <p:sp>
        <p:nvSpPr>
          <p:cNvPr id="159764" name="Rectangle 59"/>
          <p:cNvSpPr/>
          <p:nvPr/>
        </p:nvSpPr>
        <p:spPr>
          <a:xfrm>
            <a:off x="573088" y="5360988"/>
            <a:ext cx="7772400" cy="915987"/>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742950" lvl="1" indent="-285750"/>
            <a:r>
              <a:rPr lang="en-US" altLang="zh-CN" dirty="0">
                <a:ea typeface="宋体" panose="02010600030101010101" pitchFamily="2" charset="-122"/>
              </a:rPr>
              <a:t>Wireshark software used for end-of-chapter labs is a (free) packet-sniffer</a:t>
            </a:r>
            <a:endParaRPr lang="en-US" altLang="zh-CN" dirty="0">
              <a:ea typeface="宋体" panose="02010600030101010101" pitchFamily="2" charset="-122"/>
            </a:endParaRPr>
          </a:p>
          <a:p>
            <a:pPr marL="742950" lvl="1" indent="-285750">
              <a:buNone/>
            </a:pPr>
            <a:endParaRPr lang="en-US" altLang="zh-CN" dirty="0">
              <a:ea typeface="宋体" panose="02010600030101010101" pitchFamily="2" charset="-122"/>
            </a:endParaRPr>
          </a:p>
        </p:txBody>
      </p:sp>
      <p:pic>
        <p:nvPicPr>
          <p:cNvPr id="159765" name="Picture 60"/>
          <p:cNvPicPr>
            <a:picLocks noChangeAspect="1"/>
          </p:cNvPicPr>
          <p:nvPr/>
        </p:nvPicPr>
        <p:blipFill>
          <a:blip r:embed="rId4"/>
          <a:stretch>
            <a:fillRect/>
          </a:stretch>
        </p:blipFill>
        <p:spPr>
          <a:xfrm>
            <a:off x="4537075" y="3419475"/>
            <a:ext cx="471488" cy="442913"/>
          </a:xfrm>
          <a:prstGeom prst="rect">
            <a:avLst/>
          </a:prstGeom>
          <a:noFill/>
          <a:ln w="31750">
            <a:noFill/>
          </a:ln>
        </p:spPr>
      </p:pic>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60770"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60771"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60772"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The bad guys can use false source addresses</a:t>
            </a:r>
            <a:endParaRPr lang="en-US" altLang="zh-CN" sz="3600" dirty="0">
              <a:ea typeface="宋体" panose="02010600030101010101" pitchFamily="2" charset="-122"/>
            </a:endParaRPr>
          </a:p>
        </p:txBody>
      </p:sp>
      <p:sp>
        <p:nvSpPr>
          <p:cNvPr id="160773" name="Rectangle 3"/>
          <p:cNvSpPr>
            <a:spLocks noGrp="1"/>
          </p:cNvSpPr>
          <p:nvPr>
            <p:ph idx="1"/>
          </p:nvPr>
        </p:nvSpPr>
        <p:spPr>
          <a:xfrm>
            <a:off x="493713" y="1558925"/>
            <a:ext cx="8077200" cy="1484313"/>
          </a:xfrm>
        </p:spPr>
        <p:txBody>
          <a:bodyPr vert="horz" wrap="square" lIns="91440" tIns="45720" rIns="91440" bIns="45720" anchor="t" anchorCtr="0"/>
          <a:p>
            <a:r>
              <a:rPr lang="en-US" altLang="zh-CN" i="1" dirty="0">
                <a:solidFill>
                  <a:srgbClr val="FF3300"/>
                </a:solidFill>
                <a:ea typeface="宋体" panose="02010600030101010101" pitchFamily="2" charset="-122"/>
              </a:rPr>
              <a:t>IP spoofing: </a:t>
            </a:r>
            <a:r>
              <a:rPr lang="en-US" altLang="zh-CN" sz="2400" dirty="0">
                <a:ea typeface="宋体" panose="02010600030101010101" pitchFamily="2" charset="-122"/>
              </a:rPr>
              <a:t>send packet with false source address</a:t>
            </a:r>
            <a:endParaRPr lang="en-US" altLang="zh-CN" sz="2400" dirty="0">
              <a:ea typeface="宋体" panose="02010600030101010101" pitchFamily="2" charset="-122"/>
            </a:endParaRPr>
          </a:p>
        </p:txBody>
      </p:sp>
      <p:graphicFrame>
        <p:nvGraphicFramePr>
          <p:cNvPr id="160774" name="Object 45"/>
          <p:cNvGraphicFramePr>
            <a:graphicFrameLocks noChangeAspect="1"/>
          </p:cNvGraphicFramePr>
          <p:nvPr/>
        </p:nvGraphicFramePr>
        <p:xfrm>
          <a:off x="6411913" y="3695700"/>
          <a:ext cx="668337" cy="530225"/>
        </p:xfrm>
        <a:graphic>
          <a:graphicData uri="http://schemas.openxmlformats.org/presentationml/2006/ole">
            <mc:AlternateContent xmlns:mc="http://schemas.openxmlformats.org/markup-compatibility/2006">
              <mc:Choice xmlns:v="urn:schemas-microsoft-com:vml" Requires="v">
                <p:oleObj spid="_x0000_s3196" name="" r:id="rId1" imgW="18192750" imgH="15087600" progId="MS_ClipArt_Gallery.2">
                  <p:embed/>
                </p:oleObj>
              </mc:Choice>
              <mc:Fallback>
                <p:oleObj name="" r:id="rId1" imgW="18192750" imgH="15087600" progId="MS_ClipArt_Gallery.2">
                  <p:embed/>
                  <p:pic>
                    <p:nvPicPr>
                      <p:cNvPr id="0" name="图片 3195"/>
                      <p:cNvPicPr/>
                      <p:nvPr/>
                    </p:nvPicPr>
                    <p:blipFill>
                      <a:blip r:embed="rId2"/>
                      <a:stretch>
                        <a:fillRect/>
                      </a:stretch>
                    </p:blipFill>
                    <p:spPr>
                      <a:xfrm>
                        <a:off x="6411913" y="3695700"/>
                        <a:ext cx="668337" cy="530225"/>
                      </a:xfrm>
                      <a:prstGeom prst="rect">
                        <a:avLst/>
                      </a:prstGeom>
                      <a:noFill/>
                      <a:ln w="38100">
                        <a:noFill/>
                        <a:miter/>
                      </a:ln>
                    </p:spPr>
                  </p:pic>
                </p:oleObj>
              </mc:Fallback>
            </mc:AlternateContent>
          </a:graphicData>
        </a:graphic>
      </p:graphicFrame>
      <p:grpSp>
        <p:nvGrpSpPr>
          <p:cNvPr id="160775" name="Group 46"/>
          <p:cNvGrpSpPr/>
          <p:nvPr/>
        </p:nvGrpSpPr>
        <p:grpSpPr>
          <a:xfrm>
            <a:off x="2022475" y="2265363"/>
            <a:ext cx="384175" cy="723900"/>
            <a:chOff x="4180" y="783"/>
            <a:chExt cx="150" cy="307"/>
          </a:xfrm>
        </p:grpSpPr>
        <p:sp>
          <p:nvSpPr>
            <p:cNvPr id="160806" name="AutoShape 47"/>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0807" name="Rectangle 48"/>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0808" name="Rectangle 49"/>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0809" name="AutoShape 50"/>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0810" name="Line 51"/>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160811" name="Line 52"/>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160812" name="Rectangle 53"/>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0813" name="Rectangle 54"/>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60776" name="Group 55"/>
          <p:cNvGrpSpPr/>
          <p:nvPr/>
        </p:nvGrpSpPr>
        <p:grpSpPr>
          <a:xfrm>
            <a:off x="2976563" y="3756025"/>
            <a:ext cx="642937" cy="328613"/>
            <a:chOff x="3600" y="219"/>
            <a:chExt cx="360" cy="175"/>
          </a:xfrm>
        </p:grpSpPr>
        <p:sp>
          <p:nvSpPr>
            <p:cNvPr id="160793" name="Oval 5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0794" name="Line 5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0795" name="Line 5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0796" name="Rectangle 5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0797" name="Oval 6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60798" name="Group 61"/>
            <p:cNvGrpSpPr/>
            <p:nvPr/>
          </p:nvGrpSpPr>
          <p:grpSpPr>
            <a:xfrm>
              <a:off x="3686" y="244"/>
              <a:ext cx="177" cy="66"/>
              <a:chOff x="2848" y="848"/>
              <a:chExt cx="140" cy="98"/>
            </a:xfrm>
          </p:grpSpPr>
          <p:sp>
            <p:nvSpPr>
              <p:cNvPr id="160803" name="Line 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0804" name="Line 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0805" name="Line 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0799" name="Group 65"/>
            <p:cNvGrpSpPr/>
            <p:nvPr/>
          </p:nvGrpSpPr>
          <p:grpSpPr>
            <a:xfrm flipV="1">
              <a:off x="3686" y="243"/>
              <a:ext cx="177" cy="66"/>
              <a:chOff x="2848" y="848"/>
              <a:chExt cx="140" cy="98"/>
            </a:xfrm>
          </p:grpSpPr>
          <p:sp>
            <p:nvSpPr>
              <p:cNvPr id="160800" name="Line 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0801" name="Line 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0802" name="Line 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160777" name="Object 69"/>
          <p:cNvGraphicFramePr>
            <a:graphicFrameLocks noChangeAspect="1"/>
          </p:cNvGraphicFramePr>
          <p:nvPr/>
        </p:nvGraphicFramePr>
        <p:xfrm>
          <a:off x="4554538" y="2327275"/>
          <a:ext cx="668337" cy="530225"/>
        </p:xfrm>
        <a:graphic>
          <a:graphicData uri="http://schemas.openxmlformats.org/presentationml/2006/ole">
            <mc:AlternateContent xmlns:mc="http://schemas.openxmlformats.org/markup-compatibility/2006">
              <mc:Choice xmlns:v="urn:schemas-microsoft-com:vml" Requires="v">
                <p:oleObj spid="_x0000_s3197" name="" r:id="rId3" imgW="18192750" imgH="15087600" progId="MS_ClipArt_Gallery.2">
                  <p:embed/>
                </p:oleObj>
              </mc:Choice>
              <mc:Fallback>
                <p:oleObj name="" r:id="rId3" imgW="18192750" imgH="15087600" progId="MS_ClipArt_Gallery.2">
                  <p:embed/>
                  <p:pic>
                    <p:nvPicPr>
                      <p:cNvPr id="0" name="图片 3196"/>
                      <p:cNvPicPr/>
                      <p:nvPr/>
                    </p:nvPicPr>
                    <p:blipFill>
                      <a:blip r:embed="rId2"/>
                      <a:stretch>
                        <a:fillRect/>
                      </a:stretch>
                    </p:blipFill>
                    <p:spPr>
                      <a:xfrm>
                        <a:off x="4554538" y="2327275"/>
                        <a:ext cx="668337" cy="530225"/>
                      </a:xfrm>
                      <a:prstGeom prst="rect">
                        <a:avLst/>
                      </a:prstGeom>
                      <a:noFill/>
                      <a:ln w="38100">
                        <a:noFill/>
                        <a:miter/>
                      </a:ln>
                    </p:spPr>
                  </p:pic>
                </p:oleObj>
              </mc:Fallback>
            </mc:AlternateContent>
          </a:graphicData>
        </a:graphic>
      </p:graphicFrame>
      <p:sp>
        <p:nvSpPr>
          <p:cNvPr id="160778" name="Freeform 70"/>
          <p:cNvSpPr/>
          <p:nvPr/>
        </p:nvSpPr>
        <p:spPr>
          <a:xfrm>
            <a:off x="2122488" y="2990850"/>
            <a:ext cx="4587875" cy="728663"/>
          </a:xfrm>
          <a:custGeom>
            <a:avLst/>
            <a:gdLst>
              <a:gd name="txL" fmla="*/ 0 w 2620"/>
              <a:gd name="txT" fmla="*/ 0 h 459"/>
              <a:gd name="txR" fmla="*/ 2620 w 2620"/>
              <a:gd name="txB" fmla="*/ 459 h 459"/>
            </a:gdLst>
            <a:ahLst/>
            <a:cxnLst>
              <a:cxn ang="0">
                <a:pos x="2147483646" y="0"/>
              </a:cxn>
              <a:cxn ang="0">
                <a:pos x="0" y="2147483646"/>
              </a:cxn>
              <a:cxn ang="0">
                <a:pos x="2147483646" y="2147483646"/>
              </a:cxn>
              <a:cxn ang="0">
                <a:pos x="2147483646" y="2147483646"/>
              </a:cxn>
            </a:cxnLst>
            <a:rect l="txL" t="txT" r="txR" b="txB"/>
            <a:pathLst>
              <a:path w="2620" h="459">
                <a:moveTo>
                  <a:pt x="2" y="0"/>
                </a:moveTo>
                <a:lnTo>
                  <a:pt x="0" y="253"/>
                </a:lnTo>
                <a:lnTo>
                  <a:pt x="2620" y="253"/>
                </a:lnTo>
                <a:lnTo>
                  <a:pt x="2620" y="459"/>
                </a:lnTo>
              </a:path>
            </a:pathLst>
          </a:custGeom>
          <a:no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160779" name="Freeform 71"/>
          <p:cNvSpPr/>
          <p:nvPr/>
        </p:nvSpPr>
        <p:spPr>
          <a:xfrm>
            <a:off x="4954588" y="2860675"/>
            <a:ext cx="4762" cy="522288"/>
          </a:xfrm>
          <a:custGeom>
            <a:avLst/>
            <a:gdLst>
              <a:gd name="txL" fmla="*/ 0 w 3"/>
              <a:gd name="txT" fmla="*/ 0 h 329"/>
              <a:gd name="txR" fmla="*/ 3 w 3"/>
              <a:gd name="txB" fmla="*/ 329 h 329"/>
            </a:gdLst>
            <a:ahLst/>
            <a:cxnLst>
              <a:cxn ang="0">
                <a:pos x="0" y="2147483646"/>
              </a:cxn>
              <a:cxn ang="0">
                <a:pos x="2147483646" y="0"/>
              </a:cxn>
            </a:cxnLst>
            <a:rect l="txL" t="txT" r="txR" b="txB"/>
            <a:pathLst>
              <a:path w="3" h="329">
                <a:moveTo>
                  <a:pt x="0" y="329"/>
                </a:moveTo>
                <a:lnTo>
                  <a:pt x="3" y="0"/>
                </a:lnTo>
              </a:path>
            </a:pathLst>
          </a:custGeom>
          <a:no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160780" name="Line 72"/>
          <p:cNvSpPr/>
          <p:nvPr/>
        </p:nvSpPr>
        <p:spPr>
          <a:xfrm flipV="1">
            <a:off x="3297238" y="3382963"/>
            <a:ext cx="0" cy="374650"/>
          </a:xfrm>
          <a:prstGeom prst="line">
            <a:avLst/>
          </a:prstGeom>
          <a:ln w="19050" cap="flat" cmpd="sng">
            <a:solidFill>
              <a:schemeClr val="tx1"/>
            </a:solidFill>
            <a:prstDash val="solid"/>
            <a:headEnd type="none" w="med" len="med"/>
            <a:tailEnd type="none" w="med" len="med"/>
          </a:ln>
        </p:spPr>
      </p:sp>
      <p:sp>
        <p:nvSpPr>
          <p:cNvPr id="160781" name="Line 73"/>
          <p:cNvSpPr/>
          <p:nvPr/>
        </p:nvSpPr>
        <p:spPr>
          <a:xfrm flipV="1">
            <a:off x="3316288" y="4094163"/>
            <a:ext cx="0" cy="241300"/>
          </a:xfrm>
          <a:prstGeom prst="line">
            <a:avLst/>
          </a:prstGeom>
          <a:ln w="19050" cap="flat" cmpd="sng">
            <a:solidFill>
              <a:schemeClr val="tx1"/>
            </a:solidFill>
            <a:prstDash val="solid"/>
            <a:headEnd type="none" w="med" len="med"/>
            <a:tailEnd type="none" w="med" len="med"/>
          </a:ln>
        </p:spPr>
      </p:sp>
      <p:sp>
        <p:nvSpPr>
          <p:cNvPr id="160782" name="Text Box 74"/>
          <p:cNvSpPr txBox="1"/>
          <p:nvPr/>
        </p:nvSpPr>
        <p:spPr>
          <a:xfrm>
            <a:off x="1570038" y="2279650"/>
            <a:ext cx="4064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160783" name="Text Box 75"/>
          <p:cNvSpPr txBox="1"/>
          <p:nvPr/>
        </p:nvSpPr>
        <p:spPr>
          <a:xfrm>
            <a:off x="7054850" y="3743325"/>
            <a:ext cx="3762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160784" name="Text Box 76"/>
          <p:cNvSpPr txBox="1"/>
          <p:nvPr/>
        </p:nvSpPr>
        <p:spPr>
          <a:xfrm>
            <a:off x="5164138" y="2257425"/>
            <a:ext cx="3683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160785" name="Freeform 77"/>
          <p:cNvSpPr/>
          <p:nvPr/>
        </p:nvSpPr>
        <p:spPr>
          <a:xfrm>
            <a:off x="2132013" y="2838450"/>
            <a:ext cx="2967037" cy="704850"/>
          </a:xfrm>
          <a:custGeom>
            <a:avLst/>
            <a:gdLst>
              <a:gd name="txL" fmla="*/ 0 w 1869"/>
              <a:gd name="txT" fmla="*/ 0 h 444"/>
              <a:gd name="txR" fmla="*/ 1869 w 1869"/>
              <a:gd name="txB" fmla="*/ 444 h 444"/>
            </a:gdLst>
            <a:ahLst/>
            <a:cxnLst>
              <a:cxn ang="0">
                <a:pos x="2147483646" y="0"/>
              </a:cxn>
              <a:cxn ang="0">
                <a:pos x="2147483646" y="2147483646"/>
              </a:cxn>
              <a:cxn ang="0">
                <a:pos x="0" y="2147483646"/>
              </a:cxn>
            </a:cxnLst>
            <a:rect l="txL" t="txT" r="txR" b="txB"/>
            <a:pathLst>
              <a:path w="1869" h="444">
                <a:moveTo>
                  <a:pt x="1869" y="0"/>
                </a:moveTo>
                <a:lnTo>
                  <a:pt x="1869" y="444"/>
                </a:lnTo>
                <a:lnTo>
                  <a:pt x="0" y="444"/>
                </a:lnTo>
              </a:path>
            </a:pathLst>
          </a:custGeom>
          <a:noFill/>
          <a:ln w="28575" cap="flat" cmpd="sng">
            <a:solidFill>
              <a:srgbClr val="FF0000">
                <a:alpha val="100000"/>
              </a:srgbClr>
            </a:solidFill>
            <a:prstDash val="solid"/>
            <a:round/>
            <a:headEnd type="none" w="med" len="med"/>
            <a:tailEnd type="triangle" w="med" len="med"/>
          </a:ln>
        </p:spPr>
        <p:txBody>
          <a:bodyPr/>
          <a:p>
            <a:endParaRPr lang="zh-CN" altLang="en-US"/>
          </a:p>
        </p:txBody>
      </p:sp>
      <p:grpSp>
        <p:nvGrpSpPr>
          <p:cNvPr id="160786" name="Group 78"/>
          <p:cNvGrpSpPr/>
          <p:nvPr/>
        </p:nvGrpSpPr>
        <p:grpSpPr>
          <a:xfrm>
            <a:off x="2598738" y="3321050"/>
            <a:ext cx="2295525" cy="336550"/>
            <a:chOff x="2418" y="3342"/>
            <a:chExt cx="1446" cy="212"/>
          </a:xfrm>
        </p:grpSpPr>
        <p:sp>
          <p:nvSpPr>
            <p:cNvPr id="160788" name="Rectangle 79"/>
            <p:cNvSpPr/>
            <p:nvPr/>
          </p:nvSpPr>
          <p:spPr>
            <a:xfrm>
              <a:off x="2463" y="3366"/>
              <a:ext cx="1356" cy="174"/>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0789" name="Line 80"/>
            <p:cNvSpPr/>
            <p:nvPr/>
          </p:nvSpPr>
          <p:spPr>
            <a:xfrm>
              <a:off x="2784" y="3372"/>
              <a:ext cx="0" cy="168"/>
            </a:xfrm>
            <a:prstGeom prst="line">
              <a:avLst/>
            </a:prstGeom>
            <a:ln w="12700" cap="flat" cmpd="sng">
              <a:solidFill>
                <a:schemeClr val="tx1"/>
              </a:solidFill>
              <a:prstDash val="solid"/>
              <a:headEnd type="none" w="med" len="med"/>
              <a:tailEnd type="none" w="med" len="med"/>
            </a:ln>
          </p:spPr>
        </p:sp>
        <p:sp>
          <p:nvSpPr>
            <p:cNvPr id="160790" name="Line 81"/>
            <p:cNvSpPr/>
            <p:nvPr/>
          </p:nvSpPr>
          <p:spPr>
            <a:xfrm>
              <a:off x="3186" y="3375"/>
              <a:ext cx="0" cy="168"/>
            </a:xfrm>
            <a:prstGeom prst="line">
              <a:avLst/>
            </a:prstGeom>
            <a:ln w="12700" cap="flat" cmpd="sng">
              <a:solidFill>
                <a:schemeClr val="tx1"/>
              </a:solidFill>
              <a:prstDash val="solid"/>
              <a:headEnd type="none" w="med" len="med"/>
              <a:tailEnd type="none" w="med" len="med"/>
            </a:ln>
          </p:spPr>
        </p:sp>
        <p:sp>
          <p:nvSpPr>
            <p:cNvPr id="160791" name="Line 82"/>
            <p:cNvSpPr/>
            <p:nvPr/>
          </p:nvSpPr>
          <p:spPr>
            <a:xfrm>
              <a:off x="3321" y="3375"/>
              <a:ext cx="0" cy="168"/>
            </a:xfrm>
            <a:prstGeom prst="line">
              <a:avLst/>
            </a:prstGeom>
            <a:ln w="12700" cap="flat" cmpd="sng">
              <a:solidFill>
                <a:schemeClr val="tx1"/>
              </a:solidFill>
              <a:prstDash val="solid"/>
              <a:headEnd type="none" w="med" len="med"/>
              <a:tailEnd type="none" w="med" len="med"/>
            </a:ln>
          </p:spPr>
        </p:sp>
        <p:sp>
          <p:nvSpPr>
            <p:cNvPr id="160792" name="Text Box 83"/>
            <p:cNvSpPr txBox="1"/>
            <p:nvPr/>
          </p:nvSpPr>
          <p:spPr>
            <a:xfrm>
              <a:off x="2418" y="3342"/>
              <a:ext cx="1446"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600" dirty="0">
                  <a:solidFill>
                    <a:srgbClr val="FF0000"/>
                  </a:solidFill>
                  <a:latin typeface="Arial" panose="020B0604020202020204" pitchFamily="34" charset="0"/>
                  <a:ea typeface="宋体" panose="02010600030101010101" pitchFamily="2" charset="-122"/>
                </a:rPr>
                <a:t>src:B</a:t>
              </a:r>
              <a:r>
                <a:rPr lang="en-US" altLang="zh-CN" sz="1600" dirty="0">
                  <a:latin typeface="Arial" panose="020B0604020202020204" pitchFamily="34" charset="0"/>
                  <a:ea typeface="宋体" panose="02010600030101010101" pitchFamily="2" charset="-122"/>
                </a:rPr>
                <a:t> dest:A     payload</a:t>
              </a:r>
              <a:endParaRPr lang="en-US" altLang="zh-CN" sz="1600" dirty="0">
                <a:latin typeface="Times New Roman" panose="02020603050405020304" pitchFamily="18" charset="0"/>
                <a:ea typeface="宋体" panose="02010600030101010101" pitchFamily="2" charset="-122"/>
              </a:endParaRPr>
            </a:p>
          </p:txBody>
        </p:sp>
      </p:grpSp>
      <p:pic>
        <p:nvPicPr>
          <p:cNvPr id="160787" name="Picture 84"/>
          <p:cNvPicPr>
            <a:picLocks noChangeAspect="1"/>
          </p:cNvPicPr>
          <p:nvPr/>
        </p:nvPicPr>
        <p:blipFill>
          <a:blip r:embed="rId4"/>
          <a:stretch>
            <a:fillRect/>
          </a:stretch>
        </p:blipFill>
        <p:spPr>
          <a:xfrm>
            <a:off x="4730750" y="2352675"/>
            <a:ext cx="471488" cy="442913"/>
          </a:xfrm>
          <a:prstGeom prst="rect">
            <a:avLst/>
          </a:prstGeom>
          <a:noFill/>
          <a:ln w="31750">
            <a:noFill/>
          </a:ln>
        </p:spPr>
      </p:pic>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61794"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61795"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6179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The bad guys can record and playback</a:t>
            </a:r>
            <a:endParaRPr lang="en-US" altLang="zh-CN" sz="3600" dirty="0">
              <a:ea typeface="宋体" panose="02010600030101010101" pitchFamily="2" charset="-122"/>
            </a:endParaRPr>
          </a:p>
        </p:txBody>
      </p:sp>
      <p:sp>
        <p:nvSpPr>
          <p:cNvPr id="161797" name="Rectangle 3"/>
          <p:cNvSpPr>
            <a:spLocks noGrp="1"/>
          </p:cNvSpPr>
          <p:nvPr>
            <p:ph idx="1"/>
          </p:nvPr>
        </p:nvSpPr>
        <p:spPr>
          <a:xfrm>
            <a:off x="493713" y="1731963"/>
            <a:ext cx="8077200" cy="1484312"/>
          </a:xfrm>
        </p:spPr>
        <p:txBody>
          <a:bodyPr vert="horz" wrap="square" lIns="91440" tIns="45720" rIns="91440" bIns="45720" anchor="t" anchorCtr="0"/>
          <a:p>
            <a:r>
              <a:rPr lang="en-US" altLang="zh-CN" i="1" dirty="0">
                <a:solidFill>
                  <a:srgbClr val="FF3300"/>
                </a:solidFill>
                <a:ea typeface="宋体" panose="02010600030101010101" pitchFamily="2" charset="-122"/>
              </a:rPr>
              <a:t>record-and-playback</a:t>
            </a:r>
            <a:r>
              <a:rPr lang="en-US" altLang="zh-CN" sz="2400" dirty="0">
                <a:ea typeface="宋体" panose="02010600030101010101" pitchFamily="2" charset="-122"/>
              </a:rPr>
              <a:t>: sniff sensitive info (e.g., password), and use later</a:t>
            </a:r>
            <a:endParaRPr lang="en-US" altLang="zh-CN" sz="2400" dirty="0">
              <a:ea typeface="宋体" panose="02010600030101010101" pitchFamily="2" charset="-122"/>
            </a:endParaRPr>
          </a:p>
          <a:p>
            <a:pPr lvl="1"/>
            <a:r>
              <a:rPr lang="en-US" altLang="zh-CN" dirty="0">
                <a:ea typeface="宋体" panose="02010600030101010101" pitchFamily="2" charset="-122"/>
              </a:rPr>
              <a:t>password holder </a:t>
            </a:r>
            <a:r>
              <a:rPr lang="en-US" altLang="zh-CN" i="1" dirty="0">
                <a:ea typeface="宋体" panose="02010600030101010101" pitchFamily="2" charset="-122"/>
              </a:rPr>
              <a:t>is </a:t>
            </a:r>
            <a:r>
              <a:rPr lang="en-US" altLang="zh-CN" dirty="0">
                <a:ea typeface="宋体" panose="02010600030101010101" pitchFamily="2" charset="-122"/>
              </a:rPr>
              <a:t>that user from system point of view</a:t>
            </a:r>
            <a:endParaRPr lang="en-US" altLang="zh-CN" dirty="0">
              <a:ea typeface="宋体" panose="02010600030101010101" pitchFamily="2" charset="-122"/>
            </a:endParaRPr>
          </a:p>
        </p:txBody>
      </p:sp>
      <p:graphicFrame>
        <p:nvGraphicFramePr>
          <p:cNvPr id="161798" name="Object 43"/>
          <p:cNvGraphicFramePr>
            <a:graphicFrameLocks noChangeAspect="1"/>
          </p:cNvGraphicFramePr>
          <p:nvPr/>
        </p:nvGraphicFramePr>
        <p:xfrm>
          <a:off x="6099175" y="5414963"/>
          <a:ext cx="668338" cy="530225"/>
        </p:xfrm>
        <a:graphic>
          <a:graphicData uri="http://schemas.openxmlformats.org/presentationml/2006/ole">
            <mc:AlternateContent xmlns:mc="http://schemas.openxmlformats.org/markup-compatibility/2006">
              <mc:Choice xmlns:v="urn:schemas-microsoft-com:vml" Requires="v">
                <p:oleObj spid="_x0000_s3198" name="" r:id="rId1" imgW="18192750" imgH="15087600" progId="MS_ClipArt_Gallery.2">
                  <p:embed/>
                </p:oleObj>
              </mc:Choice>
              <mc:Fallback>
                <p:oleObj name="" r:id="rId1" imgW="18192750" imgH="15087600" progId="MS_ClipArt_Gallery.2">
                  <p:embed/>
                  <p:pic>
                    <p:nvPicPr>
                      <p:cNvPr id="0" name="图片 3197"/>
                      <p:cNvPicPr/>
                      <p:nvPr/>
                    </p:nvPicPr>
                    <p:blipFill>
                      <a:blip r:embed="rId2"/>
                      <a:stretch>
                        <a:fillRect/>
                      </a:stretch>
                    </p:blipFill>
                    <p:spPr>
                      <a:xfrm>
                        <a:off x="6099175" y="5414963"/>
                        <a:ext cx="668338" cy="530225"/>
                      </a:xfrm>
                      <a:prstGeom prst="rect">
                        <a:avLst/>
                      </a:prstGeom>
                      <a:noFill/>
                      <a:ln w="38100">
                        <a:noFill/>
                        <a:miter/>
                      </a:ln>
                    </p:spPr>
                  </p:pic>
                </p:oleObj>
              </mc:Fallback>
            </mc:AlternateContent>
          </a:graphicData>
        </a:graphic>
      </p:graphicFrame>
      <p:grpSp>
        <p:nvGrpSpPr>
          <p:cNvPr id="161799" name="Group 44"/>
          <p:cNvGrpSpPr/>
          <p:nvPr/>
        </p:nvGrpSpPr>
        <p:grpSpPr>
          <a:xfrm>
            <a:off x="1709738" y="3984625"/>
            <a:ext cx="384175" cy="723900"/>
            <a:chOff x="4180" y="783"/>
            <a:chExt cx="150" cy="307"/>
          </a:xfrm>
        </p:grpSpPr>
        <p:sp>
          <p:nvSpPr>
            <p:cNvPr id="161832" name="AutoShape 45"/>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1833" name="Rectangle 46"/>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1834" name="Rectangle 47"/>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1835" name="AutoShape 48"/>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1836" name="Line 49"/>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161837" name="Line 50"/>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161838" name="Rectangle 51"/>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1839" name="Rectangle 52"/>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grpSp>
        <p:nvGrpSpPr>
          <p:cNvPr id="161800" name="Group 53"/>
          <p:cNvGrpSpPr/>
          <p:nvPr/>
        </p:nvGrpSpPr>
        <p:grpSpPr>
          <a:xfrm>
            <a:off x="2663825" y="5475288"/>
            <a:ext cx="642938" cy="328612"/>
            <a:chOff x="3600" y="219"/>
            <a:chExt cx="360" cy="175"/>
          </a:xfrm>
        </p:grpSpPr>
        <p:sp>
          <p:nvSpPr>
            <p:cNvPr id="161819" name="Oval 54"/>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1820" name="Line 5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1821" name="Line 5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1822" name="Rectangle 57"/>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1823" name="Oval 58"/>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grpSp>
          <p:nvGrpSpPr>
            <p:cNvPr id="161824" name="Group 59"/>
            <p:cNvGrpSpPr/>
            <p:nvPr/>
          </p:nvGrpSpPr>
          <p:grpSpPr>
            <a:xfrm>
              <a:off x="3686" y="244"/>
              <a:ext cx="177" cy="66"/>
              <a:chOff x="2848" y="848"/>
              <a:chExt cx="140" cy="98"/>
            </a:xfrm>
          </p:grpSpPr>
          <p:sp>
            <p:nvSpPr>
              <p:cNvPr id="161829" name="Line 6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1830" name="Line 6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1831" name="Line 6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1825" name="Group 63"/>
            <p:cNvGrpSpPr/>
            <p:nvPr/>
          </p:nvGrpSpPr>
          <p:grpSpPr>
            <a:xfrm flipV="1">
              <a:off x="3686" y="243"/>
              <a:ext cx="177" cy="66"/>
              <a:chOff x="2848" y="848"/>
              <a:chExt cx="140" cy="98"/>
            </a:xfrm>
          </p:grpSpPr>
          <p:sp>
            <p:nvSpPr>
              <p:cNvPr id="161826" name="Line 6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1827" name="Line 6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1828" name="Line 6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161801" name="Object 67"/>
          <p:cNvGraphicFramePr>
            <a:graphicFrameLocks noChangeAspect="1"/>
          </p:cNvGraphicFramePr>
          <p:nvPr/>
        </p:nvGraphicFramePr>
        <p:xfrm>
          <a:off x="4241800" y="4046538"/>
          <a:ext cx="668338" cy="530225"/>
        </p:xfrm>
        <a:graphic>
          <a:graphicData uri="http://schemas.openxmlformats.org/presentationml/2006/ole">
            <mc:AlternateContent xmlns:mc="http://schemas.openxmlformats.org/markup-compatibility/2006">
              <mc:Choice xmlns:v="urn:schemas-microsoft-com:vml" Requires="v">
                <p:oleObj spid="_x0000_s3199" name="" r:id="rId3" imgW="18192750" imgH="15087600" progId="MS_ClipArt_Gallery.2">
                  <p:embed/>
                </p:oleObj>
              </mc:Choice>
              <mc:Fallback>
                <p:oleObj name="" r:id="rId3" imgW="18192750" imgH="15087600" progId="MS_ClipArt_Gallery.2">
                  <p:embed/>
                  <p:pic>
                    <p:nvPicPr>
                      <p:cNvPr id="0" name="图片 3198"/>
                      <p:cNvPicPr/>
                      <p:nvPr/>
                    </p:nvPicPr>
                    <p:blipFill>
                      <a:blip r:embed="rId2"/>
                      <a:stretch>
                        <a:fillRect/>
                      </a:stretch>
                    </p:blipFill>
                    <p:spPr>
                      <a:xfrm>
                        <a:off x="4241800" y="4046538"/>
                        <a:ext cx="668338" cy="530225"/>
                      </a:xfrm>
                      <a:prstGeom prst="rect">
                        <a:avLst/>
                      </a:prstGeom>
                      <a:noFill/>
                      <a:ln w="38100">
                        <a:noFill/>
                        <a:miter/>
                      </a:ln>
                    </p:spPr>
                  </p:pic>
                </p:oleObj>
              </mc:Fallback>
            </mc:AlternateContent>
          </a:graphicData>
        </a:graphic>
      </p:graphicFrame>
      <p:sp>
        <p:nvSpPr>
          <p:cNvPr id="161802" name="Freeform 68"/>
          <p:cNvSpPr/>
          <p:nvPr/>
        </p:nvSpPr>
        <p:spPr>
          <a:xfrm>
            <a:off x="1809750" y="4710113"/>
            <a:ext cx="4587875" cy="728662"/>
          </a:xfrm>
          <a:custGeom>
            <a:avLst/>
            <a:gdLst>
              <a:gd name="txL" fmla="*/ 0 w 2620"/>
              <a:gd name="txT" fmla="*/ 0 h 459"/>
              <a:gd name="txR" fmla="*/ 2620 w 2620"/>
              <a:gd name="txB" fmla="*/ 459 h 459"/>
            </a:gdLst>
            <a:ahLst/>
            <a:cxnLst>
              <a:cxn ang="0">
                <a:pos x="2147483646" y="0"/>
              </a:cxn>
              <a:cxn ang="0">
                <a:pos x="0" y="2147483646"/>
              </a:cxn>
              <a:cxn ang="0">
                <a:pos x="2147483646" y="2147483646"/>
              </a:cxn>
              <a:cxn ang="0">
                <a:pos x="2147483646" y="2147483646"/>
              </a:cxn>
            </a:cxnLst>
            <a:rect l="txL" t="txT" r="txR" b="txB"/>
            <a:pathLst>
              <a:path w="2620" h="459">
                <a:moveTo>
                  <a:pt x="2" y="0"/>
                </a:moveTo>
                <a:lnTo>
                  <a:pt x="0" y="253"/>
                </a:lnTo>
                <a:lnTo>
                  <a:pt x="2620" y="253"/>
                </a:lnTo>
                <a:lnTo>
                  <a:pt x="2620" y="459"/>
                </a:lnTo>
              </a:path>
            </a:pathLst>
          </a:custGeom>
          <a:no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161803" name="Freeform 69"/>
          <p:cNvSpPr/>
          <p:nvPr/>
        </p:nvSpPr>
        <p:spPr>
          <a:xfrm>
            <a:off x="4641850" y="4579938"/>
            <a:ext cx="4763" cy="522287"/>
          </a:xfrm>
          <a:custGeom>
            <a:avLst/>
            <a:gdLst>
              <a:gd name="txL" fmla="*/ 0 w 3"/>
              <a:gd name="txT" fmla="*/ 0 h 329"/>
              <a:gd name="txR" fmla="*/ 3 w 3"/>
              <a:gd name="txB" fmla="*/ 329 h 329"/>
            </a:gdLst>
            <a:ahLst/>
            <a:cxnLst>
              <a:cxn ang="0">
                <a:pos x="0" y="2147483646"/>
              </a:cxn>
              <a:cxn ang="0">
                <a:pos x="2147483646" y="0"/>
              </a:cxn>
            </a:cxnLst>
            <a:rect l="txL" t="txT" r="txR" b="txB"/>
            <a:pathLst>
              <a:path w="3" h="329">
                <a:moveTo>
                  <a:pt x="0" y="329"/>
                </a:moveTo>
                <a:lnTo>
                  <a:pt x="3" y="0"/>
                </a:lnTo>
              </a:path>
            </a:pathLst>
          </a:custGeom>
          <a:no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161804" name="Line 70"/>
          <p:cNvSpPr/>
          <p:nvPr/>
        </p:nvSpPr>
        <p:spPr>
          <a:xfrm flipV="1">
            <a:off x="2984500" y="5102225"/>
            <a:ext cx="0" cy="374650"/>
          </a:xfrm>
          <a:prstGeom prst="line">
            <a:avLst/>
          </a:prstGeom>
          <a:ln w="19050" cap="flat" cmpd="sng">
            <a:solidFill>
              <a:schemeClr val="tx1"/>
            </a:solidFill>
            <a:prstDash val="solid"/>
            <a:headEnd type="none" w="med" len="med"/>
            <a:tailEnd type="none" w="med" len="med"/>
          </a:ln>
        </p:spPr>
      </p:sp>
      <p:sp>
        <p:nvSpPr>
          <p:cNvPr id="161805" name="Line 71"/>
          <p:cNvSpPr/>
          <p:nvPr/>
        </p:nvSpPr>
        <p:spPr>
          <a:xfrm flipV="1">
            <a:off x="3003550" y="5813425"/>
            <a:ext cx="0" cy="241300"/>
          </a:xfrm>
          <a:prstGeom prst="line">
            <a:avLst/>
          </a:prstGeom>
          <a:ln w="19050" cap="flat" cmpd="sng">
            <a:solidFill>
              <a:schemeClr val="tx1"/>
            </a:solidFill>
            <a:prstDash val="solid"/>
            <a:headEnd type="none" w="med" len="med"/>
            <a:tailEnd type="none" w="med" len="med"/>
          </a:ln>
        </p:spPr>
      </p:sp>
      <p:sp>
        <p:nvSpPr>
          <p:cNvPr id="161806" name="Text Box 72"/>
          <p:cNvSpPr txBox="1"/>
          <p:nvPr/>
        </p:nvSpPr>
        <p:spPr>
          <a:xfrm>
            <a:off x="1257300" y="3998913"/>
            <a:ext cx="4064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161807" name="Text Box 73"/>
          <p:cNvSpPr txBox="1"/>
          <p:nvPr/>
        </p:nvSpPr>
        <p:spPr>
          <a:xfrm>
            <a:off x="6742113" y="5462588"/>
            <a:ext cx="37623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161808" name="Text Box 74"/>
          <p:cNvSpPr txBox="1"/>
          <p:nvPr/>
        </p:nvSpPr>
        <p:spPr>
          <a:xfrm>
            <a:off x="4365625" y="3616325"/>
            <a:ext cx="3683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2400" dirty="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grpSp>
        <p:nvGrpSpPr>
          <p:cNvPr id="161809" name="Group 84"/>
          <p:cNvGrpSpPr/>
          <p:nvPr/>
        </p:nvGrpSpPr>
        <p:grpSpPr>
          <a:xfrm>
            <a:off x="4800600" y="4795838"/>
            <a:ext cx="3538538" cy="290512"/>
            <a:chOff x="3114" y="3021"/>
            <a:chExt cx="2229" cy="183"/>
          </a:xfrm>
        </p:grpSpPr>
        <p:sp>
          <p:nvSpPr>
            <p:cNvPr id="161815" name="Rectangle 76"/>
            <p:cNvSpPr/>
            <p:nvPr/>
          </p:nvSpPr>
          <p:spPr>
            <a:xfrm>
              <a:off x="3114" y="3021"/>
              <a:ext cx="2229" cy="183"/>
            </a:xfrm>
            <a:prstGeom prst="rect">
              <a:avLst/>
            </a:prstGeom>
            <a:solidFill>
              <a:srgbClr val="FFFFFF"/>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1816" name="Line 77"/>
            <p:cNvSpPr/>
            <p:nvPr/>
          </p:nvSpPr>
          <p:spPr>
            <a:xfrm>
              <a:off x="3435" y="3027"/>
              <a:ext cx="0" cy="168"/>
            </a:xfrm>
            <a:prstGeom prst="line">
              <a:avLst/>
            </a:prstGeom>
            <a:ln w="12700" cap="flat" cmpd="sng">
              <a:solidFill>
                <a:schemeClr val="tx1"/>
              </a:solidFill>
              <a:prstDash val="solid"/>
              <a:headEnd type="none" w="med" len="med"/>
              <a:tailEnd type="none" w="med" len="med"/>
            </a:ln>
          </p:spPr>
        </p:sp>
        <p:sp>
          <p:nvSpPr>
            <p:cNvPr id="161817" name="Line 78"/>
            <p:cNvSpPr/>
            <p:nvPr/>
          </p:nvSpPr>
          <p:spPr>
            <a:xfrm>
              <a:off x="3837" y="3030"/>
              <a:ext cx="0" cy="168"/>
            </a:xfrm>
            <a:prstGeom prst="line">
              <a:avLst/>
            </a:prstGeom>
            <a:ln w="12700" cap="flat" cmpd="sng">
              <a:solidFill>
                <a:schemeClr val="tx1"/>
              </a:solidFill>
              <a:prstDash val="solid"/>
              <a:headEnd type="none" w="med" len="med"/>
              <a:tailEnd type="none" w="med" len="med"/>
            </a:ln>
          </p:spPr>
        </p:sp>
        <p:sp>
          <p:nvSpPr>
            <p:cNvPr id="161818" name="Line 79"/>
            <p:cNvSpPr/>
            <p:nvPr/>
          </p:nvSpPr>
          <p:spPr>
            <a:xfrm>
              <a:off x="3972" y="3030"/>
              <a:ext cx="0" cy="168"/>
            </a:xfrm>
            <a:prstGeom prst="line">
              <a:avLst/>
            </a:prstGeom>
            <a:ln w="12700" cap="flat" cmpd="sng">
              <a:solidFill>
                <a:schemeClr val="tx1"/>
              </a:solidFill>
              <a:prstDash val="solid"/>
              <a:headEnd type="none" w="med" len="med"/>
              <a:tailEnd type="none" w="med" len="med"/>
            </a:ln>
          </p:spPr>
        </p:sp>
      </p:grpSp>
      <p:sp>
        <p:nvSpPr>
          <p:cNvPr id="161810" name="Text Box 80"/>
          <p:cNvSpPr txBox="1"/>
          <p:nvPr/>
        </p:nvSpPr>
        <p:spPr>
          <a:xfrm>
            <a:off x="4727575" y="4772025"/>
            <a:ext cx="3860800" cy="336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src:B dest:A     user: B; password: foo</a:t>
            </a:r>
            <a:endParaRPr lang="en-US" altLang="zh-CN" sz="1600" dirty="0">
              <a:latin typeface="Times New Roman" panose="02020603050405020304" pitchFamily="18" charset="0"/>
              <a:ea typeface="宋体" panose="02010600030101010101" pitchFamily="2" charset="-122"/>
            </a:endParaRPr>
          </a:p>
        </p:txBody>
      </p:sp>
      <p:sp>
        <p:nvSpPr>
          <p:cNvPr id="161811" name="Freeform 81"/>
          <p:cNvSpPr/>
          <p:nvPr/>
        </p:nvSpPr>
        <p:spPr>
          <a:xfrm>
            <a:off x="1731963" y="4751388"/>
            <a:ext cx="4510087" cy="674687"/>
          </a:xfrm>
          <a:custGeom>
            <a:avLst/>
            <a:gdLst>
              <a:gd name="txL" fmla="*/ 0 w 2841"/>
              <a:gd name="txT" fmla="*/ 0 h 425"/>
              <a:gd name="txR" fmla="*/ 2841 w 2841"/>
              <a:gd name="txB" fmla="*/ 425 h 425"/>
            </a:gdLst>
            <a:ahLst/>
            <a:cxnLst>
              <a:cxn ang="0">
                <a:pos x="2147483646" y="2147483646"/>
              </a:cxn>
              <a:cxn ang="0">
                <a:pos x="2147483646" y="2147483646"/>
              </a:cxn>
              <a:cxn ang="0">
                <a:pos x="0" y="2147483646"/>
              </a:cxn>
              <a:cxn ang="0">
                <a:pos x="0" y="0"/>
              </a:cxn>
            </a:cxnLst>
            <a:rect l="txL" t="txT" r="txR" b="txB"/>
            <a:pathLst>
              <a:path w="2841" h="425">
                <a:moveTo>
                  <a:pt x="2841" y="425"/>
                </a:moveTo>
                <a:lnTo>
                  <a:pt x="2841" y="273"/>
                </a:lnTo>
                <a:lnTo>
                  <a:pt x="0" y="271"/>
                </a:lnTo>
                <a:lnTo>
                  <a:pt x="0" y="0"/>
                </a:lnTo>
              </a:path>
            </a:pathLst>
          </a:custGeom>
          <a:noFill/>
          <a:ln w="28575" cap="flat" cmpd="sng">
            <a:solidFill>
              <a:srgbClr val="FF0000">
                <a:alpha val="100000"/>
              </a:srgbClr>
            </a:solidFill>
            <a:prstDash val="solid"/>
            <a:round/>
            <a:headEnd type="none" w="med" len="med"/>
            <a:tailEnd type="triangle" w="med" len="med"/>
          </a:ln>
        </p:spPr>
        <p:txBody>
          <a:bodyPr/>
          <a:p>
            <a:endParaRPr lang="zh-CN" altLang="en-US"/>
          </a:p>
        </p:txBody>
      </p:sp>
      <p:sp>
        <p:nvSpPr>
          <p:cNvPr id="161812" name="Line 82"/>
          <p:cNvSpPr/>
          <p:nvPr/>
        </p:nvSpPr>
        <p:spPr>
          <a:xfrm flipV="1">
            <a:off x="4749800" y="4581525"/>
            <a:ext cx="0" cy="603250"/>
          </a:xfrm>
          <a:prstGeom prst="line">
            <a:avLst/>
          </a:prstGeom>
          <a:ln w="28575" cap="flat" cmpd="sng">
            <a:solidFill>
              <a:srgbClr val="FF0000"/>
            </a:solidFill>
            <a:prstDash val="solid"/>
            <a:headEnd type="none" w="med" len="med"/>
            <a:tailEnd type="triangle" w="med" len="med"/>
          </a:ln>
        </p:spPr>
      </p:sp>
      <p:pic>
        <p:nvPicPr>
          <p:cNvPr id="161813" name="Picture 83"/>
          <p:cNvPicPr>
            <a:picLocks noChangeAspect="1"/>
          </p:cNvPicPr>
          <p:nvPr/>
        </p:nvPicPr>
        <p:blipFill>
          <a:blip r:embed="rId4"/>
          <a:stretch>
            <a:fillRect/>
          </a:stretch>
        </p:blipFill>
        <p:spPr>
          <a:xfrm>
            <a:off x="4356100" y="4029075"/>
            <a:ext cx="471488" cy="442913"/>
          </a:xfrm>
          <a:prstGeom prst="rect">
            <a:avLst/>
          </a:prstGeom>
          <a:noFill/>
          <a:ln w="31750">
            <a:noFill/>
          </a:ln>
        </p:spPr>
      </p:pic>
      <p:pic>
        <p:nvPicPr>
          <p:cNvPr id="161814" name="Picture 85" descr="EN00179_[1]"/>
          <p:cNvPicPr>
            <a:picLocks noChangeAspect="1"/>
          </p:cNvPicPr>
          <p:nvPr/>
        </p:nvPicPr>
        <p:blipFill>
          <a:blip r:embed="rId5"/>
          <a:stretch>
            <a:fillRect/>
          </a:stretch>
        </p:blipFill>
        <p:spPr>
          <a:xfrm>
            <a:off x="4637088" y="4284663"/>
            <a:ext cx="681037" cy="528637"/>
          </a:xfrm>
          <a:prstGeom prst="rect">
            <a:avLst/>
          </a:prstGeom>
          <a:noFill/>
          <a:ln w="9525">
            <a:noFill/>
          </a:ln>
        </p:spPr>
      </p:pic>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62818"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62819"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6282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Network Security</a:t>
            </a:r>
            <a:endParaRPr lang="en-US" altLang="zh-CN" dirty="0">
              <a:ea typeface="宋体" panose="02010600030101010101" pitchFamily="2" charset="-122"/>
            </a:endParaRPr>
          </a:p>
        </p:txBody>
      </p:sp>
      <p:sp>
        <p:nvSpPr>
          <p:cNvPr id="162821" name="Rectangle 3"/>
          <p:cNvSpPr>
            <a:spLocks noGrp="1"/>
          </p:cNvSpPr>
          <p:nvPr>
            <p:ph idx="1"/>
          </p:nvPr>
        </p:nvSpPr>
        <p:spPr>
          <a:xfrm>
            <a:off x="533400" y="1365250"/>
            <a:ext cx="7772400" cy="5119688"/>
          </a:xfrm>
        </p:spPr>
        <p:txBody>
          <a:bodyPr vert="horz" wrap="square" lIns="91440" tIns="45720" rIns="91440" bIns="45720" anchor="t" anchorCtr="0"/>
          <a:p>
            <a:r>
              <a:rPr lang="en-US" altLang="zh-CN" dirty="0">
                <a:ea typeface="宋体" panose="02010600030101010101" pitchFamily="2" charset="-122"/>
              </a:rPr>
              <a:t>more throughout this course</a:t>
            </a:r>
            <a:endParaRPr lang="en-US" altLang="zh-CN" dirty="0">
              <a:ea typeface="宋体" panose="02010600030101010101" pitchFamily="2" charset="-122"/>
            </a:endParaRPr>
          </a:p>
          <a:p>
            <a:r>
              <a:rPr lang="en-US" altLang="zh-CN" dirty="0">
                <a:ea typeface="宋体" panose="02010600030101010101" pitchFamily="2" charset="-122"/>
              </a:rPr>
              <a:t>chapter 8: focus on security</a:t>
            </a:r>
            <a:endParaRPr lang="en-US" altLang="zh-CN" dirty="0">
              <a:ea typeface="宋体" panose="02010600030101010101" pitchFamily="2" charset="-122"/>
            </a:endParaRPr>
          </a:p>
          <a:p>
            <a:r>
              <a:rPr lang="en-US" altLang="zh-CN" dirty="0">
                <a:ea typeface="宋体" panose="02010600030101010101" pitchFamily="2" charset="-122"/>
              </a:rPr>
              <a:t>crypographic techniques: obvious uses and not so obvious uses</a:t>
            </a:r>
            <a:endParaRPr lang="en-US" altLang="zh-CN"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Footer Placeholder 4"/>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63843" name="Slide Number Placeholder 5"/>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6384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1: roadmap</a:t>
            </a:r>
            <a:endParaRPr lang="en-US" altLang="zh-CN" dirty="0">
              <a:ea typeface="宋体" panose="02010600030101010101" pitchFamily="2" charset="-122"/>
            </a:endParaRPr>
          </a:p>
        </p:txBody>
      </p:sp>
      <p:sp>
        <p:nvSpPr>
          <p:cNvPr id="163845" name="Rectangle 3"/>
          <p:cNvSpPr>
            <a:spLocks noGrp="1"/>
          </p:cNvSpPr>
          <p:nvPr>
            <p:ph idx="1"/>
          </p:nvPr>
        </p:nvSpPr>
        <p:spPr>
          <a:xfrm>
            <a:off x="533400" y="1600200"/>
            <a:ext cx="8207375" cy="4648200"/>
          </a:xfrm>
        </p:spPr>
        <p:txBody>
          <a:bodyPr vert="horz" wrap="square" lIns="91440" tIns="45720" rIns="91440" bIns="45720" anchor="t" anchorCtr="0"/>
          <a:p>
            <a:pPr lvl="1">
              <a:buNone/>
            </a:pPr>
            <a:r>
              <a:rPr lang="en-US" altLang="zh-CN" dirty="0">
                <a:solidFill>
                  <a:schemeClr val="accent2"/>
                </a:solidFill>
                <a:ea typeface="宋体" panose="02010600030101010101" pitchFamily="2" charset="-122"/>
              </a:rPr>
              <a:t>1.1 </a:t>
            </a:r>
            <a:r>
              <a:rPr lang="en-US" altLang="zh-CN" dirty="0">
                <a:ea typeface="宋体" panose="02010600030101010101" pitchFamily="2" charset="-122"/>
              </a:rPr>
              <a:t>What </a:t>
            </a:r>
            <a:r>
              <a:rPr lang="en-US" altLang="zh-CN" i="1" dirty="0">
                <a:ea typeface="宋体" panose="02010600030101010101" pitchFamily="2" charset="-122"/>
              </a:rPr>
              <a:t>is</a:t>
            </a:r>
            <a:r>
              <a:rPr lang="en-US" altLang="zh-CN" dirty="0">
                <a:ea typeface="宋体" panose="02010600030101010101" pitchFamily="2" charset="-122"/>
              </a:rPr>
              <a:t> the Internet?</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1.2</a:t>
            </a:r>
            <a:r>
              <a:rPr lang="en-US" altLang="zh-CN" dirty="0">
                <a:ea typeface="宋体" panose="02010600030101010101" pitchFamily="2" charset="-122"/>
              </a:rPr>
              <a:t> Network edge</a:t>
            </a:r>
            <a:endParaRPr lang="en-US" altLang="zh-CN" dirty="0">
              <a:ea typeface="宋体" panose="02010600030101010101" pitchFamily="2" charset="-122"/>
            </a:endParaRPr>
          </a:p>
          <a:p>
            <a:pPr lvl="2">
              <a:buClr>
                <a:srgbClr val="0000FF"/>
              </a:buClr>
              <a:buSzPct val="90000"/>
              <a:buFont typeface="Wingdings" panose="05000000000000000000" pitchFamily="2" charset="2"/>
              <a:buChar char="q"/>
            </a:pPr>
            <a:r>
              <a:rPr lang="en-US" altLang="zh-CN" dirty="0">
                <a:ea typeface="宋体" panose="02010600030101010101" pitchFamily="2" charset="-122"/>
              </a:rPr>
              <a:t> end systems, access networks, links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1.3</a:t>
            </a:r>
            <a:r>
              <a:rPr lang="en-US" altLang="zh-CN" dirty="0">
                <a:ea typeface="宋体" panose="02010600030101010101" pitchFamily="2" charset="-122"/>
              </a:rPr>
              <a:t> Network core</a:t>
            </a:r>
            <a:endParaRPr lang="en-US" altLang="zh-CN" dirty="0">
              <a:ea typeface="宋体" panose="02010600030101010101" pitchFamily="2" charset="-122"/>
            </a:endParaRPr>
          </a:p>
          <a:p>
            <a:pPr lvl="2">
              <a:buClr>
                <a:srgbClr val="0000FF"/>
              </a:buClr>
              <a:buSzPct val="90000"/>
              <a:buFont typeface="Wingdings" panose="05000000000000000000" pitchFamily="2" charset="2"/>
              <a:buChar char="q"/>
            </a:pPr>
            <a:r>
              <a:rPr lang="en-US" altLang="zh-CN" dirty="0">
                <a:ea typeface="宋体" panose="02010600030101010101" pitchFamily="2" charset="-122"/>
              </a:rPr>
              <a:t> circuit switching, packet switching, network structure</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1.4</a:t>
            </a:r>
            <a:r>
              <a:rPr lang="en-US" altLang="zh-CN" dirty="0">
                <a:ea typeface="宋体" panose="02010600030101010101" pitchFamily="2" charset="-122"/>
              </a:rPr>
              <a:t> Delay, loss and throughput in packet-switched networks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1.5 </a:t>
            </a:r>
            <a:r>
              <a:rPr lang="en-US" altLang="zh-CN" dirty="0">
                <a:ea typeface="宋体" panose="02010600030101010101" pitchFamily="2" charset="-122"/>
              </a:rPr>
              <a:t>Protocol layers, service models</a:t>
            </a:r>
            <a:endParaRPr lang="en-US" altLang="zh-CN" dirty="0">
              <a:ea typeface="宋体" panose="02010600030101010101" pitchFamily="2" charset="-122"/>
            </a:endParaRPr>
          </a:p>
          <a:p>
            <a:pPr lvl="1">
              <a:buNone/>
            </a:pPr>
            <a:r>
              <a:rPr lang="en-US" altLang="zh-CN" dirty="0">
                <a:solidFill>
                  <a:schemeClr val="accent2"/>
                </a:solidFill>
                <a:ea typeface="宋体" panose="02010600030101010101" pitchFamily="2" charset="-122"/>
              </a:rPr>
              <a:t>1.6</a:t>
            </a:r>
            <a:r>
              <a:rPr lang="en-US" altLang="zh-CN" dirty="0">
                <a:ea typeface="宋体" panose="02010600030101010101" pitchFamily="2" charset="-122"/>
              </a:rPr>
              <a:t> Networks under attack: security</a:t>
            </a:r>
            <a:endParaRPr lang="en-US" altLang="zh-CN" dirty="0">
              <a:ea typeface="宋体" panose="02010600030101010101" pitchFamily="2" charset="-122"/>
            </a:endParaRPr>
          </a:p>
          <a:p>
            <a:pPr lvl="1">
              <a:buNone/>
            </a:pPr>
            <a:r>
              <a:rPr lang="en-US" altLang="zh-CN" dirty="0">
                <a:solidFill>
                  <a:srgbClr val="FF3300"/>
                </a:solidFill>
                <a:ea typeface="宋体" panose="02010600030101010101" pitchFamily="2" charset="-122"/>
              </a:rPr>
              <a:t>1.7 History</a:t>
            </a:r>
            <a:endParaRPr lang="en-US" altLang="zh-CN" dirty="0">
              <a:solidFill>
                <a:srgbClr val="FF3300"/>
              </a:solidFill>
              <a:ea typeface="宋体" panose="02010600030101010101" pitchFamily="2" charset="-122"/>
            </a:endParaRPr>
          </a:p>
          <a:p>
            <a:pPr>
              <a:buNone/>
            </a:pPr>
            <a:endParaRPr lang="en-US" altLang="zh-CN" sz="2400" dirty="0">
              <a:solidFill>
                <a:srgbClr val="FF3300"/>
              </a:solidFill>
              <a:ea typeface="宋体" panose="02010600030101010101" pitchFamily="2" charset="-122"/>
            </a:endParaRP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65891"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pic>
        <p:nvPicPr>
          <p:cNvPr id="165892" name="Picture 6" descr="arpanet2"/>
          <p:cNvPicPr>
            <a:picLocks noChangeAspect="1"/>
          </p:cNvPicPr>
          <p:nvPr/>
        </p:nvPicPr>
        <p:blipFill>
          <a:blip r:embed="rId1"/>
          <a:srcRect b="8458"/>
          <a:stretch>
            <a:fillRect/>
          </a:stretch>
        </p:blipFill>
        <p:spPr>
          <a:xfrm>
            <a:off x="3938588" y="3968750"/>
            <a:ext cx="2976562" cy="2889250"/>
          </a:xfrm>
          <a:prstGeom prst="rect">
            <a:avLst/>
          </a:prstGeom>
          <a:noFill/>
          <a:ln w="9525">
            <a:noFill/>
          </a:ln>
        </p:spPr>
      </p:pic>
      <p:sp>
        <p:nvSpPr>
          <p:cNvPr id="165893" name="Rectangle 2"/>
          <p:cNvSpPr>
            <a:spLocks noGrp="1"/>
          </p:cNvSpPr>
          <p:nvPr>
            <p:ph type="title"/>
          </p:nvPr>
        </p:nvSpPr>
        <p:spPr>
          <a:xfrm>
            <a:off x="476250" y="333375"/>
            <a:ext cx="7772400" cy="647700"/>
          </a:xfrm>
        </p:spPr>
        <p:txBody>
          <a:bodyPr vert="horz" wrap="square" lIns="91440" tIns="45720" rIns="91440" bIns="45720" anchor="ctr" anchorCtr="0"/>
          <a:p>
            <a:r>
              <a:rPr lang="en-US" altLang="zh-CN" sz="3600" dirty="0">
                <a:ea typeface="宋体" panose="02010600030101010101" pitchFamily="2" charset="-122"/>
              </a:rPr>
              <a:t>Internet History</a:t>
            </a:r>
            <a:endParaRPr lang="en-US" altLang="zh-CN" dirty="0">
              <a:ea typeface="宋体" panose="02010600030101010101" pitchFamily="2" charset="-122"/>
            </a:endParaRPr>
          </a:p>
        </p:txBody>
      </p:sp>
      <p:sp>
        <p:nvSpPr>
          <p:cNvPr id="165894" name="Rectangle 3"/>
          <p:cNvSpPr>
            <a:spLocks noGrp="1"/>
          </p:cNvSpPr>
          <p:nvPr>
            <p:ph sz="half" idx="1"/>
          </p:nvPr>
        </p:nvSpPr>
        <p:spPr>
          <a:xfrm>
            <a:off x="533400" y="1790700"/>
            <a:ext cx="3695700" cy="4457700"/>
          </a:xfrm>
        </p:spPr>
        <p:txBody>
          <a:bodyPr vert="horz" wrap="square" lIns="91440" tIns="45720" rIns="91440" bIns="45720" anchor="t" anchorCtr="0"/>
          <a:p>
            <a:pPr>
              <a:buSzPct val="85000"/>
            </a:pPr>
            <a:r>
              <a:rPr lang="en-US" altLang="zh-CN" sz="2000" dirty="0">
                <a:solidFill>
                  <a:schemeClr val="accent2"/>
                </a:solidFill>
                <a:latin typeface="+mn-lt"/>
                <a:ea typeface="宋体" panose="02010600030101010101" pitchFamily="2" charset="-122"/>
                <a:cs typeface="+mn-cs"/>
              </a:rPr>
              <a:t>1961:</a:t>
            </a:r>
            <a:r>
              <a:rPr lang="en-US" altLang="zh-CN" sz="2000" dirty="0">
                <a:latin typeface="+mn-lt"/>
                <a:ea typeface="宋体" panose="02010600030101010101" pitchFamily="2" charset="-122"/>
                <a:cs typeface="+mn-cs"/>
              </a:rPr>
              <a:t> Kleinrock - queueing theory shows effectiveness of packet-switching</a:t>
            </a:r>
            <a:endParaRPr lang="en-US" altLang="zh-CN" sz="2000" dirty="0">
              <a:latin typeface="+mn-lt"/>
              <a:ea typeface="宋体" panose="02010600030101010101" pitchFamily="2" charset="-122"/>
              <a:cs typeface="+mn-cs"/>
            </a:endParaRPr>
          </a:p>
          <a:p>
            <a:pPr>
              <a:buSzPct val="85000"/>
            </a:pPr>
            <a:r>
              <a:rPr lang="en-US" altLang="zh-CN" sz="2000" dirty="0">
                <a:solidFill>
                  <a:schemeClr val="accent2"/>
                </a:solidFill>
                <a:latin typeface="+mn-lt"/>
                <a:ea typeface="宋体" panose="02010600030101010101" pitchFamily="2" charset="-122"/>
                <a:cs typeface="+mn-cs"/>
              </a:rPr>
              <a:t>1964:</a:t>
            </a:r>
            <a:r>
              <a:rPr lang="en-US" altLang="zh-CN" sz="2000" dirty="0">
                <a:latin typeface="+mn-lt"/>
                <a:ea typeface="宋体" panose="02010600030101010101" pitchFamily="2" charset="-122"/>
                <a:cs typeface="+mn-cs"/>
              </a:rPr>
              <a:t> Baran - packet-switching in military nets</a:t>
            </a:r>
            <a:endParaRPr lang="en-US" altLang="zh-CN" sz="2000" dirty="0">
              <a:latin typeface="+mn-lt"/>
              <a:ea typeface="宋体" panose="02010600030101010101" pitchFamily="2" charset="-122"/>
              <a:cs typeface="+mn-cs"/>
            </a:endParaRPr>
          </a:p>
          <a:p>
            <a:pPr>
              <a:buSzPct val="85000"/>
            </a:pPr>
            <a:r>
              <a:rPr lang="en-US" altLang="zh-CN" sz="2000" dirty="0">
                <a:solidFill>
                  <a:schemeClr val="accent2"/>
                </a:solidFill>
                <a:latin typeface="+mn-lt"/>
                <a:ea typeface="宋体" panose="02010600030101010101" pitchFamily="2" charset="-122"/>
                <a:cs typeface="+mn-cs"/>
              </a:rPr>
              <a:t>1967:</a:t>
            </a:r>
            <a:r>
              <a:rPr lang="en-US" altLang="zh-CN" sz="2000" dirty="0">
                <a:latin typeface="+mn-lt"/>
                <a:ea typeface="宋体" panose="02010600030101010101" pitchFamily="2" charset="-122"/>
                <a:cs typeface="+mn-cs"/>
              </a:rPr>
              <a:t> ARPAnet conceived by Advanced Research Projects Agency</a:t>
            </a:r>
            <a:endParaRPr lang="en-US" altLang="zh-CN" sz="2000" dirty="0">
              <a:latin typeface="+mn-lt"/>
              <a:ea typeface="宋体" panose="02010600030101010101" pitchFamily="2" charset="-122"/>
              <a:cs typeface="+mn-cs"/>
            </a:endParaRPr>
          </a:p>
          <a:p>
            <a:pPr>
              <a:buSzPct val="85000"/>
            </a:pPr>
            <a:r>
              <a:rPr lang="en-US" altLang="zh-CN" sz="2000" dirty="0">
                <a:solidFill>
                  <a:schemeClr val="accent2"/>
                </a:solidFill>
                <a:latin typeface="+mn-lt"/>
                <a:ea typeface="宋体" panose="02010600030101010101" pitchFamily="2" charset="-122"/>
                <a:cs typeface="+mn-cs"/>
              </a:rPr>
              <a:t>1969:</a:t>
            </a:r>
            <a:r>
              <a:rPr lang="en-US" altLang="zh-CN" sz="2000" dirty="0">
                <a:latin typeface="+mn-lt"/>
                <a:ea typeface="宋体" panose="02010600030101010101" pitchFamily="2" charset="-122"/>
                <a:cs typeface="+mn-cs"/>
              </a:rPr>
              <a:t> first ARPAnet node operational</a:t>
            </a:r>
            <a:endParaRPr lang="en-US" altLang="zh-CN" sz="2000" dirty="0">
              <a:latin typeface="+mn-lt"/>
              <a:ea typeface="宋体" panose="02010600030101010101" pitchFamily="2" charset="-122"/>
              <a:cs typeface="+mn-cs"/>
            </a:endParaRPr>
          </a:p>
          <a:p>
            <a:pPr>
              <a:buSzPct val="85000"/>
            </a:pPr>
            <a:endParaRPr lang="en-US" altLang="zh-CN" sz="2000" dirty="0">
              <a:latin typeface="+mn-lt"/>
              <a:ea typeface="宋体" panose="02010600030101010101" pitchFamily="2" charset="-122"/>
              <a:cs typeface="+mn-cs"/>
            </a:endParaRPr>
          </a:p>
        </p:txBody>
      </p:sp>
      <p:sp>
        <p:nvSpPr>
          <p:cNvPr id="165895" name="Rectangle 4"/>
          <p:cNvSpPr>
            <a:spLocks noGrp="1"/>
          </p:cNvSpPr>
          <p:nvPr>
            <p:ph sz="half" idx="2"/>
          </p:nvPr>
        </p:nvSpPr>
        <p:spPr>
          <a:xfrm>
            <a:off x="4357688" y="1800225"/>
            <a:ext cx="4786312" cy="4448175"/>
          </a:xfrm>
        </p:spPr>
        <p:txBody>
          <a:bodyPr vert="horz" wrap="square" lIns="91440" tIns="45720" rIns="91440" bIns="45720" anchor="t" anchorCtr="0"/>
          <a:p>
            <a:pPr>
              <a:buSzPct val="85000"/>
            </a:pPr>
            <a:r>
              <a:rPr lang="en-US" altLang="zh-CN" sz="2000" dirty="0">
                <a:solidFill>
                  <a:schemeClr val="accent2"/>
                </a:solidFill>
                <a:latin typeface="+mn-lt"/>
                <a:ea typeface="宋体" panose="02010600030101010101" pitchFamily="2" charset="-122"/>
                <a:cs typeface="+mn-cs"/>
              </a:rPr>
              <a:t>1972:</a:t>
            </a:r>
            <a:r>
              <a:rPr lang="en-US" altLang="zh-CN" sz="2000" dirty="0">
                <a:latin typeface="+mn-lt"/>
                <a:ea typeface="宋体" panose="02010600030101010101" pitchFamily="2" charset="-122"/>
                <a:cs typeface="+mn-cs"/>
              </a:rPr>
              <a:t> </a:t>
            </a:r>
            <a:endParaRPr lang="en-US" altLang="zh-CN" sz="20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ARPAnet public demonstration</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NCP (Network Control Protocol) first host-host protocol </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first e-mail program</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ARPAnet has 15 nodes</a:t>
            </a:r>
            <a:endParaRPr lang="en-US" altLang="zh-CN" sz="2000" dirty="0">
              <a:latin typeface="+mn-lt"/>
              <a:ea typeface="宋体" panose="02010600030101010101" pitchFamily="2" charset="-122"/>
            </a:endParaRPr>
          </a:p>
        </p:txBody>
      </p:sp>
      <p:sp>
        <p:nvSpPr>
          <p:cNvPr id="165896" name="Rectangle 5"/>
          <p:cNvSpPr/>
          <p:nvPr/>
        </p:nvSpPr>
        <p:spPr>
          <a:xfrm>
            <a:off x="523875" y="1028700"/>
            <a:ext cx="7772400" cy="6477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i="1" dirty="0">
                <a:solidFill>
                  <a:srgbClr val="FF0000"/>
                </a:solidFill>
                <a:ea typeface="宋体" panose="02010600030101010101" pitchFamily="2" charset="-122"/>
              </a:rPr>
              <a:t>1961-1972: Early packet-switching principles</a:t>
            </a:r>
            <a:endParaRPr lang="en-US" altLang="zh-CN" sz="4000" u="sng" dirty="0">
              <a:solidFill>
                <a:schemeClr val="accent2"/>
              </a:solidFill>
              <a:ea typeface="宋体" panose="02010600030101010101" pitchFamily="2" charset="-122"/>
            </a:endParaRP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6793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67940" name="Rectangle 2"/>
          <p:cNvSpPr>
            <a:spLocks noGrp="1"/>
          </p:cNvSpPr>
          <p:nvPr>
            <p:ph type="title"/>
          </p:nvPr>
        </p:nvSpPr>
        <p:spPr>
          <a:xfrm>
            <a:off x="476250" y="333375"/>
            <a:ext cx="7772400" cy="647700"/>
          </a:xfrm>
        </p:spPr>
        <p:txBody>
          <a:bodyPr vert="horz" wrap="square" lIns="91440" tIns="45720" rIns="91440" bIns="45720" anchor="ctr" anchorCtr="0"/>
          <a:p>
            <a:r>
              <a:rPr lang="en-US" altLang="zh-CN" sz="3600" dirty="0">
                <a:ea typeface="宋体" panose="02010600030101010101" pitchFamily="2" charset="-122"/>
              </a:rPr>
              <a:t>Internet History</a:t>
            </a:r>
            <a:endParaRPr lang="en-US" altLang="zh-CN" dirty="0">
              <a:ea typeface="宋体" panose="02010600030101010101" pitchFamily="2" charset="-122"/>
            </a:endParaRPr>
          </a:p>
        </p:txBody>
      </p:sp>
      <p:sp>
        <p:nvSpPr>
          <p:cNvPr id="167941" name="Rectangle 3"/>
          <p:cNvSpPr>
            <a:spLocks noGrp="1"/>
          </p:cNvSpPr>
          <p:nvPr>
            <p:ph sz="half" idx="1"/>
          </p:nvPr>
        </p:nvSpPr>
        <p:spPr>
          <a:xfrm>
            <a:off x="228600" y="1695450"/>
            <a:ext cx="4152900" cy="4457700"/>
          </a:xfrm>
        </p:spPr>
        <p:txBody>
          <a:bodyPr vert="horz" wrap="square" lIns="91440" tIns="45720" rIns="91440" bIns="45720" anchor="t" anchorCtr="0"/>
          <a:p>
            <a:pPr>
              <a:lnSpc>
                <a:spcPct val="90000"/>
              </a:lnSpc>
              <a:buSzPct val="85000"/>
            </a:pPr>
            <a:r>
              <a:rPr lang="en-US" altLang="zh-CN" sz="2000" dirty="0">
                <a:solidFill>
                  <a:schemeClr val="accent2"/>
                </a:solidFill>
                <a:latin typeface="+mn-lt"/>
                <a:ea typeface="宋体" panose="02010600030101010101" pitchFamily="2" charset="-122"/>
                <a:cs typeface="+mn-cs"/>
              </a:rPr>
              <a:t>1970:</a:t>
            </a:r>
            <a:r>
              <a:rPr lang="en-US" altLang="zh-CN" sz="2000" dirty="0">
                <a:latin typeface="+mn-lt"/>
                <a:ea typeface="宋体" panose="02010600030101010101" pitchFamily="2" charset="-122"/>
                <a:cs typeface="+mn-cs"/>
              </a:rPr>
              <a:t> ALOHAnet satellite network in Hawaii</a:t>
            </a:r>
            <a:endParaRPr lang="en-US" altLang="zh-CN" sz="2000" dirty="0">
              <a:latin typeface="+mn-lt"/>
              <a:ea typeface="宋体" panose="02010600030101010101" pitchFamily="2" charset="-122"/>
              <a:cs typeface="+mn-cs"/>
            </a:endParaRPr>
          </a:p>
          <a:p>
            <a:pPr>
              <a:lnSpc>
                <a:spcPct val="90000"/>
              </a:lnSpc>
              <a:buSzPct val="85000"/>
            </a:pPr>
            <a:r>
              <a:rPr lang="en-US" altLang="zh-CN" sz="2000" dirty="0">
                <a:solidFill>
                  <a:schemeClr val="accent2"/>
                </a:solidFill>
                <a:latin typeface="+mn-lt"/>
                <a:ea typeface="宋体" panose="02010600030101010101" pitchFamily="2" charset="-122"/>
                <a:cs typeface="+mn-cs"/>
              </a:rPr>
              <a:t>1974:</a:t>
            </a:r>
            <a:r>
              <a:rPr lang="en-US" altLang="zh-CN" sz="2000" dirty="0">
                <a:latin typeface="+mn-lt"/>
                <a:ea typeface="宋体" panose="02010600030101010101" pitchFamily="2" charset="-122"/>
                <a:cs typeface="+mn-cs"/>
              </a:rPr>
              <a:t> Cerf and Kahn - architecture for interconnecting networks</a:t>
            </a:r>
            <a:endParaRPr lang="en-US" altLang="zh-CN" sz="2000" dirty="0">
              <a:latin typeface="+mn-lt"/>
              <a:ea typeface="宋体" panose="02010600030101010101" pitchFamily="2" charset="-122"/>
              <a:cs typeface="+mn-cs"/>
            </a:endParaRPr>
          </a:p>
          <a:p>
            <a:pPr>
              <a:lnSpc>
                <a:spcPct val="90000"/>
              </a:lnSpc>
              <a:buSzPct val="85000"/>
            </a:pPr>
            <a:r>
              <a:rPr lang="en-US" altLang="zh-CN" sz="2000" dirty="0">
                <a:solidFill>
                  <a:schemeClr val="accent2"/>
                </a:solidFill>
                <a:latin typeface="+mn-lt"/>
                <a:ea typeface="宋体" panose="02010600030101010101" pitchFamily="2" charset="-122"/>
                <a:cs typeface="+mn-cs"/>
              </a:rPr>
              <a:t>1976:</a:t>
            </a:r>
            <a:r>
              <a:rPr lang="en-US" altLang="zh-CN" sz="2000" dirty="0">
                <a:latin typeface="+mn-lt"/>
                <a:ea typeface="宋体" panose="02010600030101010101" pitchFamily="2" charset="-122"/>
                <a:cs typeface="+mn-cs"/>
              </a:rPr>
              <a:t> Ethernet at Xerox PARC</a:t>
            </a:r>
            <a:endParaRPr lang="en-US" altLang="zh-CN" sz="2000" dirty="0">
              <a:latin typeface="+mn-lt"/>
              <a:ea typeface="宋体" panose="02010600030101010101" pitchFamily="2" charset="-122"/>
              <a:cs typeface="+mn-cs"/>
            </a:endParaRPr>
          </a:p>
          <a:p>
            <a:pPr>
              <a:lnSpc>
                <a:spcPct val="90000"/>
              </a:lnSpc>
              <a:buSzPct val="85000"/>
            </a:pPr>
            <a:r>
              <a:rPr lang="en-US" altLang="zh-CN" sz="2000" dirty="0">
                <a:solidFill>
                  <a:schemeClr val="accent2"/>
                </a:solidFill>
                <a:latin typeface="+mn-lt"/>
                <a:ea typeface="宋体" panose="02010600030101010101" pitchFamily="2" charset="-122"/>
                <a:cs typeface="+mn-cs"/>
              </a:rPr>
              <a:t>ate70’s:</a:t>
            </a:r>
            <a:r>
              <a:rPr lang="en-US" altLang="zh-CN" sz="2000" dirty="0">
                <a:latin typeface="+mn-lt"/>
                <a:ea typeface="宋体" panose="02010600030101010101" pitchFamily="2" charset="-122"/>
                <a:cs typeface="+mn-cs"/>
              </a:rPr>
              <a:t> proprietary architectures: DECnet, SNA, XNA</a:t>
            </a:r>
            <a:endParaRPr lang="en-US" altLang="zh-CN" sz="2000" dirty="0">
              <a:latin typeface="+mn-lt"/>
              <a:ea typeface="宋体" panose="02010600030101010101" pitchFamily="2" charset="-122"/>
              <a:cs typeface="+mn-cs"/>
            </a:endParaRPr>
          </a:p>
          <a:p>
            <a:pPr>
              <a:lnSpc>
                <a:spcPct val="90000"/>
              </a:lnSpc>
              <a:buSzPct val="85000"/>
            </a:pPr>
            <a:r>
              <a:rPr lang="en-US" altLang="zh-CN" sz="2000" dirty="0">
                <a:solidFill>
                  <a:schemeClr val="accent2"/>
                </a:solidFill>
                <a:latin typeface="+mn-lt"/>
                <a:ea typeface="宋体" panose="02010600030101010101" pitchFamily="2" charset="-122"/>
                <a:cs typeface="+mn-cs"/>
              </a:rPr>
              <a:t>late 70’s:</a:t>
            </a:r>
            <a:r>
              <a:rPr lang="en-US" altLang="zh-CN" sz="2000" dirty="0">
                <a:latin typeface="+mn-lt"/>
                <a:ea typeface="宋体" panose="02010600030101010101" pitchFamily="2" charset="-122"/>
                <a:cs typeface="+mn-cs"/>
              </a:rPr>
              <a:t> switching fixed length packets (ATM precursor)</a:t>
            </a:r>
            <a:endParaRPr lang="en-US" altLang="zh-CN" sz="2000" dirty="0">
              <a:latin typeface="+mn-lt"/>
              <a:ea typeface="宋体" panose="02010600030101010101" pitchFamily="2" charset="-122"/>
              <a:cs typeface="+mn-cs"/>
            </a:endParaRPr>
          </a:p>
          <a:p>
            <a:pPr>
              <a:lnSpc>
                <a:spcPct val="90000"/>
              </a:lnSpc>
              <a:buSzPct val="85000"/>
            </a:pPr>
            <a:r>
              <a:rPr lang="en-US" altLang="zh-CN" sz="2000" dirty="0">
                <a:solidFill>
                  <a:schemeClr val="accent2"/>
                </a:solidFill>
                <a:latin typeface="+mn-lt"/>
                <a:ea typeface="宋体" panose="02010600030101010101" pitchFamily="2" charset="-122"/>
                <a:cs typeface="+mn-cs"/>
              </a:rPr>
              <a:t>1979:</a:t>
            </a:r>
            <a:r>
              <a:rPr lang="en-US" altLang="zh-CN" sz="2000" dirty="0">
                <a:latin typeface="+mn-lt"/>
                <a:ea typeface="宋体" panose="02010600030101010101" pitchFamily="2" charset="-122"/>
                <a:cs typeface="+mn-cs"/>
              </a:rPr>
              <a:t> ARPAnet has 200 nodes</a:t>
            </a:r>
            <a:endParaRPr lang="en-US" altLang="zh-CN" sz="2000" dirty="0">
              <a:latin typeface="+mn-lt"/>
              <a:ea typeface="宋体" panose="02010600030101010101" pitchFamily="2" charset="-122"/>
              <a:cs typeface="+mn-cs"/>
            </a:endParaRPr>
          </a:p>
        </p:txBody>
      </p:sp>
      <p:sp>
        <p:nvSpPr>
          <p:cNvPr id="167942" name="Rectangle 4"/>
          <p:cNvSpPr>
            <a:spLocks noGrp="1"/>
          </p:cNvSpPr>
          <p:nvPr>
            <p:ph sz="half" idx="2"/>
          </p:nvPr>
        </p:nvSpPr>
        <p:spPr>
          <a:xfrm>
            <a:off x="4495800" y="1800225"/>
            <a:ext cx="3810000" cy="4448175"/>
          </a:xfrm>
        </p:spPr>
        <p:txBody>
          <a:bodyPr vert="horz" wrap="square" lIns="91440" tIns="45720" rIns="91440" bIns="45720" anchor="t" anchorCtr="0"/>
          <a:p>
            <a:pPr>
              <a:lnSpc>
                <a:spcPct val="90000"/>
              </a:lnSpc>
              <a:buSzPct val="85000"/>
              <a:buFont typeface="Wingdings" panose="05000000000000000000" pitchFamily="2" charset="2"/>
              <a:buNone/>
            </a:pPr>
            <a:r>
              <a:rPr lang="en-US" altLang="zh-CN" sz="1800" dirty="0">
                <a:solidFill>
                  <a:srgbClr val="FF0000"/>
                </a:solidFill>
                <a:latin typeface="+mn-lt"/>
                <a:ea typeface="宋体" panose="02010600030101010101" pitchFamily="2" charset="-122"/>
                <a:cs typeface="+mn-cs"/>
              </a:rPr>
              <a:t>Cerf and Kahn’s internetworking principles:</a:t>
            </a:r>
            <a:endParaRPr lang="en-US" altLang="zh-CN" sz="1800" dirty="0">
              <a:solidFill>
                <a:srgbClr val="FF0000"/>
              </a:solidFill>
              <a:latin typeface="+mn-lt"/>
              <a:ea typeface="宋体" panose="02010600030101010101" pitchFamily="2" charset="-122"/>
              <a:cs typeface="+mn-cs"/>
            </a:endParaRPr>
          </a:p>
          <a:p>
            <a:pPr lvl="1">
              <a:lnSpc>
                <a:spcPct val="90000"/>
              </a:lnSpc>
              <a:buSzPct val="75000"/>
            </a:pPr>
            <a:r>
              <a:rPr lang="en-US" altLang="zh-CN" sz="1800" dirty="0">
                <a:latin typeface="+mn-lt"/>
                <a:ea typeface="宋体" panose="02010600030101010101" pitchFamily="2" charset="-122"/>
              </a:rPr>
              <a:t>minimalism, autonomy - no internal changes required to interconnect networks</a:t>
            </a:r>
            <a:endParaRPr lang="en-US" altLang="zh-CN" sz="1800" dirty="0">
              <a:latin typeface="+mn-lt"/>
              <a:ea typeface="宋体" panose="02010600030101010101" pitchFamily="2" charset="-122"/>
            </a:endParaRPr>
          </a:p>
          <a:p>
            <a:pPr lvl="1">
              <a:lnSpc>
                <a:spcPct val="90000"/>
              </a:lnSpc>
              <a:buSzPct val="75000"/>
            </a:pPr>
            <a:r>
              <a:rPr lang="en-US" altLang="zh-CN" sz="1800" dirty="0">
                <a:latin typeface="+mn-lt"/>
                <a:ea typeface="宋体" panose="02010600030101010101" pitchFamily="2" charset="-122"/>
              </a:rPr>
              <a:t>best effort service model</a:t>
            </a:r>
            <a:endParaRPr lang="en-US" altLang="zh-CN" sz="1800" dirty="0">
              <a:latin typeface="+mn-lt"/>
              <a:ea typeface="宋体" panose="02010600030101010101" pitchFamily="2" charset="-122"/>
            </a:endParaRPr>
          </a:p>
          <a:p>
            <a:pPr lvl="1">
              <a:lnSpc>
                <a:spcPct val="90000"/>
              </a:lnSpc>
              <a:buSzPct val="75000"/>
            </a:pPr>
            <a:r>
              <a:rPr lang="en-US" altLang="zh-CN" sz="1800" dirty="0">
                <a:latin typeface="+mn-lt"/>
                <a:ea typeface="宋体" panose="02010600030101010101" pitchFamily="2" charset="-122"/>
              </a:rPr>
              <a:t>stateless routers</a:t>
            </a:r>
            <a:endParaRPr lang="en-US" altLang="zh-CN" sz="1800" dirty="0">
              <a:latin typeface="+mn-lt"/>
              <a:ea typeface="宋体" panose="02010600030101010101" pitchFamily="2" charset="-122"/>
            </a:endParaRPr>
          </a:p>
          <a:p>
            <a:pPr lvl="1">
              <a:lnSpc>
                <a:spcPct val="90000"/>
              </a:lnSpc>
              <a:buSzPct val="75000"/>
            </a:pPr>
            <a:r>
              <a:rPr lang="en-US" altLang="zh-CN" sz="1800" dirty="0">
                <a:latin typeface="+mn-lt"/>
                <a:ea typeface="宋体" panose="02010600030101010101" pitchFamily="2" charset="-122"/>
              </a:rPr>
              <a:t>decentralized control</a:t>
            </a:r>
            <a:endParaRPr lang="en-US" altLang="zh-CN" sz="1800" dirty="0">
              <a:latin typeface="+mn-lt"/>
              <a:ea typeface="宋体" panose="02010600030101010101" pitchFamily="2" charset="-122"/>
            </a:endParaRPr>
          </a:p>
          <a:p>
            <a:pPr>
              <a:lnSpc>
                <a:spcPct val="90000"/>
              </a:lnSpc>
              <a:buSzPct val="85000"/>
              <a:buFont typeface="Wingdings" panose="05000000000000000000" pitchFamily="2" charset="2"/>
              <a:buNone/>
            </a:pPr>
            <a:r>
              <a:rPr lang="en-US" altLang="zh-CN" sz="1800" dirty="0">
                <a:solidFill>
                  <a:srgbClr val="FF0000"/>
                </a:solidFill>
                <a:latin typeface="+mn-lt"/>
                <a:ea typeface="宋体" panose="02010600030101010101" pitchFamily="2" charset="-122"/>
                <a:cs typeface="+mn-cs"/>
              </a:rPr>
              <a:t>define today’s Internet architecture</a:t>
            </a:r>
            <a:endParaRPr lang="en-US" altLang="zh-CN" sz="2000" dirty="0">
              <a:latin typeface="+mn-lt"/>
              <a:ea typeface="宋体" panose="02010600030101010101" pitchFamily="2" charset="-122"/>
              <a:cs typeface="+mn-cs"/>
            </a:endParaRPr>
          </a:p>
        </p:txBody>
      </p:sp>
      <p:sp>
        <p:nvSpPr>
          <p:cNvPr id="167943" name="Rectangle 5"/>
          <p:cNvSpPr/>
          <p:nvPr/>
        </p:nvSpPr>
        <p:spPr>
          <a:xfrm>
            <a:off x="523875" y="1028700"/>
            <a:ext cx="7972425" cy="6477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i="1" dirty="0">
                <a:solidFill>
                  <a:srgbClr val="FF0000"/>
                </a:solidFill>
                <a:ea typeface="宋体" panose="02010600030101010101" pitchFamily="2" charset="-122"/>
              </a:rPr>
              <a:t>1972-1980: Internetworking, new and proprietary nets</a:t>
            </a:r>
            <a:endParaRPr lang="en-US" altLang="zh-CN" sz="4000" u="sng" dirty="0">
              <a:solidFill>
                <a:schemeClr val="accent2"/>
              </a:solidFill>
              <a:ea typeface="宋体" panose="02010600030101010101" pitchFamily="2" charset="-122"/>
            </a:endParaRPr>
          </a:p>
        </p:txBody>
      </p:sp>
      <p:sp>
        <p:nvSpPr>
          <p:cNvPr id="167944" name="Rectangle 6"/>
          <p:cNvSpPr/>
          <p:nvPr/>
        </p:nvSpPr>
        <p:spPr>
          <a:xfrm>
            <a:off x="4457700" y="1771650"/>
            <a:ext cx="3810000" cy="4143375"/>
          </a:xfrm>
          <a:prstGeom prst="rect">
            <a:avLst/>
          </a:prstGeom>
          <a:noFill/>
          <a:ln w="2857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69987"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69988" name="Rectangle 2"/>
          <p:cNvSpPr>
            <a:spLocks noGrp="1"/>
          </p:cNvSpPr>
          <p:nvPr>
            <p:ph type="title"/>
          </p:nvPr>
        </p:nvSpPr>
        <p:spPr>
          <a:xfrm>
            <a:off x="476250" y="333375"/>
            <a:ext cx="7772400" cy="647700"/>
          </a:xfrm>
        </p:spPr>
        <p:txBody>
          <a:bodyPr vert="horz" wrap="square" lIns="91440" tIns="45720" rIns="91440" bIns="45720" anchor="ctr" anchorCtr="0"/>
          <a:p>
            <a:r>
              <a:rPr lang="en-US" altLang="zh-CN" sz="3600" dirty="0">
                <a:ea typeface="宋体" panose="02010600030101010101" pitchFamily="2" charset="-122"/>
              </a:rPr>
              <a:t>Internet History</a:t>
            </a:r>
            <a:endParaRPr lang="en-US" altLang="zh-CN" dirty="0">
              <a:ea typeface="宋体" panose="02010600030101010101" pitchFamily="2" charset="-122"/>
            </a:endParaRPr>
          </a:p>
        </p:txBody>
      </p:sp>
      <p:sp>
        <p:nvSpPr>
          <p:cNvPr id="169989" name="Rectangle 3"/>
          <p:cNvSpPr>
            <a:spLocks noGrp="1"/>
          </p:cNvSpPr>
          <p:nvPr>
            <p:ph sz="half" idx="1"/>
          </p:nvPr>
        </p:nvSpPr>
        <p:spPr>
          <a:xfrm>
            <a:off x="533400" y="1790700"/>
            <a:ext cx="3810000" cy="4457700"/>
          </a:xfrm>
        </p:spPr>
        <p:txBody>
          <a:bodyPr vert="horz" wrap="square" lIns="91440" tIns="45720" rIns="91440" bIns="45720" anchor="t" anchorCtr="0"/>
          <a:p>
            <a:pPr>
              <a:buSzPct val="85000"/>
            </a:pPr>
            <a:r>
              <a:rPr lang="en-US" altLang="zh-CN" sz="2400" dirty="0">
                <a:solidFill>
                  <a:schemeClr val="accent2"/>
                </a:solidFill>
                <a:latin typeface="+mn-lt"/>
                <a:ea typeface="宋体" panose="02010600030101010101" pitchFamily="2" charset="-122"/>
                <a:cs typeface="+mn-cs"/>
              </a:rPr>
              <a:t>1983:</a:t>
            </a:r>
            <a:r>
              <a:rPr lang="en-US" altLang="zh-CN" sz="2400" dirty="0">
                <a:latin typeface="+mn-lt"/>
                <a:ea typeface="宋体" panose="02010600030101010101" pitchFamily="2" charset="-122"/>
                <a:cs typeface="+mn-cs"/>
              </a:rPr>
              <a:t> deployment of TCP/IP</a:t>
            </a:r>
            <a:endParaRPr lang="en-US" altLang="zh-CN" sz="2400" dirty="0">
              <a:latin typeface="+mn-lt"/>
              <a:ea typeface="宋体" panose="02010600030101010101" pitchFamily="2" charset="-122"/>
              <a:cs typeface="+mn-cs"/>
            </a:endParaRPr>
          </a:p>
          <a:p>
            <a:pPr>
              <a:buSzPct val="85000"/>
            </a:pPr>
            <a:r>
              <a:rPr lang="en-US" altLang="zh-CN" sz="2400" dirty="0">
                <a:solidFill>
                  <a:schemeClr val="accent2"/>
                </a:solidFill>
                <a:latin typeface="+mn-lt"/>
                <a:ea typeface="宋体" panose="02010600030101010101" pitchFamily="2" charset="-122"/>
                <a:cs typeface="+mn-cs"/>
              </a:rPr>
              <a:t>1982:</a:t>
            </a:r>
            <a:r>
              <a:rPr lang="en-US" altLang="zh-CN" sz="2400" dirty="0">
                <a:latin typeface="+mn-lt"/>
                <a:ea typeface="宋体" panose="02010600030101010101" pitchFamily="2" charset="-122"/>
                <a:cs typeface="+mn-cs"/>
              </a:rPr>
              <a:t> smtp e-mail protocol defined </a:t>
            </a:r>
            <a:endParaRPr lang="en-US" altLang="zh-CN" sz="2400" dirty="0">
              <a:latin typeface="+mn-lt"/>
              <a:ea typeface="宋体" panose="02010600030101010101" pitchFamily="2" charset="-122"/>
              <a:cs typeface="+mn-cs"/>
            </a:endParaRPr>
          </a:p>
          <a:p>
            <a:pPr>
              <a:buSzPct val="85000"/>
            </a:pPr>
            <a:r>
              <a:rPr lang="en-US" altLang="zh-CN" sz="2400" dirty="0">
                <a:solidFill>
                  <a:schemeClr val="accent2"/>
                </a:solidFill>
                <a:latin typeface="+mn-lt"/>
                <a:ea typeface="宋体" panose="02010600030101010101" pitchFamily="2" charset="-122"/>
                <a:cs typeface="+mn-cs"/>
              </a:rPr>
              <a:t>1983:</a:t>
            </a:r>
            <a:r>
              <a:rPr lang="en-US" altLang="zh-CN" sz="2400" dirty="0">
                <a:latin typeface="+mn-lt"/>
                <a:ea typeface="宋体" panose="02010600030101010101" pitchFamily="2" charset="-122"/>
                <a:cs typeface="+mn-cs"/>
              </a:rPr>
              <a:t> DNS defined for name-to-IP-address translation</a:t>
            </a:r>
            <a:endParaRPr lang="en-US" altLang="zh-CN" sz="2400" dirty="0">
              <a:latin typeface="+mn-lt"/>
              <a:ea typeface="宋体" panose="02010600030101010101" pitchFamily="2" charset="-122"/>
              <a:cs typeface="+mn-cs"/>
            </a:endParaRPr>
          </a:p>
          <a:p>
            <a:pPr>
              <a:buSzPct val="85000"/>
            </a:pPr>
            <a:r>
              <a:rPr lang="en-US" altLang="zh-CN" sz="2400" dirty="0">
                <a:solidFill>
                  <a:schemeClr val="accent2"/>
                </a:solidFill>
                <a:latin typeface="+mn-lt"/>
                <a:ea typeface="宋体" panose="02010600030101010101" pitchFamily="2" charset="-122"/>
                <a:cs typeface="+mn-cs"/>
              </a:rPr>
              <a:t>1985:</a:t>
            </a:r>
            <a:r>
              <a:rPr lang="en-US" altLang="zh-CN" sz="2400" dirty="0">
                <a:latin typeface="+mn-lt"/>
                <a:ea typeface="宋体" panose="02010600030101010101" pitchFamily="2" charset="-122"/>
                <a:cs typeface="+mn-cs"/>
              </a:rPr>
              <a:t> ftp protocol defined</a:t>
            </a:r>
            <a:endParaRPr lang="en-US" altLang="zh-CN" sz="2400" dirty="0">
              <a:latin typeface="+mn-lt"/>
              <a:ea typeface="宋体" panose="02010600030101010101" pitchFamily="2" charset="-122"/>
              <a:cs typeface="+mn-cs"/>
            </a:endParaRPr>
          </a:p>
          <a:p>
            <a:pPr>
              <a:buSzPct val="85000"/>
            </a:pPr>
            <a:r>
              <a:rPr lang="en-US" altLang="zh-CN" sz="2400" dirty="0">
                <a:solidFill>
                  <a:schemeClr val="accent2"/>
                </a:solidFill>
                <a:latin typeface="+mn-lt"/>
                <a:ea typeface="宋体" panose="02010600030101010101" pitchFamily="2" charset="-122"/>
                <a:cs typeface="+mn-cs"/>
              </a:rPr>
              <a:t>1988:</a:t>
            </a:r>
            <a:r>
              <a:rPr lang="en-US" altLang="zh-CN" sz="2400" dirty="0">
                <a:latin typeface="+mn-lt"/>
                <a:ea typeface="宋体" panose="02010600030101010101" pitchFamily="2" charset="-122"/>
                <a:cs typeface="+mn-cs"/>
              </a:rPr>
              <a:t> TCP congestion control</a:t>
            </a:r>
            <a:endParaRPr lang="en-US" altLang="zh-CN" sz="2400" dirty="0">
              <a:latin typeface="+mn-lt"/>
              <a:ea typeface="宋体" panose="02010600030101010101" pitchFamily="2" charset="-122"/>
              <a:cs typeface="+mn-cs"/>
            </a:endParaRPr>
          </a:p>
        </p:txBody>
      </p:sp>
      <p:sp>
        <p:nvSpPr>
          <p:cNvPr id="169990" name="Rectangle 4"/>
          <p:cNvSpPr>
            <a:spLocks noGrp="1"/>
          </p:cNvSpPr>
          <p:nvPr>
            <p:ph sz="half" idx="2"/>
          </p:nvPr>
        </p:nvSpPr>
        <p:spPr>
          <a:xfrm>
            <a:off x="4495800" y="1800225"/>
            <a:ext cx="3810000" cy="4448175"/>
          </a:xfrm>
        </p:spPr>
        <p:txBody>
          <a:bodyPr vert="horz" wrap="square" lIns="91440" tIns="45720" rIns="91440" bIns="45720" anchor="t" anchorCtr="0"/>
          <a:p>
            <a:pPr>
              <a:buSzPct val="85000"/>
            </a:pPr>
            <a:r>
              <a:rPr lang="en-US" altLang="zh-CN" sz="2400" dirty="0">
                <a:latin typeface="+mn-lt"/>
                <a:ea typeface="宋体" panose="02010600030101010101" pitchFamily="2" charset="-122"/>
                <a:cs typeface="+mn-cs"/>
              </a:rPr>
              <a:t>new national networks: Csnet, BITnet, NSFnet, Minitel</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100,000 hosts connected to confederation of networks</a:t>
            </a:r>
            <a:endParaRPr lang="en-US" altLang="zh-CN" sz="2400" dirty="0">
              <a:latin typeface="+mn-lt"/>
              <a:ea typeface="宋体" panose="02010600030101010101" pitchFamily="2" charset="-122"/>
              <a:cs typeface="+mn-cs"/>
            </a:endParaRPr>
          </a:p>
          <a:p>
            <a:pPr>
              <a:buSzPct val="85000"/>
            </a:pPr>
            <a:endParaRPr lang="en-US" altLang="zh-CN" sz="2400" dirty="0">
              <a:latin typeface="+mn-lt"/>
              <a:ea typeface="宋体" panose="02010600030101010101" pitchFamily="2" charset="-122"/>
              <a:cs typeface="+mn-cs"/>
            </a:endParaRPr>
          </a:p>
        </p:txBody>
      </p:sp>
      <p:sp>
        <p:nvSpPr>
          <p:cNvPr id="169991" name="Rectangle 5"/>
          <p:cNvSpPr/>
          <p:nvPr/>
        </p:nvSpPr>
        <p:spPr>
          <a:xfrm>
            <a:off x="523875" y="1028700"/>
            <a:ext cx="7962900" cy="6477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i="1" dirty="0">
                <a:solidFill>
                  <a:srgbClr val="FF0000"/>
                </a:solidFill>
                <a:ea typeface="宋体" panose="02010600030101010101" pitchFamily="2" charset="-122"/>
              </a:rPr>
              <a:t>1980-1990: new protocols, a proliferation of networks</a:t>
            </a:r>
            <a:endParaRPr lang="en-US" altLang="zh-CN" sz="4000" u="sng" dirty="0">
              <a:solidFill>
                <a:schemeClr val="accent2"/>
              </a:solidFill>
              <a:ea typeface="宋体" panose="02010600030101010101" pitchFamily="2" charset="-122"/>
            </a:endParaRP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72035"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72036" name="Rectangle 2"/>
          <p:cNvSpPr>
            <a:spLocks noGrp="1"/>
          </p:cNvSpPr>
          <p:nvPr>
            <p:ph type="title"/>
          </p:nvPr>
        </p:nvSpPr>
        <p:spPr>
          <a:xfrm>
            <a:off x="476250" y="333375"/>
            <a:ext cx="7772400" cy="647700"/>
          </a:xfrm>
        </p:spPr>
        <p:txBody>
          <a:bodyPr vert="horz" wrap="square" lIns="91440" tIns="45720" rIns="91440" bIns="45720" anchor="ctr" anchorCtr="0"/>
          <a:p>
            <a:r>
              <a:rPr lang="en-US" altLang="zh-CN" sz="3600" dirty="0">
                <a:ea typeface="宋体" panose="02010600030101010101" pitchFamily="2" charset="-122"/>
              </a:rPr>
              <a:t>Internet History</a:t>
            </a:r>
            <a:endParaRPr lang="en-US" altLang="zh-CN" dirty="0">
              <a:ea typeface="宋体" panose="02010600030101010101" pitchFamily="2" charset="-122"/>
            </a:endParaRPr>
          </a:p>
        </p:txBody>
      </p:sp>
      <p:sp>
        <p:nvSpPr>
          <p:cNvPr id="172037" name="Rectangle 3"/>
          <p:cNvSpPr>
            <a:spLocks noGrp="1"/>
          </p:cNvSpPr>
          <p:nvPr>
            <p:ph sz="half" idx="1"/>
          </p:nvPr>
        </p:nvSpPr>
        <p:spPr>
          <a:xfrm>
            <a:off x="419100" y="1790700"/>
            <a:ext cx="4470400" cy="4457700"/>
          </a:xfrm>
        </p:spPr>
        <p:txBody>
          <a:bodyPr vert="horz" wrap="square" lIns="91440" tIns="45720" rIns="91440" bIns="45720" anchor="t" anchorCtr="0"/>
          <a:p>
            <a:pPr>
              <a:buSzPct val="85000"/>
            </a:pPr>
            <a:r>
              <a:rPr lang="en-US" altLang="zh-CN" sz="2000" dirty="0">
                <a:solidFill>
                  <a:schemeClr val="accent2"/>
                </a:solidFill>
                <a:latin typeface="+mn-lt"/>
                <a:ea typeface="宋体" panose="02010600030101010101" pitchFamily="2" charset="-122"/>
                <a:cs typeface="+mn-cs"/>
              </a:rPr>
              <a:t>Early 1990’s: </a:t>
            </a:r>
            <a:r>
              <a:rPr lang="en-US" altLang="zh-CN" sz="2000" dirty="0">
                <a:latin typeface="+mn-lt"/>
                <a:ea typeface="宋体" panose="02010600030101010101" pitchFamily="2" charset="-122"/>
                <a:cs typeface="+mn-cs"/>
              </a:rPr>
              <a:t>ARPAnet decommissioned</a:t>
            </a:r>
            <a:endParaRPr lang="en-US" altLang="zh-CN" sz="2000" dirty="0">
              <a:latin typeface="+mn-lt"/>
              <a:ea typeface="宋体" panose="02010600030101010101" pitchFamily="2" charset="-122"/>
              <a:cs typeface="+mn-cs"/>
            </a:endParaRPr>
          </a:p>
          <a:p>
            <a:pPr>
              <a:buSzPct val="85000"/>
            </a:pPr>
            <a:r>
              <a:rPr lang="en-US" altLang="zh-CN" sz="2000" dirty="0">
                <a:solidFill>
                  <a:schemeClr val="accent2"/>
                </a:solidFill>
                <a:latin typeface="+mn-lt"/>
                <a:ea typeface="宋体" panose="02010600030101010101" pitchFamily="2" charset="-122"/>
                <a:cs typeface="+mn-cs"/>
              </a:rPr>
              <a:t>1991: </a:t>
            </a:r>
            <a:r>
              <a:rPr lang="en-US" altLang="zh-CN" sz="2000" dirty="0">
                <a:latin typeface="+mn-lt"/>
                <a:ea typeface="宋体" panose="02010600030101010101" pitchFamily="2" charset="-122"/>
                <a:cs typeface="+mn-cs"/>
              </a:rPr>
              <a:t>NSF lifts restrictions on commercial use of NSFnet (decommissioned, 1995)</a:t>
            </a:r>
            <a:endParaRPr lang="en-US" altLang="zh-CN" sz="2000" dirty="0">
              <a:latin typeface="+mn-lt"/>
              <a:ea typeface="宋体" panose="02010600030101010101" pitchFamily="2" charset="-122"/>
              <a:cs typeface="+mn-cs"/>
            </a:endParaRPr>
          </a:p>
          <a:p>
            <a:pPr>
              <a:buSzPct val="85000"/>
            </a:pPr>
            <a:r>
              <a:rPr lang="en-US" altLang="zh-CN" sz="2000" dirty="0">
                <a:solidFill>
                  <a:schemeClr val="accent2"/>
                </a:solidFill>
                <a:latin typeface="+mn-lt"/>
                <a:ea typeface="宋体" panose="02010600030101010101" pitchFamily="2" charset="-122"/>
                <a:cs typeface="+mn-cs"/>
              </a:rPr>
              <a:t>early 1990s:</a:t>
            </a:r>
            <a:r>
              <a:rPr lang="en-US" altLang="zh-CN" sz="2000" dirty="0">
                <a:latin typeface="+mn-lt"/>
                <a:ea typeface="宋体" panose="02010600030101010101" pitchFamily="2" charset="-122"/>
                <a:cs typeface="+mn-cs"/>
              </a:rPr>
              <a:t> Web</a:t>
            </a:r>
            <a:endParaRPr lang="en-US" altLang="zh-CN" sz="2000" dirty="0">
              <a:latin typeface="+mn-lt"/>
              <a:ea typeface="宋体" panose="02010600030101010101" pitchFamily="2" charset="-122"/>
              <a:cs typeface="+mn-cs"/>
            </a:endParaRPr>
          </a:p>
          <a:p>
            <a:pPr lvl="1">
              <a:buSzPct val="75000"/>
            </a:pPr>
            <a:r>
              <a:rPr lang="en-US" altLang="zh-CN" sz="2000" dirty="0">
                <a:latin typeface="+mn-lt"/>
                <a:ea typeface="宋体" panose="02010600030101010101" pitchFamily="2" charset="-122"/>
              </a:rPr>
              <a:t>hypertext [Bush 1945, Nelson 1960’s]</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HTML, HTTP: Berners-Lee</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1994: Mosaic, later Netscape</a:t>
            </a:r>
            <a:endParaRPr lang="en-US" altLang="zh-CN" sz="2000" dirty="0">
              <a:latin typeface="+mn-lt"/>
              <a:ea typeface="宋体" panose="02010600030101010101" pitchFamily="2" charset="-122"/>
            </a:endParaRPr>
          </a:p>
          <a:p>
            <a:pPr lvl="1">
              <a:buSzPct val="75000"/>
            </a:pPr>
            <a:r>
              <a:rPr lang="en-US" altLang="zh-CN" sz="2000" dirty="0">
                <a:latin typeface="+mn-lt"/>
                <a:ea typeface="宋体" panose="02010600030101010101" pitchFamily="2" charset="-122"/>
              </a:rPr>
              <a:t>late 1990’s: commercialization</a:t>
            </a:r>
            <a:r>
              <a:rPr lang="en-US" altLang="zh-CN" sz="1800" dirty="0">
                <a:latin typeface="+mn-lt"/>
                <a:ea typeface="宋体" panose="02010600030101010101" pitchFamily="2" charset="-122"/>
              </a:rPr>
              <a:t> of the Web</a:t>
            </a:r>
            <a:endParaRPr lang="en-US" altLang="zh-CN" sz="1800" dirty="0">
              <a:latin typeface="+mn-lt"/>
              <a:ea typeface="宋体" panose="02010600030101010101" pitchFamily="2" charset="-122"/>
            </a:endParaRPr>
          </a:p>
          <a:p>
            <a:pPr>
              <a:buSzPct val="85000"/>
            </a:pPr>
            <a:endParaRPr lang="en-US" altLang="zh-CN" sz="2000" dirty="0">
              <a:latin typeface="+mn-lt"/>
              <a:ea typeface="宋体" panose="02010600030101010101" pitchFamily="2" charset="-122"/>
              <a:cs typeface="+mn-cs"/>
            </a:endParaRPr>
          </a:p>
          <a:p>
            <a:pPr>
              <a:buSzPct val="85000"/>
            </a:pPr>
            <a:endParaRPr lang="en-US" altLang="zh-CN" sz="2000" dirty="0">
              <a:latin typeface="+mn-lt"/>
              <a:ea typeface="宋体" panose="02010600030101010101" pitchFamily="2" charset="-122"/>
              <a:cs typeface="+mn-cs"/>
            </a:endParaRPr>
          </a:p>
        </p:txBody>
      </p:sp>
      <p:sp>
        <p:nvSpPr>
          <p:cNvPr id="172038" name="Rectangle 4"/>
          <p:cNvSpPr>
            <a:spLocks noGrp="1"/>
          </p:cNvSpPr>
          <p:nvPr>
            <p:ph sz="half" idx="2"/>
          </p:nvPr>
        </p:nvSpPr>
        <p:spPr>
          <a:xfrm>
            <a:off x="4876800" y="1800225"/>
            <a:ext cx="3965575" cy="4448175"/>
          </a:xfrm>
        </p:spPr>
        <p:txBody>
          <a:bodyPr vert="horz" wrap="square" lIns="91440" tIns="45720" rIns="91440" bIns="45720" anchor="t" anchorCtr="0"/>
          <a:p>
            <a:pPr>
              <a:buSzPct val="85000"/>
              <a:buFont typeface="Wingdings" panose="05000000000000000000" pitchFamily="2" charset="2"/>
              <a:buNone/>
            </a:pPr>
            <a:r>
              <a:rPr lang="en-US" altLang="zh-CN" sz="2400" dirty="0">
                <a:solidFill>
                  <a:schemeClr val="accent2"/>
                </a:solidFill>
                <a:latin typeface="+mn-lt"/>
                <a:ea typeface="宋体" panose="02010600030101010101" pitchFamily="2" charset="-122"/>
                <a:cs typeface="+mn-cs"/>
              </a:rPr>
              <a:t>Late 1990’s – 2000’s:</a:t>
            </a:r>
            <a:endParaRPr lang="en-US" altLang="zh-CN" sz="2400" dirty="0">
              <a:solidFill>
                <a:srgbClr val="FF0000"/>
              </a:solidFill>
              <a:latin typeface="+mn-lt"/>
              <a:ea typeface="宋体" panose="02010600030101010101" pitchFamily="2" charset="-122"/>
              <a:cs typeface="+mn-cs"/>
            </a:endParaRPr>
          </a:p>
          <a:p>
            <a:pPr>
              <a:buSzPct val="85000"/>
            </a:pPr>
            <a:r>
              <a:rPr lang="en-US" altLang="zh-CN" sz="2000" dirty="0">
                <a:latin typeface="+mn-lt"/>
                <a:ea typeface="宋体" panose="02010600030101010101" pitchFamily="2" charset="-122"/>
                <a:cs typeface="+mn-cs"/>
              </a:rPr>
              <a:t>more killer apps: instant messaging, P2P file sharing</a:t>
            </a:r>
            <a:endParaRPr lang="en-US" altLang="zh-CN" sz="2000" dirty="0">
              <a:latin typeface="+mn-lt"/>
              <a:ea typeface="宋体" panose="02010600030101010101" pitchFamily="2" charset="-122"/>
              <a:cs typeface="+mn-cs"/>
            </a:endParaRPr>
          </a:p>
          <a:p>
            <a:pPr>
              <a:buSzPct val="85000"/>
            </a:pPr>
            <a:r>
              <a:rPr lang="en-US" altLang="zh-CN" sz="2000" dirty="0">
                <a:latin typeface="+mn-lt"/>
                <a:ea typeface="宋体" panose="02010600030101010101" pitchFamily="2" charset="-122"/>
                <a:cs typeface="+mn-cs"/>
              </a:rPr>
              <a:t>network security to forefront</a:t>
            </a:r>
            <a:endParaRPr lang="en-US" altLang="zh-CN" sz="2000" dirty="0">
              <a:latin typeface="+mn-lt"/>
              <a:ea typeface="宋体" panose="02010600030101010101" pitchFamily="2" charset="-122"/>
              <a:cs typeface="+mn-cs"/>
            </a:endParaRPr>
          </a:p>
          <a:p>
            <a:pPr>
              <a:buSzPct val="85000"/>
            </a:pPr>
            <a:r>
              <a:rPr lang="en-US" altLang="zh-CN" sz="2000" dirty="0">
                <a:latin typeface="+mn-lt"/>
                <a:ea typeface="宋体" panose="02010600030101010101" pitchFamily="2" charset="-122"/>
                <a:cs typeface="+mn-cs"/>
              </a:rPr>
              <a:t>est. 50 million host, 100 million+ users</a:t>
            </a:r>
            <a:endParaRPr lang="en-US" altLang="zh-CN" sz="2000" dirty="0">
              <a:latin typeface="+mn-lt"/>
              <a:ea typeface="宋体" panose="02010600030101010101" pitchFamily="2" charset="-122"/>
              <a:cs typeface="+mn-cs"/>
            </a:endParaRPr>
          </a:p>
          <a:p>
            <a:pPr>
              <a:buSzPct val="85000"/>
            </a:pPr>
            <a:r>
              <a:rPr lang="en-US" altLang="zh-CN" sz="2000" dirty="0">
                <a:latin typeface="+mn-lt"/>
                <a:ea typeface="宋体" panose="02010600030101010101" pitchFamily="2" charset="-122"/>
                <a:cs typeface="+mn-cs"/>
              </a:rPr>
              <a:t>backbone links running at Gbps</a:t>
            </a:r>
            <a:endParaRPr lang="en-US" altLang="zh-CN" sz="2000" dirty="0">
              <a:latin typeface="+mn-lt"/>
              <a:ea typeface="宋体" panose="02010600030101010101" pitchFamily="2" charset="-122"/>
              <a:cs typeface="+mn-cs"/>
            </a:endParaRPr>
          </a:p>
          <a:p>
            <a:pPr>
              <a:buSzPct val="85000"/>
            </a:pPr>
            <a:endParaRPr lang="en-US" altLang="zh-CN" sz="2000" dirty="0">
              <a:latin typeface="+mn-lt"/>
              <a:ea typeface="宋体" panose="02010600030101010101" pitchFamily="2" charset="-122"/>
              <a:cs typeface="+mn-cs"/>
            </a:endParaRPr>
          </a:p>
        </p:txBody>
      </p:sp>
      <p:sp>
        <p:nvSpPr>
          <p:cNvPr id="172039" name="Rectangle 5"/>
          <p:cNvSpPr/>
          <p:nvPr/>
        </p:nvSpPr>
        <p:spPr>
          <a:xfrm>
            <a:off x="523875" y="1028700"/>
            <a:ext cx="7962900" cy="6477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2400" i="1" dirty="0">
                <a:solidFill>
                  <a:srgbClr val="FF0000"/>
                </a:solidFill>
                <a:ea typeface="宋体" panose="02010600030101010101" pitchFamily="2" charset="-122"/>
              </a:rPr>
              <a:t>1990, 2000’s: commercialization, the Web, new apps</a:t>
            </a:r>
            <a:endParaRPr lang="en-US" altLang="zh-CN" sz="4000" u="sng" dirty="0">
              <a:solidFill>
                <a:schemeClr val="accent2"/>
              </a:solidFill>
              <a:ea typeface="宋体" panose="02010600030101010101" pitchFamily="2" charset="-122"/>
            </a:endParaRP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Footer Placeholder 2"/>
          <p:cNvSpPr txBox="1">
            <a:spLocks noGrp="1"/>
          </p:cNvSpPr>
          <p:nvPr>
            <p:ph type="ftr" sz="quarter" idx="3"/>
          </p:nvPr>
        </p:nvSpPr>
        <p:spPr/>
        <p:txBody>
          <a:bodyPr/>
          <a:p>
            <a:pPr marL="0" indent="0" algn="r">
              <a:spcBef>
                <a:spcPct val="0"/>
              </a:spcBef>
              <a:buClrTx/>
              <a:buSzTx/>
              <a:buFontTx/>
              <a:buNone/>
            </a:pPr>
            <a:r>
              <a:rPr lang="en-US" altLang="zh-CN" sz="1200" dirty="0">
                <a:latin typeface="Tahoma" panose="020B0604030504040204" pitchFamily="34" charset="0"/>
                <a:ea typeface="MS PGothic" panose="020B0600070205080204" pitchFamily="34" charset="-128"/>
                <a:cs typeface="+mn-cs"/>
              </a:rPr>
              <a:t>Introduction</a:t>
            </a:r>
            <a:endParaRPr lang="en-US" altLang="zh-CN" sz="1200" dirty="0">
              <a:latin typeface="Tahoma" panose="020B0604030504040204" pitchFamily="34" charset="0"/>
              <a:ea typeface="MS PGothic" panose="020B0600070205080204" pitchFamily="34" charset="-128"/>
              <a:cs typeface="+mn-cs"/>
            </a:endParaRPr>
          </a:p>
        </p:txBody>
      </p:sp>
      <p:sp>
        <p:nvSpPr>
          <p:cNvPr id="174083" name="Rectangle 3"/>
          <p:cNvSpPr>
            <a:spLocks noGrp="1"/>
          </p:cNvSpPr>
          <p:nvPr>
            <p:ph type="body" sz="half" idx="4294967295"/>
          </p:nvPr>
        </p:nvSpPr>
        <p:spPr>
          <a:xfrm>
            <a:off x="492125" y="1209675"/>
            <a:ext cx="7502525" cy="4457700"/>
          </a:xfrm>
        </p:spPr>
        <p:txBody>
          <a:bodyPr vert="horz" wrap="square" lIns="91440" tIns="45720" rIns="91440" bIns="45720" anchor="t" anchorCtr="0"/>
          <a:lstStyle>
            <a:lvl1pPr lvl="0">
              <a:buClr>
                <a:schemeClr val="accent2"/>
              </a:buClr>
              <a:buSzPct val="85000"/>
              <a:buFont typeface="Wingdings" panose="05000000000000000000" pitchFamily="2" charset="2"/>
              <a:defRPr sz="2400"/>
            </a:lvl1pPr>
            <a:lvl2pPr lvl="1">
              <a:buClr>
                <a:schemeClr val="accent2"/>
              </a:buClr>
              <a:buSzPct val="75000"/>
              <a:buFont typeface="Wingdings" panose="05000000000000000000" pitchFamily="2" charset="2"/>
              <a:defRPr sz="2000"/>
            </a:lvl2pPr>
            <a:lvl3pPr lvl="2">
              <a:buClrTx/>
              <a:buSzTx/>
              <a:buFontTx/>
              <a:defRPr sz="1800"/>
            </a:lvl3pPr>
            <a:lvl4pPr lvl="3">
              <a:buClrTx/>
              <a:buSzTx/>
              <a:buFontTx/>
              <a:defRPr sz="1800"/>
            </a:lvl4pPr>
            <a:lvl5pPr lvl="4">
              <a:buClrTx/>
              <a:buSzTx/>
              <a:buFontTx/>
              <a:defRPr sz="1800"/>
            </a:lvl5pPr>
          </a:lstStyle>
          <a:p>
            <a:pPr lvl="0" eaLnBrk="1" hangingPunct="1">
              <a:buNone/>
            </a:pPr>
            <a:r>
              <a:rPr lang="en-US" altLang="zh-CN" sz="2800" i="1" dirty="0">
                <a:solidFill>
                  <a:srgbClr val="C00000"/>
                </a:solidFill>
                <a:ea typeface="宋体" panose="02010600030101010101" pitchFamily="2" charset="-122"/>
              </a:rPr>
              <a:t>2005-present</a:t>
            </a:r>
            <a:endParaRPr lang="en-US" altLang="zh-CN" sz="2800" i="1" dirty="0">
              <a:solidFill>
                <a:srgbClr val="C00000"/>
              </a:solidFill>
              <a:ea typeface="宋体" panose="02010600030101010101" pitchFamily="2" charset="-122"/>
            </a:endParaRPr>
          </a:p>
          <a:p>
            <a:pPr lvl="0" eaLnBrk="1" hangingPunct="1"/>
            <a:r>
              <a:rPr lang="en-US" altLang="zh-CN" dirty="0">
                <a:ea typeface="宋体" panose="02010600030101010101" pitchFamily="2" charset="-122"/>
              </a:rPr>
              <a:t>~5B devices attached to Internet </a:t>
            </a:r>
            <a:r>
              <a:rPr lang="en-US" altLang="zh-CN" sz="1800" dirty="0">
                <a:ea typeface="宋体" panose="02010600030101010101" pitchFamily="2" charset="-122"/>
              </a:rPr>
              <a:t>(2016)</a:t>
            </a:r>
            <a:endParaRPr lang="en-US" altLang="zh-CN" sz="1800" dirty="0">
              <a:ea typeface="宋体" panose="02010600030101010101" pitchFamily="2" charset="-122"/>
            </a:endParaRPr>
          </a:p>
          <a:p>
            <a:pPr marL="682625" lvl="1" indent="-225425" eaLnBrk="1" hangingPunct="1"/>
            <a:r>
              <a:rPr lang="en-US" altLang="zh-CN" dirty="0">
                <a:ea typeface="MS PGothic" panose="020B0600070205080204" pitchFamily="34" charset="-128"/>
              </a:rPr>
              <a:t>smartphones and tablets</a:t>
            </a:r>
            <a:endParaRPr lang="en-US" altLang="zh-CN" dirty="0">
              <a:ea typeface="MS PGothic" panose="020B0600070205080204" pitchFamily="34" charset="-128"/>
            </a:endParaRPr>
          </a:p>
          <a:p>
            <a:pPr lvl="0" eaLnBrk="1" hangingPunct="1"/>
            <a:r>
              <a:rPr lang="en-US" altLang="zh-CN" dirty="0">
                <a:ea typeface="宋体" panose="02010600030101010101" pitchFamily="2" charset="-122"/>
              </a:rPr>
              <a:t>aggressive deployment of broadband access</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increasing ubiquity of high-speed wireless access</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emergence of online social networks: </a:t>
            </a:r>
            <a:endParaRPr lang="en-US" altLang="zh-CN" dirty="0">
              <a:ea typeface="宋体" panose="02010600030101010101" pitchFamily="2" charset="-122"/>
            </a:endParaRPr>
          </a:p>
          <a:p>
            <a:pPr marL="682625" lvl="1" indent="-225425" eaLnBrk="1" hangingPunct="1"/>
            <a:r>
              <a:rPr lang="en-US" altLang="zh-CN" dirty="0">
                <a:ea typeface="MS PGothic" panose="020B0600070205080204" pitchFamily="34" charset="-128"/>
              </a:rPr>
              <a:t>Facebook: ~ one billion users</a:t>
            </a:r>
            <a:endParaRPr lang="en-US" altLang="zh-CN" sz="2400" dirty="0">
              <a:ea typeface="MS PGothic" panose="020B0600070205080204" pitchFamily="34" charset="-128"/>
            </a:endParaRPr>
          </a:p>
          <a:p>
            <a:pPr lvl="0" eaLnBrk="1" hangingPunct="1"/>
            <a:r>
              <a:rPr lang="en-US" altLang="zh-CN" dirty="0">
                <a:ea typeface="宋体" panose="02010600030101010101" pitchFamily="2" charset="-122"/>
              </a:rPr>
              <a:t>service providers (Google, Microsoft) create their own networks</a:t>
            </a:r>
            <a:endParaRPr lang="en-US" altLang="zh-CN" dirty="0">
              <a:ea typeface="宋体" panose="02010600030101010101" pitchFamily="2" charset="-122"/>
            </a:endParaRPr>
          </a:p>
          <a:p>
            <a:pPr marL="682625" lvl="1" indent="-225425" eaLnBrk="1" hangingPunct="1"/>
            <a:r>
              <a:rPr lang="en-US" altLang="zh-CN" sz="2400" dirty="0">
                <a:ea typeface="MS PGothic" panose="020B0600070205080204" pitchFamily="34" charset="-128"/>
              </a:rPr>
              <a:t>bypass  Internet, providing </a:t>
            </a:r>
            <a:r>
              <a:rPr lang="ja-JP" altLang="en-US" sz="2400" dirty="0">
                <a:ea typeface="MS PGothic" panose="020B0600070205080204" pitchFamily="34" charset="-128"/>
              </a:rPr>
              <a:t>“</a:t>
            </a:r>
            <a:r>
              <a:rPr lang="en-US" altLang="ja-JP" sz="2400" dirty="0">
                <a:ea typeface="MS PGothic" panose="020B0600070205080204" pitchFamily="34" charset="-128"/>
              </a:rPr>
              <a:t>instantaneous</a:t>
            </a:r>
            <a:r>
              <a:rPr lang="ja-JP" altLang="en-US" sz="2400" dirty="0">
                <a:ea typeface="MS PGothic" panose="020B0600070205080204" pitchFamily="34" charset="-128"/>
              </a:rPr>
              <a:t>”</a:t>
            </a:r>
            <a:r>
              <a:rPr lang="en-US" altLang="ja-JP" sz="2400" dirty="0">
                <a:ea typeface="MS PGothic" panose="020B0600070205080204" pitchFamily="34" charset="-128"/>
              </a:rPr>
              <a:t> access to search, video content, email, etc.</a:t>
            </a:r>
            <a:endParaRPr lang="en-US" altLang="ja-JP" sz="2400" dirty="0">
              <a:ea typeface="MS PGothic" panose="020B0600070205080204" pitchFamily="34" charset="-128"/>
            </a:endParaRPr>
          </a:p>
          <a:p>
            <a:pPr lvl="0" eaLnBrk="1" hangingPunct="1"/>
            <a:r>
              <a:rPr lang="en-US" altLang="zh-CN" dirty="0">
                <a:ea typeface="宋体" panose="02010600030101010101" pitchFamily="2" charset="-122"/>
              </a:rPr>
              <a:t>e-commerce, universities, enterprises running their services in </a:t>
            </a:r>
            <a:r>
              <a:rPr lang="ja-JP" altLang="en-US" dirty="0">
                <a:ea typeface="MS PGothic" panose="020B0600070205080204" pitchFamily="34" charset="-128"/>
              </a:rPr>
              <a:t>“</a:t>
            </a:r>
            <a:r>
              <a:rPr lang="en-US" altLang="ja-JP" dirty="0">
                <a:ea typeface="MS PGothic" panose="020B0600070205080204" pitchFamily="34" charset="-128"/>
              </a:rPr>
              <a:t>cloud</a:t>
            </a:r>
            <a:r>
              <a:rPr lang="ja-JP" altLang="en-US" dirty="0">
                <a:ea typeface="MS PGothic" panose="020B0600070205080204" pitchFamily="34" charset="-128"/>
              </a:rPr>
              <a:t>”</a:t>
            </a:r>
            <a:r>
              <a:rPr lang="en-US" altLang="ja-JP" dirty="0">
                <a:ea typeface="MS PGothic" panose="020B0600070205080204" pitchFamily="34" charset="-128"/>
              </a:rPr>
              <a:t> (e.g., Amazon EC2)</a:t>
            </a:r>
            <a:endParaRPr lang="en-US" altLang="zh-CN" dirty="0">
              <a:ea typeface="宋体" panose="02010600030101010101" pitchFamily="2" charset="-122"/>
            </a:endParaRPr>
          </a:p>
        </p:txBody>
      </p:sp>
      <p:sp>
        <p:nvSpPr>
          <p:cNvPr id="174084" name="Rectangle 2"/>
          <p:cNvSpPr/>
          <p:nvPr/>
        </p:nvSpPr>
        <p:spPr>
          <a:xfrm>
            <a:off x="377825" y="252413"/>
            <a:ext cx="7772400" cy="6477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eaLnBrk="1" hangingPunct="1">
              <a:spcBef>
                <a:spcPct val="0"/>
              </a:spcBef>
              <a:buClrTx/>
              <a:buSzTx/>
              <a:buFontTx/>
              <a:buNone/>
            </a:pPr>
            <a:r>
              <a:rPr lang="en-US" altLang="zh-CN" sz="4000" dirty="0">
                <a:solidFill>
                  <a:srgbClr val="000099"/>
                </a:solidFill>
                <a:latin typeface="Gill Sans MT" panose="020B0502020104020203" charset="0"/>
                <a:ea typeface="MS PGothic" panose="020B0600070205080204" pitchFamily="34" charset="-128"/>
              </a:rPr>
              <a:t>Internet history</a:t>
            </a:r>
            <a:endParaRPr lang="en-US" altLang="zh-CN" sz="4400" dirty="0">
              <a:solidFill>
                <a:srgbClr val="000099"/>
              </a:solidFill>
              <a:latin typeface="Gill Sans MT" panose="020B0502020104020203" charset="0"/>
              <a:ea typeface="MS PGothic" panose="020B0600070205080204" pitchFamily="34" charset="-128"/>
            </a:endParaRPr>
          </a:p>
        </p:txBody>
      </p:sp>
      <p:pic>
        <p:nvPicPr>
          <p:cNvPr id="174085" name="Picture 9" descr="underline_base"/>
          <p:cNvPicPr/>
          <p:nvPr/>
        </p:nvPicPr>
        <p:blipFill>
          <a:blip r:embed="rId1"/>
          <a:stretch>
            <a:fillRect/>
          </a:stretch>
        </p:blipFill>
        <p:spPr>
          <a:xfrm>
            <a:off x="417513" y="771525"/>
            <a:ext cx="3656012" cy="173038"/>
          </a:xfrm>
          <a:prstGeom prst="rect">
            <a:avLst/>
          </a:prstGeom>
          <a:noFill/>
          <a:ln w="9525">
            <a:noFill/>
          </a:ln>
        </p:spPr>
      </p:pic>
      <p:sp>
        <p:nvSpPr>
          <p:cNvPr id="174086" name="Slide Number Placeholder 3"/>
          <p:cNvSpPr txBox="1">
            <a:spLocks noGrp="1"/>
          </p:cNvSpPr>
          <p:nvPr>
            <p:ph type="sldNum" sz="quarter" idx="4"/>
          </p:nvPr>
        </p:nvSpPr>
        <p:spPr/>
        <p:txBody>
          <a:bodyPr/>
          <a:p>
            <a:pPr marL="0" indent="0" algn="r">
              <a:spcBef>
                <a:spcPct val="0"/>
              </a:spcBef>
              <a:buClrTx/>
              <a:buSzTx/>
              <a:buFontTx/>
              <a:buNone/>
            </a:pPr>
            <a:r>
              <a:rPr lang="en-US" altLang="zh-CN" sz="1200" dirty="0">
                <a:latin typeface="Tahoma" panose="020B0604030504040204" pitchFamily="34" charset="0"/>
                <a:ea typeface="MS PGothic" panose="020B0600070205080204" pitchFamily="34" charset="-128"/>
              </a:rPr>
              <a:t>1-</a:t>
            </a:r>
            <a:fld id="{9A0DB2DC-4C9A-4742-B13C-FB6460FD3503}" type="slidenum">
              <a:rPr lang="en-US" altLang="zh-CN" sz="1200" dirty="0">
                <a:latin typeface="Tahoma" panose="020B0604030504040204" pitchFamily="34" charset="0"/>
                <a:ea typeface="MS PGothic" panose="020B0600070205080204" pitchFamily="34" charset="-128"/>
              </a:rPr>
            </a:fld>
            <a:endParaRPr lang="en-US" altLang="zh-CN" sz="1200" dirty="0">
              <a:latin typeface="Tahoma" panose="020B0604030504040204" pitchFamily="34" charset="0"/>
              <a:ea typeface="MS PGothic" panose="020B0600070205080204" pitchFamily="34" charset="-128"/>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76130"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76131"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76132" name="Rectangle 2"/>
          <p:cNvSpPr>
            <a:spLocks noGrp="1"/>
          </p:cNvSpPr>
          <p:nvPr>
            <p:ph type="title"/>
          </p:nvPr>
        </p:nvSpPr>
        <p:spPr>
          <a:xfrm>
            <a:off x="476250" y="333375"/>
            <a:ext cx="7772400" cy="647700"/>
          </a:xfrm>
        </p:spPr>
        <p:txBody>
          <a:bodyPr vert="horz" wrap="square" lIns="91440" tIns="45720" rIns="91440" bIns="45720" anchor="ctr" anchorCtr="0"/>
          <a:p>
            <a:r>
              <a:rPr lang="en-US" altLang="zh-CN" sz="3600" dirty="0">
                <a:ea typeface="宋体" panose="02010600030101010101" pitchFamily="2" charset="-122"/>
              </a:rPr>
              <a:t>Internet History</a:t>
            </a:r>
            <a:endParaRPr lang="en-US" altLang="zh-CN" dirty="0">
              <a:ea typeface="宋体" panose="02010600030101010101" pitchFamily="2" charset="-122"/>
            </a:endParaRPr>
          </a:p>
        </p:txBody>
      </p:sp>
      <p:sp>
        <p:nvSpPr>
          <p:cNvPr id="176133" name="Rectangle 3"/>
          <p:cNvSpPr>
            <a:spLocks noGrp="1"/>
          </p:cNvSpPr>
          <p:nvPr>
            <p:ph sz="half" idx="1"/>
          </p:nvPr>
        </p:nvSpPr>
        <p:spPr>
          <a:xfrm>
            <a:off x="571500" y="1473200"/>
            <a:ext cx="4789488" cy="4457700"/>
          </a:xfrm>
        </p:spPr>
        <p:txBody>
          <a:bodyPr vert="horz" wrap="square" lIns="91440" tIns="45720" rIns="91440" bIns="45720" anchor="t" anchorCtr="0"/>
          <a:p>
            <a:pPr>
              <a:buSzPct val="85000"/>
              <a:buFont typeface="Wingdings" panose="05000000000000000000" pitchFamily="2" charset="2"/>
              <a:buNone/>
            </a:pPr>
            <a:r>
              <a:rPr lang="en-US" altLang="zh-CN" sz="2400" dirty="0">
                <a:solidFill>
                  <a:schemeClr val="accent2"/>
                </a:solidFill>
                <a:latin typeface="+mn-lt"/>
                <a:ea typeface="宋体" panose="02010600030101010101" pitchFamily="2" charset="-122"/>
                <a:cs typeface="+mn-cs"/>
              </a:rPr>
              <a:t>2007:</a:t>
            </a:r>
            <a:endParaRPr lang="en-US" altLang="zh-CN" sz="2400" dirty="0">
              <a:solidFill>
                <a:schemeClr val="accent2"/>
              </a:solidFill>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~500 million hosts</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Voice, Video over IP</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P2P applications: BitTorrent (file sharing) Skype (VoIP), PPLive (video)</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more applications: YouTube, gaming</a:t>
            </a:r>
            <a:endParaRPr lang="en-US" altLang="zh-CN" sz="2400" dirty="0">
              <a:latin typeface="+mn-lt"/>
              <a:ea typeface="宋体" panose="02010600030101010101" pitchFamily="2" charset="-122"/>
              <a:cs typeface="+mn-cs"/>
            </a:endParaRPr>
          </a:p>
          <a:p>
            <a:pPr>
              <a:buSzPct val="85000"/>
            </a:pPr>
            <a:r>
              <a:rPr lang="en-US" altLang="zh-CN" sz="2400" dirty="0">
                <a:latin typeface="+mn-lt"/>
                <a:ea typeface="宋体" panose="02010600030101010101" pitchFamily="2" charset="-122"/>
                <a:cs typeface="+mn-cs"/>
              </a:rPr>
              <a:t>wireless, mobility</a:t>
            </a:r>
            <a:endParaRPr lang="en-US" altLang="zh-CN" sz="2400" dirty="0">
              <a:latin typeface="+mn-lt"/>
              <a:ea typeface="宋体" panose="02010600030101010101" pitchFamily="2" charset="-122"/>
              <a:cs typeface="+mn-cs"/>
            </a:endParaRPr>
          </a:p>
          <a:p>
            <a:pPr>
              <a:buSzPct val="85000"/>
            </a:pPr>
            <a:endParaRPr lang="en-US" altLang="zh-CN" sz="2400" dirty="0">
              <a:latin typeface="+mn-lt"/>
              <a:ea typeface="宋体" panose="02010600030101010101" pitchFamily="2" charset="-122"/>
              <a:cs typeface="+mn-cs"/>
            </a:endParaRPr>
          </a:p>
        </p:txBody>
      </p:sp>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中国互联网简史</a:t>
            </a:r>
            <a:endParaRPr lang="zh-CN" altLang="en-US"/>
          </a:p>
        </p:txBody>
      </p:sp>
      <p:sp>
        <p:nvSpPr>
          <p:cNvPr id="3" name="内容占位符 2"/>
          <p:cNvSpPr>
            <a:spLocks noGrp="1"/>
          </p:cNvSpPr>
          <p:nvPr>
            <p:ph sz="half" idx="1"/>
          </p:nvPr>
        </p:nvSpPr>
        <p:spPr>
          <a:xfrm>
            <a:off x="533400" y="1600200"/>
            <a:ext cx="7771765" cy="4648200"/>
          </a:xfrm>
        </p:spPr>
        <p:txBody>
          <a:bodyPr/>
          <a:p>
            <a:r>
              <a:rPr lang="zh-CN" altLang="en-US"/>
              <a:t>1987年：中国科学院计算机网络信息中心成立，建立了中国第一个互联网节点。</a:t>
            </a:r>
            <a:endParaRPr lang="zh-CN" altLang="en-US"/>
          </a:p>
          <a:p>
            <a:r>
              <a:rPr lang="zh-CN" altLang="en-US"/>
              <a:t>1994年：中国的第一个商业互联网服务提供商——中国互联网络信息中心（CNNIC）成立。</a:t>
            </a:r>
            <a:endParaRPr lang="zh-CN" altLang="en-US"/>
          </a:p>
          <a:p>
            <a:r>
              <a:rPr lang="zh-CN" altLang="en-US"/>
              <a:t>1995年：中国的第一个网站——“中国黄页”上线。</a:t>
            </a:r>
            <a:endParaRPr lang="zh-CN" altLang="en-US"/>
          </a:p>
          <a:p>
            <a:r>
              <a:rPr lang="zh-CN" altLang="en-US"/>
              <a:t>1997年：中国互联网用户突破100万大关。</a:t>
            </a:r>
            <a:endParaRPr lang="zh-CN" altLang="en-US"/>
          </a:p>
          <a:p>
            <a:r>
              <a:rPr lang="zh-CN" altLang="en-US"/>
              <a:t>1998年：中国的第一个搜索引擎——百度成立。</a:t>
            </a:r>
            <a:endParaRPr lang="zh-CN" altLang="en-US"/>
          </a:p>
          <a:p>
            <a:r>
              <a:rPr lang="zh-CN" altLang="en-US"/>
              <a:t>2000年：中国互联网用户突破2000万大关。</a:t>
            </a:r>
            <a:endParaRPr lang="zh-CN" altLang="en-US"/>
          </a:p>
          <a:p>
            <a:endParaRPr lang="zh-CN" altLang="en-US"/>
          </a:p>
          <a:p>
            <a:endParaRPr lang="zh-CN"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中国互联网简史</a:t>
            </a:r>
            <a:endParaRPr lang="zh-CN" altLang="en-US"/>
          </a:p>
        </p:txBody>
      </p:sp>
      <p:sp>
        <p:nvSpPr>
          <p:cNvPr id="3" name="内容占位符 2"/>
          <p:cNvSpPr>
            <a:spLocks noGrp="1"/>
          </p:cNvSpPr>
          <p:nvPr>
            <p:ph sz="half" idx="1"/>
          </p:nvPr>
        </p:nvSpPr>
        <p:spPr>
          <a:xfrm>
            <a:off x="533400" y="1600200"/>
            <a:ext cx="7771765" cy="4648200"/>
          </a:xfrm>
        </p:spPr>
        <p:txBody>
          <a:bodyPr/>
          <a:p>
            <a:r>
              <a:rPr lang="zh-CN" altLang="en-US">
                <a:sym typeface="+mn-ea"/>
              </a:rPr>
              <a:t>2003年：中国的第一个在线支付平台——支付宝成立。</a:t>
            </a:r>
            <a:endParaRPr lang="zh-CN" altLang="en-US"/>
          </a:p>
          <a:p>
            <a:r>
              <a:rPr lang="zh-CN" altLang="en-US">
                <a:sym typeface="+mn-ea"/>
              </a:rPr>
              <a:t>2008年：中国互联网用户突破2亿大关。</a:t>
            </a:r>
            <a:endParaRPr lang="zh-CN" altLang="en-US"/>
          </a:p>
          <a:p>
            <a:r>
              <a:rPr lang="zh-CN" altLang="en-US">
                <a:sym typeface="+mn-ea"/>
              </a:rPr>
              <a:t>2011年：微信成立，开始改变人们的社交方式。</a:t>
            </a:r>
            <a:endParaRPr lang="zh-CN" altLang="en-US"/>
          </a:p>
          <a:p>
            <a:r>
              <a:rPr lang="zh-CN" altLang="en-US">
                <a:sym typeface="+mn-ea"/>
              </a:rPr>
              <a:t>2014年：中国互联网用户突破6亿大关。</a:t>
            </a:r>
            <a:endParaRPr lang="zh-CN" altLang="en-US"/>
          </a:p>
          <a:p>
            <a:r>
              <a:rPr lang="zh-CN" altLang="en-US">
                <a:sym typeface="+mn-ea"/>
              </a:rPr>
              <a:t>2016年：中国成为全球最大的互联网市场，互联网普及率达到50%。</a:t>
            </a:r>
            <a:endParaRPr lang="zh-CN" altLang="en-US"/>
          </a:p>
          <a:p>
            <a:r>
              <a:rPr lang="zh-CN" altLang="en-US">
                <a:sym typeface="+mn-ea"/>
              </a:rPr>
              <a:t>2020年：中国互联网用户数达到9.39亿，移动互联网用户数占比超过99%。</a:t>
            </a:r>
            <a:endParaRPr lang="zh-CN" altLang="en-US"/>
          </a:p>
          <a:p>
            <a:endParaRPr lang="zh-CN" altLang="en-US"/>
          </a:p>
          <a:p>
            <a:endParaRPr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中国第一封电子邮件</a:t>
            </a:r>
            <a:endParaRPr lang="zh-CN" altLang="en-US"/>
          </a:p>
        </p:txBody>
      </p:sp>
      <p:sp>
        <p:nvSpPr>
          <p:cNvPr id="3" name="内容占位符 2"/>
          <p:cNvSpPr>
            <a:spLocks noGrp="1"/>
          </p:cNvSpPr>
          <p:nvPr>
            <p:ph sz="half" idx="1"/>
          </p:nvPr>
        </p:nvSpPr>
        <p:spPr>
          <a:xfrm>
            <a:off x="533400" y="1600200"/>
            <a:ext cx="7771765" cy="4648200"/>
          </a:xfrm>
        </p:spPr>
        <p:txBody>
          <a:bodyPr/>
          <a:p>
            <a:r>
              <a:rPr lang="zh-CN" altLang="en-US">
                <a:sym typeface="+mn-ea"/>
              </a:rPr>
              <a:t>1987年9月14日</a:t>
            </a:r>
            <a:endParaRPr lang="zh-CN" altLang="en-US">
              <a:sym typeface="+mn-ea"/>
            </a:endParaRPr>
          </a:p>
          <a:p>
            <a:r>
              <a:rPr lang="zh-CN" altLang="en-US">
                <a:sym typeface="+mn-ea"/>
              </a:rPr>
              <a:t>中国科学院计算机应用研究所的邓仁来教授</a:t>
            </a:r>
            <a:endParaRPr lang="zh-CN" altLang="en-US">
              <a:sym typeface="+mn-ea"/>
            </a:endParaRPr>
          </a:p>
          <a:p>
            <a:r>
              <a:rPr lang="zh-CN" altLang="en-US">
                <a:sym typeface="+mn-ea"/>
              </a:rPr>
              <a:t>中国第一个互联网节点“ACADEM1”</a:t>
            </a:r>
            <a:endParaRPr lang="zh-CN" altLang="en-US">
              <a:sym typeface="+mn-ea"/>
            </a:endParaRPr>
          </a:p>
          <a:p>
            <a:r>
              <a:rPr lang="zh-CN" altLang="en-US">
                <a:sym typeface="+mn-ea"/>
              </a:rPr>
              <a:t>向中美数学家</a:t>
            </a:r>
            <a:endParaRPr lang="zh-CN" altLang="en-US">
              <a:sym typeface="+mn-ea"/>
            </a:endParaRPr>
          </a:p>
          <a:p>
            <a:r>
              <a:rPr lang="zh-CN" altLang="en-US"/>
              <a:t>Across the Great Wall, we can reach every corner in the world（真实性待考）</a:t>
            </a:r>
            <a:endParaRPr lang="zh-CN"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Footer Placeholder 5"/>
          <p:cNvSpPr txBox="1">
            <a:spLocks noGrp="1"/>
          </p:cNvSpPr>
          <p:nvPr>
            <p:ph type="ftr" sz="quarter" idx="3"/>
          </p:nvPr>
        </p:nvSpPr>
        <p:spPr/>
        <p:txBody>
          <a:bodyPr/>
          <a:p>
            <a:pPr marL="0" indent="0" algn="r">
              <a:spcBef>
                <a:spcPct val="0"/>
              </a:spcBef>
              <a:buClrTx/>
              <a:buSzTx/>
              <a:buFontTx/>
              <a:buNone/>
            </a:pPr>
            <a:r>
              <a:rPr lang="en-US" altLang="zh-CN" sz="1400" dirty="0">
                <a:latin typeface="+mn-lt"/>
                <a:ea typeface="宋体" panose="02010600030101010101" pitchFamily="2" charset="-122"/>
                <a:cs typeface="+mn-cs"/>
              </a:rPr>
              <a:t> Introduction</a:t>
            </a:r>
            <a:endParaRPr lang="en-US" altLang="zh-CN" sz="1400" dirty="0">
              <a:latin typeface="Times New Roman" panose="02020603050405020304" pitchFamily="18" charset="0"/>
              <a:ea typeface="宋体" panose="02010600030101010101" pitchFamily="2" charset="-122"/>
              <a:cs typeface="+mn-cs"/>
            </a:endParaRPr>
          </a:p>
        </p:txBody>
      </p:sp>
      <p:sp>
        <p:nvSpPr>
          <p:cNvPr id="178179" name="Slide Number Placeholder 6"/>
          <p:cNvSpPr txBox="1">
            <a:spLocks noGrp="1"/>
          </p:cNvSpPr>
          <p:nvPr>
            <p:ph type="sldNum" sz="quarter" idx="4"/>
          </p:nvPr>
        </p:nvSpPr>
        <p:spPr/>
        <p:txBody>
          <a:bodyPr/>
          <a:p>
            <a:pPr marL="0" indent="0" algn="r">
              <a:spcBef>
                <a:spcPct val="0"/>
              </a:spcBef>
              <a:buClrTx/>
              <a:buSzTx/>
              <a:buFontTx/>
              <a:buNone/>
            </a:pPr>
            <a:r>
              <a:rPr lang="en-US" altLang="zh-CN" sz="1400" dirty="0">
                <a:latin typeface="Times New Roman" panose="02020603050405020304" pitchFamily="18" charset="0"/>
                <a:ea typeface="宋体" panose="02010600030101010101" pitchFamily="2" charset="-122"/>
              </a:rPr>
              <a:t>1-</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7818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Introduction: Summary</a:t>
            </a:r>
            <a:endParaRPr lang="en-US" altLang="zh-CN" dirty="0">
              <a:ea typeface="宋体" panose="02010600030101010101" pitchFamily="2" charset="-122"/>
            </a:endParaRPr>
          </a:p>
        </p:txBody>
      </p:sp>
      <p:sp>
        <p:nvSpPr>
          <p:cNvPr id="178181" name="Rectangle 3"/>
          <p:cNvSpPr>
            <a:spLocks noGrp="1"/>
          </p:cNvSpPr>
          <p:nvPr>
            <p:ph sz="half" idx="1"/>
          </p:nvPr>
        </p:nvSpPr>
        <p:spPr>
          <a:xfrm>
            <a:off x="546100" y="1398588"/>
            <a:ext cx="4384675" cy="5189537"/>
          </a:xfrm>
        </p:spPr>
        <p:txBody>
          <a:bodyPr vert="horz" wrap="square" lIns="91440" tIns="45720" rIns="91440" bIns="45720" anchor="t" anchorCtr="0"/>
          <a:p>
            <a:pPr>
              <a:lnSpc>
                <a:spcPct val="90000"/>
              </a:lnSpc>
              <a:buSzPct val="85000"/>
              <a:buFont typeface="Wingdings" panose="05000000000000000000" pitchFamily="2" charset="2"/>
              <a:buNone/>
            </a:pPr>
            <a:r>
              <a:rPr lang="en-US" altLang="zh-CN" sz="2400" u="sng" dirty="0">
                <a:solidFill>
                  <a:srgbClr val="FF0000"/>
                </a:solidFill>
                <a:latin typeface="+mn-lt"/>
                <a:ea typeface="宋体" panose="02010600030101010101" pitchFamily="2" charset="-122"/>
                <a:cs typeface="+mn-cs"/>
              </a:rPr>
              <a:t>Covered a “ton” of material!</a:t>
            </a:r>
            <a:endParaRPr lang="en-US" altLang="zh-CN" sz="2400" u="sng" dirty="0">
              <a:solidFill>
                <a:srgbClr val="FF0000"/>
              </a:solidFill>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Internet overview</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what’s a protocol?</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network edge, core, access network</a:t>
            </a:r>
            <a:endParaRPr lang="en-US" altLang="zh-CN" sz="2400" dirty="0">
              <a:latin typeface="+mn-lt"/>
              <a:ea typeface="宋体" panose="02010600030101010101" pitchFamily="2" charset="-122"/>
              <a:cs typeface="+mn-cs"/>
            </a:endParaRPr>
          </a:p>
          <a:p>
            <a:pPr lvl="1">
              <a:lnSpc>
                <a:spcPct val="90000"/>
              </a:lnSpc>
              <a:buSzPct val="75000"/>
            </a:pPr>
            <a:r>
              <a:rPr lang="en-US" altLang="zh-CN" dirty="0">
                <a:latin typeface="+mn-lt"/>
                <a:ea typeface="宋体" panose="02010600030101010101" pitchFamily="2" charset="-122"/>
              </a:rPr>
              <a:t>packet-switching versus circuit-switching</a:t>
            </a:r>
            <a:endParaRPr lang="en-US" altLang="zh-CN" dirty="0">
              <a:latin typeface="+mn-lt"/>
              <a:ea typeface="宋体" panose="02010600030101010101" pitchFamily="2" charset="-122"/>
            </a:endParaRPr>
          </a:p>
          <a:p>
            <a:pPr lvl="1">
              <a:lnSpc>
                <a:spcPct val="90000"/>
              </a:lnSpc>
              <a:buSzPct val="75000"/>
            </a:pPr>
            <a:r>
              <a:rPr lang="en-US" altLang="zh-CN" dirty="0">
                <a:latin typeface="+mn-lt"/>
                <a:ea typeface="宋体" panose="02010600030101010101" pitchFamily="2" charset="-122"/>
              </a:rPr>
              <a:t>Internet structure</a:t>
            </a:r>
            <a:endParaRPr lang="en-US" altLang="zh-CN" dirty="0">
              <a:latin typeface="+mn-lt"/>
              <a:ea typeface="宋体" panose="02010600030101010101" pitchFamily="2" charset="-122"/>
            </a:endParaRPr>
          </a:p>
          <a:p>
            <a:pPr>
              <a:lnSpc>
                <a:spcPct val="90000"/>
              </a:lnSpc>
              <a:buSzPct val="85000"/>
            </a:pPr>
            <a:r>
              <a:rPr lang="en-US" altLang="zh-CN" sz="2400" dirty="0">
                <a:latin typeface="+mn-lt"/>
                <a:ea typeface="宋体" panose="02010600030101010101" pitchFamily="2" charset="-122"/>
                <a:cs typeface="+mn-cs"/>
              </a:rPr>
              <a:t>performance: loss, delay, throughput</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layering, service models</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security</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history</a:t>
            </a:r>
            <a:endParaRPr lang="en-US" altLang="zh-CN" sz="2400" dirty="0">
              <a:latin typeface="+mn-lt"/>
              <a:ea typeface="宋体" panose="02010600030101010101" pitchFamily="2" charset="-122"/>
              <a:cs typeface="+mn-cs"/>
            </a:endParaRPr>
          </a:p>
        </p:txBody>
      </p:sp>
      <p:sp>
        <p:nvSpPr>
          <p:cNvPr id="178182" name="Rectangle 4"/>
          <p:cNvSpPr>
            <a:spLocks noGrp="1"/>
          </p:cNvSpPr>
          <p:nvPr>
            <p:ph sz="half" idx="2"/>
          </p:nvPr>
        </p:nvSpPr>
        <p:spPr>
          <a:xfrm>
            <a:off x="5114925" y="1579563"/>
            <a:ext cx="3724275" cy="4648200"/>
          </a:xfrm>
        </p:spPr>
        <p:txBody>
          <a:bodyPr vert="horz" wrap="square" lIns="91440" tIns="45720" rIns="91440" bIns="45720" anchor="t" anchorCtr="0"/>
          <a:p>
            <a:pPr>
              <a:lnSpc>
                <a:spcPct val="90000"/>
              </a:lnSpc>
              <a:buSzPct val="85000"/>
              <a:buFont typeface="Wingdings" panose="05000000000000000000" pitchFamily="2" charset="2"/>
              <a:buNone/>
            </a:pPr>
            <a:r>
              <a:rPr lang="en-US" altLang="zh-CN" sz="2400" u="sng" dirty="0">
                <a:solidFill>
                  <a:srgbClr val="FF0000"/>
                </a:solidFill>
                <a:latin typeface="+mn-lt"/>
                <a:ea typeface="宋体" panose="02010600030101010101" pitchFamily="2" charset="-122"/>
                <a:cs typeface="+mn-cs"/>
              </a:rPr>
              <a:t>You now have:</a:t>
            </a:r>
            <a:r>
              <a:rPr lang="en-US" altLang="zh-CN" sz="2400" dirty="0">
                <a:latin typeface="+mn-lt"/>
                <a:ea typeface="宋体" panose="02010600030101010101" pitchFamily="2" charset="-122"/>
                <a:cs typeface="+mn-cs"/>
              </a:rPr>
              <a:t> </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context, overview, “feel” of networking</a:t>
            </a:r>
            <a:endParaRPr lang="en-US" altLang="zh-CN" sz="2400" dirty="0">
              <a:latin typeface="+mn-lt"/>
              <a:ea typeface="宋体" panose="02010600030101010101" pitchFamily="2" charset="-122"/>
              <a:cs typeface="+mn-cs"/>
            </a:endParaRPr>
          </a:p>
          <a:p>
            <a:pPr>
              <a:lnSpc>
                <a:spcPct val="90000"/>
              </a:lnSpc>
              <a:buSzPct val="85000"/>
            </a:pPr>
            <a:r>
              <a:rPr lang="en-US" altLang="zh-CN" sz="2400" dirty="0">
                <a:latin typeface="+mn-lt"/>
                <a:ea typeface="宋体" panose="02010600030101010101" pitchFamily="2" charset="-122"/>
                <a:cs typeface="+mn-cs"/>
              </a:rPr>
              <a:t>more depth, detail </a:t>
            </a:r>
            <a:r>
              <a:rPr lang="en-US" altLang="zh-CN" sz="2400" i="1" dirty="0">
                <a:latin typeface="+mn-lt"/>
                <a:ea typeface="宋体" panose="02010600030101010101" pitchFamily="2" charset="-122"/>
                <a:cs typeface="+mn-cs"/>
              </a:rPr>
              <a:t>to follow!</a:t>
            </a:r>
            <a:endParaRPr lang="en-US" altLang="zh-CN" sz="2400" dirty="0">
              <a:latin typeface="+mn-lt"/>
              <a:ea typeface="宋体" panose="02010600030101010101" pitchFamily="2" charset="-122"/>
              <a:cs typeface="+mn-cs"/>
            </a:endParaRPr>
          </a:p>
        </p:txBody>
      </p:sp>
    </p:spTree>
  </p:cSld>
  <p:clrMapOvr>
    <a:masterClrMapping/>
  </p:clrMapOvr>
  <p:transition spd="slow"/>
</p:sld>
</file>

<file path=ppt/tags/tag1.xml><?xml version="1.0" encoding="utf-8"?>
<p:tagLst xmlns:p="http://schemas.openxmlformats.org/presentationml/2006/main">
  <p:tag name="KSO_WM_UNIT_PLACING_PICTURE_USER_VIEWPORT" val="{&quot;height&quot;:5392,&quot;width&quot;:8088}"/>
</p:tagLst>
</file>

<file path=ppt/tags/tag2.xml><?xml version="1.0" encoding="utf-8"?>
<p:tagLst xmlns:p="http://schemas.openxmlformats.org/presentationml/2006/main">
  <p:tag name="KSO_WM_UNIT_PLACING_PICTURE_USER_VIEWPORT" val="{&quot;height&quot;:5392,&quot;width&quot;:8472}"/>
</p:tagLst>
</file>

<file path=ppt/tags/tag3.xml><?xml version="1.0" encoding="utf-8"?>
<p:tagLst xmlns:p="http://schemas.openxmlformats.org/presentationml/2006/main">
  <p:tag name="KSO_WM_BEAUTIFY_FLAG" val="#wm#"/>
  <p:tag name="KSO_WM_TEMPLATE_CATEGORY" val="custom"/>
  <p:tag name="KSO_WM_TEMPLATE_INDEX" val="20205081"/>
</p:tagLst>
</file>

<file path=ppt/tags/tag4.xml><?xml version="1.0" encoding="utf-8"?>
<p:tagLst xmlns:p="http://schemas.openxmlformats.org/presentationml/2006/main">
  <p:tag name="KSO_WM_BEAUTIFY_FLAG" val="#wm#"/>
  <p:tag name="KSO_WM_TEMPLATE_CATEGORY" val="custom"/>
  <p:tag name="KSO_WM_TEMPLATE_INDEX" val="20205081"/>
</p:tagLst>
</file>

<file path=ppt/tags/tag5.xml><?xml version="1.0" encoding="utf-8"?>
<p:tagLst xmlns:p="http://schemas.openxmlformats.org/presentationml/2006/main">
  <p:tag name="KSO_WM_BEAUTIFY_FLAG" val="#wm#"/>
  <p:tag name="KSO_WM_TEMPLATE_CATEGORY" val="custom"/>
  <p:tag name="KSO_WM_TEMPLATE_INDEX" val="20205081"/>
</p:tagLst>
</file>

<file path=ppt/tags/tag6.xml><?xml version="1.0" encoding="utf-8"?>
<p:tagLst xmlns:p="http://schemas.openxmlformats.org/presentationml/2006/main">
  <p:tag name="KSO_WM_BEAUTIFY_FLAG" val="#wm#"/>
  <p:tag name="KSO_WM_TEMPLATE_CATEGORY" val="custom"/>
  <p:tag name="KSO_WM_TEMPLATE_INDEX" val="20205081"/>
</p:tagLst>
</file>

<file path=ppt/tags/tag7.xml><?xml version="1.0" encoding="utf-8"?>
<p:tagLst xmlns:p="http://schemas.openxmlformats.org/presentationml/2006/main">
  <p:tag name="KSO_WM_UNIT_PLACING_PICTURE_USER_VIEWPORT" val="{&quot;height&quot;:10630,&quot;width&quot;:7727}"/>
</p:tagLst>
</file>

<file path=ppt/tags/tag8.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9.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10.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11.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12.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13.xml><?xml version="1.0" encoding="utf-8"?>
<p:tagLst xmlns:p="http://schemas.openxmlformats.org/presentationml/2006/main">
  <p:tag name="KSO_WM_UNIT_PLACING_PICTURE_USER_VIEWPORT" val="{&quot;height&quot;:5640,&quot;width&quot;:8000}"/>
</p:tagLst>
</file>

<file path=ppt/tags/tag14.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15.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16.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17.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18.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19.xml><?xml version="1.0" encoding="utf-8"?>
<p:tagLst xmlns:p="http://schemas.openxmlformats.org/presentationml/2006/main">
  <p:tag name="KSO_WM_BEAUTIFY_FLAG" val="#wm#"/>
  <p:tag name="KSO_WM_TEMPLATE_CATEGORY" val="custom"/>
  <p:tag name="KSO_WM_TEMPLATE_INDEX" val="20222769"/>
  <p:tag name="KSO_WM_SPECIAL_SOURCE" val="bdnull"/>
</p:tagLst>
</file>

<file path=ppt/tags/tag20.xml><?xml version="1.0" encoding="utf-8"?>
<p:tagLst xmlns:p="http://schemas.openxmlformats.org/presentationml/2006/main">
  <p:tag name="KSO_WM_BEAUTIFY_FLAG" val="#wm#"/>
  <p:tag name="KSO_WM_TEMPLATE_CATEGORY" val="custom"/>
  <p:tag name="KSO_WM_TEMPLATE_INDEX" val="20222769"/>
</p:tagLst>
</file>

<file path=ppt/tags/tag21.xml><?xml version="1.0" encoding="utf-8"?>
<p:tagLst xmlns:p="http://schemas.openxmlformats.org/presentationml/2006/main">
  <p:tag name="KSO_WM_UNIT_PLACING_PICTURE_USER_VIEWPORT" val="{&quot;height&quot;:970,&quot;width&quot;:5830}"/>
</p:tagLst>
</file>

<file path=ppt/tags/tag22.xml><?xml version="1.0" encoding="utf-8"?>
<p:tagLst xmlns:p="http://schemas.openxmlformats.org/presentationml/2006/main">
  <p:tag name="KSO_WPP_MARK_KEY" val="4d0a7447-6de8-43da-bd66-10e75557ea86"/>
  <p:tag name="COMMONDATA" val="eyJoZGlkIjoiNGM2MWUwMjc1MTFlYjQ1NTJhZmEzYzI5NDcxZmUzMDMifQ=="/>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29451</Words>
  <Application>WPS 演示</Application>
  <PresentationFormat>全屏显示(4:3)</PresentationFormat>
  <Paragraphs>2146</Paragraphs>
  <Slides>107</Slides>
  <Notes>72</Notes>
  <HiddenSlides>11</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153</vt:i4>
      </vt:variant>
      <vt:variant>
        <vt:lpstr>幻灯片标题</vt:lpstr>
      </vt:variant>
      <vt:variant>
        <vt:i4>107</vt:i4>
      </vt:variant>
    </vt:vector>
  </HeadingPairs>
  <TitlesOfParts>
    <vt:vector size="279" baseType="lpstr">
      <vt:lpstr>Arial</vt:lpstr>
      <vt:lpstr>宋体</vt:lpstr>
      <vt:lpstr>Wingdings</vt:lpstr>
      <vt:lpstr>Times New Roman</vt:lpstr>
      <vt:lpstr>Comic Sans MS</vt:lpstr>
      <vt:lpstr>Helvetica</vt:lpstr>
      <vt:lpstr>微软雅黑</vt:lpstr>
      <vt:lpstr>Arial Unicode MS</vt:lpstr>
      <vt:lpstr>汉仪旗黑-50简</vt:lpstr>
      <vt:lpstr>黑体</vt:lpstr>
      <vt:lpstr>Monotype Sorts</vt:lpstr>
      <vt:lpstr>Wingdings</vt:lpstr>
      <vt:lpstr>Courier</vt:lpstr>
      <vt:lpstr>Courier New</vt:lpstr>
      <vt:lpstr>ZapfDingbats</vt:lpstr>
      <vt:lpstr>Tahoma</vt:lpstr>
      <vt:lpstr>MS PGothic</vt:lpstr>
      <vt:lpstr>Gill Sans MT</vt:lpstr>
      <vt:lpstr>Default Design</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Equation.3</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MS_ClipArt_Gallery.5</vt:lpstr>
      <vt:lpstr>MS_ClipArt_Gallery.5</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PowerPoint 演示文稿</vt:lpstr>
      <vt:lpstr>About Me</vt:lpstr>
      <vt:lpstr>姜竹青</vt:lpstr>
      <vt:lpstr>姜竹青</vt:lpstr>
      <vt:lpstr>PowerPoint 演示文稿</vt:lpstr>
      <vt:lpstr>PowerPoint 演示文稿</vt:lpstr>
      <vt:lpstr>北斗三号--国防应用证明</vt:lpstr>
      <vt:lpstr>红外图像增强</vt:lpstr>
      <vt:lpstr>图像亮度增强</vt:lpstr>
      <vt:lpstr>低清图像增强（超分辨率）</vt:lpstr>
      <vt:lpstr>安全生产检测</vt:lpstr>
      <vt:lpstr>海上目标检测</vt:lpstr>
      <vt:lpstr>行人重识别</vt:lpstr>
      <vt:lpstr>智能交通检测</vt:lpstr>
      <vt:lpstr>智能医疗图像检测</vt:lpstr>
      <vt:lpstr>高铁安全检测</vt:lpstr>
      <vt:lpstr>大数据分析</vt:lpstr>
      <vt:lpstr>PowerPoint 演示文稿</vt:lpstr>
      <vt:lpstr>Sth. Needs to Know</vt:lpstr>
      <vt:lpstr>Sth. Needs to Know</vt:lpstr>
      <vt:lpstr>Teaching plan</vt:lpstr>
      <vt:lpstr>Chapter 1: Introduction</vt:lpstr>
      <vt:lpstr>Chapter 1: roadmap</vt:lpstr>
      <vt:lpstr>What’s the Internet: “nuts and bolts” view</vt:lpstr>
      <vt:lpstr>“Cool” internet appliances</vt:lpstr>
      <vt:lpstr>What’s the Internet: “nuts and bolts” view</vt:lpstr>
      <vt:lpstr>What’s the Internet: a service view</vt:lpstr>
      <vt:lpstr>What’s a protocol?</vt:lpstr>
      <vt:lpstr>What’s a protocol?</vt:lpstr>
      <vt:lpstr>Chapter 1: roadmap</vt:lpstr>
      <vt:lpstr>A closer look at network structure:</vt:lpstr>
      <vt:lpstr>The network edge:</vt:lpstr>
      <vt:lpstr>Access networks and physical media</vt:lpstr>
      <vt:lpstr>Dial-up Modem</vt:lpstr>
      <vt:lpstr>Digital Subscriber Line (DSL)</vt:lpstr>
      <vt:lpstr>Residential access: cable modems</vt:lpstr>
      <vt:lpstr>Residential access: cable modems</vt:lpstr>
      <vt:lpstr>Cable Network Architecture: Overview</vt:lpstr>
      <vt:lpstr>Cable Network Architecture: Overview</vt:lpstr>
      <vt:lpstr>Cable Network Architecture: Overview</vt:lpstr>
      <vt:lpstr>Cable Network Architecture: Overview</vt:lpstr>
      <vt:lpstr>Fiber to the Home</vt:lpstr>
      <vt:lpstr>Ethernet Internet access</vt:lpstr>
      <vt:lpstr>Wireless access networks</vt:lpstr>
      <vt:lpstr>Home networks</vt:lpstr>
      <vt:lpstr>Physical Media</vt:lpstr>
      <vt:lpstr>Physical Media: coax, fiber</vt:lpstr>
      <vt:lpstr>Physical media: radio</vt:lpstr>
      <vt:lpstr>Chapter 1: roadmap</vt:lpstr>
      <vt:lpstr>The Network Core</vt:lpstr>
      <vt:lpstr>Network Core: Circuit Switching</vt:lpstr>
      <vt:lpstr>Network Core: Circuit Switching</vt:lpstr>
      <vt:lpstr>Circuit Switching: FDM and TDM</vt:lpstr>
      <vt:lpstr>Numerical example</vt:lpstr>
      <vt:lpstr>Network Core: Packet Switching</vt:lpstr>
      <vt:lpstr>Packet Switching: Statistical Multiplexing</vt:lpstr>
      <vt:lpstr>Packet-switching: store-and-forward</vt:lpstr>
      <vt:lpstr>Packet switching versus circuit switching</vt:lpstr>
      <vt:lpstr>Packet switching versus circuit switching</vt:lpstr>
      <vt:lpstr>Internet structure: network of networks</vt:lpstr>
      <vt:lpstr>Tier-1 ISP: e.g., Sprint</vt:lpstr>
      <vt:lpstr>Internet structure: network of networks</vt:lpstr>
      <vt:lpstr>Internet structure: network of networks</vt:lpstr>
      <vt:lpstr>Internet structure: network of networks</vt:lpstr>
      <vt:lpstr>Chapter 1: roadmap</vt:lpstr>
      <vt:lpstr>How do loss and delay occur?</vt:lpstr>
      <vt:lpstr>Four sources of packet delay</vt:lpstr>
      <vt:lpstr>Delay in packet-switched networks</vt:lpstr>
      <vt:lpstr>Caravan analogy</vt:lpstr>
      <vt:lpstr>Caravan analogy (more)</vt:lpstr>
      <vt:lpstr>Nodal delay</vt:lpstr>
      <vt:lpstr>Queueing delay (revisited)</vt:lpstr>
      <vt:lpstr>“Real” Internet delays and routes</vt:lpstr>
      <vt:lpstr>“Real” Internet delays and routes</vt:lpstr>
      <vt:lpstr>PowerPoint 演示文稿</vt:lpstr>
      <vt:lpstr>Packet loss</vt:lpstr>
      <vt:lpstr>Throughput</vt:lpstr>
      <vt:lpstr>Throughput (more)</vt:lpstr>
      <vt:lpstr>Throughput: Internet scenario</vt:lpstr>
      <vt:lpstr>Chapter 1: roadmap</vt:lpstr>
      <vt:lpstr>Protocol “Layers”</vt:lpstr>
      <vt:lpstr>Organization of air travel</vt:lpstr>
      <vt:lpstr>Layering of airline functionality</vt:lpstr>
      <vt:lpstr>Why layering?</vt:lpstr>
      <vt:lpstr>Internet protocol stack</vt:lpstr>
      <vt:lpstr>ISO/OSI reference model</vt:lpstr>
      <vt:lpstr>Encapsulation</vt:lpstr>
      <vt:lpstr>Chapter 1: roadmap</vt:lpstr>
      <vt:lpstr>Network Security</vt:lpstr>
      <vt:lpstr>Bad guys can put malware into hosts via Internet</vt:lpstr>
      <vt:lpstr>Bad guys can put malware into hosts via Internet</vt:lpstr>
      <vt:lpstr>Bad guys can attack servers and network infrastructure</vt:lpstr>
      <vt:lpstr>The bad guys can sniff packets</vt:lpstr>
      <vt:lpstr>The bad guys can use false source addresses</vt:lpstr>
      <vt:lpstr>The bad guys can record and playback</vt:lpstr>
      <vt:lpstr>Network Security</vt:lpstr>
      <vt:lpstr>Chapter 1: roadmap</vt:lpstr>
      <vt:lpstr>Internet History</vt:lpstr>
      <vt:lpstr>Internet History</vt:lpstr>
      <vt:lpstr>Internet History</vt:lpstr>
      <vt:lpstr>Internet History</vt:lpstr>
      <vt:lpstr>PowerPoint 演示文稿</vt:lpstr>
      <vt:lpstr>Internet History</vt:lpstr>
      <vt:lpstr>中国互联网简史</vt:lpstr>
      <vt:lpstr>中国互联网简史</vt:lpstr>
      <vt:lpstr>中国第一封电子邮件</vt:lpstr>
      <vt:lpstr>Introduction: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4th Edition: Chapter 1</dc:title>
  <dc:creator>Jim Kurose and Keith Ross</dc:creator>
  <cp:lastModifiedBy>姜竹青</cp:lastModifiedBy>
  <cp:revision>218</cp:revision>
  <dcterms:created xsi:type="dcterms:W3CDTF">1999-10-08T19:08:00Z</dcterms:created>
  <dcterms:modified xsi:type="dcterms:W3CDTF">2025-02-23T02:41:19Z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8D4448B2F82E44AEB8FCCB857E334BD3</vt:lpwstr>
  </property>
  <property fmtid="{D5CDD505-2E9C-101B-9397-08002B2CF9AE}" pid="3" name="KSOProductBuildVer">
    <vt:lpwstr>2052-11.1.0.12763</vt:lpwstr>
  </property>
</Properties>
</file>