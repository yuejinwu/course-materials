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06"/>
  </p:handoutMasterIdLst>
  <p:sldIdLst>
    <p:sldId id="464" r:id="rId3"/>
    <p:sldId id="380" r:id="rId5"/>
    <p:sldId id="330" r:id="rId6"/>
    <p:sldId id="335" r:id="rId7"/>
    <p:sldId id="332" r:id="rId8"/>
    <p:sldId id="258" r:id="rId9"/>
    <p:sldId id="259" r:id="rId10"/>
    <p:sldId id="336" r:id="rId11"/>
    <p:sldId id="468" r:id="rId12"/>
    <p:sldId id="430" r:id="rId13"/>
    <p:sldId id="431" r:id="rId14"/>
    <p:sldId id="432" r:id="rId15"/>
    <p:sldId id="433" r:id="rId16"/>
    <p:sldId id="434" r:id="rId17"/>
    <p:sldId id="435" r:id="rId18"/>
    <p:sldId id="429" r:id="rId19"/>
    <p:sldId id="266" r:id="rId20"/>
    <p:sldId id="304" r:id="rId21"/>
    <p:sldId id="339" r:id="rId22"/>
    <p:sldId id="267" r:id="rId23"/>
    <p:sldId id="449" r:id="rId24"/>
    <p:sldId id="450" r:id="rId25"/>
    <p:sldId id="273" r:id="rId26"/>
    <p:sldId id="340" r:id="rId27"/>
    <p:sldId id="341" r:id="rId28"/>
    <p:sldId id="275" r:id="rId29"/>
    <p:sldId id="447" r:id="rId30"/>
    <p:sldId id="448" r:id="rId31"/>
    <p:sldId id="277" r:id="rId32"/>
    <p:sldId id="278" r:id="rId33"/>
    <p:sldId id="279" r:id="rId34"/>
    <p:sldId id="280" r:id="rId35"/>
    <p:sldId id="281" r:id="rId36"/>
    <p:sldId id="282" r:id="rId37"/>
    <p:sldId id="469" r:id="rId38"/>
    <p:sldId id="309" r:id="rId39"/>
    <p:sldId id="436" r:id="rId40"/>
    <p:sldId id="343" r:id="rId41"/>
    <p:sldId id="442" r:id="rId42"/>
    <p:sldId id="345" r:id="rId43"/>
    <p:sldId id="347" r:id="rId44"/>
    <p:sldId id="348" r:id="rId45"/>
    <p:sldId id="349" r:id="rId46"/>
    <p:sldId id="350" r:id="rId47"/>
    <p:sldId id="437" r:id="rId48"/>
    <p:sldId id="351" r:id="rId49"/>
    <p:sldId id="378" r:id="rId50"/>
    <p:sldId id="352" r:id="rId51"/>
    <p:sldId id="353" r:id="rId52"/>
    <p:sldId id="354" r:id="rId53"/>
    <p:sldId id="356" r:id="rId54"/>
    <p:sldId id="357" r:id="rId55"/>
    <p:sldId id="358" r:id="rId56"/>
    <p:sldId id="360" r:id="rId57"/>
    <p:sldId id="361" r:id="rId58"/>
    <p:sldId id="438" r:id="rId59"/>
    <p:sldId id="470" r:id="rId60"/>
    <p:sldId id="365" r:id="rId61"/>
    <p:sldId id="471" r:id="rId62"/>
    <p:sldId id="473" r:id="rId63"/>
    <p:sldId id="368" r:id="rId64"/>
    <p:sldId id="369" r:id="rId65"/>
    <p:sldId id="474" r:id="rId66"/>
    <p:sldId id="472" r:id="rId67"/>
    <p:sldId id="445" r:id="rId68"/>
    <p:sldId id="452" r:id="rId69"/>
    <p:sldId id="372" r:id="rId70"/>
    <p:sldId id="476" r:id="rId71"/>
    <p:sldId id="477" r:id="rId72"/>
    <p:sldId id="478" r:id="rId73"/>
    <p:sldId id="479" r:id="rId74"/>
    <p:sldId id="480" r:id="rId75"/>
    <p:sldId id="439" r:id="rId76"/>
    <p:sldId id="402" r:id="rId77"/>
    <p:sldId id="403" r:id="rId78"/>
    <p:sldId id="404" r:id="rId79"/>
    <p:sldId id="405" r:id="rId80"/>
    <p:sldId id="406" r:id="rId81"/>
    <p:sldId id="407" r:id="rId82"/>
    <p:sldId id="408" r:id="rId83"/>
    <p:sldId id="409" r:id="rId84"/>
    <p:sldId id="440" r:id="rId85"/>
    <p:sldId id="453" r:id="rId86"/>
    <p:sldId id="454" r:id="rId87"/>
    <p:sldId id="455" r:id="rId88"/>
    <p:sldId id="456" r:id="rId89"/>
    <p:sldId id="457" r:id="rId90"/>
    <p:sldId id="411" r:id="rId91"/>
    <p:sldId id="458" r:id="rId92"/>
    <p:sldId id="459" r:id="rId93"/>
    <p:sldId id="428" r:id="rId94"/>
    <p:sldId id="481" r:id="rId95"/>
    <p:sldId id="482" r:id="rId96"/>
    <p:sldId id="483" r:id="rId97"/>
    <p:sldId id="485" r:id="rId98"/>
    <p:sldId id="486" r:id="rId99"/>
    <p:sldId id="487" r:id="rId100"/>
    <p:sldId id="488" r:id="rId101"/>
    <p:sldId id="489" r:id="rId102"/>
    <p:sldId id="490" r:id="rId103"/>
    <p:sldId id="463" r:id="rId104"/>
    <p:sldId id="475" r:id="rId105"/>
  </p:sldIdLst>
  <p:sldSz cx="9144000" cy="6858000" type="screen4x3"/>
  <p:notesSz cx="7315200" cy="9601200"/>
  <p:custDataLst>
    <p:tags r:id="rId110"/>
  </p:custDataLst>
  <p:defaultTextStyle>
    <a:defPPr>
      <a:defRPr lang="en-US"/>
    </a:defPPr>
    <a:lvl1pPr marL="0" lvl="0"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vl6pPr marL="2286000" lvl="5"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6pPr>
    <a:lvl7pPr marL="2743200" lvl="6"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7pPr>
    <a:lvl8pPr marL="3200400" lvl="7"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8pPr>
    <a:lvl9pPr marL="3657600" lvl="8"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DDDDDD"/>
    <a:srgbClr val="FFCCFF"/>
    <a:srgbClr val="FF99CC"/>
    <a:srgbClr val="CCFFFF"/>
    <a:srgbClr val="FF0000"/>
    <a:srgbClr val="00FFFF"/>
    <a:srgbClr val="FF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4996"/>
    <p:restoredTop sz="94683"/>
  </p:normalViewPr>
  <p:slideViewPr>
    <p:cSldViewPr snapToGrid="0" showGuides="1">
      <p:cViewPr varScale="1">
        <p:scale>
          <a:sx n="66" d="100"/>
          <a:sy n="66" d="100"/>
        </p:scale>
        <p:origin x="1317" y="5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4032"/>
    </p:cViewPr>
  </p:sorterViewPr>
  <p:gridSpacing cx="76199" cy="76199"/>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0" Type="http://schemas.openxmlformats.org/officeDocument/2006/relationships/tags" Target="tags/tag1.xml"/><Relationship Id="rId11" Type="http://schemas.openxmlformats.org/officeDocument/2006/relationships/slide" Target="slides/slide8.xml"/><Relationship Id="rId109" Type="http://schemas.openxmlformats.org/officeDocument/2006/relationships/tableStyles" Target="tableStyles.xml"/><Relationship Id="rId108" Type="http://schemas.openxmlformats.org/officeDocument/2006/relationships/viewProps" Target="viewProps.xml"/><Relationship Id="rId107" Type="http://schemas.openxmlformats.org/officeDocument/2006/relationships/presProps" Target="presProps.xml"/><Relationship Id="rId106" Type="http://schemas.openxmlformats.org/officeDocument/2006/relationships/handoutMaster" Target="handoutMasters/handoutMaster1.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4.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4.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55650" name="Rectangle 2"/>
          <p:cNvSpPr>
            <a:spLocks noGrp="1" noChangeArrowheads="1"/>
          </p:cNvSpPr>
          <p:nvPr>
            <p:ph type="hdr" sz="quarter"/>
          </p:nvPr>
        </p:nvSpPr>
        <p:spPr bwMode="auto">
          <a:xfrm>
            <a:off x="0" y="0"/>
            <a:ext cx="3163888" cy="471488"/>
          </a:xfrm>
          <a:prstGeom prst="rect">
            <a:avLst/>
          </a:prstGeom>
          <a:noFill/>
          <a:ln>
            <a:noFill/>
          </a:ln>
          <a:effectLst/>
        </p:spPr>
        <p:txBody>
          <a:bodyPr vert="horz" wrap="none" lIns="94631" tIns="47316" rIns="94631" bIns="47316" numCol="1" anchor="t" anchorCtr="0" compatLnSpc="1"/>
          <a:lstStyle>
            <a:lvl1pPr defTabSz="946150">
              <a:defRPr sz="1200" i="0">
                <a:ea typeface="宋体" panose="02010600030101010101" pitchFamily="2" charset="-122"/>
              </a:defRPr>
            </a:lvl1pPr>
          </a:lstStyle>
          <a:p>
            <a:pPr marL="0" marR="0" lvl="0" indent="0" algn="l" defTabSz="94615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55651" name="Rectangle 3"/>
          <p:cNvSpPr>
            <a:spLocks noGrp="1" noChangeArrowheads="1"/>
          </p:cNvSpPr>
          <p:nvPr>
            <p:ph type="dt" sz="quarter" idx="1"/>
          </p:nvPr>
        </p:nvSpPr>
        <p:spPr bwMode="auto">
          <a:xfrm>
            <a:off x="4111625" y="0"/>
            <a:ext cx="3163888" cy="471488"/>
          </a:xfrm>
          <a:prstGeom prst="rect">
            <a:avLst/>
          </a:prstGeom>
          <a:noFill/>
          <a:ln>
            <a:noFill/>
          </a:ln>
          <a:effectLst/>
        </p:spPr>
        <p:txBody>
          <a:bodyPr vert="horz" wrap="none" lIns="94631" tIns="47316" rIns="94631" bIns="47316" numCol="1" anchor="t" anchorCtr="0" compatLnSpc="1"/>
          <a:lstStyle>
            <a:lvl1pPr algn="r" defTabSz="946150">
              <a:defRPr sz="1200" i="0">
                <a:ea typeface="宋体" panose="02010600030101010101" pitchFamily="2" charset="-122"/>
              </a:defRPr>
            </a:lvl1pPr>
          </a:lstStyle>
          <a:p>
            <a:pPr marL="0" marR="0" lvl="0" indent="0" algn="r" defTabSz="94615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55652" name="Rectangle 4"/>
          <p:cNvSpPr>
            <a:spLocks noGrp="1" noChangeArrowheads="1"/>
          </p:cNvSpPr>
          <p:nvPr>
            <p:ph type="ftr" sz="quarter" idx="2"/>
          </p:nvPr>
        </p:nvSpPr>
        <p:spPr bwMode="auto">
          <a:xfrm>
            <a:off x="0" y="9129713"/>
            <a:ext cx="3163888" cy="471488"/>
          </a:xfrm>
          <a:prstGeom prst="rect">
            <a:avLst/>
          </a:prstGeom>
          <a:noFill/>
          <a:ln>
            <a:noFill/>
          </a:ln>
          <a:effectLst/>
        </p:spPr>
        <p:txBody>
          <a:bodyPr vert="horz" wrap="none" lIns="94631" tIns="47316" rIns="94631" bIns="47316" numCol="1" anchor="b" anchorCtr="0" compatLnSpc="1"/>
          <a:lstStyle>
            <a:lvl1pPr defTabSz="946150">
              <a:defRPr sz="1200" i="0">
                <a:ea typeface="宋体" panose="02010600030101010101" pitchFamily="2" charset="-122"/>
              </a:defRPr>
            </a:lvl1pPr>
          </a:lstStyle>
          <a:p>
            <a:pPr marL="0" marR="0" lvl="0" indent="0" algn="l" defTabSz="94615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55653" name="Rectangle 5"/>
          <p:cNvSpPr>
            <a:spLocks noGrp="1" noChangeArrowheads="1"/>
          </p:cNvSpPr>
          <p:nvPr>
            <p:ph type="sldNum" sz="quarter" idx="3"/>
          </p:nvPr>
        </p:nvSpPr>
        <p:spPr bwMode="auto">
          <a:xfrm>
            <a:off x="4111625" y="9129713"/>
            <a:ext cx="3163888" cy="471488"/>
          </a:xfrm>
          <a:prstGeom prst="rect">
            <a:avLst/>
          </a:prstGeom>
          <a:noFill/>
          <a:ln>
            <a:noFill/>
          </a:ln>
          <a:effectLst/>
        </p:spPr>
        <p:txBody>
          <a:bodyPr vert="horz" wrap="none" lIns="94631" tIns="47316" rIns="94631" bIns="47316" numCol="1" anchor="b" anchorCtr="0" compatLnSpc="1"/>
          <a:p>
            <a:pPr lvl="0" algn="r" defTabSz="946150" fontAlgn="base">
              <a:buNone/>
            </a:pPr>
            <a:fld id="{9A0DB2DC-4C9A-4742-B13C-FB6460FD3503}" type="slidenum">
              <a:rPr lang="en-US" altLang="zh-CN" sz="1200" i="0" strike="noStrike" noProof="1" dirty="0">
                <a:latin typeface="Comic Sans MS" panose="030F0702030302020204" pitchFamily="66" charset="0"/>
                <a:ea typeface="宋体" panose="02010600030101010101" pitchFamily="2" charset="-122"/>
                <a:cs typeface="+mn-cs"/>
              </a:rPr>
            </a:fld>
            <a:endParaRPr lang="en-US" altLang="zh-CN" sz="1200" i="0" strike="noStrike" noProof="1" dirty="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3170238" cy="481013"/>
          </a:xfrm>
          <a:prstGeom prst="rect">
            <a:avLst/>
          </a:prstGeom>
          <a:noFill/>
          <a:ln>
            <a:noFill/>
          </a:ln>
          <a:effectLst/>
        </p:spPr>
        <p:txBody>
          <a:bodyPr vert="horz" wrap="square" lIns="96657" tIns="48328" rIns="96657" bIns="48328" numCol="1" anchor="t" anchorCtr="0" compatLnSpc="1"/>
          <a:lstStyle>
            <a:lvl1pPr defTabSz="967105">
              <a:defRPr sz="1200" i="0">
                <a:latin typeface="Times New Roman" panose="02020603050405020304" pitchFamily="18" charset="0"/>
                <a:ea typeface="宋体" panose="02010600030101010101" pitchFamily="2" charset="-122"/>
              </a:defRPr>
            </a:lvl1pPr>
          </a:lstStyle>
          <a:p>
            <a:pPr marL="0" marR="0" lvl="0" indent="0" algn="l" defTabSz="9671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4144963" y="0"/>
            <a:ext cx="3170238" cy="481013"/>
          </a:xfrm>
          <a:prstGeom prst="rect">
            <a:avLst/>
          </a:prstGeom>
          <a:noFill/>
          <a:ln>
            <a:noFill/>
          </a:ln>
          <a:effectLst/>
        </p:spPr>
        <p:txBody>
          <a:bodyPr vert="horz" wrap="square" lIns="96657" tIns="48328" rIns="96657" bIns="48328" numCol="1" anchor="t" anchorCtr="0" compatLnSpc="1"/>
          <a:lstStyle>
            <a:lvl1pPr algn="r" defTabSz="967105">
              <a:defRPr sz="1200" i="0">
                <a:latin typeface="Times New Roman" panose="02020603050405020304" pitchFamily="18" charset="0"/>
                <a:ea typeface="宋体" panose="02010600030101010101" pitchFamily="2" charset="-122"/>
              </a:defRPr>
            </a:lvl1pPr>
          </a:lstStyle>
          <a:p>
            <a:pPr marL="0" marR="0" lvl="0" indent="0" algn="r" defTabSz="9671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Rot="1" noChangeAspect="1" noTextEdit="1"/>
          </p:cNvSpPr>
          <p:nvPr>
            <p:ph type="sldImg"/>
          </p:nvPr>
        </p:nvSpPr>
        <p:spPr>
          <a:xfrm>
            <a:off x="1257300" y="719138"/>
            <a:ext cx="4800600" cy="3600450"/>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3"/>
          </p:nvPr>
        </p:nvSpPr>
        <p:spPr bwMode="auto">
          <a:xfrm>
            <a:off x="974725" y="4560888"/>
            <a:ext cx="5365750" cy="4321175"/>
          </a:xfrm>
          <a:prstGeom prst="rect">
            <a:avLst/>
          </a:prstGeom>
          <a:noFill/>
          <a:ln>
            <a:noFill/>
          </a:ln>
          <a:effectLst/>
        </p:spPr>
        <p:txBody>
          <a:bodyPr vert="horz" wrap="square" lIns="96657" tIns="48328" rIns="96657" bIns="48328"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Second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Third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Fourth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Fifth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078" name="Rectangle 6"/>
          <p:cNvSpPr>
            <a:spLocks noGrp="1" noChangeArrowheads="1"/>
          </p:cNvSpPr>
          <p:nvPr>
            <p:ph type="ftr" sz="quarter" idx="4"/>
          </p:nvPr>
        </p:nvSpPr>
        <p:spPr bwMode="auto">
          <a:xfrm>
            <a:off x="0" y="9120188"/>
            <a:ext cx="3170238" cy="481013"/>
          </a:xfrm>
          <a:prstGeom prst="rect">
            <a:avLst/>
          </a:prstGeom>
          <a:noFill/>
          <a:ln>
            <a:noFill/>
          </a:ln>
          <a:effectLst/>
        </p:spPr>
        <p:txBody>
          <a:bodyPr vert="horz" wrap="square" lIns="96657" tIns="48328" rIns="96657" bIns="48328" numCol="1" anchor="b" anchorCtr="0" compatLnSpc="1"/>
          <a:lstStyle>
            <a:lvl1pPr defTabSz="967105">
              <a:defRPr sz="1200" i="0">
                <a:latin typeface="Times New Roman" panose="02020603050405020304" pitchFamily="18" charset="0"/>
                <a:ea typeface="宋体" panose="02010600030101010101" pitchFamily="2" charset="-122"/>
              </a:defRPr>
            </a:lvl1pPr>
          </a:lstStyle>
          <a:p>
            <a:pPr marL="0" marR="0" lvl="0" indent="0" algn="l" defTabSz="9671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4144963" y="9120188"/>
            <a:ext cx="3170238" cy="481013"/>
          </a:xfrm>
          <a:prstGeom prst="rect">
            <a:avLst/>
          </a:prstGeom>
          <a:noFill/>
          <a:ln>
            <a:noFill/>
          </a:ln>
          <a:effectLst/>
        </p:spPr>
        <p:txBody>
          <a:bodyPr vert="horz" wrap="square" lIns="96657" tIns="48328" rIns="96657" bIns="48328" numCol="1" anchor="b" anchorCtr="0" compatLnSpc="1"/>
          <a:p>
            <a:pPr lvl="0" algn="r" defTabSz="967105" fontAlgn="base">
              <a:buNone/>
            </a:pPr>
            <a:fld id="{9A0DB2DC-4C9A-4742-B13C-FB6460FD3503}" type="slidenum">
              <a:rPr lang="en-US" altLang="zh-CN" sz="1200" i="0" strike="noStrike" noProof="1" dirty="0">
                <a:latin typeface="Times New Roman" panose="02020603050405020304" pitchFamily="18" charset="0"/>
                <a:ea typeface="宋体" panose="02010600030101010101" pitchFamily="2" charset="-122"/>
                <a:cs typeface="+mn-cs"/>
              </a:rPr>
            </a:fld>
            <a:endParaRPr lang="en-US" altLang="zh-CN" sz="1200" i="0" strike="noStrike" noProof="1"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5122" name="Rectangle 2"/>
          <p:cNvSpPr>
            <a:spLocks noGrp="1" noRot="1" noChangeAspect="1" noTextEdit="1"/>
          </p:cNvSpPr>
          <p:nvPr>
            <p:ph type="sldImg"/>
          </p:nvPr>
        </p:nvSpPr>
        <p:spPr>
          <a:ln/>
        </p:spPr>
      </p:sp>
      <p:sp>
        <p:nvSpPr>
          <p:cNvPr id="512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7170" name="Rectangle 2"/>
          <p:cNvSpPr>
            <a:spLocks noGrp="1" noRot="1" noChangeAspect="1" noTextEdit="1"/>
          </p:cNvSpPr>
          <p:nvPr>
            <p:ph type="sldImg"/>
          </p:nvPr>
        </p:nvSpPr>
        <p:spPr>
          <a:ln/>
        </p:spPr>
      </p:sp>
      <p:sp>
        <p:nvSpPr>
          <p:cNvPr id="717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9218" name="Rectangle 2"/>
          <p:cNvSpPr>
            <a:spLocks noGrp="1" noRot="1" noChangeAspect="1" noTextEdit="1"/>
          </p:cNvSpPr>
          <p:nvPr>
            <p:ph type="sldImg"/>
          </p:nvPr>
        </p:nvSpPr>
        <p:spPr>
          <a:ln/>
        </p:spPr>
      </p:sp>
      <p:sp>
        <p:nvSpPr>
          <p:cNvPr id="921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1266" name="Rectangle 2"/>
          <p:cNvSpPr>
            <a:spLocks noGrp="1" noRot="1" noChangeAspect="1" noTextEdit="1"/>
          </p:cNvSpPr>
          <p:nvPr>
            <p:ph type="sldImg"/>
          </p:nvPr>
        </p:nvSpPr>
        <p:spPr>
          <a:ln/>
        </p:spPr>
      </p:sp>
      <p:sp>
        <p:nvSpPr>
          <p:cNvPr id="1126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3314" name="Rectangle 2"/>
          <p:cNvSpPr>
            <a:spLocks noGrp="1" noRot="1" noChangeAspect="1" noTextEdit="1"/>
          </p:cNvSpPr>
          <p:nvPr>
            <p:ph type="sldImg"/>
          </p:nvPr>
        </p:nvSpPr>
        <p:spPr>
          <a:ln/>
        </p:spPr>
      </p:sp>
      <p:sp>
        <p:nvSpPr>
          <p:cNvPr id="13315" name="Rectangle 3"/>
          <p:cNvSpPr>
            <a:spLocks noGrp="1"/>
          </p:cNvSpPr>
          <p:nvPr>
            <p:ph type="body"/>
          </p:nvPr>
        </p:nvSpPr>
        <p:spPr>
          <a:ln/>
        </p:spPr>
        <p:txBody>
          <a:bodyPr wrap="square" lIns="96657" tIns="48328" rIns="96657" bIns="48328" anchor="t" anchorCtr="0"/>
          <a:p>
            <a:pPr lvl="0"/>
            <a:r>
              <a:rPr lang="en-US" altLang="zh-CN" dirty="0">
                <a:ea typeface="等线" panose="02010600030101010101" pitchFamily="2" charset="-122"/>
              </a:rPr>
              <a:t>limo</a:t>
            </a:r>
            <a:r>
              <a:rPr lang="zh-CN" altLang="en-US" dirty="0">
                <a:ea typeface="等线" panose="02010600030101010101" pitchFamily="2" charset="-122"/>
              </a:rPr>
              <a:t>豪华轿车</a:t>
            </a:r>
            <a:endParaRPr lang="zh-CN" altLang="en-US" dirty="0">
              <a:ea typeface="等线" panose="02010600030101010101" pitchFamily="2" charset="-122"/>
            </a:endParaRPr>
          </a:p>
          <a:p>
            <a:pPr lvl="0"/>
            <a:r>
              <a:rPr lang="en-US" altLang="zh-CN" dirty="0">
                <a:ea typeface="等线" panose="02010600030101010101" pitchFamily="2" charset="-122"/>
              </a:rPr>
              <a:t>travel agent </a:t>
            </a:r>
            <a:r>
              <a:rPr lang="zh-CN" altLang="en-US" dirty="0">
                <a:ea typeface="等线" panose="02010600030101010101" pitchFamily="2" charset="-122"/>
              </a:rPr>
              <a:t>旅行社</a:t>
            </a:r>
            <a:endParaRPr lang="zh-CN" altLang="en-US" dirty="0">
              <a:ea typeface="等线"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5362" name="Rectangle 2"/>
          <p:cNvSpPr>
            <a:spLocks noGrp="1" noRot="1" noChangeAspect="1" noTextEdit="1"/>
          </p:cNvSpPr>
          <p:nvPr>
            <p:ph type="sldImg"/>
          </p:nvPr>
        </p:nvSpPr>
        <p:spPr>
          <a:ln/>
        </p:spPr>
      </p:sp>
      <p:sp>
        <p:nvSpPr>
          <p:cNvPr id="15363" name="Rectangle 3"/>
          <p:cNvSpPr>
            <a:spLocks noGrp="1"/>
          </p:cNvSpPr>
          <p:nvPr>
            <p:ph type="body"/>
          </p:nvPr>
        </p:nvSpPr>
        <p:spPr>
          <a:ln/>
        </p:spPr>
        <p:txBody>
          <a:bodyPr wrap="square" lIns="96657" tIns="48328" rIns="96657" bIns="48328" anchor="t" anchorCtr="0"/>
          <a:p>
            <a:pPr lvl="0"/>
            <a:r>
              <a:rPr lang="zh-CN" altLang="zh-CN" dirty="0">
                <a:ea typeface="等线" panose="02010600030101010101" pitchFamily="2" charset="-122"/>
              </a:rPr>
              <a:t>可选功能</a:t>
            </a:r>
            <a:endParaRPr lang="zh-CN" altLang="zh-CN" dirty="0">
              <a:ea typeface="等线" panose="02010600030101010101" pitchFamily="2" charset="-122"/>
            </a:endParaRPr>
          </a:p>
          <a:p>
            <a:pPr lvl="0"/>
            <a:r>
              <a:rPr lang="zh-CN" altLang="zh-CN" dirty="0">
                <a:ea typeface="等线" panose="02010600030101010101" pitchFamily="2" charset="-122"/>
              </a:rPr>
              <a:t>单比特错误就没有必要再动用</a:t>
            </a:r>
            <a:r>
              <a:rPr lang="en-US" altLang="zh-CN" dirty="0">
                <a:ea typeface="等线" panose="02010600030101010101" pitchFamily="2" charset="-122"/>
              </a:rPr>
              <a:t>TCP</a:t>
            </a:r>
            <a:r>
              <a:rPr lang="zh-CN" altLang="en-US" dirty="0">
                <a:ea typeface="等线" panose="02010600030101010101" pitchFamily="2" charset="-122"/>
              </a:rPr>
              <a:t>去校正</a:t>
            </a:r>
            <a:endParaRPr lang="zh-CN" altLang="en-US" dirty="0">
              <a:ea typeface="等线"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7410" name="Rectangle 2"/>
          <p:cNvSpPr>
            <a:spLocks noGrp="1" noRot="1" noChangeAspect="1" noTextEdit="1"/>
          </p:cNvSpPr>
          <p:nvPr>
            <p:ph type="sldImg"/>
          </p:nvPr>
        </p:nvSpPr>
        <p:spPr>
          <a:ln/>
        </p:spPr>
      </p:sp>
      <p:sp>
        <p:nvSpPr>
          <p:cNvPr id="1741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9458" name="Rectangle 2"/>
          <p:cNvSpPr>
            <a:spLocks noGrp="1" noRot="1" noChangeAspect="1" noTextEdit="1"/>
          </p:cNvSpPr>
          <p:nvPr>
            <p:ph type="sldImg"/>
          </p:nvPr>
        </p:nvSpPr>
        <p:spPr>
          <a:ln/>
        </p:spPr>
      </p:sp>
      <p:sp>
        <p:nvSpPr>
          <p:cNvPr id="1945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21506" name="Rectangle 2"/>
          <p:cNvSpPr>
            <a:spLocks noGrp="1" noRot="1" noChangeAspect="1" noTextEdit="1"/>
          </p:cNvSpPr>
          <p:nvPr>
            <p:ph type="sldImg"/>
          </p:nvPr>
        </p:nvSpPr>
        <p:spPr>
          <a:ln/>
        </p:spPr>
      </p:sp>
      <p:sp>
        <p:nvSpPr>
          <p:cNvPr id="2150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23554" name="Rectangle 2"/>
          <p:cNvSpPr>
            <a:spLocks noGrp="1" noRot="1" noChangeAspect="1" noTextEdit="1"/>
          </p:cNvSpPr>
          <p:nvPr>
            <p:ph type="sldImg"/>
          </p:nvPr>
        </p:nvSpPr>
        <p:spPr>
          <a:ln/>
        </p:spPr>
      </p:sp>
      <p:sp>
        <p:nvSpPr>
          <p:cNvPr id="2355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25602" name="Rectangle 2"/>
          <p:cNvSpPr>
            <a:spLocks noGrp="1" noRot="1" noChangeAspect="1" noTextEdit="1"/>
          </p:cNvSpPr>
          <p:nvPr>
            <p:ph type="sldImg"/>
          </p:nvPr>
        </p:nvSpPr>
        <p:spPr>
          <a:ln/>
        </p:spPr>
      </p:sp>
      <p:sp>
        <p:nvSpPr>
          <p:cNvPr id="2560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27650" name="Rectangle 2"/>
          <p:cNvSpPr>
            <a:spLocks noGrp="1" noRot="1" noChangeAspect="1" noTextEdit="1"/>
          </p:cNvSpPr>
          <p:nvPr>
            <p:ph type="sldImg"/>
          </p:nvPr>
        </p:nvSpPr>
        <p:spPr>
          <a:ln/>
        </p:spPr>
      </p:sp>
      <p:sp>
        <p:nvSpPr>
          <p:cNvPr id="27651" name="Rectangle 3"/>
          <p:cNvSpPr>
            <a:spLocks noGrp="1"/>
          </p:cNvSpPr>
          <p:nvPr>
            <p:ph type="body"/>
          </p:nvPr>
        </p:nvSpPr>
        <p:spPr>
          <a:ln/>
        </p:spPr>
        <p:txBody>
          <a:bodyPr wrap="square" lIns="96657" tIns="48328" rIns="96657" bIns="48328" anchor="t" anchorCtr="0"/>
          <a:p>
            <a:pPr lvl="0"/>
            <a:r>
              <a:rPr lang="zh-CN" altLang="zh-CN" dirty="0">
                <a:ea typeface="等线" panose="02010600030101010101" pitchFamily="2" charset="-122"/>
              </a:rPr>
              <a:t>伴随比特（数独）</a:t>
            </a:r>
            <a:endParaRPr lang="zh-CN" altLang="zh-CN" dirty="0">
              <a:ea typeface="等线"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29698" name="Rectangle 2"/>
          <p:cNvSpPr>
            <a:spLocks noGrp="1" noRot="1" noChangeAspect="1" noTextEdit="1"/>
          </p:cNvSpPr>
          <p:nvPr>
            <p:ph type="sldImg"/>
          </p:nvPr>
        </p:nvSpPr>
        <p:spPr>
          <a:ln/>
        </p:spPr>
      </p:sp>
      <p:sp>
        <p:nvSpPr>
          <p:cNvPr id="2969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31746" name="Rectangle 2"/>
          <p:cNvSpPr>
            <a:spLocks noGrp="1" noRot="1" noChangeAspect="1" noTextEdit="1"/>
          </p:cNvSpPr>
          <p:nvPr>
            <p:ph type="sldImg"/>
          </p:nvPr>
        </p:nvSpPr>
        <p:spPr>
          <a:ln/>
        </p:spPr>
      </p:sp>
      <p:sp>
        <p:nvSpPr>
          <p:cNvPr id="3174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33794" name="Rectangle 2"/>
          <p:cNvSpPr>
            <a:spLocks noGrp="1" noRot="1" noChangeAspect="1" noTextEdit="1"/>
          </p:cNvSpPr>
          <p:nvPr>
            <p:ph type="sldImg"/>
          </p:nvPr>
        </p:nvSpPr>
        <p:spPr>
          <a:ln/>
        </p:spPr>
      </p:sp>
      <p:sp>
        <p:nvSpPr>
          <p:cNvPr id="3379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35842" name="Rectangle 2"/>
          <p:cNvSpPr>
            <a:spLocks noGrp="1" noRot="1" noChangeAspect="1" noTextEdit="1"/>
          </p:cNvSpPr>
          <p:nvPr>
            <p:ph type="sldImg"/>
          </p:nvPr>
        </p:nvSpPr>
        <p:spPr>
          <a:ln/>
        </p:spPr>
      </p:sp>
      <p:sp>
        <p:nvSpPr>
          <p:cNvPr id="3584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37890" name="Rectangle 2"/>
          <p:cNvSpPr>
            <a:spLocks noGrp="1" noRot="1" noChangeAspect="1" noTextEdit="1"/>
          </p:cNvSpPr>
          <p:nvPr>
            <p:ph type="sldImg"/>
          </p:nvPr>
        </p:nvSpPr>
        <p:spPr>
          <a:ln/>
        </p:spPr>
      </p:sp>
      <p:sp>
        <p:nvSpPr>
          <p:cNvPr id="37891" name="Rectangle 3"/>
          <p:cNvSpPr>
            <a:spLocks noGrp="1"/>
          </p:cNvSpPr>
          <p:nvPr>
            <p:ph type="body"/>
          </p:nvPr>
        </p:nvSpPr>
        <p:spPr>
          <a:ln/>
        </p:spPr>
        <p:txBody>
          <a:bodyPr wrap="square" lIns="96657" tIns="48328" rIns="96657" bIns="48328" anchor="t" anchorCtr="0"/>
          <a:p>
            <a:pPr lvl="0"/>
            <a:r>
              <a:rPr lang="zh-CN" altLang="zh-CN" dirty="0">
                <a:ea typeface="等线" panose="02010600030101010101" pitchFamily="2" charset="-122"/>
              </a:rPr>
              <a:t>共享传输介质，比如总线电路，频率，空气</a:t>
            </a:r>
            <a:endParaRPr lang="zh-CN" altLang="zh-CN" dirty="0">
              <a:ea typeface="等线"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39938" name="Rectangle 2"/>
          <p:cNvSpPr>
            <a:spLocks noGrp="1" noRot="1" noChangeAspect="1" noTextEdit="1"/>
          </p:cNvSpPr>
          <p:nvPr>
            <p:ph type="sldImg"/>
          </p:nvPr>
        </p:nvSpPr>
        <p:spPr>
          <a:ln/>
        </p:spPr>
      </p:sp>
      <p:sp>
        <p:nvSpPr>
          <p:cNvPr id="39939" name="Rectangle 3"/>
          <p:cNvSpPr>
            <a:spLocks noGrp="1"/>
          </p:cNvSpPr>
          <p:nvPr>
            <p:ph type="body"/>
          </p:nvPr>
        </p:nvSpPr>
        <p:spPr>
          <a:ln/>
        </p:spPr>
        <p:txBody>
          <a:bodyPr wrap="square" lIns="96657" tIns="48328" rIns="96657" bIns="48328" anchor="t" anchorCtr="0"/>
          <a:p>
            <a:pPr lvl="0"/>
            <a:r>
              <a:rPr lang="zh-CN" altLang="zh-CN" dirty="0">
                <a:ea typeface="等线" panose="02010600030101010101" pitchFamily="2" charset="-122"/>
              </a:rPr>
              <a:t>没有特殊的信道留给节点间协调</a:t>
            </a:r>
            <a:endParaRPr lang="zh-CN" altLang="zh-CN" dirty="0">
              <a:ea typeface="等线"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41986" name="Rectangle 2"/>
          <p:cNvSpPr>
            <a:spLocks noGrp="1" noRot="1" noChangeAspect="1" noTextEdit="1"/>
          </p:cNvSpPr>
          <p:nvPr>
            <p:ph type="sldImg"/>
          </p:nvPr>
        </p:nvSpPr>
        <p:spPr>
          <a:ln/>
        </p:spPr>
      </p:sp>
      <p:sp>
        <p:nvSpPr>
          <p:cNvPr id="41987" name="Rectangle 3"/>
          <p:cNvSpPr>
            <a:spLocks noGrp="1"/>
          </p:cNvSpPr>
          <p:nvPr>
            <p:ph type="body"/>
          </p:nvPr>
        </p:nvSpPr>
        <p:spPr>
          <a:ln/>
        </p:spPr>
        <p:txBody>
          <a:bodyPr wrap="square" lIns="96657" tIns="48328" rIns="96657" bIns="48328" anchor="t" anchorCtr="0"/>
          <a:p>
            <a:pPr lvl="0"/>
            <a:r>
              <a:rPr lang="zh-CN" altLang="zh-CN" dirty="0">
                <a:ea typeface="等线" panose="02010600030101010101" pitchFamily="2" charset="-122"/>
              </a:rPr>
              <a:t>理想情况</a:t>
            </a:r>
            <a:endParaRPr lang="zh-CN" altLang="zh-CN" dirty="0">
              <a:ea typeface="等线"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44034" name="Rectangle 2"/>
          <p:cNvSpPr>
            <a:spLocks noGrp="1" noRot="1" noChangeAspect="1" noTextEdit="1"/>
          </p:cNvSpPr>
          <p:nvPr>
            <p:ph type="sldImg"/>
          </p:nvPr>
        </p:nvSpPr>
        <p:spPr>
          <a:ln/>
        </p:spPr>
      </p:sp>
      <p:sp>
        <p:nvSpPr>
          <p:cNvPr id="4403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46082" name="Rectangle 2"/>
          <p:cNvSpPr>
            <a:spLocks noGrp="1" noRot="1" noChangeAspect="1" noTextEdit="1"/>
          </p:cNvSpPr>
          <p:nvPr>
            <p:ph type="sldImg"/>
          </p:nvPr>
        </p:nvSpPr>
        <p:spPr>
          <a:ln/>
        </p:spPr>
      </p:sp>
      <p:sp>
        <p:nvSpPr>
          <p:cNvPr id="4608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48130" name="Rectangle 2"/>
          <p:cNvSpPr>
            <a:spLocks noGrp="1" noRot="1" noChangeAspect="1" noTextEdit="1"/>
          </p:cNvSpPr>
          <p:nvPr>
            <p:ph type="sldImg"/>
          </p:nvPr>
        </p:nvSpPr>
        <p:spPr>
          <a:ln/>
        </p:spPr>
      </p:sp>
      <p:sp>
        <p:nvSpPr>
          <p:cNvPr id="4813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50178" name="Rectangle 2"/>
          <p:cNvSpPr>
            <a:spLocks noGrp="1" noRot="1" noChangeAspect="1" noTextEdit="1"/>
          </p:cNvSpPr>
          <p:nvPr>
            <p:ph type="sldImg"/>
          </p:nvPr>
        </p:nvSpPr>
        <p:spPr>
          <a:ln/>
        </p:spPr>
      </p:sp>
      <p:sp>
        <p:nvSpPr>
          <p:cNvPr id="5017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52226" name="Rectangle 2"/>
          <p:cNvSpPr>
            <a:spLocks noGrp="1" noRot="1" noChangeAspect="1" noTextEdit="1"/>
          </p:cNvSpPr>
          <p:nvPr>
            <p:ph type="sldImg"/>
          </p:nvPr>
        </p:nvSpPr>
        <p:spPr>
          <a:ln/>
        </p:spPr>
      </p:sp>
      <p:sp>
        <p:nvSpPr>
          <p:cNvPr id="5222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54274" name="Rectangle 2"/>
          <p:cNvSpPr>
            <a:spLocks noGrp="1" noRot="1" noChangeAspect="1" noTextEdit="1"/>
          </p:cNvSpPr>
          <p:nvPr>
            <p:ph type="sldImg"/>
          </p:nvPr>
        </p:nvSpPr>
        <p:spPr>
          <a:ln/>
        </p:spPr>
      </p:sp>
      <p:sp>
        <p:nvSpPr>
          <p:cNvPr id="5427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56322" name="Rectangle 2"/>
          <p:cNvSpPr>
            <a:spLocks noGrp="1" noRot="1" noChangeAspect="1" noTextEdit="1"/>
          </p:cNvSpPr>
          <p:nvPr>
            <p:ph type="sldImg"/>
          </p:nvPr>
        </p:nvSpPr>
        <p:spPr>
          <a:ln/>
        </p:spPr>
      </p:sp>
      <p:sp>
        <p:nvSpPr>
          <p:cNvPr id="56323" name="Rectangle 3"/>
          <p:cNvSpPr>
            <a:spLocks noGrp="1"/>
          </p:cNvSpPr>
          <p:nvPr>
            <p:ph type="body"/>
          </p:nvPr>
        </p:nvSpPr>
        <p:spPr>
          <a:ln/>
        </p:spPr>
        <p:txBody>
          <a:bodyPr wrap="square" lIns="96657" tIns="48328" rIns="96657" bIns="48328" anchor="t" anchorCtr="0"/>
          <a:p>
            <a:pPr lvl="0"/>
            <a:r>
              <a:rPr lang="zh-CN" altLang="zh-CN" dirty="0">
                <a:ea typeface="等线" panose="02010600030101010101" pitchFamily="2" charset="-122"/>
              </a:rPr>
              <a:t>指定某个时隙，求在该时隙成功的概率，意味着</a:t>
            </a:r>
            <a:r>
              <a:rPr lang="en-US" altLang="zh-CN" dirty="0">
                <a:ea typeface="等线" panose="02010600030101010101" pitchFamily="2" charset="-122"/>
              </a:rPr>
              <a:t>“</a:t>
            </a:r>
            <a:r>
              <a:rPr lang="zh-CN" altLang="en-US" dirty="0">
                <a:ea typeface="等线" panose="02010600030101010101" pitchFamily="2" charset="-122"/>
              </a:rPr>
              <a:t>之前的所有时隙都没有成功</a:t>
            </a:r>
            <a:r>
              <a:rPr lang="en-US" altLang="zh-CN" dirty="0">
                <a:ea typeface="等线" panose="02010600030101010101" pitchFamily="2" charset="-122"/>
              </a:rPr>
              <a:t>”*“</a:t>
            </a:r>
            <a:r>
              <a:rPr lang="zh-CN" altLang="en-US" dirty="0">
                <a:ea typeface="等线" panose="02010600030101010101" pitchFamily="2" charset="-122"/>
              </a:rPr>
              <a:t>这个时隙成功</a:t>
            </a:r>
            <a:r>
              <a:rPr lang="en-US" altLang="zh-CN" dirty="0">
                <a:ea typeface="等线" panose="02010600030101010101" pitchFamily="2" charset="-122"/>
              </a:rPr>
              <a:t>”</a:t>
            </a:r>
            <a:r>
              <a:rPr lang="zh-CN" altLang="en-US" dirty="0">
                <a:ea typeface="等线" panose="02010600030101010101" pitchFamily="2" charset="-122"/>
              </a:rPr>
              <a:t>，两个概率相乘</a:t>
            </a:r>
            <a:endParaRPr lang="zh-CN" altLang="en-US" dirty="0">
              <a:ea typeface="等线"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58370" name="Rectangle 2"/>
          <p:cNvSpPr>
            <a:spLocks noGrp="1" noRot="1" noChangeAspect="1" noTextEdit="1"/>
          </p:cNvSpPr>
          <p:nvPr>
            <p:ph type="sldImg"/>
          </p:nvPr>
        </p:nvSpPr>
        <p:spPr>
          <a:ln/>
        </p:spPr>
      </p:sp>
      <p:sp>
        <p:nvSpPr>
          <p:cNvPr id="58371" name="Rectangle 3"/>
          <p:cNvSpPr>
            <a:spLocks noGrp="1"/>
          </p:cNvSpPr>
          <p:nvPr>
            <p:ph type="body"/>
          </p:nvPr>
        </p:nvSpPr>
        <p:spPr>
          <a:ln/>
        </p:spPr>
        <p:txBody>
          <a:bodyPr wrap="square" lIns="96657" tIns="48328" rIns="96657" bIns="48328" anchor="t" anchorCtr="0"/>
          <a:p>
            <a:pPr lvl="0"/>
            <a:r>
              <a:rPr lang="en-US" altLang="zh-CN" dirty="0">
                <a:ea typeface="等线" panose="02010600030101010101" pitchFamily="2" charset="-122"/>
              </a:rPr>
              <a:t>1</a:t>
            </a:r>
            <a:r>
              <a:rPr lang="zh-CN" altLang="en-US" dirty="0">
                <a:ea typeface="等线" panose="02010600030101010101" pitchFamily="2" charset="-122"/>
              </a:rPr>
              <a:t>不是代指</a:t>
            </a:r>
            <a:r>
              <a:rPr lang="en-US" altLang="zh-CN" dirty="0">
                <a:ea typeface="等线" panose="02010600030101010101" pitchFamily="2" charset="-122"/>
              </a:rPr>
              <a:t>1s</a:t>
            </a:r>
            <a:r>
              <a:rPr lang="zh-CN" altLang="en-US" dirty="0">
                <a:ea typeface="等线" panose="02010600030101010101" pitchFamily="2" charset="-122"/>
              </a:rPr>
              <a:t>，而是</a:t>
            </a:r>
            <a:r>
              <a:rPr lang="en-US" altLang="zh-CN" dirty="0">
                <a:ea typeface="等线" panose="02010600030101010101" pitchFamily="2" charset="-122"/>
              </a:rPr>
              <a:t>1</a:t>
            </a:r>
            <a:r>
              <a:rPr lang="zh-CN" altLang="en-US" dirty="0">
                <a:ea typeface="等线" panose="02010600030101010101" pitchFamily="2" charset="-122"/>
              </a:rPr>
              <a:t>帧传输的时间。下一页相同定义。</a:t>
            </a:r>
            <a:endParaRPr lang="zh-CN" altLang="en-US" dirty="0">
              <a:ea typeface="等线"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60418" name="Rectangle 2"/>
          <p:cNvSpPr>
            <a:spLocks noGrp="1" noRot="1" noChangeAspect="1" noTextEdit="1"/>
          </p:cNvSpPr>
          <p:nvPr>
            <p:ph type="sldImg"/>
          </p:nvPr>
        </p:nvSpPr>
        <p:spPr>
          <a:ln/>
        </p:spPr>
      </p:sp>
      <p:sp>
        <p:nvSpPr>
          <p:cNvPr id="6041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62466" name="Rectangle 2"/>
          <p:cNvSpPr>
            <a:spLocks noGrp="1" noRot="1" noChangeAspect="1" noTextEdit="1"/>
          </p:cNvSpPr>
          <p:nvPr>
            <p:ph type="sldImg"/>
          </p:nvPr>
        </p:nvSpPr>
        <p:spPr>
          <a:ln/>
        </p:spPr>
      </p:sp>
      <p:sp>
        <p:nvSpPr>
          <p:cNvPr id="6246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64514" name="Rectangle 2"/>
          <p:cNvSpPr>
            <a:spLocks noGrp="1" noRot="1" noChangeAspect="1" noTextEdit="1"/>
          </p:cNvSpPr>
          <p:nvPr>
            <p:ph type="sldImg"/>
          </p:nvPr>
        </p:nvSpPr>
        <p:spPr>
          <a:ln/>
        </p:spPr>
      </p:sp>
      <p:sp>
        <p:nvSpPr>
          <p:cNvPr id="64515" name="Rectangle 3"/>
          <p:cNvSpPr>
            <a:spLocks noGrp="1"/>
          </p:cNvSpPr>
          <p:nvPr>
            <p:ph type="body"/>
          </p:nvPr>
        </p:nvSpPr>
        <p:spPr>
          <a:ln/>
        </p:spPr>
        <p:txBody>
          <a:bodyPr wrap="square" lIns="96657" tIns="48328" rIns="96657" bIns="48328" anchor="t" anchorCtr="0"/>
          <a:p>
            <a:pPr lvl="0"/>
            <a:r>
              <a:rPr lang="zh-CN" altLang="zh-CN" dirty="0">
                <a:ea typeface="等线" panose="02010600030101010101" pitchFamily="2" charset="-122"/>
              </a:rPr>
              <a:t>右图，之所以呈现三角形，</a:t>
            </a:r>
            <a:r>
              <a:rPr lang="en-US" altLang="zh-CN" dirty="0">
                <a:ea typeface="等线" panose="02010600030101010101" pitchFamily="2" charset="-122"/>
              </a:rPr>
              <a:t> </a:t>
            </a:r>
            <a:r>
              <a:rPr lang="zh-CN" altLang="en-US" dirty="0">
                <a:ea typeface="等线" panose="02010600030101010101" pitchFamily="2" charset="-122"/>
              </a:rPr>
              <a:t>是</a:t>
            </a:r>
            <a:r>
              <a:rPr lang="en-US" altLang="zh-CN" dirty="0">
                <a:ea typeface="等线" panose="02010600030101010101" pitchFamily="2" charset="-122"/>
              </a:rPr>
              <a:t>propagation</a:t>
            </a:r>
            <a:r>
              <a:rPr lang="zh-CN" altLang="en-US" dirty="0">
                <a:ea typeface="等线" panose="02010600030101010101" pitchFamily="2" charset="-122"/>
              </a:rPr>
              <a:t>。数据随着时间向远处传播。顺着一个节点，往下画一条竖线，是其他节点的数据，来到这一节点的情况（</a:t>
            </a:r>
            <a:r>
              <a:rPr lang="en-US" altLang="zh-CN" dirty="0">
                <a:ea typeface="等线" panose="02010600030101010101" pitchFamily="2" charset="-122"/>
              </a:rPr>
              <a:t>Sensing</a:t>
            </a:r>
            <a:r>
              <a:rPr lang="zh-CN" altLang="en-US" dirty="0">
                <a:ea typeface="等线" panose="02010600030101010101" pitchFamily="2" charset="-122"/>
              </a:rPr>
              <a:t>）</a:t>
            </a:r>
            <a:endParaRPr lang="zh-CN" altLang="en-US" dirty="0">
              <a:ea typeface="等线" panose="02010600030101010101" pitchFamily="2" charset="-122"/>
            </a:endParaRPr>
          </a:p>
          <a:p>
            <a:pPr lvl="0"/>
            <a:r>
              <a:rPr lang="zh-CN" altLang="en-US" dirty="0">
                <a:ea typeface="等线" panose="02010600030101010101" pitchFamily="2" charset="-122"/>
              </a:rPr>
              <a:t>没有冲突检测</a:t>
            </a:r>
            <a:r>
              <a:rPr lang="en-US" altLang="zh-CN" dirty="0">
                <a:ea typeface="等线" panose="02010600030101010101" pitchFamily="2" charset="-122"/>
              </a:rPr>
              <a:t>CD</a:t>
            </a:r>
            <a:r>
              <a:rPr lang="zh-CN" altLang="en-US" dirty="0">
                <a:ea typeface="等线" panose="02010600030101010101" pitchFamily="2" charset="-122"/>
              </a:rPr>
              <a:t>的时候，就纯发，也不知道冲突了，因此造成浪费。</a:t>
            </a:r>
            <a:endParaRPr lang="zh-CN" altLang="en-US" dirty="0">
              <a:ea typeface="等线"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66562" name="Rectangle 2"/>
          <p:cNvSpPr>
            <a:spLocks noGrp="1" noRot="1" noChangeAspect="1" noTextEdit="1"/>
          </p:cNvSpPr>
          <p:nvPr>
            <p:ph type="sldImg"/>
          </p:nvPr>
        </p:nvSpPr>
        <p:spPr>
          <a:ln/>
        </p:spPr>
      </p:sp>
      <p:sp>
        <p:nvSpPr>
          <p:cNvPr id="6656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68610" name="Rectangle 2"/>
          <p:cNvSpPr>
            <a:spLocks noGrp="1" noRot="1" noChangeAspect="1" noTextEdit="1"/>
          </p:cNvSpPr>
          <p:nvPr>
            <p:ph type="sldImg"/>
          </p:nvPr>
        </p:nvSpPr>
        <p:spPr>
          <a:ln/>
        </p:spPr>
      </p:sp>
      <p:sp>
        <p:nvSpPr>
          <p:cNvPr id="68611" name="Rectangle 3"/>
          <p:cNvSpPr>
            <a:spLocks noGrp="1"/>
          </p:cNvSpPr>
          <p:nvPr>
            <p:ph type="body"/>
          </p:nvPr>
        </p:nvSpPr>
        <p:spPr>
          <a:ln/>
        </p:spPr>
        <p:txBody>
          <a:bodyPr wrap="square" lIns="96657" tIns="48328" rIns="96657" bIns="48328" anchor="t" anchorCtr="0"/>
          <a:p>
            <a:pPr lvl="0"/>
            <a:r>
              <a:rPr lang="zh-CN" altLang="zh-CN" dirty="0">
                <a:ea typeface="等线" panose="02010600030101010101" pitchFamily="2" charset="-122"/>
              </a:rPr>
              <a:t>右图，之所以呈现三角形，</a:t>
            </a:r>
            <a:r>
              <a:rPr lang="en-US" altLang="zh-CN" dirty="0">
                <a:ea typeface="等线" panose="02010600030101010101" pitchFamily="2" charset="-122"/>
              </a:rPr>
              <a:t> </a:t>
            </a:r>
            <a:r>
              <a:rPr lang="zh-CN" altLang="en-US" dirty="0">
                <a:ea typeface="等线" panose="02010600030101010101" pitchFamily="2" charset="-122"/>
              </a:rPr>
              <a:t>是</a:t>
            </a:r>
            <a:r>
              <a:rPr lang="en-US" altLang="zh-CN" dirty="0">
                <a:ea typeface="等线" panose="02010600030101010101" pitchFamily="2" charset="-122"/>
              </a:rPr>
              <a:t>propagation</a:t>
            </a:r>
            <a:r>
              <a:rPr lang="zh-CN" altLang="en-US" dirty="0">
                <a:ea typeface="等线" panose="02010600030101010101" pitchFamily="2" charset="-122"/>
              </a:rPr>
              <a:t>。数据随着时间向远处传播。顺着一个节点，往下画一条竖线，是其他节点的数据，来到这一节点的情况。</a:t>
            </a:r>
            <a:endParaRPr lang="zh-CN" altLang="en-US" dirty="0">
              <a:ea typeface="等线" panose="02010600030101010101" pitchFamily="2" charset="-122"/>
            </a:endParaRPr>
          </a:p>
          <a:p>
            <a:pPr lvl="0"/>
            <a:r>
              <a:rPr lang="zh-CN" altLang="en-US" dirty="0">
                <a:ea typeface="等线" panose="02010600030101010101" pitchFamily="2" charset="-122"/>
              </a:rPr>
              <a:t>有了</a:t>
            </a:r>
            <a:r>
              <a:rPr lang="en-US" altLang="zh-CN" dirty="0">
                <a:ea typeface="等线" panose="02010600030101010101" pitchFamily="2" charset="-122"/>
              </a:rPr>
              <a:t>CD</a:t>
            </a:r>
            <a:r>
              <a:rPr lang="zh-CN" altLang="en-US" dirty="0">
                <a:ea typeface="等线" panose="02010600030101010101" pitchFamily="2" charset="-122"/>
              </a:rPr>
              <a:t>，检测到冲突之后，就停了，不造成浪费。</a:t>
            </a:r>
            <a:endParaRPr lang="zh-CN" altLang="en-US" dirty="0">
              <a:ea typeface="等线" panose="02010600030101010101" pitchFamily="2" charset="-122"/>
            </a:endParaRPr>
          </a:p>
          <a:p>
            <a:pPr lvl="0"/>
            <a:endParaRPr lang="zh-CN" altLang="zh-CN" dirty="0">
              <a:ea typeface="等线"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70658" name="Rectangle 2"/>
          <p:cNvSpPr>
            <a:spLocks noGrp="1" noRot="1" noChangeAspect="1" noTextEdit="1"/>
          </p:cNvSpPr>
          <p:nvPr>
            <p:ph type="sldImg"/>
          </p:nvPr>
        </p:nvSpPr>
        <p:spPr>
          <a:ln/>
        </p:spPr>
      </p:sp>
      <p:sp>
        <p:nvSpPr>
          <p:cNvPr id="7065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72706" name="Rectangle 2"/>
          <p:cNvSpPr>
            <a:spLocks noGrp="1" noRot="1" noChangeAspect="1" noTextEdit="1"/>
          </p:cNvSpPr>
          <p:nvPr>
            <p:ph type="sldImg"/>
          </p:nvPr>
        </p:nvSpPr>
        <p:spPr>
          <a:ln/>
        </p:spPr>
      </p:sp>
      <p:sp>
        <p:nvSpPr>
          <p:cNvPr id="7270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74754" name="Rectangle 2"/>
          <p:cNvSpPr>
            <a:spLocks noGrp="1" noRot="1" noChangeAspect="1" noTextEdit="1"/>
          </p:cNvSpPr>
          <p:nvPr>
            <p:ph type="sldImg"/>
          </p:nvPr>
        </p:nvSpPr>
        <p:spPr>
          <a:ln/>
        </p:spPr>
      </p:sp>
      <p:sp>
        <p:nvSpPr>
          <p:cNvPr id="7475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76802" name="Rectangle 2"/>
          <p:cNvSpPr>
            <a:spLocks noGrp="1" noRot="1" noChangeAspect="1" noTextEdit="1"/>
          </p:cNvSpPr>
          <p:nvPr>
            <p:ph type="sldImg"/>
          </p:nvPr>
        </p:nvSpPr>
        <p:spPr>
          <a:ln/>
        </p:spPr>
      </p:sp>
      <p:sp>
        <p:nvSpPr>
          <p:cNvPr id="7680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78850" name="Rectangle 2"/>
          <p:cNvSpPr>
            <a:spLocks noGrp="1" noRot="1" noChangeAspect="1" noTextEdit="1"/>
          </p:cNvSpPr>
          <p:nvPr>
            <p:ph type="sldImg"/>
          </p:nvPr>
        </p:nvSpPr>
        <p:spPr>
          <a:ln/>
        </p:spPr>
      </p:sp>
      <p:sp>
        <p:nvSpPr>
          <p:cNvPr id="7885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80898" name="Rectangle 2"/>
          <p:cNvSpPr>
            <a:spLocks noGrp="1" noRot="1" noChangeAspect="1" noTextEdit="1"/>
          </p:cNvSpPr>
          <p:nvPr>
            <p:ph type="sldImg"/>
          </p:nvPr>
        </p:nvSpPr>
        <p:spPr>
          <a:ln/>
        </p:spPr>
      </p:sp>
      <p:sp>
        <p:nvSpPr>
          <p:cNvPr id="8089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82946" name="Rectangle 2"/>
          <p:cNvSpPr>
            <a:spLocks noGrp="1" noRot="1" noChangeAspect="1" noTextEdit="1"/>
          </p:cNvSpPr>
          <p:nvPr>
            <p:ph type="sldImg"/>
          </p:nvPr>
        </p:nvSpPr>
        <p:spPr>
          <a:ln/>
        </p:spPr>
      </p:sp>
      <p:sp>
        <p:nvSpPr>
          <p:cNvPr id="8294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84994" name="Rectangle 2"/>
          <p:cNvSpPr>
            <a:spLocks noGrp="1" noRot="1" noChangeAspect="1" noTextEdit="1"/>
          </p:cNvSpPr>
          <p:nvPr>
            <p:ph type="sldImg"/>
          </p:nvPr>
        </p:nvSpPr>
        <p:spPr>
          <a:ln/>
        </p:spPr>
      </p:sp>
      <p:sp>
        <p:nvSpPr>
          <p:cNvPr id="8499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87042" name="Rectangle 2"/>
          <p:cNvSpPr>
            <a:spLocks noGrp="1" noRot="1" noChangeAspect="1" noTextEdit="1"/>
          </p:cNvSpPr>
          <p:nvPr>
            <p:ph type="sldImg"/>
          </p:nvPr>
        </p:nvSpPr>
        <p:spPr>
          <a:ln/>
        </p:spPr>
      </p:sp>
      <p:sp>
        <p:nvSpPr>
          <p:cNvPr id="87043" name="Rectangle 3"/>
          <p:cNvSpPr>
            <a:spLocks noGrp="1"/>
          </p:cNvSpPr>
          <p:nvPr>
            <p:ph type="body"/>
          </p:nvPr>
        </p:nvSpPr>
        <p:spPr>
          <a:ln/>
        </p:spPr>
        <p:txBody>
          <a:bodyPr wrap="square" lIns="96657" tIns="48328" rIns="96657" bIns="48328" anchor="t" anchorCtr="0"/>
          <a:p>
            <a:pPr lvl="0"/>
            <a:r>
              <a:rPr lang="en-US" altLang="zh-CN" dirty="0">
                <a:ea typeface="等线" panose="02010600030101010101" pitchFamily="2" charset="-122"/>
              </a:rPr>
              <a:t>ARP</a:t>
            </a:r>
            <a:r>
              <a:rPr lang="zh-CN" altLang="en-US" dirty="0">
                <a:ea typeface="等线" panose="02010600030101010101" pitchFamily="2" charset="-122"/>
              </a:rPr>
              <a:t>建立过程见下页</a:t>
            </a:r>
            <a:endParaRPr lang="zh-CN" altLang="en-US" dirty="0">
              <a:ea typeface="等线"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89090" name="Rectangle 2"/>
          <p:cNvSpPr>
            <a:spLocks noGrp="1" noRot="1" noChangeAspect="1" noTextEdit="1"/>
          </p:cNvSpPr>
          <p:nvPr>
            <p:ph type="sldImg"/>
          </p:nvPr>
        </p:nvSpPr>
        <p:spPr>
          <a:ln/>
        </p:spPr>
      </p:sp>
      <p:sp>
        <p:nvSpPr>
          <p:cNvPr id="89091" name="Rectangle 3"/>
          <p:cNvSpPr>
            <a:spLocks noGrp="1"/>
          </p:cNvSpPr>
          <p:nvPr>
            <p:ph type="body"/>
          </p:nvPr>
        </p:nvSpPr>
        <p:spPr>
          <a:ln/>
        </p:spPr>
        <p:txBody>
          <a:bodyPr wrap="square" lIns="96657" tIns="48328" rIns="96657" bIns="48328" anchor="t" anchorCtr="0"/>
          <a:p>
            <a:pPr lvl="0"/>
            <a:r>
              <a:rPr lang="zh-CN" altLang="zh-CN" dirty="0">
                <a:ea typeface="等线" panose="02010600030101010101" pitchFamily="2" charset="-122"/>
              </a:rPr>
              <a:t>找人的时候，</a:t>
            </a:r>
            <a:r>
              <a:rPr lang="en-US" altLang="zh-CN" dirty="0">
                <a:ea typeface="等线" panose="02010600030101010101" pitchFamily="2" charset="-122"/>
              </a:rPr>
              <a:t>“</a:t>
            </a:r>
            <a:r>
              <a:rPr lang="zh-CN" altLang="en-US" dirty="0">
                <a:ea typeface="等线" panose="02010600030101010101" pitchFamily="2" charset="-122"/>
              </a:rPr>
              <a:t>喂！（广播全</a:t>
            </a:r>
            <a:r>
              <a:rPr lang="en-US" altLang="zh-CN" dirty="0">
                <a:ea typeface="等线" panose="02010600030101010101" pitchFamily="2" charset="-122"/>
              </a:rPr>
              <a:t>FFMAC</a:t>
            </a:r>
            <a:r>
              <a:rPr lang="zh-CN" altLang="en-US" dirty="0">
                <a:ea typeface="等线" panose="02010600030101010101" pitchFamily="2" charset="-122"/>
              </a:rPr>
              <a:t>地址），谁是</a:t>
            </a:r>
            <a:r>
              <a:rPr lang="en-US" altLang="zh-CN" dirty="0">
                <a:ea typeface="等线" panose="02010600030101010101" pitchFamily="2" charset="-122"/>
              </a:rPr>
              <a:t>****</a:t>
            </a:r>
            <a:r>
              <a:rPr lang="zh-CN" altLang="en-US" dirty="0">
                <a:ea typeface="等线" panose="02010600030101010101" pitchFamily="2" charset="-122"/>
              </a:rPr>
              <a:t>（待查询的</a:t>
            </a:r>
            <a:r>
              <a:rPr lang="en-US" altLang="zh-CN" dirty="0">
                <a:ea typeface="等线" panose="02010600030101010101" pitchFamily="2" charset="-122"/>
              </a:rPr>
              <a:t>IP</a:t>
            </a:r>
            <a:r>
              <a:rPr lang="zh-CN" altLang="en-US" dirty="0">
                <a:ea typeface="等线" panose="02010600030101010101" pitchFamily="2" charset="-122"/>
              </a:rPr>
              <a:t>地址）</a:t>
            </a:r>
            <a:r>
              <a:rPr lang="en-US" altLang="zh-CN" dirty="0">
                <a:ea typeface="等线" panose="02010600030101010101" pitchFamily="2" charset="-122"/>
              </a:rPr>
              <a:t>”</a:t>
            </a:r>
            <a:endParaRPr lang="en-US" altLang="zh-CN" dirty="0">
              <a:ea typeface="等线" panose="02010600030101010101" pitchFamily="2" charset="-122"/>
            </a:endParaRPr>
          </a:p>
          <a:p>
            <a:pPr lvl="0"/>
            <a:r>
              <a:rPr lang="en-US" altLang="zh-CN" dirty="0">
                <a:ea typeface="等线" panose="02010600030101010101" pitchFamily="2" charset="-122"/>
              </a:rPr>
              <a:t>“</a:t>
            </a:r>
            <a:r>
              <a:rPr lang="zh-CN" altLang="en-US" dirty="0">
                <a:ea typeface="等线" panose="02010600030101010101" pitchFamily="2" charset="-122"/>
              </a:rPr>
              <a:t>举手</a:t>
            </a:r>
            <a:r>
              <a:rPr lang="en-US" altLang="zh-CN" dirty="0">
                <a:ea typeface="等线" panose="02010600030101010101" pitchFamily="2" charset="-122"/>
              </a:rPr>
              <a:t>”</a:t>
            </a:r>
            <a:r>
              <a:rPr lang="zh-CN" altLang="en-US" dirty="0">
                <a:ea typeface="等线" panose="02010600030101010101" pitchFamily="2" charset="-122"/>
              </a:rPr>
              <a:t>（单播）我是</a:t>
            </a:r>
            <a:r>
              <a:rPr lang="en-US" altLang="zh-CN" dirty="0">
                <a:ea typeface="等线" panose="02010600030101010101" pitchFamily="2" charset="-122"/>
              </a:rPr>
              <a:t>****</a:t>
            </a:r>
            <a:r>
              <a:rPr lang="zh-CN" altLang="en-US" dirty="0">
                <a:ea typeface="等线" panose="02010600030101010101" pitchFamily="2" charset="-122"/>
              </a:rPr>
              <a:t>（对查询的回复）</a:t>
            </a:r>
            <a:endParaRPr lang="zh-CN" altLang="en-US" dirty="0">
              <a:ea typeface="等线"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91138" name="Rectangle 2"/>
          <p:cNvSpPr>
            <a:spLocks noGrp="1" noRot="1" noChangeAspect="1" noTextEdit="1"/>
          </p:cNvSpPr>
          <p:nvPr>
            <p:ph type="sldImg"/>
          </p:nvPr>
        </p:nvSpPr>
        <p:spPr>
          <a:ln/>
        </p:spPr>
      </p:sp>
      <p:sp>
        <p:nvSpPr>
          <p:cNvPr id="91139" name="Rectangle 3"/>
          <p:cNvSpPr>
            <a:spLocks noGrp="1"/>
          </p:cNvSpPr>
          <p:nvPr>
            <p:ph type="body"/>
          </p:nvPr>
        </p:nvSpPr>
        <p:spPr>
          <a:ln/>
        </p:spPr>
        <p:txBody>
          <a:bodyPr wrap="square" lIns="96657" tIns="48328" rIns="96657" bIns="48328" anchor="t" anchorCtr="0"/>
          <a:p>
            <a:pPr lvl="0"/>
            <a:r>
              <a:rPr lang="zh-CN" altLang="zh-CN" dirty="0">
                <a:ea typeface="等线" panose="02010600030101010101" pitchFamily="2" charset="-122"/>
              </a:rPr>
              <a:t>看下页</a:t>
            </a:r>
            <a:r>
              <a:rPr lang="en-US" altLang="zh-CN" dirty="0">
                <a:ea typeface="等线" panose="02010600030101010101" pitchFamily="2" charset="-122"/>
              </a:rPr>
              <a:t>~</a:t>
            </a:r>
            <a:r>
              <a:rPr lang="zh-CN" altLang="en-US" dirty="0">
                <a:ea typeface="等线" panose="02010600030101010101" pitchFamily="2" charset="-122"/>
              </a:rPr>
              <a:t>！</a:t>
            </a:r>
            <a:endParaRPr lang="zh-CN" altLang="en-US" dirty="0">
              <a:ea typeface="等线"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93186" name="Rectangle 2"/>
          <p:cNvSpPr>
            <a:spLocks noGrp="1" noRot="1" noChangeAspect="1" noTextEdit="1"/>
          </p:cNvSpPr>
          <p:nvPr>
            <p:ph type="sldImg"/>
          </p:nvPr>
        </p:nvSpPr>
        <p:spPr>
          <a:ln/>
        </p:spPr>
      </p:sp>
      <p:sp>
        <p:nvSpPr>
          <p:cNvPr id="9318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95234" name="Rectangle 2"/>
          <p:cNvSpPr>
            <a:spLocks noGrp="1" noRot="1" noChangeAspect="1" noTextEdit="1"/>
          </p:cNvSpPr>
          <p:nvPr>
            <p:ph type="sldImg"/>
          </p:nvPr>
        </p:nvSpPr>
        <p:spPr>
          <a:ln/>
        </p:spPr>
      </p:sp>
      <p:sp>
        <p:nvSpPr>
          <p:cNvPr id="9523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97282" name="Rectangle 2"/>
          <p:cNvSpPr>
            <a:spLocks noGrp="1" noRot="1" noChangeAspect="1" noTextEdit="1"/>
          </p:cNvSpPr>
          <p:nvPr>
            <p:ph type="sldImg"/>
          </p:nvPr>
        </p:nvSpPr>
        <p:spPr>
          <a:ln/>
        </p:spPr>
      </p:sp>
      <p:sp>
        <p:nvSpPr>
          <p:cNvPr id="9728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99330" name="Rectangle 2"/>
          <p:cNvSpPr>
            <a:spLocks noGrp="1" noRot="1" noChangeAspect="1" noTextEdit="1"/>
          </p:cNvSpPr>
          <p:nvPr>
            <p:ph type="sldImg"/>
          </p:nvPr>
        </p:nvSpPr>
        <p:spPr>
          <a:ln/>
        </p:spPr>
      </p:sp>
      <p:sp>
        <p:nvSpPr>
          <p:cNvPr id="9933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01378" name="Rectangle 2"/>
          <p:cNvSpPr>
            <a:spLocks noGrp="1" noRot="1" noChangeAspect="1" noTextEdit="1"/>
          </p:cNvSpPr>
          <p:nvPr>
            <p:ph type="sldImg"/>
          </p:nvPr>
        </p:nvSpPr>
        <p:spPr>
          <a:ln/>
        </p:spPr>
      </p:sp>
      <p:sp>
        <p:nvSpPr>
          <p:cNvPr id="10137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03426" name="Rectangle 2"/>
          <p:cNvSpPr>
            <a:spLocks noGrp="1" noRot="1" noChangeAspect="1" noTextEdit="1"/>
          </p:cNvSpPr>
          <p:nvPr>
            <p:ph type="sldImg"/>
          </p:nvPr>
        </p:nvSpPr>
        <p:spPr>
          <a:ln/>
        </p:spPr>
      </p:sp>
      <p:sp>
        <p:nvSpPr>
          <p:cNvPr id="10342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05474" name="Rectangle 2"/>
          <p:cNvSpPr>
            <a:spLocks noGrp="1" noRot="1" noChangeAspect="1" noTextEdit="1"/>
          </p:cNvSpPr>
          <p:nvPr>
            <p:ph type="sldImg"/>
          </p:nvPr>
        </p:nvSpPr>
        <p:spPr>
          <a:ln/>
        </p:spPr>
      </p:sp>
      <p:sp>
        <p:nvSpPr>
          <p:cNvPr id="10547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07522" name="Rectangle 2"/>
          <p:cNvSpPr>
            <a:spLocks noGrp="1" noRot="1" noChangeAspect="1" noTextEdit="1"/>
          </p:cNvSpPr>
          <p:nvPr>
            <p:ph type="sldImg"/>
          </p:nvPr>
        </p:nvSpPr>
        <p:spPr>
          <a:ln/>
        </p:spPr>
      </p:sp>
      <p:sp>
        <p:nvSpPr>
          <p:cNvPr id="107523" name="Rectangle 3"/>
          <p:cNvSpPr>
            <a:spLocks noGrp="1"/>
          </p:cNvSpPr>
          <p:nvPr>
            <p:ph type="body"/>
          </p:nvPr>
        </p:nvSpPr>
        <p:spPr>
          <a:ln/>
        </p:spPr>
        <p:txBody>
          <a:bodyPr wrap="square" lIns="96657" tIns="48328" rIns="96657" bIns="48328" anchor="t" anchorCtr="0"/>
          <a:p>
            <a:pPr lvl="0"/>
            <a:r>
              <a:rPr lang="en-US" altLang="zh-CN" dirty="0">
                <a:ea typeface="等线" panose="02010600030101010101" pitchFamily="2" charset="-122"/>
              </a:rPr>
              <a:t>512bit/bandwidth(bps) </a:t>
            </a:r>
            <a:r>
              <a:rPr lang="zh-CN" altLang="en-US" dirty="0">
                <a:ea typeface="等线" panose="02010600030101010101" pitchFamily="2" charset="-122"/>
              </a:rPr>
              <a:t>比特时定义</a:t>
            </a:r>
            <a:endParaRPr lang="zh-CN" altLang="en-US" dirty="0">
              <a:ea typeface="等线" panose="02010600030101010101" pitchFamily="2" charset="-122"/>
            </a:endParaRPr>
          </a:p>
          <a:p>
            <a:pPr lvl="0"/>
            <a:r>
              <a:rPr lang="en-US" altLang="zh-CN" dirty="0">
                <a:ea typeface="等线" panose="02010600030101010101" pitchFamily="2" charset="-122"/>
              </a:rPr>
              <a:t>m</a:t>
            </a:r>
            <a:r>
              <a:rPr lang="zh-CN" altLang="en-US" dirty="0">
                <a:ea typeface="等线" panose="02010600030101010101" pitchFamily="2" charset="-122"/>
              </a:rPr>
              <a:t>次冲突，</a:t>
            </a:r>
            <a:r>
              <a:rPr lang="en-US" altLang="zh-CN" dirty="0">
                <a:ea typeface="等线" panose="02010600030101010101" pitchFamily="2" charset="-122"/>
              </a:rPr>
              <a:t>m</a:t>
            </a:r>
            <a:r>
              <a:rPr lang="zh-CN" altLang="en-US" dirty="0">
                <a:ea typeface="等线" panose="02010600030101010101" pitchFamily="2" charset="-122"/>
              </a:rPr>
              <a:t>越大，则越可能选到大的</a:t>
            </a:r>
            <a:r>
              <a:rPr lang="en-US" altLang="zh-CN" dirty="0">
                <a:ea typeface="等线" panose="02010600030101010101" pitchFamily="2" charset="-122"/>
              </a:rPr>
              <a:t>k</a:t>
            </a:r>
            <a:endParaRPr lang="en-US" altLang="zh-CN" dirty="0">
              <a:ea typeface="等线"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09570" name="Rectangle 2"/>
          <p:cNvSpPr>
            <a:spLocks noGrp="1" noRot="1" noChangeAspect="1" noTextEdit="1"/>
          </p:cNvSpPr>
          <p:nvPr>
            <p:ph type="sldImg"/>
          </p:nvPr>
        </p:nvSpPr>
        <p:spPr>
          <a:ln/>
        </p:spPr>
      </p:sp>
      <p:sp>
        <p:nvSpPr>
          <p:cNvPr id="109571" name="Rectangle 3"/>
          <p:cNvSpPr>
            <a:spLocks noGrp="1"/>
          </p:cNvSpPr>
          <p:nvPr>
            <p:ph type="body"/>
          </p:nvPr>
        </p:nvSpPr>
        <p:spPr>
          <a:ln/>
        </p:spPr>
        <p:txBody>
          <a:bodyPr wrap="square" lIns="96657" tIns="48328" rIns="96657" bIns="48328" anchor="t" anchorCtr="0"/>
          <a:p>
            <a:pPr lvl="0"/>
            <a:r>
              <a:rPr lang="en-US" altLang="zh-CN" dirty="0">
                <a:ea typeface="等线" panose="02010600030101010101" pitchFamily="2" charset="-122"/>
              </a:rPr>
              <a:t>1023*512/10^7=5*10^-2</a:t>
            </a:r>
            <a:endParaRPr lang="zh-CN" altLang="en-US" dirty="0">
              <a:ea typeface="等线" panose="02010600030101010101"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11618" name="Rectangle 2"/>
          <p:cNvSpPr>
            <a:spLocks noGrp="1" noRot="1" noChangeAspect="1" noTextEdit="1"/>
          </p:cNvSpPr>
          <p:nvPr>
            <p:ph type="sldImg"/>
          </p:nvPr>
        </p:nvSpPr>
        <p:spPr>
          <a:ln/>
        </p:spPr>
      </p:sp>
      <p:sp>
        <p:nvSpPr>
          <p:cNvPr id="11161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13666" name="Rectangle 2"/>
          <p:cNvSpPr>
            <a:spLocks noGrp="1" noRot="1" noChangeAspect="1" noTextEdit="1"/>
          </p:cNvSpPr>
          <p:nvPr>
            <p:ph type="sldImg"/>
          </p:nvPr>
        </p:nvSpPr>
        <p:spPr>
          <a:ln/>
        </p:spPr>
      </p:sp>
      <p:sp>
        <p:nvSpPr>
          <p:cNvPr id="11366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15714" name="Rectangle 2"/>
          <p:cNvSpPr>
            <a:spLocks noGrp="1" noRot="1" noChangeAspect="1" noTextEdit="1"/>
          </p:cNvSpPr>
          <p:nvPr>
            <p:ph type="sldImg"/>
          </p:nvPr>
        </p:nvSpPr>
        <p:spPr>
          <a:ln/>
        </p:spPr>
      </p:sp>
      <p:sp>
        <p:nvSpPr>
          <p:cNvPr id="11571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17762" name="Rectangle 2"/>
          <p:cNvSpPr>
            <a:spLocks noGrp="1" noRot="1" noChangeAspect="1" noTextEdit="1"/>
          </p:cNvSpPr>
          <p:nvPr>
            <p:ph type="sldImg"/>
          </p:nvPr>
        </p:nvSpPr>
        <p:spPr>
          <a:ln/>
        </p:spPr>
      </p:sp>
      <p:sp>
        <p:nvSpPr>
          <p:cNvPr id="11776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0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19810" name="Rectangle 2"/>
          <p:cNvSpPr>
            <a:spLocks noGrp="1" noRot="1" noChangeAspect="1" noTextEdit="1"/>
          </p:cNvSpPr>
          <p:nvPr>
            <p:ph type="sldImg"/>
          </p:nvPr>
        </p:nvSpPr>
        <p:spPr>
          <a:ln/>
        </p:spPr>
      </p:sp>
      <p:sp>
        <p:nvSpPr>
          <p:cNvPr id="119811" name="Rectangle 3"/>
          <p:cNvSpPr>
            <a:spLocks noGrp="1"/>
          </p:cNvSpPr>
          <p:nvPr>
            <p:ph type="body"/>
          </p:nvPr>
        </p:nvSpPr>
        <p:spPr>
          <a:ln/>
        </p:spPr>
        <p:txBody>
          <a:bodyPr wrap="square" lIns="96657" tIns="48328" rIns="96657" bIns="48328" anchor="t" anchorCtr="0"/>
          <a:p>
            <a:pPr lvl="0"/>
            <a:r>
              <a:rPr lang="zh-CN" altLang="zh-CN" dirty="0">
                <a:ea typeface="等线" panose="02010600030101010101" pitchFamily="2" charset="-122"/>
              </a:rPr>
              <a:t>一层设备</a:t>
            </a:r>
            <a:endParaRPr lang="zh-CN" altLang="zh-CN" dirty="0">
              <a:ea typeface="等线" panose="02010600030101010101" pitchFamily="2" charset="-122"/>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21858" name="Rectangle 2"/>
          <p:cNvSpPr>
            <a:spLocks noGrp="1" noRot="1" noChangeAspect="1" noTextEdit="1"/>
          </p:cNvSpPr>
          <p:nvPr>
            <p:ph type="sldImg"/>
          </p:nvPr>
        </p:nvSpPr>
        <p:spPr>
          <a:ln/>
        </p:spPr>
      </p:sp>
      <p:sp>
        <p:nvSpPr>
          <p:cNvPr id="121859" name="Rectangle 3"/>
          <p:cNvSpPr>
            <a:spLocks noGrp="1"/>
          </p:cNvSpPr>
          <p:nvPr>
            <p:ph type="body"/>
          </p:nvPr>
        </p:nvSpPr>
        <p:spPr>
          <a:ln/>
        </p:spPr>
        <p:txBody>
          <a:bodyPr wrap="square" lIns="96657" tIns="48328" rIns="96657" bIns="48328" anchor="t" anchorCtr="0"/>
          <a:p>
            <a:pPr lvl="0"/>
            <a:r>
              <a:rPr lang="en-US" altLang="zh-CN" dirty="0">
                <a:ea typeface="等线" panose="02010600030101010101" pitchFamily="2" charset="-122"/>
              </a:rPr>
              <a:t>transparent </a:t>
            </a:r>
            <a:r>
              <a:rPr lang="zh-CN" altLang="en-US" dirty="0">
                <a:ea typeface="等线" panose="02010600030101010101" pitchFamily="2" charset="-122"/>
              </a:rPr>
              <a:t>透明</a:t>
            </a:r>
            <a:endParaRPr lang="zh-CN" altLang="en-US" dirty="0">
              <a:ea typeface="等线" panose="02010600030101010101" pitchFamily="2"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23906" name="Rectangle 2"/>
          <p:cNvSpPr>
            <a:spLocks noGrp="1" noRot="1" noChangeAspect="1" noTextEdit="1"/>
          </p:cNvSpPr>
          <p:nvPr>
            <p:ph type="sldImg"/>
          </p:nvPr>
        </p:nvSpPr>
        <p:spPr>
          <a:ln/>
        </p:spPr>
      </p:sp>
      <p:sp>
        <p:nvSpPr>
          <p:cNvPr id="12390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25954" name="Rectangle 2"/>
          <p:cNvSpPr>
            <a:spLocks noGrp="1" noRot="1" noChangeAspect="1" noTextEdit="1"/>
          </p:cNvSpPr>
          <p:nvPr>
            <p:ph type="sldImg"/>
          </p:nvPr>
        </p:nvSpPr>
        <p:spPr>
          <a:ln/>
        </p:spPr>
      </p:sp>
      <p:sp>
        <p:nvSpPr>
          <p:cNvPr id="125955" name="Rectangle 3"/>
          <p:cNvSpPr>
            <a:spLocks noGrp="1"/>
          </p:cNvSpPr>
          <p:nvPr>
            <p:ph type="body"/>
          </p:nvPr>
        </p:nvSpPr>
        <p:spPr>
          <a:ln/>
        </p:spPr>
        <p:txBody>
          <a:bodyPr wrap="square" lIns="96657" tIns="48328" rIns="96657" bIns="48328" anchor="t" anchorCtr="0"/>
          <a:p>
            <a:pPr lvl="0"/>
            <a:r>
              <a:rPr lang="zh-CN" altLang="zh-CN" dirty="0">
                <a:ea typeface="等线" panose="02010600030101010101" pitchFamily="2" charset="-122"/>
              </a:rPr>
              <a:t>这是问题，下边讲问题的答案</a:t>
            </a:r>
            <a:r>
              <a:rPr lang="en-US" altLang="zh-CN" dirty="0">
                <a:ea typeface="等线" panose="02010600030101010101" pitchFamily="2" charset="-122"/>
              </a:rPr>
              <a:t>——</a:t>
            </a:r>
            <a:r>
              <a:rPr lang="zh-CN" altLang="en-US" dirty="0">
                <a:ea typeface="等线" panose="02010600030101010101" pitchFamily="2" charset="-122"/>
              </a:rPr>
              <a:t>自学习</a:t>
            </a:r>
            <a:endParaRPr lang="zh-CN" altLang="en-US" dirty="0">
              <a:ea typeface="等线" panose="02010600030101010101" pitchFamily="2" charset="-12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28002" name="Rectangle 2"/>
          <p:cNvSpPr>
            <a:spLocks noGrp="1" noRot="1" noChangeAspect="1" noTextEdit="1"/>
          </p:cNvSpPr>
          <p:nvPr>
            <p:ph type="sldImg"/>
          </p:nvPr>
        </p:nvSpPr>
        <p:spPr>
          <a:ln/>
        </p:spPr>
      </p:sp>
      <p:sp>
        <p:nvSpPr>
          <p:cNvPr id="128003" name="Rectangle 3"/>
          <p:cNvSpPr>
            <a:spLocks noGrp="1"/>
          </p:cNvSpPr>
          <p:nvPr>
            <p:ph type="body"/>
          </p:nvPr>
        </p:nvSpPr>
        <p:spPr>
          <a:ln/>
        </p:spPr>
        <p:txBody>
          <a:bodyPr wrap="square" lIns="96657" tIns="48328" rIns="96657" bIns="48328" anchor="t" anchorCtr="0"/>
          <a:p>
            <a:pPr lvl="0"/>
            <a:r>
              <a:rPr lang="zh-CN" altLang="zh-CN" dirty="0">
                <a:ea typeface="等线" panose="02010600030101010101" pitchFamily="2" charset="-122"/>
              </a:rPr>
              <a:t>记录一下发送方的信息，有点像黑暗森林，一说话，就被标记了。</a:t>
            </a:r>
            <a:endParaRPr lang="zh-CN" altLang="zh-CN" dirty="0">
              <a:ea typeface="等线" panose="02010600030101010101" pitchFamily="2" charset="-122"/>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4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30050" name="Rectangle 2"/>
          <p:cNvSpPr>
            <a:spLocks noGrp="1" noRot="1" noChangeAspect="1" noTextEdit="1"/>
          </p:cNvSpPr>
          <p:nvPr>
            <p:ph type="sldImg"/>
          </p:nvPr>
        </p:nvSpPr>
        <p:spPr>
          <a:ln/>
        </p:spPr>
      </p:sp>
      <p:sp>
        <p:nvSpPr>
          <p:cNvPr id="130051" name="Rectangle 3"/>
          <p:cNvSpPr>
            <a:spLocks noGrp="1"/>
          </p:cNvSpPr>
          <p:nvPr>
            <p:ph type="body"/>
          </p:nvPr>
        </p:nvSpPr>
        <p:spPr>
          <a:ln/>
        </p:spPr>
        <p:txBody>
          <a:bodyPr wrap="square" lIns="96657" tIns="48328" rIns="96657" bIns="48328" anchor="t" anchorCtr="0"/>
          <a:p>
            <a:pPr lvl="0"/>
            <a:r>
              <a:rPr lang="zh-CN" altLang="zh-CN" dirty="0">
                <a:ea typeface="等线" panose="02010600030101010101" pitchFamily="2" charset="-122"/>
              </a:rPr>
              <a:t>如果目的</a:t>
            </a:r>
            <a:r>
              <a:rPr lang="en-US" altLang="zh-CN" dirty="0">
                <a:ea typeface="等线" panose="02010600030101010101" pitchFamily="2" charset="-122"/>
              </a:rPr>
              <a:t>mac</a:t>
            </a:r>
            <a:r>
              <a:rPr lang="zh-CN" altLang="en-US" dirty="0">
                <a:ea typeface="等线" panose="02010600030101010101" pitchFamily="2" charset="-122"/>
              </a:rPr>
              <a:t>在发送</a:t>
            </a:r>
            <a:r>
              <a:rPr lang="en-US" altLang="zh-CN" dirty="0">
                <a:ea typeface="等线" panose="02010600030101010101" pitchFamily="2" charset="-122"/>
              </a:rPr>
              <a:t>mac</a:t>
            </a:r>
            <a:r>
              <a:rPr lang="zh-CN" altLang="en-US" dirty="0">
                <a:ea typeface="等线" panose="02010600030101010101" pitchFamily="2" charset="-122"/>
              </a:rPr>
              <a:t>的同一个冲突域（由</a:t>
            </a:r>
            <a:r>
              <a:rPr lang="en-US" altLang="zh-CN" dirty="0">
                <a:ea typeface="等线" panose="02010600030101010101" pitchFamily="2" charset="-122"/>
              </a:rPr>
              <a:t>switch</a:t>
            </a:r>
            <a:r>
              <a:rPr lang="zh-CN" altLang="en-US" dirty="0">
                <a:ea typeface="等线" panose="02010600030101010101" pitchFamily="2" charset="-122"/>
              </a:rPr>
              <a:t>分割而成的），则丢弃</a:t>
            </a:r>
            <a:endParaRPr lang="zh-CN" altLang="en-US" dirty="0">
              <a:ea typeface="等线" panose="02010600030101010101" pitchFamily="2" charset="-122"/>
            </a:endParaRPr>
          </a:p>
          <a:p>
            <a:pPr lvl="0"/>
            <a:r>
              <a:rPr lang="zh-CN" altLang="en-US" dirty="0">
                <a:ea typeface="等线" panose="02010600030101010101" pitchFamily="2" charset="-122"/>
              </a:rPr>
              <a:t>如果</a:t>
            </a:r>
            <a:r>
              <a:rPr lang="en-US" altLang="zh-CN" dirty="0">
                <a:ea typeface="等线" panose="02010600030101010101" pitchFamily="2" charset="-122"/>
              </a:rPr>
              <a:t>********************</a:t>
            </a:r>
            <a:r>
              <a:rPr lang="zh-CN" altLang="en-US" dirty="0">
                <a:ea typeface="等线" panose="02010600030101010101" pitchFamily="2" charset="-122"/>
              </a:rPr>
              <a:t>不在同一个冲突域，则转发</a:t>
            </a:r>
            <a:endParaRPr lang="zh-CN" altLang="en-US" dirty="0">
              <a:ea typeface="等线" panose="02010600030101010101" pitchFamily="2" charset="-122"/>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32098" name="Rectangle 2"/>
          <p:cNvSpPr>
            <a:spLocks noGrp="1" noRot="1" noChangeAspect="1" noTextEdit="1"/>
          </p:cNvSpPr>
          <p:nvPr>
            <p:ph type="sldImg"/>
          </p:nvPr>
        </p:nvSpPr>
        <p:spPr>
          <a:ln/>
        </p:spPr>
      </p:sp>
      <p:sp>
        <p:nvSpPr>
          <p:cNvPr id="13209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34146" name="Rectangle 2"/>
          <p:cNvSpPr>
            <a:spLocks noGrp="1" noRot="1" noChangeAspect="1" noTextEdit="1"/>
          </p:cNvSpPr>
          <p:nvPr>
            <p:ph type="sldImg"/>
          </p:nvPr>
        </p:nvSpPr>
        <p:spPr>
          <a:ln/>
        </p:spPr>
      </p:sp>
      <p:sp>
        <p:nvSpPr>
          <p:cNvPr id="13414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36194" name="Rectangle 2"/>
          <p:cNvSpPr>
            <a:spLocks noGrp="1" noRot="1" noChangeAspect="1" noTextEdit="1"/>
          </p:cNvSpPr>
          <p:nvPr>
            <p:ph type="sldImg"/>
          </p:nvPr>
        </p:nvSpPr>
        <p:spPr>
          <a:ln/>
        </p:spPr>
      </p:sp>
      <p:sp>
        <p:nvSpPr>
          <p:cNvPr id="13619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38242" name="Rectangle 2"/>
          <p:cNvSpPr>
            <a:spLocks noGrp="1" noRot="1" noChangeAspect="1" noTextEdit="1"/>
          </p:cNvSpPr>
          <p:nvPr>
            <p:ph type="sldImg"/>
          </p:nvPr>
        </p:nvSpPr>
        <p:spPr>
          <a:ln/>
        </p:spPr>
      </p:sp>
      <p:sp>
        <p:nvSpPr>
          <p:cNvPr id="13824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8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40290" name="Rectangle 2"/>
          <p:cNvSpPr>
            <a:spLocks noGrp="1" noRot="1" noChangeAspect="1" noTextEdit="1"/>
          </p:cNvSpPr>
          <p:nvPr>
            <p:ph type="sldImg"/>
          </p:nvPr>
        </p:nvSpPr>
        <p:spPr>
          <a:ln/>
        </p:spPr>
      </p:sp>
      <p:sp>
        <p:nvSpPr>
          <p:cNvPr id="14029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7" name="幻灯片图像占位符 1"/>
          <p:cNvSpPr>
            <a:spLocks noGrp="1" noRot="1" noTextEdit="1"/>
          </p:cNvSpPr>
          <p:nvPr>
            <p:ph type="sldImg"/>
          </p:nvPr>
        </p:nvSpPr>
        <p:spPr>
          <a:ln/>
        </p:spPr>
      </p:sp>
      <p:sp>
        <p:nvSpPr>
          <p:cNvPr id="142338" name="文本占位符 2"/>
          <p:cNvSpPr/>
          <p:nvPr>
            <p:ph type="body"/>
          </p:nvPr>
        </p:nvSpPr>
        <p:spPr>
          <a:ln/>
        </p:spPr>
        <p:txBody>
          <a:bodyPr wrap="square" lIns="96657" tIns="48328" rIns="96657" bIns="48328" anchor="t" anchorCtr="0"/>
          <a:p>
            <a:pPr lvl="0"/>
            <a:r>
              <a:rPr lang="zh-CN" altLang="en-US">
                <a:ea typeface="等线" panose="02010600030101010101" pitchFamily="2" charset="-122"/>
              </a:rPr>
              <a:t>普通</a:t>
            </a:r>
            <a:r>
              <a:rPr lang="en-US" altLang="zh-CN"/>
              <a:t>switch</a:t>
            </a:r>
            <a:r>
              <a:rPr lang="zh-CN" altLang="en-US">
                <a:ea typeface="等线" panose="02010600030101010101" pitchFamily="2" charset="-122"/>
              </a:rPr>
              <a:t>会把</a:t>
            </a:r>
            <a:r>
              <a:rPr lang="en-US" altLang="zh-CN"/>
              <a:t>FF</a:t>
            </a:r>
            <a:r>
              <a:rPr lang="zh-CN" altLang="en-US">
                <a:ea typeface="等线" panose="02010600030101010101" pitchFamily="2" charset="-122"/>
              </a:rPr>
              <a:t>广播传到每一个端口</a:t>
            </a:r>
            <a:endParaRPr lang="zh-CN" altLang="en-US">
              <a:ea typeface="等线" panose="02010600030101010101" pitchFamily="2" charset="-122"/>
            </a:endParaRPr>
          </a:p>
          <a:p>
            <a:pPr lvl="0"/>
            <a:r>
              <a:rPr lang="zh-CN" altLang="en-US">
                <a:ea typeface="等线" panose="02010600030101010101" pitchFamily="2" charset="-122"/>
              </a:rPr>
              <a:t>想让</a:t>
            </a:r>
            <a:r>
              <a:rPr lang="en-US" altLang="zh-CN"/>
              <a:t>switch</a:t>
            </a:r>
            <a:r>
              <a:rPr lang="zh-CN" altLang="en-US">
                <a:ea typeface="等线" panose="02010600030101010101" pitchFamily="2" charset="-122"/>
              </a:rPr>
              <a:t>也隔绝广播域，起到路由器的作用</a:t>
            </a:r>
            <a:endParaRPr lang="zh-CN" altLang="en-US">
              <a:ea typeface="等线" panose="02010600030101010101" pitchFamily="2" charset="-122"/>
            </a:endParaRPr>
          </a:p>
          <a:p>
            <a:pPr lvl="0"/>
            <a:r>
              <a:rPr lang="zh-CN" altLang="en-US">
                <a:ea typeface="等线" panose="02010600030101010101" pitchFamily="2" charset="-122"/>
              </a:rPr>
              <a:t>把几个端口捆绑在一起，形成端口组，隔绝与其他广播域的联系，不转发来自其他端口组的</a:t>
            </a:r>
            <a:r>
              <a:rPr lang="en-US" altLang="zh-CN"/>
              <a:t>FF</a:t>
            </a:r>
            <a:r>
              <a:rPr lang="zh-CN" altLang="en-US">
                <a:ea typeface="等线" panose="02010600030101010101" pitchFamily="2" charset="-122"/>
              </a:rPr>
              <a:t>广播</a:t>
            </a:r>
            <a:endParaRPr lang="zh-CN" altLang="en-US">
              <a:ea typeface="等线" panose="02010600030101010101" pitchFamily="2" charset="-122"/>
            </a:endParaRPr>
          </a:p>
          <a:p>
            <a:pPr lvl="0"/>
            <a:r>
              <a:rPr lang="zh-CN" altLang="en-US">
                <a:ea typeface="等线" panose="02010600030101010101" pitchFamily="2" charset="-122"/>
              </a:rPr>
              <a:t>功能上类似于路由器端口，但还是</a:t>
            </a:r>
            <a:r>
              <a:rPr lang="en-US" altLang="zh-CN"/>
              <a:t>2</a:t>
            </a:r>
            <a:r>
              <a:rPr lang="zh-CN" altLang="en-US">
                <a:ea typeface="等线" panose="02010600030101010101" pitchFamily="2" charset="-122"/>
              </a:rPr>
              <a:t>层设备，不具备</a:t>
            </a:r>
            <a:r>
              <a:rPr lang="en-US" altLang="zh-CN"/>
              <a:t>IP</a:t>
            </a:r>
            <a:r>
              <a:rPr lang="zh-CN" altLang="en-US">
                <a:ea typeface="等线" panose="02010600030101010101" pitchFamily="2" charset="-122"/>
              </a:rPr>
              <a:t>的存储转发功能</a:t>
            </a:r>
            <a:endParaRPr lang="zh-CN" altLang="en-US">
              <a:ea typeface="等线" panose="02010600030101010101" pitchFamily="2" charset="-122"/>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3" name="幻灯片图像占位符 1"/>
          <p:cNvSpPr>
            <a:spLocks noGrp="1" noRot="1" noTextEdit="1"/>
          </p:cNvSpPr>
          <p:nvPr>
            <p:ph type="sldImg"/>
          </p:nvPr>
        </p:nvSpPr>
        <p:spPr>
          <a:ln/>
        </p:spPr>
      </p:sp>
      <p:sp>
        <p:nvSpPr>
          <p:cNvPr id="146434" name="文本占位符 2"/>
          <p:cNvSpPr/>
          <p:nvPr>
            <p:ph type="body"/>
          </p:nvPr>
        </p:nvSpPr>
        <p:spPr>
          <a:ln/>
        </p:spPr>
        <p:txBody>
          <a:bodyPr wrap="square" lIns="96657" tIns="48328" rIns="96657" bIns="48328" anchor="t" anchorCtr="0"/>
          <a:p>
            <a:pPr lvl="0"/>
            <a:endParaRPr lang="zh-CN" altLang="en-US">
              <a:ea typeface="等线" panose="02010600030101010101" pitchFamily="2"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49506" name="Rectangle 2"/>
          <p:cNvSpPr>
            <a:spLocks noGrp="1" noRot="1" noChangeAspect="1" noTextEdit="1"/>
          </p:cNvSpPr>
          <p:nvPr>
            <p:ph type="sldImg"/>
          </p:nvPr>
        </p:nvSpPr>
        <p:spPr>
          <a:ln/>
        </p:spPr>
      </p:sp>
      <p:sp>
        <p:nvSpPr>
          <p:cNvPr id="14950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51554" name="Rectangle 2"/>
          <p:cNvSpPr>
            <a:spLocks noGrp="1" noRot="1" noChangeAspect="1" noTextEdit="1"/>
          </p:cNvSpPr>
          <p:nvPr>
            <p:ph type="sldImg"/>
          </p:nvPr>
        </p:nvSpPr>
        <p:spPr>
          <a:ln/>
        </p:spPr>
      </p:sp>
      <p:sp>
        <p:nvSpPr>
          <p:cNvPr id="15155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53602" name="Rectangle 2"/>
          <p:cNvSpPr>
            <a:spLocks noGrp="1" noRot="1" noChangeAspect="1" noTextEdit="1"/>
          </p:cNvSpPr>
          <p:nvPr>
            <p:ph type="sldImg"/>
          </p:nvPr>
        </p:nvSpPr>
        <p:spPr>
          <a:ln/>
        </p:spPr>
      </p:sp>
      <p:sp>
        <p:nvSpPr>
          <p:cNvPr id="15360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55650" name="Rectangle 2"/>
          <p:cNvSpPr>
            <a:spLocks noGrp="1" noRot="1" noChangeAspect="1" noTextEdit="1"/>
          </p:cNvSpPr>
          <p:nvPr>
            <p:ph type="sldImg"/>
          </p:nvPr>
        </p:nvSpPr>
        <p:spPr>
          <a:ln/>
        </p:spPr>
      </p:sp>
      <p:sp>
        <p:nvSpPr>
          <p:cNvPr id="15565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57698" name="Rectangle 2"/>
          <p:cNvSpPr>
            <a:spLocks noGrp="1" noRot="1" noChangeAspect="1" noTextEdit="1"/>
          </p:cNvSpPr>
          <p:nvPr>
            <p:ph type="sldImg"/>
          </p:nvPr>
        </p:nvSpPr>
        <p:spPr>
          <a:ln/>
        </p:spPr>
      </p:sp>
      <p:sp>
        <p:nvSpPr>
          <p:cNvPr id="15769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59746" name="Rectangle 2"/>
          <p:cNvSpPr>
            <a:spLocks noGrp="1" noRot="1" noChangeAspect="1" noTextEdit="1"/>
          </p:cNvSpPr>
          <p:nvPr>
            <p:ph type="sldImg"/>
          </p:nvPr>
        </p:nvSpPr>
        <p:spPr>
          <a:ln/>
        </p:spPr>
      </p:sp>
      <p:sp>
        <p:nvSpPr>
          <p:cNvPr id="15974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61794" name="Rectangle 2"/>
          <p:cNvSpPr>
            <a:spLocks noGrp="1" noRot="1" noChangeAspect="1" noTextEdit="1"/>
          </p:cNvSpPr>
          <p:nvPr>
            <p:ph type="sldImg"/>
          </p:nvPr>
        </p:nvSpPr>
        <p:spPr>
          <a:ln/>
        </p:spPr>
      </p:sp>
      <p:sp>
        <p:nvSpPr>
          <p:cNvPr id="16179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63842" name="Rectangle 2"/>
          <p:cNvSpPr>
            <a:spLocks noGrp="1" noRot="1" noChangeAspect="1" noTextEdit="1"/>
          </p:cNvSpPr>
          <p:nvPr>
            <p:ph type="sldImg"/>
          </p:nvPr>
        </p:nvSpPr>
        <p:spPr>
          <a:ln/>
        </p:spPr>
      </p:sp>
      <p:sp>
        <p:nvSpPr>
          <p:cNvPr id="16384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8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65890" name="Rectangle 2"/>
          <p:cNvSpPr>
            <a:spLocks noGrp="1" noRot="1" noChangeAspect="1" noTextEdit="1"/>
          </p:cNvSpPr>
          <p:nvPr>
            <p:ph type="sldImg"/>
          </p:nvPr>
        </p:nvSpPr>
        <p:spPr>
          <a:ln/>
        </p:spPr>
      </p:sp>
      <p:sp>
        <p:nvSpPr>
          <p:cNvPr id="16589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67938" name="Rectangle 2"/>
          <p:cNvSpPr>
            <a:spLocks noGrp="1" noRot="1" noChangeAspect="1" noTextEdit="1"/>
          </p:cNvSpPr>
          <p:nvPr>
            <p:ph type="sldImg"/>
          </p:nvPr>
        </p:nvSpPr>
        <p:spPr>
          <a:ln/>
        </p:spPr>
      </p:sp>
      <p:sp>
        <p:nvSpPr>
          <p:cNvPr id="16793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69986" name="Rectangle 2"/>
          <p:cNvSpPr>
            <a:spLocks noGrp="1" noRot="1" noChangeAspect="1" noTextEdit="1"/>
          </p:cNvSpPr>
          <p:nvPr>
            <p:ph type="sldImg"/>
          </p:nvPr>
        </p:nvSpPr>
        <p:spPr>
          <a:ln/>
        </p:spPr>
      </p:sp>
      <p:sp>
        <p:nvSpPr>
          <p:cNvPr id="16998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72034" name="Rectangle 2"/>
          <p:cNvSpPr>
            <a:spLocks noGrp="1" noRot="1" noChangeAspect="1" noTextEdit="1"/>
          </p:cNvSpPr>
          <p:nvPr>
            <p:ph type="sldImg"/>
          </p:nvPr>
        </p:nvSpPr>
        <p:spPr>
          <a:ln/>
        </p:spPr>
      </p:sp>
      <p:sp>
        <p:nvSpPr>
          <p:cNvPr id="17203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74082" name="Rectangle 2"/>
          <p:cNvSpPr>
            <a:spLocks noGrp="1" noRot="1" noChangeAspect="1" noTextEdit="1"/>
          </p:cNvSpPr>
          <p:nvPr>
            <p:ph type="sldImg"/>
          </p:nvPr>
        </p:nvSpPr>
        <p:spPr>
          <a:ln/>
        </p:spPr>
      </p:sp>
      <p:sp>
        <p:nvSpPr>
          <p:cNvPr id="17408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2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76130" name="Rectangle 2"/>
          <p:cNvSpPr>
            <a:spLocks noGrp="1" noRot="1" noChangeAspect="1" noTextEdit="1"/>
          </p:cNvSpPr>
          <p:nvPr>
            <p:ph type="sldImg"/>
          </p:nvPr>
        </p:nvSpPr>
        <p:spPr>
          <a:ln/>
        </p:spPr>
      </p:sp>
      <p:sp>
        <p:nvSpPr>
          <p:cNvPr id="17613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78178" name="Rectangle 2"/>
          <p:cNvSpPr>
            <a:spLocks noGrp="1" noRot="1" noChangeAspect="1" noTextEdit="1"/>
          </p:cNvSpPr>
          <p:nvPr>
            <p:ph type="sldImg"/>
          </p:nvPr>
        </p:nvSpPr>
        <p:spPr>
          <a:ln/>
        </p:spPr>
      </p:sp>
      <p:sp>
        <p:nvSpPr>
          <p:cNvPr id="17817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80226" name="Rectangle 2"/>
          <p:cNvSpPr>
            <a:spLocks noGrp="1" noRot="1" noChangeAspect="1" noTextEdit="1"/>
          </p:cNvSpPr>
          <p:nvPr>
            <p:ph type="sldImg"/>
          </p:nvPr>
        </p:nvSpPr>
        <p:spPr>
          <a:ln/>
        </p:spPr>
      </p:sp>
      <p:sp>
        <p:nvSpPr>
          <p:cNvPr id="18022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82274" name="Rectangle 2"/>
          <p:cNvSpPr>
            <a:spLocks noGrp="1" noRot="1" noChangeAspect="1" noTextEdit="1"/>
          </p:cNvSpPr>
          <p:nvPr>
            <p:ph type="sldImg"/>
          </p:nvPr>
        </p:nvSpPr>
        <p:spPr>
          <a:ln/>
        </p:spPr>
      </p:sp>
      <p:sp>
        <p:nvSpPr>
          <p:cNvPr id="18227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84322" name="Rectangle 2"/>
          <p:cNvSpPr>
            <a:spLocks noGrp="1" noRot="1" noChangeAspect="1" noTextEdit="1"/>
          </p:cNvSpPr>
          <p:nvPr>
            <p:ph type="sldImg"/>
          </p:nvPr>
        </p:nvSpPr>
        <p:spPr>
          <a:ln/>
        </p:spPr>
      </p:sp>
      <p:sp>
        <p:nvSpPr>
          <p:cNvPr id="18432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6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86370" name="Rectangle 2"/>
          <p:cNvSpPr>
            <a:spLocks noGrp="1" noRot="1" noChangeAspect="1" noTextEdit="1"/>
          </p:cNvSpPr>
          <p:nvPr>
            <p:ph type="sldImg"/>
          </p:nvPr>
        </p:nvSpPr>
        <p:spPr>
          <a:ln/>
        </p:spPr>
      </p:sp>
      <p:sp>
        <p:nvSpPr>
          <p:cNvPr id="18637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188418" name="Rectangle 2"/>
          <p:cNvSpPr>
            <a:spLocks noGrp="1" noRot="1" noChangeAspect="1" noTextEdit="1"/>
          </p:cNvSpPr>
          <p:nvPr>
            <p:ph type="sldImg"/>
          </p:nvPr>
        </p:nvSpPr>
        <p:spPr>
          <a:ln/>
        </p:spPr>
      </p:sp>
      <p:sp>
        <p:nvSpPr>
          <p:cNvPr id="18841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5" name="幻灯片图像占位符 1"/>
          <p:cNvSpPr>
            <a:spLocks noGrp="1" noRot="1" noTextEdit="1"/>
          </p:cNvSpPr>
          <p:nvPr>
            <p:ph type="sldImg"/>
          </p:nvPr>
        </p:nvSpPr>
        <p:spPr>
          <a:ln/>
        </p:spPr>
      </p:sp>
      <p:sp>
        <p:nvSpPr>
          <p:cNvPr id="190466" name="文本占位符 2"/>
          <p:cNvSpPr/>
          <p:nvPr>
            <p:ph type="body"/>
          </p:nvPr>
        </p:nvSpPr>
        <p:spPr>
          <a:ln/>
        </p:spPr>
        <p:txBody>
          <a:bodyPr wrap="square" lIns="96657" tIns="48328" rIns="96657" bIns="48328" anchor="t" anchorCtr="0"/>
          <a:p>
            <a:pPr lvl="0"/>
            <a:r>
              <a:rPr lang="en-US" altLang="zh-CN"/>
              <a:t>syntheis </a:t>
            </a:r>
            <a:r>
              <a:rPr lang="zh-CN" altLang="en-US">
                <a:ea typeface="等线" panose="02010600030101010101" pitchFamily="2" charset="-122"/>
              </a:rPr>
              <a:t>综合</a:t>
            </a:r>
            <a:endParaRPr lang="zh-CN" altLang="en-US">
              <a:ea typeface="等线" panose="02010600030101010101" pitchFamily="2" charset="-122"/>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7" name="幻灯片图像占位符 1"/>
          <p:cNvSpPr>
            <a:spLocks noGrp="1" noRot="1" noTextEdit="1"/>
          </p:cNvSpPr>
          <p:nvPr>
            <p:ph type="sldImg"/>
          </p:nvPr>
        </p:nvSpPr>
        <p:spPr>
          <a:ln/>
        </p:spPr>
      </p:sp>
      <p:sp>
        <p:nvSpPr>
          <p:cNvPr id="193538" name="文本占位符 2"/>
          <p:cNvSpPr/>
          <p:nvPr>
            <p:ph type="body"/>
          </p:nvPr>
        </p:nvSpPr>
        <p:spPr>
          <a:ln/>
        </p:spPr>
        <p:txBody>
          <a:bodyPr wrap="square" lIns="96657" tIns="48328" rIns="96657" bIns="48328" anchor="t" anchorCtr="0"/>
          <a:p>
            <a:pPr lvl="0"/>
            <a:r>
              <a:rPr lang="en-US" altLang="zh-CN"/>
              <a:t>demux </a:t>
            </a:r>
            <a:r>
              <a:rPr lang="zh-CN" altLang="en-US">
                <a:ea typeface="等线" panose="02010600030101010101" pitchFamily="2" charset="-122"/>
              </a:rPr>
              <a:t>解调</a:t>
            </a:r>
            <a:endParaRPr lang="zh-CN" altLang="en-US">
              <a:ea typeface="等线" panose="02010600030101010101" pitchFamily="2" charset="-122"/>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200706" name="Rectangle 2"/>
          <p:cNvSpPr>
            <a:spLocks noGrp="1" noRot="1" noChangeAspect="1" noTextEdit="1"/>
          </p:cNvSpPr>
          <p:nvPr>
            <p:ph type="sldImg"/>
          </p:nvPr>
        </p:nvSpPr>
        <p:spPr>
          <a:ln/>
        </p:spPr>
      </p:sp>
      <p:sp>
        <p:nvSpPr>
          <p:cNvPr id="20070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i="0" dirty="0">
                <a:latin typeface="Times New Roman" panose="02020603050405020304" pitchFamily="18" charset="0"/>
                <a:ea typeface="宋体" panose="02010600030101010101" pitchFamily="2" charset="-122"/>
              </a:rPr>
            </a:fld>
            <a:endParaRPr lang="en-US" altLang="zh-CN" sz="1200" i="0" dirty="0">
              <a:latin typeface="Times New Roman" panose="02020603050405020304" pitchFamily="18" charset="0"/>
              <a:ea typeface="宋体" panose="02010600030101010101" pitchFamily="2" charset="-122"/>
            </a:endParaRPr>
          </a:p>
        </p:txBody>
      </p:sp>
      <p:sp>
        <p:nvSpPr>
          <p:cNvPr id="202754" name="Rectangle 2"/>
          <p:cNvSpPr>
            <a:spLocks noGrp="1" noRot="1" noChangeAspect="1" noTextEdit="1"/>
          </p:cNvSpPr>
          <p:nvPr>
            <p:ph type="sldImg"/>
          </p:nvPr>
        </p:nvSpPr>
        <p:spPr>
          <a:ln/>
        </p:spPr>
      </p:sp>
      <p:sp>
        <p:nvSpPr>
          <p:cNvPr id="20275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rPr>
              <a:t>5: DataLink Layer</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6" name="灯片编号占位符 5"/>
          <p:cNvSpPr>
            <a:spLocks noGrp="1"/>
          </p:cNvSpPr>
          <p:nvPr>
            <p:ph type="sldNum" sz="quarter" idx="12"/>
          </p:nvPr>
        </p:nvSpPr>
        <p:spPr/>
        <p:txBody>
          <a:bodyPr/>
          <a:p>
            <a:pPr lvl="0" fontAlgn="base">
              <a:buNone/>
            </a:pPr>
            <a:r>
              <a:rPr lang="en-US" altLang="zh-CN" strike="noStrike" noProof="1" dirty="0">
                <a:latin typeface="Arial" panose="020B0604020202020204" pitchFamily="34" charset="0"/>
                <a:ea typeface="宋体" panose="02010600030101010101" pitchFamily="2" charset="-122"/>
                <a:cs typeface="+mn-cs"/>
              </a:rPr>
              <a:t>5-</a:t>
            </a:r>
            <a:fld id="{9A0DB2DC-4C9A-4742-B13C-FB6460FD3503}" type="slidenum">
              <a:rPr lang="en-US" altLang="zh-CN" sz="1200" i="0" strike="noStrike" noProof="1" dirty="0">
                <a:latin typeface="Arial" panose="020B0604020202020204" pitchFamily="34" charset="0"/>
                <a:ea typeface="宋体" panose="02010600030101010101" pitchFamily="2" charset="-122"/>
                <a:cs typeface="+mn-cs"/>
              </a:rPr>
            </a:fld>
            <a:endParaRPr lang="en-US" altLang="zh-CN" sz="1200" i="0" strike="noStrike" noProof="1" dirty="0">
              <a:latin typeface="Arial" panose="020B0604020202020204" pitchFamily="34" charset="0"/>
              <a:ea typeface="宋体" panose="0201060003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rPr>
              <a:t>5: DataLink Layer</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6" name="灯片编号占位符 5"/>
          <p:cNvSpPr>
            <a:spLocks noGrp="1"/>
          </p:cNvSpPr>
          <p:nvPr>
            <p:ph type="sldNum" sz="quarter" idx="12"/>
          </p:nvPr>
        </p:nvSpPr>
        <p:spPr/>
        <p:txBody>
          <a:bodyPr/>
          <a:p>
            <a:pPr lvl="0" fontAlgn="base">
              <a:buNone/>
            </a:pPr>
            <a:r>
              <a:rPr lang="en-US" altLang="zh-CN" strike="noStrike" noProof="1" dirty="0">
                <a:latin typeface="Arial" panose="020B0604020202020204" pitchFamily="34" charset="0"/>
                <a:ea typeface="宋体" panose="02010600030101010101" pitchFamily="2" charset="-122"/>
                <a:cs typeface="+mn-cs"/>
              </a:rPr>
              <a:t>5-</a:t>
            </a:r>
            <a:fld id="{9A0DB2DC-4C9A-4742-B13C-FB6460FD3503}" type="slidenum">
              <a:rPr lang="en-US" altLang="zh-CN" sz="1200" i="0" strike="noStrike" noProof="1" dirty="0">
                <a:latin typeface="Arial" panose="020B0604020202020204" pitchFamily="34" charset="0"/>
                <a:ea typeface="宋体" panose="02010600030101010101" pitchFamily="2" charset="-122"/>
                <a:cs typeface="+mn-cs"/>
              </a:rPr>
            </a:fld>
            <a:endParaRPr lang="en-US" altLang="zh-CN" sz="1200" i="0" strike="noStrike" noProof="1" dirty="0">
              <a:latin typeface="Arial" panose="020B0604020202020204" pitchFamily="34" charset="0"/>
              <a:ea typeface="宋体" panose="02010600030101010101" pitchFamily="2"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rPr>
              <a:t>5: DataLink Layer</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6" name="灯片编号占位符 5"/>
          <p:cNvSpPr>
            <a:spLocks noGrp="1"/>
          </p:cNvSpPr>
          <p:nvPr>
            <p:ph type="sldNum" sz="quarter" idx="12"/>
          </p:nvPr>
        </p:nvSpPr>
        <p:spPr/>
        <p:txBody>
          <a:bodyPr/>
          <a:p>
            <a:pPr lvl="0" fontAlgn="base">
              <a:buNone/>
            </a:pPr>
            <a:r>
              <a:rPr lang="en-US" altLang="zh-CN" strike="noStrike" noProof="1" dirty="0">
                <a:latin typeface="Arial" panose="020B0604020202020204" pitchFamily="34" charset="0"/>
                <a:ea typeface="宋体" panose="02010600030101010101" pitchFamily="2" charset="-122"/>
                <a:cs typeface="+mn-cs"/>
              </a:rPr>
              <a:t>5-</a:t>
            </a:r>
            <a:fld id="{9A0DB2DC-4C9A-4742-B13C-FB6460FD3503}" type="slidenum">
              <a:rPr lang="en-US" altLang="zh-CN" sz="1200" i="0" strike="noStrike" noProof="1" dirty="0">
                <a:latin typeface="Arial" panose="020B0604020202020204" pitchFamily="34" charset="0"/>
                <a:ea typeface="宋体" panose="02010600030101010101" pitchFamily="2" charset="-122"/>
                <a:cs typeface="+mn-cs"/>
              </a:rPr>
            </a:fld>
            <a:endParaRPr lang="en-US" altLang="zh-CN" sz="1200" i="0" strike="noStrike" noProof="1" dirty="0">
              <a:latin typeface="Arial" panose="020B0604020202020204" pitchFamily="34" charset="0"/>
              <a:ea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533400" y="1600200"/>
            <a:ext cx="3810000" cy="46482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内容占位符 3"/>
          <p:cNvSpPr>
            <a:spLocks noGrp="1"/>
          </p:cNvSpPr>
          <p:nvPr>
            <p:ph sz="half" idx="2"/>
          </p:nvPr>
        </p:nvSpPr>
        <p:spPr>
          <a:xfrm>
            <a:off x="4495800" y="1600200"/>
            <a:ext cx="3810000" cy="46482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rPr>
              <a:t>5: DataLink Layer</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7" name="灯片编号占位符 6"/>
          <p:cNvSpPr>
            <a:spLocks noGrp="1"/>
          </p:cNvSpPr>
          <p:nvPr>
            <p:ph type="sldNum" sz="quarter" idx="12"/>
          </p:nvPr>
        </p:nvSpPr>
        <p:spPr/>
        <p:txBody>
          <a:bodyPr/>
          <a:p>
            <a:pPr lvl="0" fontAlgn="base">
              <a:buNone/>
            </a:pPr>
            <a:r>
              <a:rPr lang="en-US" altLang="zh-CN" strike="noStrike" noProof="1" dirty="0">
                <a:latin typeface="Arial" panose="020B0604020202020204" pitchFamily="34" charset="0"/>
                <a:ea typeface="宋体" panose="02010600030101010101" pitchFamily="2" charset="-122"/>
                <a:cs typeface="+mn-cs"/>
              </a:rPr>
              <a:t>5-</a:t>
            </a:r>
            <a:fld id="{9A0DB2DC-4C9A-4742-B13C-FB6460FD3503}" type="slidenum">
              <a:rPr lang="en-US" altLang="zh-CN" sz="1200" i="0" strike="noStrike" noProof="1" dirty="0">
                <a:latin typeface="Arial" panose="020B0604020202020204" pitchFamily="34" charset="0"/>
                <a:ea typeface="宋体" panose="02010600030101010101" pitchFamily="2" charset="-122"/>
                <a:cs typeface="+mn-cs"/>
              </a:rPr>
            </a:fld>
            <a:endParaRPr lang="en-US" altLang="zh-CN" sz="1200" i="0" strike="noStrike" noProof="1" dirty="0">
              <a:latin typeface="Arial" panose="020B0604020202020204" pitchFamily="34" charset="0"/>
              <a:ea typeface="宋体" panose="02010600030101010101" pitchFamily="2"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630238" y="2505075"/>
            <a:ext cx="3868737" cy="3684588"/>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29150" y="2505075"/>
            <a:ext cx="3887788" cy="3684588"/>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rPr>
              <a:t>5: DataLink Layer</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9" name="灯片编号占位符 8"/>
          <p:cNvSpPr>
            <a:spLocks noGrp="1"/>
          </p:cNvSpPr>
          <p:nvPr>
            <p:ph type="sldNum" sz="quarter" idx="12"/>
          </p:nvPr>
        </p:nvSpPr>
        <p:spPr/>
        <p:txBody>
          <a:bodyPr/>
          <a:p>
            <a:pPr lvl="0" fontAlgn="base">
              <a:buNone/>
            </a:pPr>
            <a:r>
              <a:rPr lang="en-US" altLang="zh-CN" strike="noStrike" noProof="1" dirty="0">
                <a:latin typeface="Arial" panose="020B0604020202020204" pitchFamily="34" charset="0"/>
                <a:ea typeface="宋体" panose="02010600030101010101" pitchFamily="2" charset="-122"/>
                <a:cs typeface="+mn-cs"/>
              </a:rPr>
              <a:t>5-</a:t>
            </a:r>
            <a:fld id="{9A0DB2DC-4C9A-4742-B13C-FB6460FD3503}" type="slidenum">
              <a:rPr lang="en-US" altLang="zh-CN" sz="1200" i="0" strike="noStrike" noProof="1" dirty="0">
                <a:latin typeface="Arial" panose="020B0604020202020204" pitchFamily="34" charset="0"/>
                <a:ea typeface="宋体" panose="02010600030101010101" pitchFamily="2" charset="-122"/>
                <a:cs typeface="+mn-cs"/>
              </a:rPr>
            </a:fld>
            <a:endParaRPr lang="en-US" altLang="zh-CN" sz="1200" i="0" strike="noStrike" noProof="1" dirty="0">
              <a:latin typeface="Arial" panose="020B0604020202020204" pitchFamily="34" charset="0"/>
              <a:ea typeface="宋体" panose="02010600030101010101"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rPr>
              <a:t>5: DataLink Layer</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5" name="灯片编号占位符 4"/>
          <p:cNvSpPr>
            <a:spLocks noGrp="1"/>
          </p:cNvSpPr>
          <p:nvPr>
            <p:ph type="sldNum" sz="quarter" idx="12"/>
          </p:nvPr>
        </p:nvSpPr>
        <p:spPr/>
        <p:txBody>
          <a:bodyPr/>
          <a:p>
            <a:pPr lvl="0" fontAlgn="base">
              <a:buNone/>
            </a:pPr>
            <a:r>
              <a:rPr lang="en-US" altLang="zh-CN" strike="noStrike" noProof="1" dirty="0">
                <a:latin typeface="Arial" panose="020B0604020202020204" pitchFamily="34" charset="0"/>
                <a:ea typeface="宋体" panose="02010600030101010101" pitchFamily="2" charset="-122"/>
                <a:cs typeface="+mn-cs"/>
              </a:rPr>
              <a:t>5-</a:t>
            </a:r>
            <a:fld id="{9A0DB2DC-4C9A-4742-B13C-FB6460FD3503}" type="slidenum">
              <a:rPr lang="en-US" altLang="zh-CN" sz="1200" i="0" strike="noStrike" noProof="1" dirty="0">
                <a:latin typeface="Arial" panose="020B0604020202020204" pitchFamily="34" charset="0"/>
                <a:ea typeface="宋体" panose="02010600030101010101" pitchFamily="2" charset="-122"/>
                <a:cs typeface="+mn-cs"/>
              </a:rPr>
            </a:fld>
            <a:endParaRPr lang="en-US" altLang="zh-CN" sz="1200" i="0" strike="noStrike" noProof="1" dirty="0">
              <a:latin typeface="Arial" panose="020B0604020202020204" pitchFamily="34" charset="0"/>
              <a:ea typeface="宋体" panose="02010600030101010101" pitchFamily="2"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rPr>
              <a:t>5: DataLink Layer</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4" name="灯片编号占位符 3"/>
          <p:cNvSpPr>
            <a:spLocks noGrp="1"/>
          </p:cNvSpPr>
          <p:nvPr>
            <p:ph type="sldNum" sz="quarter" idx="12"/>
          </p:nvPr>
        </p:nvSpPr>
        <p:spPr/>
        <p:txBody>
          <a:bodyPr/>
          <a:p>
            <a:pPr lvl="0" fontAlgn="base">
              <a:buNone/>
            </a:pPr>
            <a:r>
              <a:rPr lang="en-US" altLang="zh-CN" strike="noStrike" noProof="1" dirty="0">
                <a:latin typeface="Arial" panose="020B0604020202020204" pitchFamily="34" charset="0"/>
                <a:ea typeface="宋体" panose="02010600030101010101" pitchFamily="2" charset="-122"/>
                <a:cs typeface="+mn-cs"/>
              </a:rPr>
              <a:t>5-</a:t>
            </a:r>
            <a:fld id="{9A0DB2DC-4C9A-4742-B13C-FB6460FD3503}" type="slidenum">
              <a:rPr lang="en-US" altLang="zh-CN" sz="1200" i="0" strike="noStrike" noProof="1" dirty="0">
                <a:latin typeface="Arial" panose="020B0604020202020204" pitchFamily="34" charset="0"/>
                <a:ea typeface="宋体" panose="02010600030101010101" pitchFamily="2" charset="-122"/>
                <a:cs typeface="+mn-cs"/>
              </a:rPr>
            </a:fld>
            <a:endParaRPr lang="en-US" altLang="zh-CN" sz="1200" i="0" strike="noStrike" noProof="1" dirty="0">
              <a:latin typeface="Arial" panose="020B0604020202020204" pitchFamily="34" charset="0"/>
              <a:ea typeface="宋体" panose="02010600030101010101" pitchFamily="2"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rPr>
              <a:t>5: DataLink Layer</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7" name="灯片编号占位符 6"/>
          <p:cNvSpPr>
            <a:spLocks noGrp="1"/>
          </p:cNvSpPr>
          <p:nvPr>
            <p:ph type="sldNum" sz="quarter" idx="12"/>
          </p:nvPr>
        </p:nvSpPr>
        <p:spPr/>
        <p:txBody>
          <a:bodyPr/>
          <a:p>
            <a:pPr lvl="0" fontAlgn="base">
              <a:buNone/>
            </a:pPr>
            <a:r>
              <a:rPr lang="en-US" altLang="zh-CN" strike="noStrike" noProof="1" dirty="0">
                <a:latin typeface="Arial" panose="020B0604020202020204" pitchFamily="34" charset="0"/>
                <a:ea typeface="宋体" panose="02010600030101010101" pitchFamily="2" charset="-122"/>
                <a:cs typeface="+mn-cs"/>
              </a:rPr>
              <a:t>5-</a:t>
            </a:r>
            <a:fld id="{9A0DB2DC-4C9A-4742-B13C-FB6460FD3503}" type="slidenum">
              <a:rPr lang="en-US" altLang="zh-CN" sz="1200" i="0" strike="noStrike" noProof="1" dirty="0">
                <a:latin typeface="Arial" panose="020B0604020202020204" pitchFamily="34" charset="0"/>
                <a:ea typeface="宋体" panose="02010600030101010101" pitchFamily="2" charset="-122"/>
                <a:cs typeface="+mn-cs"/>
              </a:rPr>
            </a:fld>
            <a:endParaRPr lang="en-US" altLang="zh-CN" sz="1200" i="0" strike="noStrike" noProof="1" dirty="0">
              <a:latin typeface="Arial" panose="020B0604020202020204" pitchFamily="34" charset="0"/>
              <a:ea typeface="宋体" panose="02010600030101010101" pitchFamily="2"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2"/>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rPr>
              <a:t>5: DataLink Layer</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7" name="灯片编号占位符 6"/>
          <p:cNvSpPr>
            <a:spLocks noGrp="1"/>
          </p:cNvSpPr>
          <p:nvPr>
            <p:ph type="sldNum" sz="quarter" idx="12"/>
          </p:nvPr>
        </p:nvSpPr>
        <p:spPr/>
        <p:txBody>
          <a:bodyPr/>
          <a:p>
            <a:pPr lvl="0" fontAlgn="base">
              <a:buNone/>
            </a:pPr>
            <a:r>
              <a:rPr lang="en-US" altLang="zh-CN" strike="noStrike" noProof="1" dirty="0">
                <a:latin typeface="Arial" panose="020B0604020202020204" pitchFamily="34" charset="0"/>
                <a:ea typeface="宋体" panose="02010600030101010101" pitchFamily="2" charset="-122"/>
                <a:cs typeface="+mn-cs"/>
              </a:rPr>
              <a:t>5-</a:t>
            </a:r>
            <a:fld id="{9A0DB2DC-4C9A-4742-B13C-FB6460FD3503}" type="slidenum">
              <a:rPr lang="en-US" altLang="zh-CN" sz="1200" i="0" strike="noStrike" noProof="1" dirty="0">
                <a:latin typeface="Arial" panose="020B0604020202020204" pitchFamily="34" charset="0"/>
                <a:ea typeface="宋体" panose="02010600030101010101" pitchFamily="2" charset="-122"/>
                <a:cs typeface="+mn-cs"/>
              </a:rPr>
            </a:fld>
            <a:endParaRPr lang="en-US" altLang="zh-CN" sz="1200" i="0" strike="noStrike" noProof="1" dirty="0">
              <a:latin typeface="Arial" panose="020B0604020202020204" pitchFamily="34" charset="0"/>
              <a:ea typeface="宋体" panose="02010600030101010101" pitchFamily="2"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rPr>
              <a:t>5: DataLink Layer</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6" name="灯片编号占位符 5"/>
          <p:cNvSpPr>
            <a:spLocks noGrp="1"/>
          </p:cNvSpPr>
          <p:nvPr>
            <p:ph type="sldNum" sz="quarter" idx="12"/>
          </p:nvPr>
        </p:nvSpPr>
        <p:spPr/>
        <p:txBody>
          <a:bodyPr/>
          <a:p>
            <a:pPr lvl="0" fontAlgn="base">
              <a:buNone/>
            </a:pPr>
            <a:r>
              <a:rPr lang="en-US" altLang="zh-CN" strike="noStrike" noProof="1" dirty="0">
                <a:latin typeface="Arial" panose="020B0604020202020204" pitchFamily="34" charset="0"/>
                <a:ea typeface="宋体" panose="02010600030101010101" pitchFamily="2" charset="-122"/>
                <a:cs typeface="+mn-cs"/>
              </a:rPr>
              <a:t>5-</a:t>
            </a:r>
            <a:fld id="{9A0DB2DC-4C9A-4742-B13C-FB6460FD3503}" type="slidenum">
              <a:rPr lang="en-US" altLang="zh-CN" sz="1200" i="0" strike="noStrike" noProof="1" dirty="0">
                <a:latin typeface="Arial" panose="020B0604020202020204" pitchFamily="34" charset="0"/>
                <a:ea typeface="宋体" panose="02010600030101010101" pitchFamily="2" charset="-122"/>
                <a:cs typeface="+mn-cs"/>
              </a:rPr>
            </a:fld>
            <a:endParaRPr lang="en-US" altLang="zh-CN" sz="1200" i="0" strike="noStrike" noProof="1" dirty="0">
              <a:latin typeface="Arial" panose="020B0604020202020204" pitchFamily="34" charset="0"/>
              <a:ea typeface="宋体" panose="02010600030101010101" pitchFamily="2"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362700" y="228600"/>
            <a:ext cx="1943100" cy="60198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533400" y="228600"/>
            <a:ext cx="5676900" cy="60198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rPr>
              <a:t>5: DataLink Layer</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6" name="灯片编号占位符 5"/>
          <p:cNvSpPr>
            <a:spLocks noGrp="1"/>
          </p:cNvSpPr>
          <p:nvPr>
            <p:ph type="sldNum" sz="quarter" idx="12"/>
          </p:nvPr>
        </p:nvSpPr>
        <p:spPr/>
        <p:txBody>
          <a:bodyPr/>
          <a:p>
            <a:pPr lvl="0" fontAlgn="base">
              <a:buNone/>
            </a:pPr>
            <a:r>
              <a:rPr lang="en-US" altLang="zh-CN" strike="noStrike" noProof="1" dirty="0">
                <a:latin typeface="Arial" panose="020B0604020202020204" pitchFamily="34" charset="0"/>
                <a:ea typeface="宋体" panose="02010600030101010101" pitchFamily="2" charset="-122"/>
                <a:cs typeface="+mn-cs"/>
              </a:rPr>
              <a:t>5-</a:t>
            </a:r>
            <a:fld id="{9A0DB2DC-4C9A-4742-B13C-FB6460FD3503}" type="slidenum">
              <a:rPr lang="en-US" altLang="zh-CN" sz="1200" i="0" strike="noStrike" noProof="1" dirty="0">
                <a:latin typeface="Arial" panose="020B0604020202020204" pitchFamily="34" charset="0"/>
                <a:ea typeface="宋体" panose="02010600030101010101" pitchFamily="2" charset="-122"/>
                <a:cs typeface="+mn-cs"/>
              </a:rPr>
            </a:fld>
            <a:endParaRPr lang="en-US" altLang="zh-CN" sz="1200" i="0" strike="noStrike" noProof="1" dirty="0">
              <a:latin typeface="Arial" panose="020B0604020202020204" pitchFamily="34" charset="0"/>
              <a:ea typeface="宋体" panose="0201060003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533400" y="228600"/>
            <a:ext cx="77724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7" name="Rectangle 3"/>
          <p:cNvSpPr>
            <a:spLocks noGrp="1"/>
          </p:cNvSpPr>
          <p:nvPr>
            <p:ph type="body"/>
          </p:nvPr>
        </p:nvSpPr>
        <p:spPr>
          <a:xfrm>
            <a:off x="533400" y="1600200"/>
            <a:ext cx="7772400" cy="4648200"/>
          </a:xfrm>
          <a:prstGeom prst="rect">
            <a:avLst/>
          </a:prstGeom>
          <a:noFill/>
          <a:ln w="9525">
            <a:noFill/>
          </a:ln>
        </p:spPr>
        <p:txBody>
          <a:bodyPr anchor="t" anchorCtr="0"/>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lstStyle>
            <a:lvl1pPr>
              <a:defRPr sz="1400" i="0">
                <a:latin typeface="Times New Roman" panose="02020603050405020304" pitchFamily="18" charset="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5410200" y="6400800"/>
            <a:ext cx="2895600" cy="457200"/>
          </a:xfrm>
          <a:prstGeom prst="rect">
            <a:avLst/>
          </a:prstGeom>
          <a:noFill/>
          <a:ln>
            <a:noFill/>
          </a:ln>
          <a:effectLst/>
        </p:spPr>
        <p:txBody>
          <a:bodyPr vert="horz" wrap="square" lIns="91440" tIns="45720" rIns="91440" bIns="45720" numCol="1" anchor="t" anchorCtr="0" compatLnSpc="1"/>
          <a:lstStyle>
            <a:lvl1pPr algn="r">
              <a:defRPr sz="1200" i="0">
                <a:latin typeface="Arial" panose="020B0604020202020204" pitchFamily="34" charset="0"/>
                <a:ea typeface="宋体" panose="02010600030101010101" pitchFamily="2" charset="-122"/>
                <a:cs typeface="Arial" panose="020B0604020202020204" pitchFamily="34"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rPr>
              <a:t>5: DataLink Layer</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1030" name="Rectangle 6"/>
          <p:cNvSpPr>
            <a:spLocks noGrp="1" noChangeArrowheads="1"/>
          </p:cNvSpPr>
          <p:nvPr>
            <p:ph type="sldNum" sz="quarter" idx="4"/>
          </p:nvPr>
        </p:nvSpPr>
        <p:spPr bwMode="auto">
          <a:xfrm>
            <a:off x="8162925" y="6400800"/>
            <a:ext cx="676275" cy="457200"/>
          </a:xfrm>
          <a:prstGeom prst="rect">
            <a:avLst/>
          </a:prstGeom>
          <a:noFill/>
          <a:ln>
            <a:noFill/>
          </a:ln>
          <a:effectLst/>
        </p:spPr>
        <p:txBody>
          <a:bodyPr vert="horz" wrap="square" lIns="91440" tIns="45720" rIns="91440" bIns="45720" numCol="1" anchor="t" anchorCtr="0" compatLnSpc="1"/>
          <a:lstStyle>
            <a:lvl1pPr algn="r">
              <a:defRPr sz="1200" i="0">
                <a:latin typeface="Arial" panose="020B0604020202020204" pitchFamily="34" charset="0"/>
                <a:ea typeface="宋体" panose="02010600030101010101" pitchFamily="2" charset="-122"/>
              </a:defRPr>
            </a:lvl1pPr>
          </a:lstStyle>
          <a:p>
            <a:pPr lvl="0" fontAlgn="base">
              <a:buNone/>
            </a:pPr>
            <a:r>
              <a:rPr lang="en-US" altLang="zh-CN" strike="noStrike" noProof="1" dirty="0">
                <a:latin typeface="Arial" panose="020B0604020202020204" pitchFamily="34" charset="0"/>
                <a:ea typeface="宋体" panose="02010600030101010101" pitchFamily="2" charset="-122"/>
                <a:cs typeface="+mn-cs"/>
              </a:rPr>
              <a:t>5-</a:t>
            </a:r>
            <a:fld id="{9A0DB2DC-4C9A-4742-B13C-FB6460FD3503}" type="slidenum">
              <a:rPr lang="en-US" altLang="zh-CN" sz="1200" i="0" strike="noStrike" noProof="1" dirty="0">
                <a:latin typeface="Arial" panose="020B0604020202020204" pitchFamily="34" charset="0"/>
                <a:ea typeface="宋体" panose="02010600030101010101" pitchFamily="2" charset="-122"/>
                <a:cs typeface="+mn-cs"/>
              </a:rPr>
            </a:fld>
            <a:endParaRPr lang="en-US" altLang="zh-CN" sz="1200" i="0" strike="noStrike" noProof="1" dirty="0">
              <a:latin typeface="Arial" panose="020B060402020202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4000" u="sng" kern="1200">
          <a:solidFill>
            <a:schemeClr val="accent2"/>
          </a:solidFill>
          <a:latin typeface="+mj-lt"/>
          <a:ea typeface="+mj-ea"/>
          <a:cs typeface="+mj-cs"/>
        </a:defRPr>
      </a:lvl1pPr>
      <a:lvl2pPr algn="l" rtl="0" eaLnBrk="0" fontAlgn="base" hangingPunct="0">
        <a:spcBef>
          <a:spcPct val="0"/>
        </a:spcBef>
        <a:spcAft>
          <a:spcPct val="0"/>
        </a:spcAft>
        <a:defRPr sz="4000" u="sng">
          <a:solidFill>
            <a:schemeClr val="accent2"/>
          </a:solidFill>
          <a:latin typeface="Comic Sans MS" panose="030F0702030302020204" pitchFamily="66" charset="0"/>
        </a:defRPr>
      </a:lvl2pPr>
      <a:lvl3pPr algn="l" rtl="0" eaLnBrk="0" fontAlgn="base" hangingPunct="0">
        <a:spcBef>
          <a:spcPct val="0"/>
        </a:spcBef>
        <a:spcAft>
          <a:spcPct val="0"/>
        </a:spcAft>
        <a:defRPr sz="4000" u="sng">
          <a:solidFill>
            <a:schemeClr val="accent2"/>
          </a:solidFill>
          <a:latin typeface="Comic Sans MS" panose="030F0702030302020204" pitchFamily="66" charset="0"/>
        </a:defRPr>
      </a:lvl3pPr>
      <a:lvl4pPr algn="l" rtl="0" eaLnBrk="0" fontAlgn="base" hangingPunct="0">
        <a:spcBef>
          <a:spcPct val="0"/>
        </a:spcBef>
        <a:spcAft>
          <a:spcPct val="0"/>
        </a:spcAft>
        <a:defRPr sz="4000" u="sng">
          <a:solidFill>
            <a:schemeClr val="accent2"/>
          </a:solidFill>
          <a:latin typeface="Comic Sans MS" panose="030F0702030302020204" pitchFamily="66" charset="0"/>
        </a:defRPr>
      </a:lvl4pPr>
      <a:lvl5pPr algn="l" rtl="0" eaLnBrk="0" fontAlgn="base" hangingPunct="0">
        <a:spcBef>
          <a:spcPct val="0"/>
        </a:spcBef>
        <a:spcAft>
          <a:spcPct val="0"/>
        </a:spcAft>
        <a:defRPr sz="4000" u="sng">
          <a:solidFill>
            <a:schemeClr val="accent2"/>
          </a:solidFill>
          <a:latin typeface="Comic Sans MS" panose="030F0702030302020204" pitchFamily="66" charset="0"/>
        </a:defRPr>
      </a:lvl5pPr>
      <a:lvl6pPr marL="457200" algn="l" rtl="0" eaLnBrk="0" fontAlgn="base" hangingPunct="0">
        <a:spcBef>
          <a:spcPct val="0"/>
        </a:spcBef>
        <a:spcAft>
          <a:spcPct val="0"/>
        </a:spcAft>
        <a:defRPr sz="4000" u="sng">
          <a:solidFill>
            <a:schemeClr val="accent2"/>
          </a:solidFill>
          <a:latin typeface="Comic Sans MS" panose="030F0702030302020204" pitchFamily="66" charset="0"/>
        </a:defRPr>
      </a:lvl6pPr>
      <a:lvl7pPr marL="914400" algn="l" rtl="0" eaLnBrk="0" fontAlgn="base" hangingPunct="0">
        <a:spcBef>
          <a:spcPct val="0"/>
        </a:spcBef>
        <a:spcAft>
          <a:spcPct val="0"/>
        </a:spcAft>
        <a:defRPr sz="4000" u="sng">
          <a:solidFill>
            <a:schemeClr val="accent2"/>
          </a:solidFill>
          <a:latin typeface="Comic Sans MS" panose="030F0702030302020204" pitchFamily="66" charset="0"/>
        </a:defRPr>
      </a:lvl7pPr>
      <a:lvl8pPr marL="1371600" algn="l" rtl="0" eaLnBrk="0" fontAlgn="base" hangingPunct="0">
        <a:spcBef>
          <a:spcPct val="0"/>
        </a:spcBef>
        <a:spcAft>
          <a:spcPct val="0"/>
        </a:spcAft>
        <a:defRPr sz="4000" u="sng">
          <a:solidFill>
            <a:schemeClr val="accent2"/>
          </a:solidFill>
          <a:latin typeface="Comic Sans MS" panose="030F0702030302020204" pitchFamily="66" charset="0"/>
        </a:defRPr>
      </a:lvl8pPr>
      <a:lvl9pPr marL="1828800" algn="l" rtl="0" eaLnBrk="0" fontAlgn="base" hangingPunct="0">
        <a:spcBef>
          <a:spcPct val="0"/>
        </a:spcBef>
        <a:spcAft>
          <a:spcPct val="0"/>
        </a:spcAft>
        <a:defRPr sz="4000" u="sng">
          <a:solidFill>
            <a:schemeClr val="accent2"/>
          </a:solidFill>
          <a:latin typeface="Comic Sans MS" panose="030F0702030302020204" pitchFamily="66" charset="0"/>
        </a:defRPr>
      </a:lvl9pPr>
    </p:titleStyle>
    <p:bodyStyle>
      <a:lvl1pPr marL="342900" indent="-342900" algn="l" rtl="0" eaLnBrk="0" fontAlgn="base" hangingPunct="0">
        <a:spcBef>
          <a:spcPct val="20000"/>
        </a:spcBef>
        <a:spcAft>
          <a:spcPct val="0"/>
        </a:spcAft>
        <a:buClr>
          <a:schemeClr val="accent2"/>
        </a:buClr>
        <a:buSzPct val="85000"/>
        <a:buFont typeface="ZapfDingbats" pitchFamily="82" charset="2"/>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4.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vmlDrawing" Target="../drawings/vmlDrawing1.vml"/><Relationship Id="rId5" Type="http://schemas.openxmlformats.org/officeDocument/2006/relationships/slideLayout" Target="../slideLayouts/slideLayout4.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wmf"/><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9" Type="http://schemas.openxmlformats.org/officeDocument/2006/relationships/image" Target="../media/image13.wmf"/><Relationship Id="rId8" Type="http://schemas.openxmlformats.org/officeDocument/2006/relationships/oleObject" Target="../embeddings/oleObject7.bin"/><Relationship Id="rId7" Type="http://schemas.openxmlformats.org/officeDocument/2006/relationships/image" Target="../media/image12.wmf"/><Relationship Id="rId6" Type="http://schemas.openxmlformats.org/officeDocument/2006/relationships/oleObject" Target="../embeddings/oleObject6.bin"/><Relationship Id="rId5" Type="http://schemas.openxmlformats.org/officeDocument/2006/relationships/oleObject" Target="../embeddings/oleObject5.bin"/><Relationship Id="rId4" Type="http://schemas.openxmlformats.org/officeDocument/2006/relationships/oleObject" Target="../embeddings/oleObject4.bin"/><Relationship Id="rId3" Type="http://schemas.openxmlformats.org/officeDocument/2006/relationships/oleObject" Target="../embeddings/oleObject3.bin"/><Relationship Id="rId24" Type="http://schemas.openxmlformats.org/officeDocument/2006/relationships/notesSlide" Target="../notesSlides/notesSlide17.xml"/><Relationship Id="rId23" Type="http://schemas.openxmlformats.org/officeDocument/2006/relationships/vmlDrawing" Target="../drawings/vmlDrawing2.vml"/><Relationship Id="rId22" Type="http://schemas.openxmlformats.org/officeDocument/2006/relationships/slideLayout" Target="../slideLayouts/slideLayout2.xml"/><Relationship Id="rId21" Type="http://schemas.openxmlformats.org/officeDocument/2006/relationships/oleObject" Target="../embeddings/oleObject16.bin"/><Relationship Id="rId20" Type="http://schemas.openxmlformats.org/officeDocument/2006/relationships/image" Target="../media/image15.jpeg"/><Relationship Id="rId2" Type="http://schemas.openxmlformats.org/officeDocument/2006/relationships/image" Target="../media/image4.wmf"/><Relationship Id="rId19" Type="http://schemas.openxmlformats.org/officeDocument/2006/relationships/image" Target="../media/image14.GIF"/><Relationship Id="rId18" Type="http://schemas.openxmlformats.org/officeDocument/2006/relationships/oleObject" Target="../embeddings/oleObject15.bin"/><Relationship Id="rId17" Type="http://schemas.openxmlformats.org/officeDocument/2006/relationships/oleObject" Target="../embeddings/oleObject14.bin"/><Relationship Id="rId16" Type="http://schemas.openxmlformats.org/officeDocument/2006/relationships/oleObject" Target="../embeddings/oleObject13.bin"/><Relationship Id="rId15" Type="http://schemas.openxmlformats.org/officeDocument/2006/relationships/oleObject" Target="../embeddings/oleObject12.bin"/><Relationship Id="rId14" Type="http://schemas.openxmlformats.org/officeDocument/2006/relationships/oleObject" Target="../embeddings/oleObject11.bin"/><Relationship Id="rId13" Type="http://schemas.openxmlformats.org/officeDocument/2006/relationships/oleObject" Target="../embeddings/oleObject10.bin"/><Relationship Id="rId12" Type="http://schemas.openxmlformats.org/officeDocument/2006/relationships/image" Target="../media/image3.png"/><Relationship Id="rId11" Type="http://schemas.openxmlformats.org/officeDocument/2006/relationships/oleObject" Target="../embeddings/oleObject9.bin"/><Relationship Id="rId10" Type="http://schemas.openxmlformats.org/officeDocument/2006/relationships/oleObject" Target="../embeddings/oleObject8.bin"/><Relationship Id="rId1" Type="http://schemas.openxmlformats.org/officeDocument/2006/relationships/oleObject" Target="../embeddings/oleObject2.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image" Target="../media/image16.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6.xml"/><Relationship Id="rId2" Type="http://schemas.openxmlformats.org/officeDocument/2006/relationships/image" Target="../media/image19.png"/><Relationship Id="rId1" Type="http://schemas.openxmlformats.org/officeDocument/2006/relationships/image" Target="../media/image18.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6.xml"/><Relationship Id="rId1" Type="http://schemas.openxmlformats.org/officeDocument/2006/relationships/image" Target="../media/image2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9" Type="http://schemas.openxmlformats.org/officeDocument/2006/relationships/notesSlide" Target="../notesSlides/notesSlide34.xml"/><Relationship Id="rId8" Type="http://schemas.openxmlformats.org/officeDocument/2006/relationships/vmlDrawing" Target="../drawings/vmlDrawing3.vml"/><Relationship Id="rId7" Type="http://schemas.openxmlformats.org/officeDocument/2006/relationships/slideLayout" Target="../slideLayouts/slideLayout2.xml"/><Relationship Id="rId6" Type="http://schemas.openxmlformats.org/officeDocument/2006/relationships/oleObject" Target="../embeddings/oleObject21.bin"/><Relationship Id="rId5" Type="http://schemas.openxmlformats.org/officeDocument/2006/relationships/oleObject" Target="../embeddings/oleObject20.bin"/><Relationship Id="rId4" Type="http://schemas.openxmlformats.org/officeDocument/2006/relationships/oleObject" Target="../embeddings/oleObject19.bin"/><Relationship Id="rId3" Type="http://schemas.openxmlformats.org/officeDocument/2006/relationships/oleObject" Target="../embeddings/oleObject18.bin"/><Relationship Id="rId2" Type="http://schemas.openxmlformats.org/officeDocument/2006/relationships/image" Target="../media/image4.wmf"/><Relationship Id="rId1" Type="http://schemas.openxmlformats.org/officeDocument/2006/relationships/oleObject" Target="../embeddings/oleObject17.bin"/></Relationships>
</file>

<file path=ppt/slides/_rels/slide35.xml.rels><?xml version="1.0" encoding="UTF-8" standalone="yes"?>
<Relationships xmlns="http://schemas.openxmlformats.org/package/2006/relationships"><Relationship Id="rId8" Type="http://schemas.openxmlformats.org/officeDocument/2006/relationships/notesSlide" Target="../notesSlides/notesSlide35.xml"/><Relationship Id="rId7" Type="http://schemas.openxmlformats.org/officeDocument/2006/relationships/vmlDrawing" Target="../drawings/vmlDrawing4.vml"/><Relationship Id="rId6" Type="http://schemas.openxmlformats.org/officeDocument/2006/relationships/slideLayout" Target="../slideLayouts/slideLayout2.xml"/><Relationship Id="rId5" Type="http://schemas.openxmlformats.org/officeDocument/2006/relationships/oleObject" Target="../embeddings/oleObject25.bin"/><Relationship Id="rId4" Type="http://schemas.openxmlformats.org/officeDocument/2006/relationships/oleObject" Target="../embeddings/oleObject24.bin"/><Relationship Id="rId3" Type="http://schemas.openxmlformats.org/officeDocument/2006/relationships/oleObject" Target="../embeddings/oleObject23.bin"/><Relationship Id="rId2" Type="http://schemas.openxmlformats.org/officeDocument/2006/relationships/image" Target="../media/image4.wmf"/><Relationship Id="rId1" Type="http://schemas.openxmlformats.org/officeDocument/2006/relationships/oleObject" Target="../embeddings/oleObject22.bin"/></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notesSlide" Target="../notesSlides/notesSlide39.xml"/><Relationship Id="rId7" Type="http://schemas.openxmlformats.org/officeDocument/2006/relationships/vmlDrawing" Target="../drawings/vmlDrawing5.vml"/><Relationship Id="rId6" Type="http://schemas.openxmlformats.org/officeDocument/2006/relationships/slideLayout" Target="../slideLayouts/slideLayout2.xml"/><Relationship Id="rId5" Type="http://schemas.openxmlformats.org/officeDocument/2006/relationships/oleObject" Target="../embeddings/oleObject29.bin"/><Relationship Id="rId4" Type="http://schemas.openxmlformats.org/officeDocument/2006/relationships/oleObject" Target="../embeddings/oleObject28.bin"/><Relationship Id="rId3" Type="http://schemas.openxmlformats.org/officeDocument/2006/relationships/oleObject" Target="../embeddings/oleObject27.bin"/><Relationship Id="rId2" Type="http://schemas.openxmlformats.org/officeDocument/2006/relationships/image" Target="../media/image4.wmf"/><Relationship Id="rId1" Type="http://schemas.openxmlformats.org/officeDocument/2006/relationships/oleObject" Target="../embeddings/oleObject26.bin"/></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notesSlide" Target="../notesSlides/notesSlide41.xml"/><Relationship Id="rId7" Type="http://schemas.openxmlformats.org/officeDocument/2006/relationships/vmlDrawing" Target="../drawings/vmlDrawing6.vml"/><Relationship Id="rId6" Type="http://schemas.openxmlformats.org/officeDocument/2006/relationships/slideLayout" Target="../slideLayouts/slideLayout2.xml"/><Relationship Id="rId5" Type="http://schemas.openxmlformats.org/officeDocument/2006/relationships/oleObject" Target="../embeddings/oleObject33.bin"/><Relationship Id="rId4" Type="http://schemas.openxmlformats.org/officeDocument/2006/relationships/oleObject" Target="../embeddings/oleObject32.bin"/><Relationship Id="rId3" Type="http://schemas.openxmlformats.org/officeDocument/2006/relationships/oleObject" Target="../embeddings/oleObject31.bin"/><Relationship Id="rId2" Type="http://schemas.openxmlformats.org/officeDocument/2006/relationships/image" Target="../media/image4.wmf"/><Relationship Id="rId1" Type="http://schemas.openxmlformats.org/officeDocument/2006/relationships/oleObject" Target="../embeddings/oleObject30.bin"/></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8" Type="http://schemas.openxmlformats.org/officeDocument/2006/relationships/notesSlide" Target="../notesSlides/notesSlide43.xml"/><Relationship Id="rId7" Type="http://schemas.openxmlformats.org/officeDocument/2006/relationships/vmlDrawing" Target="../drawings/vmlDrawing7.vml"/><Relationship Id="rId6" Type="http://schemas.openxmlformats.org/officeDocument/2006/relationships/slideLayout" Target="../slideLayouts/slideLayout2.xml"/><Relationship Id="rId5" Type="http://schemas.openxmlformats.org/officeDocument/2006/relationships/oleObject" Target="../embeddings/oleObject37.bin"/><Relationship Id="rId4" Type="http://schemas.openxmlformats.org/officeDocument/2006/relationships/oleObject" Target="../embeddings/oleObject36.bin"/><Relationship Id="rId3" Type="http://schemas.openxmlformats.org/officeDocument/2006/relationships/oleObject" Target="../embeddings/oleObject35.bin"/><Relationship Id="rId2" Type="http://schemas.openxmlformats.org/officeDocument/2006/relationships/image" Target="../media/image4.wmf"/><Relationship Id="rId1" Type="http://schemas.openxmlformats.org/officeDocument/2006/relationships/oleObject" Target="../embeddings/oleObject34.bin"/></Relationships>
</file>

<file path=ppt/slides/_rels/slide44.xml.rels><?xml version="1.0" encoding="UTF-8" standalone="yes"?>
<Relationships xmlns="http://schemas.openxmlformats.org/package/2006/relationships"><Relationship Id="rId8" Type="http://schemas.openxmlformats.org/officeDocument/2006/relationships/notesSlide" Target="../notesSlides/notesSlide44.xml"/><Relationship Id="rId7" Type="http://schemas.openxmlformats.org/officeDocument/2006/relationships/vmlDrawing" Target="../drawings/vmlDrawing8.vml"/><Relationship Id="rId6" Type="http://schemas.openxmlformats.org/officeDocument/2006/relationships/slideLayout" Target="../slideLayouts/slideLayout2.xml"/><Relationship Id="rId5" Type="http://schemas.openxmlformats.org/officeDocument/2006/relationships/oleObject" Target="../embeddings/oleObject41.bin"/><Relationship Id="rId4" Type="http://schemas.openxmlformats.org/officeDocument/2006/relationships/oleObject" Target="../embeddings/oleObject40.bin"/><Relationship Id="rId3" Type="http://schemas.openxmlformats.org/officeDocument/2006/relationships/oleObject" Target="../embeddings/oleObject39.bin"/><Relationship Id="rId2" Type="http://schemas.openxmlformats.org/officeDocument/2006/relationships/image" Target="../media/image4.wmf"/><Relationship Id="rId1" Type="http://schemas.openxmlformats.org/officeDocument/2006/relationships/oleObject" Target="../embeddings/oleObject38.bin"/></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49.bin"/><Relationship Id="rId8" Type="http://schemas.openxmlformats.org/officeDocument/2006/relationships/oleObject" Target="../embeddings/oleObject48.bin"/><Relationship Id="rId7" Type="http://schemas.openxmlformats.org/officeDocument/2006/relationships/oleObject" Target="../embeddings/oleObject47.bin"/><Relationship Id="rId6" Type="http://schemas.openxmlformats.org/officeDocument/2006/relationships/oleObject" Target="../embeddings/oleObject46.bin"/><Relationship Id="rId5" Type="http://schemas.openxmlformats.org/officeDocument/2006/relationships/oleObject" Target="../embeddings/oleObject45.bin"/><Relationship Id="rId4" Type="http://schemas.openxmlformats.org/officeDocument/2006/relationships/oleObject" Target="../embeddings/oleObject44.bin"/><Relationship Id="rId3" Type="http://schemas.openxmlformats.org/officeDocument/2006/relationships/oleObject" Target="../embeddings/oleObject43.bin"/><Relationship Id="rId2" Type="http://schemas.openxmlformats.org/officeDocument/2006/relationships/image" Target="../media/image4.wmf"/><Relationship Id="rId13" Type="http://schemas.openxmlformats.org/officeDocument/2006/relationships/notesSlide" Target="../notesSlides/notesSlide47.xml"/><Relationship Id="rId12" Type="http://schemas.openxmlformats.org/officeDocument/2006/relationships/vmlDrawing" Target="../drawings/vmlDrawing9.vml"/><Relationship Id="rId11" Type="http://schemas.openxmlformats.org/officeDocument/2006/relationships/slideLayout" Target="../slideLayouts/slideLayout2.xml"/><Relationship Id="rId10" Type="http://schemas.openxmlformats.org/officeDocument/2006/relationships/oleObject" Target="../embeddings/oleObject50.bin"/><Relationship Id="rId1" Type="http://schemas.openxmlformats.org/officeDocument/2006/relationships/oleObject" Target="../embeddings/oleObject42.bin"/></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5" Type="http://schemas.openxmlformats.org/officeDocument/2006/relationships/notesSlide" Target="../notesSlides/notesSlide53.xml"/><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23.wmf"/><Relationship Id="rId1" Type="http://schemas.openxmlformats.org/officeDocument/2006/relationships/oleObject" Target="../embeddings/oleObject51.bin"/></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8" Type="http://schemas.openxmlformats.org/officeDocument/2006/relationships/notesSlide" Target="../notesSlides/notesSlide57.xml"/><Relationship Id="rId7" Type="http://schemas.openxmlformats.org/officeDocument/2006/relationships/vmlDrawing" Target="../drawings/vmlDrawing11.vml"/><Relationship Id="rId6" Type="http://schemas.openxmlformats.org/officeDocument/2006/relationships/slideLayout" Target="../slideLayouts/slideLayout2.xml"/><Relationship Id="rId5" Type="http://schemas.openxmlformats.org/officeDocument/2006/relationships/oleObject" Target="../embeddings/oleObject55.bin"/><Relationship Id="rId4" Type="http://schemas.openxmlformats.org/officeDocument/2006/relationships/oleObject" Target="../embeddings/oleObject54.bin"/><Relationship Id="rId3" Type="http://schemas.openxmlformats.org/officeDocument/2006/relationships/oleObject" Target="../embeddings/oleObject53.bin"/><Relationship Id="rId2" Type="http://schemas.openxmlformats.org/officeDocument/2006/relationships/image" Target="../media/image4.wmf"/><Relationship Id="rId1" Type="http://schemas.openxmlformats.org/officeDocument/2006/relationships/oleObject" Target="../embeddings/oleObject52.bin"/></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9" Type="http://schemas.openxmlformats.org/officeDocument/2006/relationships/vmlDrawing" Target="../drawings/vmlDrawing12.vml"/><Relationship Id="rId8" Type="http://schemas.openxmlformats.org/officeDocument/2006/relationships/slideLayout" Target="../slideLayouts/slideLayout2.xml"/><Relationship Id="rId7" Type="http://schemas.openxmlformats.org/officeDocument/2006/relationships/oleObject" Target="../embeddings/oleObject61.bin"/><Relationship Id="rId6" Type="http://schemas.openxmlformats.org/officeDocument/2006/relationships/oleObject" Target="../embeddings/oleObject60.bin"/><Relationship Id="rId5" Type="http://schemas.openxmlformats.org/officeDocument/2006/relationships/oleObject" Target="../embeddings/oleObject59.bin"/><Relationship Id="rId4" Type="http://schemas.openxmlformats.org/officeDocument/2006/relationships/oleObject" Target="../embeddings/oleObject58.bin"/><Relationship Id="rId3" Type="http://schemas.openxmlformats.org/officeDocument/2006/relationships/oleObject" Target="../embeddings/oleObject57.bin"/><Relationship Id="rId2" Type="http://schemas.openxmlformats.org/officeDocument/2006/relationships/image" Target="../media/image4.wmf"/><Relationship Id="rId10" Type="http://schemas.openxmlformats.org/officeDocument/2006/relationships/notesSlide" Target="../notesSlides/notesSlide59.xml"/><Relationship Id="rId1" Type="http://schemas.openxmlformats.org/officeDocument/2006/relationships/oleObject" Target="../embeddings/oleObject56.bin"/></Relationships>
</file>

<file path=ppt/slides/_rels/slide60.xml.rels><?xml version="1.0" encoding="UTF-8" standalone="yes"?>
<Relationships xmlns="http://schemas.openxmlformats.org/package/2006/relationships"><Relationship Id="rId9" Type="http://schemas.openxmlformats.org/officeDocument/2006/relationships/vmlDrawing" Target="../drawings/vmlDrawing13.vml"/><Relationship Id="rId8" Type="http://schemas.openxmlformats.org/officeDocument/2006/relationships/slideLayout" Target="../slideLayouts/slideLayout2.xml"/><Relationship Id="rId7" Type="http://schemas.openxmlformats.org/officeDocument/2006/relationships/oleObject" Target="../embeddings/oleObject67.bin"/><Relationship Id="rId6" Type="http://schemas.openxmlformats.org/officeDocument/2006/relationships/oleObject" Target="../embeddings/oleObject66.bin"/><Relationship Id="rId5" Type="http://schemas.openxmlformats.org/officeDocument/2006/relationships/oleObject" Target="../embeddings/oleObject65.bin"/><Relationship Id="rId4" Type="http://schemas.openxmlformats.org/officeDocument/2006/relationships/oleObject" Target="../embeddings/oleObject64.bin"/><Relationship Id="rId3" Type="http://schemas.openxmlformats.org/officeDocument/2006/relationships/oleObject" Target="../embeddings/oleObject63.bin"/><Relationship Id="rId2" Type="http://schemas.openxmlformats.org/officeDocument/2006/relationships/image" Target="../media/image4.wmf"/><Relationship Id="rId10" Type="http://schemas.openxmlformats.org/officeDocument/2006/relationships/notesSlide" Target="../notesSlides/notesSlide60.xml"/><Relationship Id="rId1" Type="http://schemas.openxmlformats.org/officeDocument/2006/relationships/oleObject" Target="../embeddings/oleObject62.bin"/></Relationships>
</file>

<file path=ppt/slides/_rels/slide61.xml.rels><?xml version="1.0" encoding="UTF-8" standalone="yes"?>
<Relationships xmlns="http://schemas.openxmlformats.org/package/2006/relationships"><Relationship Id="rId9" Type="http://schemas.openxmlformats.org/officeDocument/2006/relationships/vmlDrawing" Target="../drawings/vmlDrawing14.vml"/><Relationship Id="rId8" Type="http://schemas.openxmlformats.org/officeDocument/2006/relationships/slideLayout" Target="../slideLayouts/slideLayout2.xml"/><Relationship Id="rId7" Type="http://schemas.openxmlformats.org/officeDocument/2006/relationships/oleObject" Target="../embeddings/oleObject73.bin"/><Relationship Id="rId6" Type="http://schemas.openxmlformats.org/officeDocument/2006/relationships/oleObject" Target="../embeddings/oleObject72.bin"/><Relationship Id="rId5" Type="http://schemas.openxmlformats.org/officeDocument/2006/relationships/oleObject" Target="../embeddings/oleObject71.bin"/><Relationship Id="rId4" Type="http://schemas.openxmlformats.org/officeDocument/2006/relationships/oleObject" Target="../embeddings/oleObject70.bin"/><Relationship Id="rId3" Type="http://schemas.openxmlformats.org/officeDocument/2006/relationships/oleObject" Target="../embeddings/oleObject69.bin"/><Relationship Id="rId2" Type="http://schemas.openxmlformats.org/officeDocument/2006/relationships/image" Target="../media/image4.wmf"/><Relationship Id="rId10" Type="http://schemas.openxmlformats.org/officeDocument/2006/relationships/notesSlide" Target="../notesSlides/notesSlide61.xml"/><Relationship Id="rId1" Type="http://schemas.openxmlformats.org/officeDocument/2006/relationships/oleObject" Target="../embeddings/oleObject68.bin"/></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9" Type="http://schemas.openxmlformats.org/officeDocument/2006/relationships/vmlDrawing" Target="../drawings/vmlDrawing15.vml"/><Relationship Id="rId8" Type="http://schemas.openxmlformats.org/officeDocument/2006/relationships/slideLayout" Target="../slideLayouts/slideLayout2.xml"/><Relationship Id="rId7" Type="http://schemas.openxmlformats.org/officeDocument/2006/relationships/oleObject" Target="../embeddings/oleObject79.bin"/><Relationship Id="rId6" Type="http://schemas.openxmlformats.org/officeDocument/2006/relationships/oleObject" Target="../embeddings/oleObject78.bin"/><Relationship Id="rId5" Type="http://schemas.openxmlformats.org/officeDocument/2006/relationships/oleObject" Target="../embeddings/oleObject77.bin"/><Relationship Id="rId4" Type="http://schemas.openxmlformats.org/officeDocument/2006/relationships/oleObject" Target="../embeddings/oleObject76.bin"/><Relationship Id="rId3" Type="http://schemas.openxmlformats.org/officeDocument/2006/relationships/oleObject" Target="../embeddings/oleObject75.bin"/><Relationship Id="rId2" Type="http://schemas.openxmlformats.org/officeDocument/2006/relationships/image" Target="../media/image4.wmf"/><Relationship Id="rId10" Type="http://schemas.openxmlformats.org/officeDocument/2006/relationships/notesSlide" Target="../notesSlides/notesSlide63.xml"/><Relationship Id="rId1" Type="http://schemas.openxmlformats.org/officeDocument/2006/relationships/oleObject" Target="../embeddings/oleObject74.bin"/></Relationships>
</file>

<file path=ppt/slides/_rels/slide64.xml.rels><?xml version="1.0" encoding="UTF-8" standalone="yes"?>
<Relationships xmlns="http://schemas.openxmlformats.org/package/2006/relationships"><Relationship Id="rId9" Type="http://schemas.openxmlformats.org/officeDocument/2006/relationships/oleObject" Target="../embeddings/oleObject87.bin"/><Relationship Id="rId8" Type="http://schemas.openxmlformats.org/officeDocument/2006/relationships/oleObject" Target="../embeddings/oleObject86.bin"/><Relationship Id="rId7" Type="http://schemas.openxmlformats.org/officeDocument/2006/relationships/oleObject" Target="../embeddings/oleObject85.bin"/><Relationship Id="rId6" Type="http://schemas.openxmlformats.org/officeDocument/2006/relationships/oleObject" Target="../embeddings/oleObject84.bin"/><Relationship Id="rId5" Type="http://schemas.openxmlformats.org/officeDocument/2006/relationships/oleObject" Target="../embeddings/oleObject83.bin"/><Relationship Id="rId4" Type="http://schemas.openxmlformats.org/officeDocument/2006/relationships/oleObject" Target="../embeddings/oleObject82.bin"/><Relationship Id="rId3" Type="http://schemas.openxmlformats.org/officeDocument/2006/relationships/oleObject" Target="../embeddings/oleObject81.bin"/><Relationship Id="rId2" Type="http://schemas.openxmlformats.org/officeDocument/2006/relationships/image" Target="../media/image4.wmf"/><Relationship Id="rId13" Type="http://schemas.openxmlformats.org/officeDocument/2006/relationships/notesSlide" Target="../notesSlides/notesSlide64.xml"/><Relationship Id="rId12" Type="http://schemas.openxmlformats.org/officeDocument/2006/relationships/vmlDrawing" Target="../drawings/vmlDrawing16.vml"/><Relationship Id="rId11" Type="http://schemas.openxmlformats.org/officeDocument/2006/relationships/slideLayout" Target="../slideLayouts/slideLayout2.xml"/><Relationship Id="rId10" Type="http://schemas.openxmlformats.org/officeDocument/2006/relationships/oleObject" Target="../embeddings/oleObject88.bin"/><Relationship Id="rId1" Type="http://schemas.openxmlformats.org/officeDocument/2006/relationships/oleObject" Target="../embeddings/oleObject80.bin"/></Relationships>
</file>

<file path=ppt/slides/_rels/slide65.xml.rels><?xml version="1.0" encoding="UTF-8" standalone="yes"?>
<Relationships xmlns="http://schemas.openxmlformats.org/package/2006/relationships"><Relationship Id="rId9" Type="http://schemas.openxmlformats.org/officeDocument/2006/relationships/oleObject" Target="../embeddings/oleObject96.bin"/><Relationship Id="rId8" Type="http://schemas.openxmlformats.org/officeDocument/2006/relationships/oleObject" Target="../embeddings/oleObject95.bin"/><Relationship Id="rId7" Type="http://schemas.openxmlformats.org/officeDocument/2006/relationships/oleObject" Target="../embeddings/oleObject94.bin"/><Relationship Id="rId6" Type="http://schemas.openxmlformats.org/officeDocument/2006/relationships/oleObject" Target="../embeddings/oleObject93.bin"/><Relationship Id="rId5" Type="http://schemas.openxmlformats.org/officeDocument/2006/relationships/oleObject" Target="../embeddings/oleObject92.bin"/><Relationship Id="rId4" Type="http://schemas.openxmlformats.org/officeDocument/2006/relationships/oleObject" Target="../embeddings/oleObject91.bin"/><Relationship Id="rId3" Type="http://schemas.openxmlformats.org/officeDocument/2006/relationships/oleObject" Target="../embeddings/oleObject90.bin"/><Relationship Id="rId2" Type="http://schemas.openxmlformats.org/officeDocument/2006/relationships/image" Target="../media/image4.wmf"/><Relationship Id="rId13" Type="http://schemas.openxmlformats.org/officeDocument/2006/relationships/notesSlide" Target="../notesSlides/notesSlide65.xml"/><Relationship Id="rId12" Type="http://schemas.openxmlformats.org/officeDocument/2006/relationships/vmlDrawing" Target="../drawings/vmlDrawing17.vml"/><Relationship Id="rId11" Type="http://schemas.openxmlformats.org/officeDocument/2006/relationships/slideLayout" Target="../slideLayouts/slideLayout2.xml"/><Relationship Id="rId10" Type="http://schemas.openxmlformats.org/officeDocument/2006/relationships/oleObject" Target="../embeddings/oleObject97.bin"/><Relationship Id="rId1" Type="http://schemas.openxmlformats.org/officeDocument/2006/relationships/oleObject" Target="../embeddings/oleObject89.bin"/></Relationships>
</file>

<file path=ppt/slides/_rels/slide66.xml.rels><?xml version="1.0" encoding="UTF-8" standalone="yes"?>
<Relationships xmlns="http://schemas.openxmlformats.org/package/2006/relationships"><Relationship Id="rId9" Type="http://schemas.openxmlformats.org/officeDocument/2006/relationships/oleObject" Target="../embeddings/oleObject105.bin"/><Relationship Id="rId8" Type="http://schemas.openxmlformats.org/officeDocument/2006/relationships/oleObject" Target="../embeddings/oleObject104.bin"/><Relationship Id="rId7" Type="http://schemas.openxmlformats.org/officeDocument/2006/relationships/oleObject" Target="../embeddings/oleObject103.bin"/><Relationship Id="rId6" Type="http://schemas.openxmlformats.org/officeDocument/2006/relationships/oleObject" Target="../embeddings/oleObject102.bin"/><Relationship Id="rId5" Type="http://schemas.openxmlformats.org/officeDocument/2006/relationships/oleObject" Target="../embeddings/oleObject101.bin"/><Relationship Id="rId4" Type="http://schemas.openxmlformats.org/officeDocument/2006/relationships/oleObject" Target="../embeddings/oleObject100.bin"/><Relationship Id="rId3" Type="http://schemas.openxmlformats.org/officeDocument/2006/relationships/oleObject" Target="../embeddings/oleObject99.bin"/><Relationship Id="rId2" Type="http://schemas.openxmlformats.org/officeDocument/2006/relationships/image" Target="../media/image4.wmf"/><Relationship Id="rId13" Type="http://schemas.openxmlformats.org/officeDocument/2006/relationships/notesSlide" Target="../notesSlides/notesSlide66.xml"/><Relationship Id="rId12" Type="http://schemas.openxmlformats.org/officeDocument/2006/relationships/vmlDrawing" Target="../drawings/vmlDrawing18.vml"/><Relationship Id="rId11" Type="http://schemas.openxmlformats.org/officeDocument/2006/relationships/slideLayout" Target="../slideLayouts/slideLayout6.xml"/><Relationship Id="rId10" Type="http://schemas.openxmlformats.org/officeDocument/2006/relationships/oleObject" Target="../embeddings/oleObject106.bin"/><Relationship Id="rId1" Type="http://schemas.openxmlformats.org/officeDocument/2006/relationships/oleObject" Target="../embeddings/oleObject98.bin"/></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image" Target="../media/image25.jpeg"/></Relationships>
</file>

<file path=ppt/slides/_rels/slide68.xml.rels><?xml version="1.0" encoding="UTF-8" standalone="yes"?>
<Relationships xmlns="http://schemas.openxmlformats.org/package/2006/relationships"><Relationship Id="rId9" Type="http://schemas.openxmlformats.org/officeDocument/2006/relationships/oleObject" Target="../embeddings/oleObject114.bin"/><Relationship Id="rId8" Type="http://schemas.openxmlformats.org/officeDocument/2006/relationships/oleObject" Target="../embeddings/oleObject113.bin"/><Relationship Id="rId7" Type="http://schemas.openxmlformats.org/officeDocument/2006/relationships/oleObject" Target="../embeddings/oleObject112.bin"/><Relationship Id="rId6" Type="http://schemas.openxmlformats.org/officeDocument/2006/relationships/oleObject" Target="../embeddings/oleObject111.bin"/><Relationship Id="rId5" Type="http://schemas.openxmlformats.org/officeDocument/2006/relationships/oleObject" Target="../embeddings/oleObject110.bin"/><Relationship Id="rId4" Type="http://schemas.openxmlformats.org/officeDocument/2006/relationships/oleObject" Target="../embeddings/oleObject109.bin"/><Relationship Id="rId3" Type="http://schemas.openxmlformats.org/officeDocument/2006/relationships/oleObject" Target="../embeddings/oleObject108.bin"/><Relationship Id="rId2" Type="http://schemas.openxmlformats.org/officeDocument/2006/relationships/image" Target="../media/image4.wmf"/><Relationship Id="rId13" Type="http://schemas.openxmlformats.org/officeDocument/2006/relationships/notesSlide" Target="../notesSlides/notesSlide68.xml"/><Relationship Id="rId12" Type="http://schemas.openxmlformats.org/officeDocument/2006/relationships/vmlDrawing" Target="../drawings/vmlDrawing19.vml"/><Relationship Id="rId11" Type="http://schemas.openxmlformats.org/officeDocument/2006/relationships/slideLayout" Target="../slideLayouts/slideLayout2.xml"/><Relationship Id="rId10" Type="http://schemas.openxmlformats.org/officeDocument/2006/relationships/oleObject" Target="../embeddings/oleObject115.bin"/><Relationship Id="rId1" Type="http://schemas.openxmlformats.org/officeDocument/2006/relationships/oleObject" Target="../embeddings/oleObject107.bin"/></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7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image" Target="../media/image27.wmf"/></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9" Type="http://schemas.openxmlformats.org/officeDocument/2006/relationships/oleObject" Target="../embeddings/oleObject122.bin"/><Relationship Id="rId8" Type="http://schemas.openxmlformats.org/officeDocument/2006/relationships/oleObject" Target="../embeddings/oleObject121.bin"/><Relationship Id="rId7" Type="http://schemas.openxmlformats.org/officeDocument/2006/relationships/oleObject" Target="../embeddings/oleObject120.bin"/><Relationship Id="rId6" Type="http://schemas.openxmlformats.org/officeDocument/2006/relationships/oleObject" Target="../embeddings/oleObject119.bin"/><Relationship Id="rId5" Type="http://schemas.openxmlformats.org/officeDocument/2006/relationships/image" Target="../media/image33.wmf"/><Relationship Id="rId4" Type="http://schemas.openxmlformats.org/officeDocument/2006/relationships/oleObject" Target="../embeddings/oleObject118.bin"/><Relationship Id="rId3" Type="http://schemas.openxmlformats.org/officeDocument/2006/relationships/oleObject" Target="../embeddings/oleObject117.bin"/><Relationship Id="rId2" Type="http://schemas.openxmlformats.org/officeDocument/2006/relationships/image" Target="../media/image4.wmf"/><Relationship Id="rId15" Type="http://schemas.openxmlformats.org/officeDocument/2006/relationships/notesSlide" Target="../notesSlides/notesSlide81.xml"/><Relationship Id="rId14" Type="http://schemas.openxmlformats.org/officeDocument/2006/relationships/vmlDrawing" Target="../drawings/vmlDrawing20.vml"/><Relationship Id="rId13" Type="http://schemas.openxmlformats.org/officeDocument/2006/relationships/slideLayout" Target="../slideLayouts/slideLayout2.xml"/><Relationship Id="rId12" Type="http://schemas.openxmlformats.org/officeDocument/2006/relationships/oleObject" Target="../embeddings/oleObject125.bin"/><Relationship Id="rId11" Type="http://schemas.openxmlformats.org/officeDocument/2006/relationships/oleObject" Target="../embeddings/oleObject124.bin"/><Relationship Id="rId10" Type="http://schemas.openxmlformats.org/officeDocument/2006/relationships/oleObject" Target="../embeddings/oleObject123.bin"/><Relationship Id="rId1" Type="http://schemas.openxmlformats.org/officeDocument/2006/relationships/oleObject" Target="../embeddings/oleObject116.bin"/></Relationships>
</file>

<file path=ppt/slides/_rels/slide85.xml.rels><?xml version="1.0" encoding="UTF-8" standalone="yes"?>
<Relationships xmlns="http://schemas.openxmlformats.org/package/2006/relationships"><Relationship Id="rId9" Type="http://schemas.openxmlformats.org/officeDocument/2006/relationships/oleObject" Target="../embeddings/oleObject132.bin"/><Relationship Id="rId8" Type="http://schemas.openxmlformats.org/officeDocument/2006/relationships/oleObject" Target="../embeddings/oleObject131.bin"/><Relationship Id="rId7" Type="http://schemas.openxmlformats.org/officeDocument/2006/relationships/oleObject" Target="../embeddings/oleObject130.bin"/><Relationship Id="rId6" Type="http://schemas.openxmlformats.org/officeDocument/2006/relationships/oleObject" Target="../embeddings/oleObject129.bin"/><Relationship Id="rId5" Type="http://schemas.openxmlformats.org/officeDocument/2006/relationships/image" Target="../media/image33.wmf"/><Relationship Id="rId4" Type="http://schemas.openxmlformats.org/officeDocument/2006/relationships/oleObject" Target="../embeddings/oleObject128.bin"/><Relationship Id="rId3" Type="http://schemas.openxmlformats.org/officeDocument/2006/relationships/oleObject" Target="../embeddings/oleObject127.bin"/><Relationship Id="rId2" Type="http://schemas.openxmlformats.org/officeDocument/2006/relationships/image" Target="../media/image4.wmf"/><Relationship Id="rId15" Type="http://schemas.openxmlformats.org/officeDocument/2006/relationships/notesSlide" Target="../notesSlides/notesSlide82.xml"/><Relationship Id="rId14" Type="http://schemas.openxmlformats.org/officeDocument/2006/relationships/vmlDrawing" Target="../drawings/vmlDrawing21.vml"/><Relationship Id="rId13" Type="http://schemas.openxmlformats.org/officeDocument/2006/relationships/slideLayout" Target="../slideLayouts/slideLayout2.xml"/><Relationship Id="rId12" Type="http://schemas.openxmlformats.org/officeDocument/2006/relationships/oleObject" Target="../embeddings/oleObject135.bin"/><Relationship Id="rId11" Type="http://schemas.openxmlformats.org/officeDocument/2006/relationships/oleObject" Target="../embeddings/oleObject134.bin"/><Relationship Id="rId10" Type="http://schemas.openxmlformats.org/officeDocument/2006/relationships/oleObject" Target="../embeddings/oleObject133.bin"/><Relationship Id="rId1" Type="http://schemas.openxmlformats.org/officeDocument/2006/relationships/oleObject" Target="../embeddings/oleObject126.bin"/></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6" Type="http://schemas.openxmlformats.org/officeDocument/2006/relationships/vmlDrawing" Target="../drawings/vmlDrawing22.vml"/><Relationship Id="rId5" Type="http://schemas.openxmlformats.org/officeDocument/2006/relationships/slideLayout" Target="../slideLayouts/slideLayout2.xml"/><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13.wmf"/><Relationship Id="rId1" Type="http://schemas.openxmlformats.org/officeDocument/2006/relationships/oleObject" Target="../embeddings/oleObject136.bin"/></Relationships>
</file>

<file path=ppt/slides/_rels/slide95.xml.rels><?xml version="1.0" encoding="UTF-8" standalone="yes"?>
<Relationships xmlns="http://schemas.openxmlformats.org/package/2006/relationships"><Relationship Id="rId5" Type="http://schemas.openxmlformats.org/officeDocument/2006/relationships/notesSlide" Target="../notesSlides/notesSlide91.xml"/><Relationship Id="rId4" Type="http://schemas.openxmlformats.org/officeDocument/2006/relationships/vmlDrawing" Target="../drawings/vmlDrawing23.vml"/><Relationship Id="rId3" Type="http://schemas.openxmlformats.org/officeDocument/2006/relationships/slideLayout" Target="../slideLayouts/slideLayout2.xml"/><Relationship Id="rId2" Type="http://schemas.openxmlformats.org/officeDocument/2006/relationships/image" Target="../media/image13.wmf"/><Relationship Id="rId1" Type="http://schemas.openxmlformats.org/officeDocument/2006/relationships/oleObject" Target="../embeddings/oleObject137.bin"/></Relationships>
</file>

<file path=ppt/slides/_rels/slide96.xml.rels><?xml version="1.0" encoding="UTF-8" standalone="yes"?>
<Relationships xmlns="http://schemas.openxmlformats.org/package/2006/relationships"><Relationship Id="rId4" Type="http://schemas.openxmlformats.org/officeDocument/2006/relationships/vmlDrawing" Target="../drawings/vmlDrawing24.vml"/><Relationship Id="rId3" Type="http://schemas.openxmlformats.org/officeDocument/2006/relationships/slideLayout" Target="../slideLayouts/slideLayout2.xml"/><Relationship Id="rId2" Type="http://schemas.openxmlformats.org/officeDocument/2006/relationships/image" Target="../media/image13.wmf"/><Relationship Id="rId1" Type="http://schemas.openxmlformats.org/officeDocument/2006/relationships/oleObject" Target="../embeddings/oleObject138.bin"/></Relationships>
</file>

<file path=ppt/slides/_rels/slide97.xml.rels><?xml version="1.0" encoding="UTF-8" standalone="yes"?>
<Relationships xmlns="http://schemas.openxmlformats.org/package/2006/relationships"><Relationship Id="rId4" Type="http://schemas.openxmlformats.org/officeDocument/2006/relationships/vmlDrawing" Target="../drawings/vmlDrawing25.vml"/><Relationship Id="rId3" Type="http://schemas.openxmlformats.org/officeDocument/2006/relationships/slideLayout" Target="../slideLayouts/slideLayout2.xml"/><Relationship Id="rId2" Type="http://schemas.openxmlformats.org/officeDocument/2006/relationships/image" Target="../media/image13.wmf"/><Relationship Id="rId1" Type="http://schemas.openxmlformats.org/officeDocument/2006/relationships/oleObject" Target="../embeddings/oleObject139.bin"/></Relationships>
</file>

<file path=ppt/slides/_rels/slide98.xml.rels><?xml version="1.0" encoding="UTF-8" standalone="yes"?>
<Relationships xmlns="http://schemas.openxmlformats.org/package/2006/relationships"><Relationship Id="rId4" Type="http://schemas.openxmlformats.org/officeDocument/2006/relationships/vmlDrawing" Target="../drawings/vmlDrawing26.vml"/><Relationship Id="rId3" Type="http://schemas.openxmlformats.org/officeDocument/2006/relationships/slideLayout" Target="../slideLayouts/slideLayout2.xml"/><Relationship Id="rId2" Type="http://schemas.openxmlformats.org/officeDocument/2006/relationships/image" Target="../media/image13.wmf"/><Relationship Id="rId1" Type="http://schemas.openxmlformats.org/officeDocument/2006/relationships/oleObject" Target="../embeddings/oleObject140.bin"/></Relationships>
</file>

<file path=ppt/slides/_rels/slide99.xml.rels><?xml version="1.0" encoding="UTF-8" standalone="yes"?>
<Relationships xmlns="http://schemas.openxmlformats.org/package/2006/relationships"><Relationship Id="rId4" Type="http://schemas.openxmlformats.org/officeDocument/2006/relationships/vmlDrawing" Target="../drawings/vmlDrawing27.vml"/><Relationship Id="rId3" Type="http://schemas.openxmlformats.org/officeDocument/2006/relationships/slideLayout" Target="../slideLayouts/slideLayout2.xml"/><Relationship Id="rId2" Type="http://schemas.openxmlformats.org/officeDocument/2006/relationships/image" Target="../media/image13.wmf"/><Relationship Id="rId1" Type="http://schemas.openxmlformats.org/officeDocument/2006/relationships/oleObject" Target="../embeddings/oleObject141.bin"/></Relationships>
</file>

<file path=ppt/slides/_rels/slide100.xml.rels><?xml version="1.0" encoding="UTF-8" standalone="yes"?>
<Relationships xmlns="http://schemas.openxmlformats.org/package/2006/relationships"><Relationship Id="rId5" Type="http://schemas.openxmlformats.org/officeDocument/2006/relationships/vmlDrawing" Target="../drawings/vmlDrawing28.vml"/><Relationship Id="rId4" Type="http://schemas.openxmlformats.org/officeDocument/2006/relationships/slideLayout" Target="../slideLayouts/slideLayout2.xml"/><Relationship Id="rId3" Type="http://schemas.openxmlformats.org/officeDocument/2006/relationships/image" Target="../media/image34.png"/><Relationship Id="rId2" Type="http://schemas.openxmlformats.org/officeDocument/2006/relationships/image" Target="../media/image13.wmf"/><Relationship Id="rId1" Type="http://schemas.openxmlformats.org/officeDocument/2006/relationships/oleObject" Target="../embeddings/oleObject142.bin"/></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页脚占位符 2"/>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4098"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4099" name="Rectangle 2"/>
          <p:cNvSpPr/>
          <p:nvPr/>
        </p:nvSpPr>
        <p:spPr>
          <a:xfrm>
            <a:off x="382588" y="493713"/>
            <a:ext cx="5764212" cy="1724025"/>
          </a:xfrm>
          <a:prstGeom prst="rect">
            <a:avLst/>
          </a:prstGeom>
          <a:noFill/>
          <a:ln w="9525">
            <a:noFill/>
          </a:ln>
        </p:spPr>
        <p:txBody>
          <a:bodyPr anchor="ctr" anchorCtr="0"/>
          <a:p>
            <a:pPr eaLnBrk="0" hangingPunct="0">
              <a:buClrTx/>
              <a:buFontTx/>
            </a:pPr>
            <a:r>
              <a:rPr lang="en-US" altLang="zh-CN" sz="4000" i="0" dirty="0">
                <a:solidFill>
                  <a:schemeClr val="accent2"/>
                </a:solidFill>
                <a:latin typeface="Comic Sans MS" panose="030F0702030302020204" pitchFamily="66" charset="0"/>
                <a:ea typeface="宋体" panose="02010600030101010101" pitchFamily="2" charset="-122"/>
              </a:rPr>
              <a:t>Chapter 5</a:t>
            </a:r>
            <a:br>
              <a:rPr lang="en-US" altLang="zh-CN" sz="4000" i="0" dirty="0">
                <a:solidFill>
                  <a:schemeClr val="accent2"/>
                </a:solidFill>
                <a:latin typeface="Comic Sans MS" panose="030F0702030302020204" pitchFamily="66" charset="0"/>
                <a:ea typeface="宋体" panose="02010600030101010101" pitchFamily="2" charset="-122"/>
              </a:rPr>
            </a:br>
            <a:r>
              <a:rPr lang="en-US" altLang="zh-CN" sz="4000" i="0" dirty="0">
                <a:solidFill>
                  <a:schemeClr val="accent2"/>
                </a:solidFill>
                <a:latin typeface="Comic Sans MS" panose="030F0702030302020204" pitchFamily="66" charset="0"/>
                <a:ea typeface="宋体" panose="02010600030101010101" pitchFamily="2" charset="-122"/>
              </a:rPr>
              <a:t>Link Layer and LANs</a:t>
            </a:r>
            <a:endParaRPr lang="en-US" altLang="zh-CN" sz="4000" i="0" dirty="0">
              <a:solidFill>
                <a:schemeClr val="accent2"/>
              </a:solidFill>
              <a:latin typeface="Comic Sans MS" panose="030F0702030302020204" pitchFamily="66" charset="0"/>
              <a:ea typeface="宋体" panose="02010600030101010101" pitchFamily="2" charset="-122"/>
            </a:endParaRPr>
          </a:p>
        </p:txBody>
      </p:sp>
      <p:sp>
        <p:nvSpPr>
          <p:cNvPr id="4100" name="Text Box 4"/>
          <p:cNvSpPr txBox="1"/>
          <p:nvPr/>
        </p:nvSpPr>
        <p:spPr>
          <a:xfrm>
            <a:off x="393700" y="3392488"/>
            <a:ext cx="5378450" cy="3135312"/>
          </a:xfrm>
          <a:prstGeom prst="rect">
            <a:avLst/>
          </a:prstGeom>
          <a:noFill/>
          <a:ln w="9525">
            <a:noFill/>
          </a:ln>
        </p:spPr>
        <p:txBody>
          <a:bodyPr anchor="t" anchorCtr="0">
            <a:spAutoFit/>
          </a:bodyPr>
          <a:p>
            <a:pPr eaLnBrk="0" hangingPunct="0">
              <a:buClrTx/>
              <a:buFontTx/>
            </a:pPr>
            <a:r>
              <a:rPr lang="en-US" altLang="zh-CN" sz="2000" i="0" dirty="0">
                <a:latin typeface="Arial" panose="020B0604020202020204" pitchFamily="34" charset="0"/>
                <a:ea typeface="宋体" panose="02010600030101010101" pitchFamily="2" charset="-122"/>
              </a:rPr>
              <a:t>A note on the use of these ppt slides:</a:t>
            </a:r>
            <a:endParaRPr lang="en-US" altLang="zh-CN" sz="2000" i="0" dirty="0">
              <a:latin typeface="Arial" panose="020B0604020202020204" pitchFamily="34" charset="0"/>
              <a:ea typeface="宋体" panose="02010600030101010101" pitchFamily="2" charset="-122"/>
            </a:endParaRPr>
          </a:p>
          <a:p>
            <a:pPr eaLnBrk="0" hangingPunct="0">
              <a:buClrTx/>
              <a:buFontTx/>
            </a:pPr>
            <a:r>
              <a:rPr lang="en-US" altLang="zh-CN" sz="1200" i="0" dirty="0">
                <a:latin typeface="Arial" panose="020B0604020202020204" pitchFamily="34" charset="0"/>
                <a:ea typeface="宋体" panose="02010600030101010101" pitchFamily="2" charset="-122"/>
              </a:rPr>
              <a:t>We’re making these slides freely available to all (faculty, students, readers). They’re in PowerPoint form so you can add, modify, and delete slides  (including this one) and slide content to suit your needs. They obviously represent a </a:t>
            </a:r>
            <a:r>
              <a:rPr lang="en-US" altLang="zh-CN" sz="1200" dirty="0">
                <a:latin typeface="Arial" panose="020B0604020202020204" pitchFamily="34" charset="0"/>
                <a:ea typeface="宋体" panose="02010600030101010101" pitchFamily="2" charset="-122"/>
              </a:rPr>
              <a:t>lot</a:t>
            </a:r>
            <a:r>
              <a:rPr lang="en-US" altLang="zh-CN" sz="1200" i="0" dirty="0">
                <a:latin typeface="Arial" panose="020B0604020202020204" pitchFamily="34" charset="0"/>
                <a:ea typeface="宋体" panose="02010600030101010101" pitchFamily="2" charset="-122"/>
              </a:rPr>
              <a:t> of work on our part. In return for use, we only ask the following:</a:t>
            </a:r>
            <a:endParaRPr lang="en-US" altLang="zh-CN" sz="1200" i="0" dirty="0">
              <a:latin typeface="Arial" panose="020B0604020202020204" pitchFamily="34" charset="0"/>
              <a:ea typeface="宋体" panose="02010600030101010101" pitchFamily="2" charset="-122"/>
            </a:endParaRPr>
          </a:p>
          <a:p>
            <a:pPr eaLnBrk="0" hangingPunct="0">
              <a:buClr>
                <a:schemeClr val="accent2"/>
              </a:buClr>
              <a:buFont typeface="Wingdings" panose="05000000000000000000" pitchFamily="2" charset="2"/>
              <a:buChar char="q"/>
            </a:pPr>
            <a:r>
              <a:rPr lang="en-US" altLang="zh-CN" sz="1200" i="0" dirty="0">
                <a:latin typeface="Arial" panose="020B0604020202020204" pitchFamily="34" charset="0"/>
                <a:ea typeface="宋体" panose="02010600030101010101" pitchFamily="2" charset="-122"/>
              </a:rPr>
              <a:t> If you use these slides (e.g., in a class) in substantially unaltered form, that you mention their source (after all, we’d like people to use our book!)</a:t>
            </a:r>
            <a:endParaRPr lang="en-US" altLang="zh-CN" sz="1200" i="0" dirty="0">
              <a:latin typeface="Arial" panose="020B0604020202020204" pitchFamily="34" charset="0"/>
              <a:ea typeface="宋体" panose="02010600030101010101" pitchFamily="2" charset="-122"/>
            </a:endParaRPr>
          </a:p>
          <a:p>
            <a:pPr eaLnBrk="0" hangingPunct="0">
              <a:buClr>
                <a:schemeClr val="accent2"/>
              </a:buClr>
              <a:buFont typeface="Wingdings" panose="05000000000000000000" pitchFamily="2" charset="2"/>
              <a:buChar char="q"/>
            </a:pPr>
            <a:r>
              <a:rPr lang="en-US" altLang="zh-CN" sz="1200" i="0" dirty="0">
                <a:latin typeface="Arial" panose="020B0604020202020204" pitchFamily="34" charset="0"/>
                <a:ea typeface="宋体" panose="02010600030101010101" pitchFamily="2" charset="-122"/>
              </a:rPr>
              <a:t> If you post any slides in substantially unaltered form on a www site, that you note that they are adapted from (or perhaps identical to) our slides, and note our copyright of this material.</a:t>
            </a:r>
            <a:endParaRPr lang="en-US" altLang="zh-CN" sz="1200" i="0" dirty="0">
              <a:latin typeface="Arial" panose="020B0604020202020204" pitchFamily="34" charset="0"/>
              <a:ea typeface="宋体" panose="02010600030101010101" pitchFamily="2" charset="-122"/>
            </a:endParaRPr>
          </a:p>
          <a:p>
            <a:pPr eaLnBrk="0" hangingPunct="0">
              <a:buClr>
                <a:schemeClr val="accent2"/>
              </a:buClr>
              <a:buFont typeface="Wingdings" panose="05000000000000000000" pitchFamily="2" charset="2"/>
              <a:buChar char="q"/>
            </a:pPr>
            <a:endParaRPr lang="en-US" altLang="zh-CN" sz="1200" i="0" dirty="0">
              <a:latin typeface="Arial" panose="020B0604020202020204" pitchFamily="34" charset="0"/>
              <a:ea typeface="宋体" panose="02010600030101010101" pitchFamily="2" charset="-122"/>
            </a:endParaRPr>
          </a:p>
          <a:p>
            <a:pPr eaLnBrk="0" hangingPunct="0">
              <a:buClr>
                <a:schemeClr val="accent2"/>
              </a:buClr>
              <a:buFont typeface="Wingdings" panose="05000000000000000000" pitchFamily="2" charset="2"/>
            </a:pPr>
            <a:r>
              <a:rPr lang="en-US" altLang="zh-CN" sz="1200" i="0" dirty="0">
                <a:latin typeface="Arial" panose="020B0604020202020204" pitchFamily="34" charset="0"/>
                <a:ea typeface="宋体" panose="02010600030101010101" pitchFamily="2" charset="-122"/>
              </a:rPr>
              <a:t>Thanks and enjoy!  JFK/KWR</a:t>
            </a:r>
            <a:endParaRPr lang="en-US" altLang="zh-CN" sz="1200" i="0" dirty="0">
              <a:latin typeface="Arial" panose="020B0604020202020204" pitchFamily="34" charset="0"/>
              <a:ea typeface="宋体" panose="02010600030101010101" pitchFamily="2" charset="-122"/>
            </a:endParaRPr>
          </a:p>
          <a:p>
            <a:pPr eaLnBrk="0" hangingPunct="0">
              <a:buClrTx/>
              <a:buFontTx/>
            </a:pPr>
            <a:endParaRPr lang="en-US" altLang="zh-CN" sz="1200" i="0" dirty="0">
              <a:latin typeface="Arial" panose="020B0604020202020204" pitchFamily="34" charset="0"/>
              <a:ea typeface="宋体" panose="02010600030101010101" pitchFamily="2" charset="-122"/>
            </a:endParaRPr>
          </a:p>
          <a:p>
            <a:pPr eaLnBrk="0" hangingPunct="0">
              <a:buClrTx/>
              <a:buFontTx/>
            </a:pPr>
            <a:r>
              <a:rPr lang="en-US" altLang="zh-CN" sz="1200" i="0" dirty="0">
                <a:latin typeface="Arial" panose="020B0604020202020204" pitchFamily="34" charset="0"/>
                <a:ea typeface="宋体" panose="02010600030101010101" pitchFamily="2" charset="-122"/>
              </a:rPr>
              <a:t>All material copyright 1996-2009</a:t>
            </a:r>
            <a:endParaRPr lang="en-US" altLang="zh-CN" sz="1200" i="0" dirty="0">
              <a:latin typeface="Arial" panose="020B0604020202020204" pitchFamily="34" charset="0"/>
              <a:ea typeface="宋体" panose="02010600030101010101" pitchFamily="2" charset="-122"/>
            </a:endParaRPr>
          </a:p>
          <a:p>
            <a:pPr eaLnBrk="0" hangingPunct="0">
              <a:buClrTx/>
              <a:buFontTx/>
            </a:pPr>
            <a:r>
              <a:rPr lang="en-US" altLang="zh-CN" sz="1200" i="0" dirty="0">
                <a:latin typeface="Arial" panose="020B0604020202020204" pitchFamily="34" charset="0"/>
                <a:ea typeface="宋体" panose="02010600030101010101" pitchFamily="2" charset="-122"/>
              </a:rPr>
              <a:t>J.F Kurose and K.W. Ross, All Rights Reserved</a:t>
            </a:r>
            <a:endParaRPr lang="en-US" altLang="zh-CN" sz="1200" i="0" dirty="0">
              <a:latin typeface="Arial" panose="020B0604020202020204" pitchFamily="34" charset="0"/>
              <a:ea typeface="宋体" panose="02010600030101010101" pitchFamily="2" charset="-122"/>
            </a:endParaRPr>
          </a:p>
        </p:txBody>
      </p:sp>
      <p:sp>
        <p:nvSpPr>
          <p:cNvPr id="4101" name="Rectangle 6"/>
          <p:cNvSpPr/>
          <p:nvPr/>
        </p:nvSpPr>
        <p:spPr>
          <a:xfrm>
            <a:off x="6229350" y="3486150"/>
            <a:ext cx="2730500" cy="2860675"/>
          </a:xfrm>
          <a:prstGeom prst="rect">
            <a:avLst/>
          </a:prstGeom>
          <a:noFill/>
          <a:ln w="9525">
            <a:noFill/>
          </a:ln>
        </p:spPr>
        <p:txBody>
          <a:bodyPr anchor="ctr" anchorCtr="0"/>
          <a:p>
            <a:pPr eaLnBrk="0" hangingPunct="0">
              <a:buClrTx/>
              <a:buFontTx/>
            </a:pPr>
            <a:r>
              <a:rPr lang="en-US" altLang="zh-CN" dirty="0">
                <a:solidFill>
                  <a:schemeClr val="accent2"/>
                </a:solidFill>
                <a:latin typeface="Comic Sans MS" panose="030F0702030302020204" pitchFamily="66" charset="0"/>
                <a:ea typeface="宋体" panose="02010600030101010101" pitchFamily="2" charset="-122"/>
              </a:rPr>
              <a:t>Computer Networking: A Top Down Approach </a:t>
            </a:r>
            <a:br>
              <a:rPr lang="en-US" altLang="zh-CN" i="0" dirty="0">
                <a:solidFill>
                  <a:schemeClr val="accent2"/>
                </a:solidFill>
                <a:latin typeface="Comic Sans MS" panose="030F0702030302020204" pitchFamily="66" charset="0"/>
                <a:ea typeface="宋体" panose="02010600030101010101" pitchFamily="2" charset="-122"/>
              </a:rPr>
            </a:br>
            <a:r>
              <a:rPr lang="en-US" altLang="zh-CN" i="0" dirty="0">
                <a:solidFill>
                  <a:schemeClr val="accent2"/>
                </a:solidFill>
                <a:latin typeface="Comic Sans MS" panose="030F0702030302020204" pitchFamily="66" charset="0"/>
                <a:ea typeface="宋体" panose="02010600030101010101" pitchFamily="2" charset="-122"/>
              </a:rPr>
              <a:t>5</a:t>
            </a:r>
            <a:r>
              <a:rPr lang="en-US" altLang="zh-CN" i="0" baseline="30000" dirty="0">
                <a:solidFill>
                  <a:schemeClr val="accent2"/>
                </a:solidFill>
                <a:latin typeface="Comic Sans MS" panose="030F0702030302020204" pitchFamily="66" charset="0"/>
                <a:ea typeface="宋体" panose="02010600030101010101" pitchFamily="2" charset="-122"/>
              </a:rPr>
              <a:t>th</a:t>
            </a:r>
            <a:r>
              <a:rPr lang="en-US" altLang="zh-CN" i="0" dirty="0">
                <a:solidFill>
                  <a:schemeClr val="accent2"/>
                </a:solidFill>
                <a:latin typeface="Comic Sans MS" panose="030F0702030302020204" pitchFamily="66" charset="0"/>
                <a:ea typeface="宋体" panose="02010600030101010101" pitchFamily="2" charset="-122"/>
              </a:rPr>
              <a:t> edition. </a:t>
            </a:r>
            <a:br>
              <a:rPr lang="en-US" altLang="zh-CN" i="0" dirty="0">
                <a:solidFill>
                  <a:schemeClr val="accent2"/>
                </a:solidFill>
                <a:latin typeface="Comic Sans MS" panose="030F0702030302020204" pitchFamily="66" charset="0"/>
                <a:ea typeface="宋体" panose="02010600030101010101" pitchFamily="2" charset="-122"/>
              </a:rPr>
            </a:br>
            <a:r>
              <a:rPr lang="en-US" altLang="zh-CN" i="0" dirty="0">
                <a:solidFill>
                  <a:schemeClr val="accent2"/>
                </a:solidFill>
                <a:latin typeface="Comic Sans MS" panose="030F0702030302020204" pitchFamily="66" charset="0"/>
                <a:ea typeface="宋体" panose="02010600030101010101" pitchFamily="2" charset="-122"/>
              </a:rPr>
              <a:t>Jim Kurose, Keith Ross</a:t>
            </a:r>
            <a:br>
              <a:rPr lang="en-US" altLang="zh-CN" i="0" dirty="0">
                <a:solidFill>
                  <a:schemeClr val="accent2"/>
                </a:solidFill>
                <a:latin typeface="Comic Sans MS" panose="030F0702030302020204" pitchFamily="66" charset="0"/>
                <a:ea typeface="宋体" panose="02010600030101010101" pitchFamily="2" charset="-122"/>
              </a:rPr>
            </a:br>
            <a:r>
              <a:rPr lang="en-US" altLang="zh-CN" i="0" dirty="0">
                <a:solidFill>
                  <a:schemeClr val="accent2"/>
                </a:solidFill>
                <a:latin typeface="Comic Sans MS" panose="030F0702030302020204" pitchFamily="66" charset="0"/>
                <a:ea typeface="宋体" panose="02010600030101010101" pitchFamily="2" charset="-122"/>
              </a:rPr>
              <a:t>Addison-Wesley, April 2009. </a:t>
            </a:r>
            <a:br>
              <a:rPr lang="en-US" altLang="zh-CN" i="0" dirty="0">
                <a:solidFill>
                  <a:schemeClr val="accent2"/>
                </a:solidFill>
                <a:latin typeface="Comic Sans MS" panose="030F0702030302020204" pitchFamily="66" charset="0"/>
                <a:ea typeface="宋体" panose="02010600030101010101" pitchFamily="2" charset="-122"/>
              </a:rPr>
            </a:br>
            <a:endParaRPr lang="en-US" altLang="zh-CN" i="0" dirty="0">
              <a:solidFill>
                <a:schemeClr val="accent2"/>
              </a:solidFill>
              <a:latin typeface="Comic Sans MS" panose="030F0702030302020204" pitchFamily="66" charset="0"/>
              <a:ea typeface="宋体" panose="02010600030101010101" pitchFamily="2" charset="-122"/>
            </a:endParaRPr>
          </a:p>
        </p:txBody>
      </p:sp>
      <p:pic>
        <p:nvPicPr>
          <p:cNvPr id="4102" name="Picture 8"/>
          <p:cNvPicPr>
            <a:picLocks noChangeAspect="1"/>
          </p:cNvPicPr>
          <p:nvPr/>
        </p:nvPicPr>
        <p:blipFill>
          <a:blip r:embed="rId1"/>
          <a:stretch>
            <a:fillRect/>
          </a:stretch>
        </p:blipFill>
        <p:spPr>
          <a:xfrm>
            <a:off x="6289675" y="390525"/>
            <a:ext cx="2425700" cy="2994025"/>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页脚占位符 5"/>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6146"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6147"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Chapter 5: The Data Link Layer</a:t>
            </a:r>
            <a:endParaRPr lang="en-US" altLang="zh-CN" dirty="0">
              <a:ea typeface="宋体" panose="02010600030101010101" pitchFamily="2" charset="-122"/>
            </a:endParaRPr>
          </a:p>
        </p:txBody>
      </p:sp>
      <p:sp>
        <p:nvSpPr>
          <p:cNvPr id="6148" name="Rectangle 3"/>
          <p:cNvSpPr>
            <a:spLocks noGrp="1"/>
          </p:cNvSpPr>
          <p:nvPr>
            <p:ph sz="half" idx="1"/>
          </p:nvPr>
        </p:nvSpPr>
        <p:spPr>
          <a:xfrm>
            <a:off x="533400" y="1371600"/>
            <a:ext cx="7305675" cy="4648200"/>
          </a:xfrm>
          <a:ln/>
        </p:spPr>
        <p:txBody>
          <a:bodyPr vert="horz" wrap="square" lIns="91440" tIns="45720" rIns="91440" bIns="45720" anchor="t" anchorCtr="0"/>
          <a:p>
            <a:pPr>
              <a:buClr>
                <a:schemeClr val="accent2"/>
              </a:buClr>
              <a:buSzPct val="85000"/>
              <a:buFont typeface="ZapfDingbats" pitchFamily="82" charset="2"/>
              <a:buNone/>
            </a:pPr>
            <a:r>
              <a:rPr lang="en-US" altLang="zh-CN" u="sng" dirty="0">
                <a:solidFill>
                  <a:srgbClr val="FF0000"/>
                </a:solidFill>
                <a:ea typeface="宋体" panose="02010600030101010101" pitchFamily="2" charset="-122"/>
              </a:rPr>
              <a:t>Our goals:</a:t>
            </a:r>
            <a:r>
              <a:rPr lang="en-US" altLang="zh-CN" sz="2400" dirty="0">
                <a:ea typeface="宋体" panose="02010600030101010101" pitchFamily="2" charset="-122"/>
              </a:rPr>
              <a:t> </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understand principles behind data link layer services:</a:t>
            </a:r>
            <a:endParaRPr lang="en-US" altLang="zh-CN" sz="24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error detection, correction</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sharing a broadcast channel: multiple access</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link layer addressing</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reliable data transfer, flow control: </a:t>
            </a:r>
            <a:r>
              <a:rPr lang="en-US" altLang="zh-CN" sz="2000" i="1" dirty="0">
                <a:solidFill>
                  <a:schemeClr val="accent2"/>
                </a:solidFill>
                <a:ea typeface="宋体" panose="02010600030101010101" pitchFamily="2" charset="-122"/>
              </a:rPr>
              <a:t>done!</a:t>
            </a:r>
            <a:endParaRPr lang="en-US" altLang="zh-CN" sz="20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instantiation and implementation of various link layer technologies</a:t>
            </a:r>
            <a:endParaRPr lang="en-US" altLang="zh-CN" sz="2400" dirty="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页脚占位符 5"/>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8194"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8195"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Link Layer</a:t>
            </a:r>
            <a:endParaRPr lang="en-US" altLang="zh-CN" dirty="0">
              <a:ea typeface="宋体" panose="02010600030101010101" pitchFamily="2" charset="-122"/>
            </a:endParaRPr>
          </a:p>
        </p:txBody>
      </p:sp>
      <p:sp>
        <p:nvSpPr>
          <p:cNvPr id="8196" name="Rectangle 3"/>
          <p:cNvSpPr>
            <a:spLocks noGrp="1"/>
          </p:cNvSpPr>
          <p:nvPr>
            <p:ph sz="half" idx="1"/>
          </p:nvPr>
        </p:nvSpPr>
        <p:spPr>
          <a:ln/>
        </p:spPr>
        <p:txBody>
          <a:bodyPr vert="horz" wrap="square" lIns="91440" tIns="45720" rIns="91440" bIns="45720" anchor="t" anchorCtr="0"/>
          <a:p>
            <a:pPr>
              <a:buClr>
                <a:schemeClr val="accent2"/>
              </a:buClr>
              <a:buSzPct val="85000"/>
              <a:buFont typeface="ZapfDingbats" pitchFamily="82" charset="2"/>
            </a:pPr>
            <a:r>
              <a:rPr lang="en-US" altLang="zh-CN" sz="2400" dirty="0">
                <a:solidFill>
                  <a:srgbClr val="FF0000"/>
                </a:solidFill>
                <a:ea typeface="宋体" panose="02010600030101010101" pitchFamily="2" charset="-122"/>
              </a:rPr>
              <a:t>5.1 Introduction and services</a:t>
            </a:r>
            <a:endParaRPr lang="en-US" altLang="zh-CN" sz="2400" dirty="0">
              <a:solidFill>
                <a:srgbClr val="FF0000"/>
              </a:solidFill>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5.2 Error detection and correction </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5.3Multiple access protocols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5.4 Link-layer Addressing</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5.5 Ethernet</a:t>
            </a:r>
            <a:endParaRPr lang="en-US" altLang="zh-CN" sz="2400" dirty="0">
              <a:ea typeface="宋体" panose="02010600030101010101" pitchFamily="2" charset="-122"/>
            </a:endParaRPr>
          </a:p>
        </p:txBody>
      </p:sp>
      <p:sp>
        <p:nvSpPr>
          <p:cNvPr id="8197" name="Rectangle 4"/>
          <p:cNvSpPr>
            <a:spLocks noGrp="1"/>
          </p:cNvSpPr>
          <p:nvPr>
            <p:ph sz="half" idx="2"/>
          </p:nvPr>
        </p:nvSpPr>
        <p:spPr>
          <a:xfrm>
            <a:off x="4495800" y="1600200"/>
            <a:ext cx="4054475" cy="4648200"/>
          </a:xfrm>
          <a:ln/>
        </p:spPr>
        <p:txBody>
          <a:bodyPr vert="horz" wrap="square" lIns="91440" tIns="45720" rIns="91440" bIns="45720" anchor="t" anchorCtr="0"/>
          <a:p>
            <a:pPr>
              <a:buClr>
                <a:schemeClr val="accent2"/>
              </a:buClr>
              <a:buSzPct val="85000"/>
              <a:buFont typeface="ZapfDingbats" pitchFamily="82" charset="2"/>
            </a:pPr>
            <a:r>
              <a:rPr lang="en-US" altLang="zh-CN" sz="2400" dirty="0">
                <a:ea typeface="宋体" panose="02010600030101010101" pitchFamily="2" charset="-122"/>
              </a:rPr>
              <a:t>5.6 Link-layer switches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5.7 PPP</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5.8 Link virtualization: MPLS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5.9 A day in the life of a web request</a:t>
            </a:r>
            <a:endParaRPr lang="en-US" altLang="zh-CN" sz="2400" dirty="0">
              <a:ea typeface="宋体" panose="02010600030101010101" pitchFamily="2" charset="-122"/>
            </a:endParaRPr>
          </a:p>
          <a:p>
            <a:pPr>
              <a:buClr>
                <a:schemeClr val="accent2"/>
              </a:buClr>
              <a:buSzPct val="85000"/>
              <a:buFont typeface="ZapfDingbats" pitchFamily="82" charset="2"/>
              <a:buNone/>
            </a:pPr>
            <a:endParaRPr lang="en-US" altLang="zh-CN" sz="2400" dirty="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页脚占位符 5"/>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0242"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0243" name="Rectangle 2"/>
          <p:cNvSpPr>
            <a:spLocks noGrp="1"/>
          </p:cNvSpPr>
          <p:nvPr>
            <p:ph type="title"/>
          </p:nvPr>
        </p:nvSpPr>
        <p:spPr>
          <a:xfrm>
            <a:off x="304800" y="228600"/>
            <a:ext cx="8382000" cy="1143000"/>
          </a:xfrm>
          <a:ln/>
        </p:spPr>
        <p:txBody>
          <a:bodyPr vert="horz" wrap="square" lIns="91440" tIns="45720" rIns="91440" bIns="45720" anchor="ctr" anchorCtr="0"/>
          <a:p>
            <a:r>
              <a:rPr lang="en-US" altLang="zh-CN" dirty="0">
                <a:ea typeface="宋体" panose="02010600030101010101" pitchFamily="2" charset="-122"/>
              </a:rPr>
              <a:t>Link Layer: Introduction</a:t>
            </a:r>
            <a:endParaRPr lang="en-US" altLang="zh-CN" dirty="0">
              <a:ea typeface="宋体" panose="02010600030101010101" pitchFamily="2" charset="-122"/>
            </a:endParaRPr>
          </a:p>
        </p:txBody>
      </p:sp>
      <p:sp>
        <p:nvSpPr>
          <p:cNvPr id="10244" name="Rectangle 3"/>
          <p:cNvSpPr>
            <a:spLocks noGrp="1"/>
          </p:cNvSpPr>
          <p:nvPr>
            <p:ph sz="half" idx="1"/>
          </p:nvPr>
        </p:nvSpPr>
        <p:spPr>
          <a:xfrm>
            <a:off x="322263" y="1219200"/>
            <a:ext cx="4267200" cy="3802063"/>
          </a:xfrm>
          <a:ln/>
        </p:spPr>
        <p:txBody>
          <a:bodyPr vert="horz" wrap="square" lIns="91440" tIns="45720" rIns="91440" bIns="45720" anchor="t" anchorCtr="0"/>
          <a:p>
            <a:pPr>
              <a:buClr>
                <a:schemeClr val="accent2"/>
              </a:buClr>
              <a:buSzPct val="85000"/>
              <a:buFont typeface="ZapfDingbats" pitchFamily="82" charset="2"/>
              <a:buNone/>
            </a:pPr>
            <a:r>
              <a:rPr lang="en-US" altLang="zh-CN" sz="2400" u="sng" dirty="0">
                <a:solidFill>
                  <a:srgbClr val="FF0000"/>
                </a:solidFill>
                <a:ea typeface="宋体" panose="02010600030101010101" pitchFamily="2" charset="-122"/>
              </a:rPr>
              <a:t>Some terminology:</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000" dirty="0">
                <a:ea typeface="宋体" panose="02010600030101010101" pitchFamily="2" charset="-122"/>
              </a:rPr>
              <a:t>hosts and routers are </a:t>
            </a:r>
            <a:r>
              <a:rPr lang="en-US" altLang="zh-CN" sz="2000" b="1" dirty="0">
                <a:solidFill>
                  <a:srgbClr val="FF0000"/>
                </a:solidFill>
                <a:ea typeface="宋体" panose="02010600030101010101" pitchFamily="2" charset="-122"/>
              </a:rPr>
              <a:t>nodes</a:t>
            </a:r>
            <a:endParaRPr lang="en-US" altLang="zh-CN" sz="2000" b="1" dirty="0">
              <a:solidFill>
                <a:srgbClr val="FF0000"/>
              </a:solidFill>
              <a:ea typeface="宋体" panose="02010600030101010101" pitchFamily="2" charset="-122"/>
            </a:endParaRPr>
          </a:p>
          <a:p>
            <a:pPr>
              <a:buClr>
                <a:schemeClr val="accent2"/>
              </a:buClr>
              <a:buSzPct val="85000"/>
              <a:buFont typeface="ZapfDingbats" pitchFamily="82" charset="2"/>
            </a:pPr>
            <a:r>
              <a:rPr lang="en-US" altLang="zh-CN" sz="2000" dirty="0">
                <a:ea typeface="宋体" panose="02010600030101010101" pitchFamily="2" charset="-122"/>
              </a:rPr>
              <a:t>communication channels that connect adjacent nodes along communication path are </a:t>
            </a:r>
            <a:r>
              <a:rPr lang="en-US" altLang="zh-CN" sz="2000" b="1" dirty="0">
                <a:solidFill>
                  <a:srgbClr val="FF0000"/>
                </a:solidFill>
                <a:ea typeface="宋体" panose="02010600030101010101" pitchFamily="2" charset="-122"/>
              </a:rPr>
              <a:t>links</a:t>
            </a:r>
            <a:endParaRPr lang="en-US" altLang="zh-CN" sz="2000" b="1" dirty="0">
              <a:solidFill>
                <a:srgbClr val="FF0000"/>
              </a:solidFill>
              <a:ea typeface="宋体" panose="02010600030101010101" pitchFamily="2" charset="-122"/>
            </a:endParaRPr>
          </a:p>
          <a:p>
            <a:pPr lvl="1">
              <a:buClr>
                <a:schemeClr val="accent2"/>
              </a:buClr>
              <a:buSzPct val="75000"/>
              <a:buFont typeface="ZapfDingbats" pitchFamily="82" charset="2"/>
            </a:pPr>
            <a:r>
              <a:rPr lang="en-US" altLang="zh-CN" sz="1800" dirty="0">
                <a:ea typeface="宋体" panose="02010600030101010101" pitchFamily="2" charset="-122"/>
              </a:rPr>
              <a:t>wired links</a:t>
            </a:r>
            <a:endParaRPr lang="en-US" altLang="zh-CN" sz="1800" dirty="0">
              <a:ea typeface="宋体" panose="02010600030101010101" pitchFamily="2" charset="-122"/>
            </a:endParaRPr>
          </a:p>
          <a:p>
            <a:pPr lvl="1">
              <a:buClr>
                <a:schemeClr val="accent2"/>
              </a:buClr>
              <a:buSzPct val="75000"/>
              <a:buFont typeface="ZapfDingbats" pitchFamily="82" charset="2"/>
            </a:pPr>
            <a:r>
              <a:rPr lang="en-US" altLang="zh-CN" sz="1800" dirty="0">
                <a:ea typeface="宋体" panose="02010600030101010101" pitchFamily="2" charset="-122"/>
              </a:rPr>
              <a:t>wireless links</a:t>
            </a:r>
            <a:endParaRPr lang="en-US" altLang="zh-CN" sz="1800" dirty="0">
              <a:ea typeface="宋体" panose="02010600030101010101" pitchFamily="2" charset="-122"/>
            </a:endParaRPr>
          </a:p>
          <a:p>
            <a:pPr lvl="1">
              <a:buClr>
                <a:schemeClr val="accent2"/>
              </a:buClr>
              <a:buSzPct val="75000"/>
              <a:buFont typeface="ZapfDingbats" pitchFamily="82" charset="2"/>
            </a:pPr>
            <a:r>
              <a:rPr lang="en-US" altLang="zh-CN" sz="1800" dirty="0">
                <a:ea typeface="宋体" panose="02010600030101010101" pitchFamily="2" charset="-122"/>
              </a:rPr>
              <a:t>LANs</a:t>
            </a:r>
            <a:endParaRPr lang="en-US" altLang="zh-CN" sz="1800" b="1" dirty="0">
              <a:solidFill>
                <a:srgbClr val="FF0000"/>
              </a:solidFill>
              <a:ea typeface="宋体" panose="02010600030101010101" pitchFamily="2" charset="-122"/>
            </a:endParaRPr>
          </a:p>
          <a:p>
            <a:pPr>
              <a:buClr>
                <a:schemeClr val="accent2"/>
              </a:buClr>
              <a:buSzPct val="85000"/>
              <a:buFont typeface="ZapfDingbats" pitchFamily="82" charset="2"/>
            </a:pPr>
            <a:r>
              <a:rPr lang="en-US" altLang="zh-CN" sz="2000" dirty="0">
                <a:ea typeface="宋体" panose="02010600030101010101" pitchFamily="2" charset="-122"/>
              </a:rPr>
              <a:t>layer-2 packet is a </a:t>
            </a:r>
            <a:r>
              <a:rPr lang="en-US" altLang="zh-CN" sz="2000" b="1" dirty="0">
                <a:solidFill>
                  <a:srgbClr val="FF0000"/>
                </a:solidFill>
                <a:ea typeface="宋体" panose="02010600030101010101" pitchFamily="2" charset="-122"/>
              </a:rPr>
              <a:t>frame</a:t>
            </a:r>
            <a:r>
              <a:rPr lang="en-US" altLang="zh-CN" sz="2000" b="1" dirty="0">
                <a:ea typeface="宋体" panose="02010600030101010101" pitchFamily="2" charset="-122"/>
              </a:rPr>
              <a:t>,</a:t>
            </a:r>
            <a:r>
              <a:rPr lang="en-US" altLang="zh-CN" sz="2000" b="1" dirty="0">
                <a:solidFill>
                  <a:srgbClr val="FF0000"/>
                </a:solidFill>
                <a:ea typeface="宋体" panose="02010600030101010101" pitchFamily="2" charset="-122"/>
              </a:rPr>
              <a:t> </a:t>
            </a:r>
            <a:r>
              <a:rPr lang="en-US" altLang="zh-CN" sz="2000" dirty="0">
                <a:ea typeface="宋体" panose="02010600030101010101" pitchFamily="2" charset="-122"/>
              </a:rPr>
              <a:t>encapsulates datagram</a:t>
            </a:r>
            <a:endParaRPr lang="en-US" altLang="zh-CN" sz="2000" dirty="0">
              <a:ea typeface="宋体" panose="02010600030101010101" pitchFamily="2" charset="-122"/>
            </a:endParaRPr>
          </a:p>
          <a:p>
            <a:pPr>
              <a:buClr>
                <a:schemeClr val="accent2"/>
              </a:buClr>
              <a:buSzPct val="85000"/>
              <a:buFont typeface="ZapfDingbats" pitchFamily="82" charset="2"/>
              <a:buNone/>
            </a:pPr>
            <a:endParaRPr lang="en-US" altLang="zh-CN" sz="2400" dirty="0">
              <a:ea typeface="宋体" panose="02010600030101010101" pitchFamily="2" charset="-122"/>
            </a:endParaRPr>
          </a:p>
          <a:p>
            <a:pPr>
              <a:buClr>
                <a:schemeClr val="accent2"/>
              </a:buClr>
              <a:buSzPct val="85000"/>
              <a:buFont typeface="ZapfDingbats" pitchFamily="82" charset="2"/>
            </a:pPr>
            <a:endParaRPr lang="en-US" altLang="zh-CN" sz="2400" dirty="0">
              <a:ea typeface="宋体" panose="02010600030101010101" pitchFamily="2" charset="-122"/>
            </a:endParaRPr>
          </a:p>
        </p:txBody>
      </p:sp>
      <p:sp>
        <p:nvSpPr>
          <p:cNvPr id="10245" name="Text Box 467"/>
          <p:cNvSpPr txBox="1"/>
          <p:nvPr/>
        </p:nvSpPr>
        <p:spPr>
          <a:xfrm>
            <a:off x="236538" y="5268913"/>
            <a:ext cx="5616575" cy="1206500"/>
          </a:xfrm>
          <a:prstGeom prst="rect">
            <a:avLst/>
          </a:prstGeom>
          <a:noFill/>
          <a:ln w="19050" cap="flat" cmpd="sng">
            <a:solidFill>
              <a:srgbClr val="FF0000"/>
            </a:solidFill>
            <a:prstDash val="solid"/>
            <a:miter/>
            <a:headEnd type="none" w="med" len="med"/>
            <a:tailEnd type="none" w="med" len="med"/>
          </a:ln>
        </p:spPr>
        <p:txBody>
          <a:bodyPr wrap="none" anchor="t" anchorCtr="0">
            <a:spAutoFit/>
          </a:bodyPr>
          <a:p>
            <a:pPr eaLnBrk="0" hangingPunct="0">
              <a:buClrTx/>
              <a:buFontTx/>
            </a:pPr>
            <a:r>
              <a:rPr lang="en-US" altLang="zh-CN" sz="2400" b="1" i="0" dirty="0">
                <a:solidFill>
                  <a:srgbClr val="FF0000"/>
                </a:solidFill>
                <a:latin typeface="Comic Sans MS" panose="030F0702030302020204" pitchFamily="66" charset="0"/>
                <a:ea typeface="宋体" panose="02010600030101010101" pitchFamily="2" charset="-122"/>
              </a:rPr>
              <a:t>data-link layer</a:t>
            </a:r>
            <a:r>
              <a:rPr lang="en-US" altLang="zh-CN" sz="2400" i="0" dirty="0">
                <a:latin typeface="Comic Sans MS" panose="030F0702030302020204" pitchFamily="66" charset="0"/>
                <a:ea typeface="宋体" panose="02010600030101010101" pitchFamily="2" charset="-122"/>
              </a:rPr>
              <a:t> has responsibility of </a:t>
            </a:r>
            <a:endParaRPr lang="en-US" altLang="zh-CN" sz="2400" i="0" dirty="0">
              <a:latin typeface="Comic Sans MS" panose="030F0702030302020204" pitchFamily="66" charset="0"/>
              <a:ea typeface="宋体" panose="02010600030101010101" pitchFamily="2" charset="-122"/>
            </a:endParaRPr>
          </a:p>
          <a:p>
            <a:pPr eaLnBrk="0" hangingPunct="0">
              <a:buClrTx/>
              <a:buFontTx/>
            </a:pPr>
            <a:r>
              <a:rPr lang="en-US" altLang="zh-CN" sz="2400" i="0" dirty="0">
                <a:latin typeface="Comic Sans MS" panose="030F0702030302020204" pitchFamily="66" charset="0"/>
                <a:ea typeface="宋体" panose="02010600030101010101" pitchFamily="2" charset="-122"/>
              </a:rPr>
              <a:t>transferring datagram from one node </a:t>
            </a:r>
            <a:endParaRPr lang="en-US" altLang="zh-CN" sz="2400" i="0" dirty="0">
              <a:latin typeface="Comic Sans MS" panose="030F0702030302020204" pitchFamily="66" charset="0"/>
              <a:ea typeface="宋体" panose="02010600030101010101" pitchFamily="2" charset="-122"/>
            </a:endParaRPr>
          </a:p>
          <a:p>
            <a:pPr eaLnBrk="0" hangingPunct="0">
              <a:buClrTx/>
              <a:buFontTx/>
            </a:pPr>
            <a:r>
              <a:rPr lang="en-US" altLang="zh-CN" sz="2400" i="0" dirty="0">
                <a:latin typeface="Comic Sans MS" panose="030F0702030302020204" pitchFamily="66" charset="0"/>
                <a:ea typeface="宋体" panose="02010600030101010101" pitchFamily="2" charset="-122"/>
              </a:rPr>
              <a:t>to adjacent node over a link</a:t>
            </a:r>
            <a:endParaRPr lang="en-US" altLang="zh-CN" i="0" dirty="0">
              <a:latin typeface="Comic Sans MS" panose="030F0702030302020204" pitchFamily="66" charset="0"/>
              <a:ea typeface="宋体" panose="02010600030101010101" pitchFamily="2" charset="-122"/>
            </a:endParaRPr>
          </a:p>
        </p:txBody>
      </p:sp>
      <p:sp>
        <p:nvSpPr>
          <p:cNvPr id="10246" name="Freeform 9"/>
          <p:cNvSpPr/>
          <p:nvPr/>
        </p:nvSpPr>
        <p:spPr>
          <a:xfrm>
            <a:off x="6710363" y="3457575"/>
            <a:ext cx="1314450" cy="674688"/>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solidFill>
          <a:ln w="9525">
            <a:noFill/>
          </a:ln>
        </p:spPr>
        <p:txBody>
          <a:bodyPr/>
          <a:p>
            <a:endParaRPr lang="zh-CN" altLang="en-US"/>
          </a:p>
        </p:txBody>
      </p:sp>
      <p:sp>
        <p:nvSpPr>
          <p:cNvPr id="10247" name="Freeform 10"/>
          <p:cNvSpPr/>
          <p:nvPr/>
        </p:nvSpPr>
        <p:spPr>
          <a:xfrm>
            <a:off x="6729413" y="1931988"/>
            <a:ext cx="1730375" cy="104457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DDDDDD"/>
              </a:gs>
              <a:gs pos="100000">
                <a:schemeClr val="bg1"/>
              </a:gs>
            </a:gsLst>
            <a:lin ang="0" scaled="1"/>
            <a:tileRect/>
          </a:gradFill>
          <a:ln w="9525">
            <a:noFill/>
          </a:ln>
        </p:spPr>
        <p:txBody>
          <a:bodyPr/>
          <a:p>
            <a:endParaRPr lang="zh-CN" altLang="en-US"/>
          </a:p>
        </p:txBody>
      </p:sp>
      <p:sp>
        <p:nvSpPr>
          <p:cNvPr id="10248" name="Freeform 11"/>
          <p:cNvSpPr/>
          <p:nvPr/>
        </p:nvSpPr>
        <p:spPr>
          <a:xfrm>
            <a:off x="4989513" y="1639888"/>
            <a:ext cx="1644650" cy="107156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DDDDDD"/>
          </a:solidFill>
          <a:ln w="9525">
            <a:noFill/>
          </a:ln>
        </p:spPr>
        <p:txBody>
          <a:bodyPr/>
          <a:p>
            <a:endParaRPr lang="zh-CN" altLang="en-US"/>
          </a:p>
        </p:txBody>
      </p:sp>
      <p:grpSp>
        <p:nvGrpSpPr>
          <p:cNvPr id="10249" name="Group 12"/>
          <p:cNvGrpSpPr/>
          <p:nvPr/>
        </p:nvGrpSpPr>
        <p:grpSpPr>
          <a:xfrm>
            <a:off x="5076825" y="2974975"/>
            <a:ext cx="1458913" cy="933450"/>
            <a:chOff x="2889" y="1631"/>
            <a:chExt cx="980" cy="743"/>
          </a:xfrm>
        </p:grpSpPr>
        <p:sp>
          <p:nvSpPr>
            <p:cNvPr id="10250" name="Rectangle 13"/>
            <p:cNvSpPr/>
            <p:nvPr/>
          </p:nvSpPr>
          <p:spPr>
            <a:xfrm>
              <a:off x="3046" y="1841"/>
              <a:ext cx="663" cy="533"/>
            </a:xfrm>
            <a:prstGeom prst="rect">
              <a:avLst/>
            </a:prstGeom>
            <a:solidFill>
              <a:srgbClr val="DDDDDD"/>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251" name="AutoShape 14"/>
            <p:cNvSpPr/>
            <p:nvPr/>
          </p:nvSpPr>
          <p:spPr>
            <a:xfrm>
              <a:off x="2889" y="1631"/>
              <a:ext cx="980" cy="253"/>
            </a:xfrm>
            <a:prstGeom prst="triangle">
              <a:avLst>
                <a:gd name="adj" fmla="val 50000"/>
              </a:avLst>
            </a:prstGeom>
            <a:solidFill>
              <a:srgbClr val="DDDDDD"/>
            </a:solidFill>
            <a:ln w="9525">
              <a:noFill/>
            </a:ln>
          </p:spPr>
          <p:txBody>
            <a:bodyPr wrap="none" anchor="ctr" anchorCtr="0"/>
            <a:p>
              <a:pPr algn="ctr" eaLnBrk="0" hangingPunct="0">
                <a:buClrTx/>
                <a:buFontTx/>
              </a:pPr>
              <a:endParaRPr lang="zh-CN" altLang="zh-CN" sz="2400" i="0" dirty="0">
                <a:solidFill>
                  <a:srgbClr val="00CCFF"/>
                </a:solidFill>
                <a:latin typeface="Times New Roman" panose="02020603050405020304" pitchFamily="18" charset="0"/>
                <a:ea typeface="宋体" panose="02010600030101010101" pitchFamily="2" charset="-122"/>
              </a:endParaRPr>
            </a:p>
          </p:txBody>
        </p:sp>
      </p:grpSp>
      <p:sp>
        <p:nvSpPr>
          <p:cNvPr id="10252" name="Line 15"/>
          <p:cNvSpPr/>
          <p:nvPr/>
        </p:nvSpPr>
        <p:spPr>
          <a:xfrm flipH="1">
            <a:off x="5854700" y="2020888"/>
            <a:ext cx="92075" cy="311150"/>
          </a:xfrm>
          <a:prstGeom prst="line">
            <a:avLst/>
          </a:prstGeom>
          <a:ln w="9525" cap="flat" cmpd="sng">
            <a:solidFill>
              <a:srgbClr val="FF3300"/>
            </a:solidFill>
            <a:prstDash val="solid"/>
            <a:round/>
            <a:headEnd type="none" w="med" len="med"/>
            <a:tailEnd type="none" w="med" len="med"/>
          </a:ln>
        </p:spPr>
      </p:sp>
      <p:sp>
        <p:nvSpPr>
          <p:cNvPr id="10253" name="Line 16"/>
          <p:cNvSpPr/>
          <p:nvPr/>
        </p:nvSpPr>
        <p:spPr>
          <a:xfrm>
            <a:off x="5946775" y="2020888"/>
            <a:ext cx="90488" cy="309562"/>
          </a:xfrm>
          <a:prstGeom prst="line">
            <a:avLst/>
          </a:prstGeom>
          <a:ln w="9525" cap="flat" cmpd="sng">
            <a:solidFill>
              <a:srgbClr val="FF3300"/>
            </a:solidFill>
            <a:prstDash val="solid"/>
            <a:round/>
            <a:headEnd type="none" w="med" len="med"/>
            <a:tailEnd type="none" w="med" len="med"/>
          </a:ln>
        </p:spPr>
      </p:sp>
      <p:sp>
        <p:nvSpPr>
          <p:cNvPr id="10254" name="Line 17"/>
          <p:cNvSpPr/>
          <p:nvPr/>
        </p:nvSpPr>
        <p:spPr>
          <a:xfrm>
            <a:off x="5854700" y="2330450"/>
            <a:ext cx="92075" cy="33338"/>
          </a:xfrm>
          <a:prstGeom prst="line">
            <a:avLst/>
          </a:prstGeom>
          <a:ln w="9525" cap="flat" cmpd="sng">
            <a:solidFill>
              <a:srgbClr val="FF3300"/>
            </a:solidFill>
            <a:prstDash val="solid"/>
            <a:round/>
            <a:headEnd type="none" w="med" len="med"/>
            <a:tailEnd type="none" w="med" len="med"/>
          </a:ln>
        </p:spPr>
      </p:sp>
      <p:sp>
        <p:nvSpPr>
          <p:cNvPr id="10255" name="Line 18"/>
          <p:cNvSpPr/>
          <p:nvPr/>
        </p:nvSpPr>
        <p:spPr>
          <a:xfrm flipH="1">
            <a:off x="5946775" y="2330450"/>
            <a:ext cx="90488" cy="33338"/>
          </a:xfrm>
          <a:prstGeom prst="line">
            <a:avLst/>
          </a:prstGeom>
          <a:ln w="9525" cap="flat" cmpd="sng">
            <a:solidFill>
              <a:srgbClr val="FF3300"/>
            </a:solidFill>
            <a:prstDash val="solid"/>
            <a:round/>
            <a:headEnd type="none" w="med" len="med"/>
            <a:tailEnd type="none" w="med" len="med"/>
          </a:ln>
        </p:spPr>
      </p:sp>
      <p:sp>
        <p:nvSpPr>
          <p:cNvPr id="10256" name="Line 19"/>
          <p:cNvSpPr/>
          <p:nvPr/>
        </p:nvSpPr>
        <p:spPr>
          <a:xfrm>
            <a:off x="5946775" y="2027238"/>
            <a:ext cx="0" cy="336550"/>
          </a:xfrm>
          <a:prstGeom prst="line">
            <a:avLst/>
          </a:prstGeom>
          <a:ln w="9525" cap="flat" cmpd="sng">
            <a:solidFill>
              <a:srgbClr val="FF3300"/>
            </a:solidFill>
            <a:prstDash val="solid"/>
            <a:round/>
            <a:headEnd type="none" w="med" len="med"/>
            <a:tailEnd type="none" w="med" len="med"/>
          </a:ln>
        </p:spPr>
      </p:sp>
      <p:sp>
        <p:nvSpPr>
          <p:cNvPr id="10257" name="Line 20"/>
          <p:cNvSpPr/>
          <p:nvPr/>
        </p:nvSpPr>
        <p:spPr>
          <a:xfrm flipV="1">
            <a:off x="5854700" y="2298700"/>
            <a:ext cx="92075" cy="33338"/>
          </a:xfrm>
          <a:prstGeom prst="line">
            <a:avLst/>
          </a:prstGeom>
          <a:ln w="9525" cap="flat" cmpd="sng">
            <a:solidFill>
              <a:srgbClr val="FF3300"/>
            </a:solidFill>
            <a:prstDash val="solid"/>
            <a:round/>
            <a:headEnd type="none" w="med" len="med"/>
            <a:tailEnd type="none" w="med" len="med"/>
          </a:ln>
        </p:spPr>
      </p:sp>
      <p:sp>
        <p:nvSpPr>
          <p:cNvPr id="10258" name="Line 21"/>
          <p:cNvSpPr/>
          <p:nvPr/>
        </p:nvSpPr>
        <p:spPr>
          <a:xfrm flipH="1" flipV="1">
            <a:off x="5946775" y="2298700"/>
            <a:ext cx="90488" cy="31750"/>
          </a:xfrm>
          <a:prstGeom prst="line">
            <a:avLst/>
          </a:prstGeom>
          <a:ln w="9525" cap="flat" cmpd="sng">
            <a:solidFill>
              <a:srgbClr val="FF3300"/>
            </a:solidFill>
            <a:prstDash val="solid"/>
            <a:round/>
            <a:headEnd type="none" w="med" len="med"/>
            <a:tailEnd type="none" w="med" len="med"/>
          </a:ln>
        </p:spPr>
      </p:sp>
      <p:sp>
        <p:nvSpPr>
          <p:cNvPr id="10259" name="Line 22"/>
          <p:cNvSpPr/>
          <p:nvPr/>
        </p:nvSpPr>
        <p:spPr>
          <a:xfrm>
            <a:off x="5894388" y="2195513"/>
            <a:ext cx="52387" cy="26987"/>
          </a:xfrm>
          <a:prstGeom prst="line">
            <a:avLst/>
          </a:prstGeom>
          <a:ln w="9525" cap="flat" cmpd="sng">
            <a:solidFill>
              <a:srgbClr val="FF3300"/>
            </a:solidFill>
            <a:prstDash val="solid"/>
            <a:round/>
            <a:headEnd type="none" w="med" len="med"/>
            <a:tailEnd type="none" w="med" len="med"/>
          </a:ln>
        </p:spPr>
      </p:sp>
      <p:sp>
        <p:nvSpPr>
          <p:cNvPr id="10260" name="Line 23"/>
          <p:cNvSpPr/>
          <p:nvPr/>
        </p:nvSpPr>
        <p:spPr>
          <a:xfrm flipV="1">
            <a:off x="5946775" y="2195513"/>
            <a:ext cx="55563" cy="26987"/>
          </a:xfrm>
          <a:prstGeom prst="line">
            <a:avLst/>
          </a:prstGeom>
          <a:ln w="9525" cap="flat" cmpd="sng">
            <a:solidFill>
              <a:srgbClr val="FF3300"/>
            </a:solidFill>
            <a:prstDash val="solid"/>
            <a:round/>
            <a:headEnd type="none" w="med" len="med"/>
            <a:tailEnd type="none" w="med" len="med"/>
          </a:ln>
        </p:spPr>
      </p:sp>
      <p:sp>
        <p:nvSpPr>
          <p:cNvPr id="10261" name="Line 24"/>
          <p:cNvSpPr/>
          <p:nvPr/>
        </p:nvSpPr>
        <p:spPr>
          <a:xfrm>
            <a:off x="5876925" y="2241550"/>
            <a:ext cx="66675" cy="34925"/>
          </a:xfrm>
          <a:prstGeom prst="line">
            <a:avLst/>
          </a:prstGeom>
          <a:ln w="9525" cap="flat" cmpd="sng">
            <a:solidFill>
              <a:srgbClr val="FF3300"/>
            </a:solidFill>
            <a:prstDash val="solid"/>
            <a:round/>
            <a:headEnd type="none" w="med" len="med"/>
            <a:tailEnd type="none" w="med" len="med"/>
          </a:ln>
        </p:spPr>
      </p:sp>
      <p:sp>
        <p:nvSpPr>
          <p:cNvPr id="10262" name="Line 25"/>
          <p:cNvSpPr/>
          <p:nvPr/>
        </p:nvSpPr>
        <p:spPr>
          <a:xfrm flipV="1">
            <a:off x="5946775" y="2247900"/>
            <a:ext cx="68263" cy="31750"/>
          </a:xfrm>
          <a:prstGeom prst="line">
            <a:avLst/>
          </a:prstGeom>
          <a:ln w="9525" cap="flat" cmpd="sng">
            <a:solidFill>
              <a:srgbClr val="FF3300"/>
            </a:solidFill>
            <a:prstDash val="solid"/>
            <a:round/>
            <a:headEnd type="none" w="med" len="med"/>
            <a:tailEnd type="none" w="med" len="med"/>
          </a:ln>
        </p:spPr>
      </p:sp>
      <p:sp>
        <p:nvSpPr>
          <p:cNvPr id="10263" name="Line 26"/>
          <p:cNvSpPr/>
          <p:nvPr/>
        </p:nvSpPr>
        <p:spPr>
          <a:xfrm flipV="1">
            <a:off x="5946775" y="2149475"/>
            <a:ext cx="34925" cy="12700"/>
          </a:xfrm>
          <a:prstGeom prst="line">
            <a:avLst/>
          </a:prstGeom>
          <a:ln w="9525" cap="flat" cmpd="sng">
            <a:solidFill>
              <a:srgbClr val="FF3300"/>
            </a:solidFill>
            <a:prstDash val="solid"/>
            <a:round/>
            <a:headEnd type="none" w="med" len="med"/>
            <a:tailEnd type="none" w="med" len="med"/>
          </a:ln>
        </p:spPr>
      </p:sp>
      <p:sp>
        <p:nvSpPr>
          <p:cNvPr id="10264" name="Line 27"/>
          <p:cNvSpPr/>
          <p:nvPr/>
        </p:nvSpPr>
        <p:spPr>
          <a:xfrm flipV="1">
            <a:off x="5946775" y="2085975"/>
            <a:ext cx="22225" cy="7938"/>
          </a:xfrm>
          <a:prstGeom prst="line">
            <a:avLst/>
          </a:prstGeom>
          <a:ln w="9525" cap="flat" cmpd="sng">
            <a:solidFill>
              <a:srgbClr val="FF3300"/>
            </a:solidFill>
            <a:prstDash val="solid"/>
            <a:round/>
            <a:headEnd type="none" w="med" len="med"/>
            <a:tailEnd type="none" w="med" len="med"/>
          </a:ln>
        </p:spPr>
      </p:sp>
      <p:sp>
        <p:nvSpPr>
          <p:cNvPr id="10265" name="Line 28"/>
          <p:cNvSpPr/>
          <p:nvPr/>
        </p:nvSpPr>
        <p:spPr>
          <a:xfrm>
            <a:off x="5907088" y="2144713"/>
            <a:ext cx="42862" cy="17462"/>
          </a:xfrm>
          <a:prstGeom prst="line">
            <a:avLst/>
          </a:prstGeom>
          <a:ln w="9525" cap="flat" cmpd="sng">
            <a:solidFill>
              <a:srgbClr val="FF3300"/>
            </a:solidFill>
            <a:prstDash val="solid"/>
            <a:round/>
            <a:headEnd type="none" w="med" len="med"/>
            <a:tailEnd type="none" w="med" len="med"/>
          </a:ln>
        </p:spPr>
      </p:sp>
      <p:sp>
        <p:nvSpPr>
          <p:cNvPr id="10266" name="Line 29"/>
          <p:cNvSpPr/>
          <p:nvPr/>
        </p:nvSpPr>
        <p:spPr>
          <a:xfrm>
            <a:off x="5926138" y="2082800"/>
            <a:ext cx="23812" cy="15875"/>
          </a:xfrm>
          <a:prstGeom prst="line">
            <a:avLst/>
          </a:prstGeom>
          <a:ln w="9525" cap="flat" cmpd="sng">
            <a:solidFill>
              <a:srgbClr val="FF3300"/>
            </a:solidFill>
            <a:prstDash val="solid"/>
            <a:round/>
            <a:headEnd type="none" w="med" len="med"/>
            <a:tailEnd type="none" w="med" len="med"/>
          </a:ln>
        </p:spPr>
      </p:sp>
      <p:grpSp>
        <p:nvGrpSpPr>
          <p:cNvPr id="10267" name="Group 30"/>
          <p:cNvGrpSpPr/>
          <p:nvPr/>
        </p:nvGrpSpPr>
        <p:grpSpPr>
          <a:xfrm>
            <a:off x="5962650" y="1992313"/>
            <a:ext cx="152400" cy="58737"/>
            <a:chOff x="4227" y="1360"/>
            <a:chExt cx="863" cy="270"/>
          </a:xfrm>
        </p:grpSpPr>
        <p:sp>
          <p:nvSpPr>
            <p:cNvPr id="10268" name="Line 31"/>
            <p:cNvSpPr/>
            <p:nvPr/>
          </p:nvSpPr>
          <p:spPr>
            <a:xfrm>
              <a:off x="4227" y="1604"/>
              <a:ext cx="0" cy="0"/>
            </a:xfrm>
            <a:prstGeom prst="line">
              <a:avLst/>
            </a:prstGeom>
            <a:ln w="9525" cap="flat" cmpd="sng">
              <a:solidFill>
                <a:srgbClr val="FF3300"/>
              </a:solidFill>
              <a:prstDash val="solid"/>
              <a:round/>
              <a:headEnd type="none" w="med" len="med"/>
              <a:tailEnd type="none" w="med" len="med"/>
            </a:ln>
          </p:spPr>
        </p:sp>
        <p:sp>
          <p:nvSpPr>
            <p:cNvPr id="10269" name="Line 32"/>
            <p:cNvSpPr/>
            <p:nvPr/>
          </p:nvSpPr>
          <p:spPr>
            <a:xfrm rot="6361956" flipH="1" flipV="1">
              <a:off x="4459" y="1199"/>
              <a:ext cx="189" cy="500"/>
            </a:xfrm>
            <a:prstGeom prst="line">
              <a:avLst/>
            </a:prstGeom>
            <a:ln w="31750" cap="flat" cmpd="sng">
              <a:solidFill>
                <a:srgbClr val="FF3300"/>
              </a:solidFill>
              <a:prstDash val="solid"/>
              <a:round/>
              <a:headEnd type="none" w="med" len="med"/>
              <a:tailEnd type="none" w="med" len="med"/>
            </a:ln>
          </p:spPr>
        </p:sp>
        <p:sp>
          <p:nvSpPr>
            <p:cNvPr id="10270" name="Line 33"/>
            <p:cNvSpPr/>
            <p:nvPr/>
          </p:nvSpPr>
          <p:spPr>
            <a:xfrm rot="6361956">
              <a:off x="4597" y="1388"/>
              <a:ext cx="189" cy="203"/>
            </a:xfrm>
            <a:prstGeom prst="line">
              <a:avLst/>
            </a:prstGeom>
            <a:ln w="31750" cap="flat" cmpd="sng">
              <a:solidFill>
                <a:srgbClr val="FF3300"/>
              </a:solidFill>
              <a:prstDash val="solid"/>
              <a:round/>
              <a:headEnd type="none" w="med" len="med"/>
              <a:tailEnd type="none" w="med" len="med"/>
            </a:ln>
          </p:spPr>
        </p:sp>
        <p:sp>
          <p:nvSpPr>
            <p:cNvPr id="10271" name="Line 34"/>
            <p:cNvSpPr/>
            <p:nvPr/>
          </p:nvSpPr>
          <p:spPr>
            <a:xfrm rot="6361956" flipH="1" flipV="1">
              <a:off x="4740" y="1280"/>
              <a:ext cx="189" cy="500"/>
            </a:xfrm>
            <a:prstGeom prst="line">
              <a:avLst/>
            </a:prstGeom>
            <a:ln w="31750" cap="flat" cmpd="sng">
              <a:solidFill>
                <a:srgbClr val="FF3300"/>
              </a:solidFill>
              <a:prstDash val="solid"/>
              <a:round/>
              <a:headEnd type="none" w="med" len="med"/>
              <a:tailEnd type="none" w="med" len="med"/>
            </a:ln>
          </p:spPr>
        </p:sp>
      </p:grpSp>
      <p:grpSp>
        <p:nvGrpSpPr>
          <p:cNvPr id="10272" name="Group 35"/>
          <p:cNvGrpSpPr/>
          <p:nvPr/>
        </p:nvGrpSpPr>
        <p:grpSpPr>
          <a:xfrm rot="5700496">
            <a:off x="5870575" y="1889125"/>
            <a:ext cx="168275" cy="53975"/>
            <a:chOff x="4227" y="1360"/>
            <a:chExt cx="863" cy="270"/>
          </a:xfrm>
        </p:grpSpPr>
        <p:sp>
          <p:nvSpPr>
            <p:cNvPr id="10273" name="Line 36"/>
            <p:cNvSpPr/>
            <p:nvPr/>
          </p:nvSpPr>
          <p:spPr>
            <a:xfrm>
              <a:off x="4227" y="1604"/>
              <a:ext cx="0" cy="0"/>
            </a:xfrm>
            <a:prstGeom prst="line">
              <a:avLst/>
            </a:prstGeom>
            <a:ln w="9525" cap="flat" cmpd="sng">
              <a:solidFill>
                <a:srgbClr val="FF3300"/>
              </a:solidFill>
              <a:prstDash val="solid"/>
              <a:round/>
              <a:headEnd type="none" w="med" len="med"/>
              <a:tailEnd type="none" w="med" len="med"/>
            </a:ln>
          </p:spPr>
        </p:sp>
        <p:sp>
          <p:nvSpPr>
            <p:cNvPr id="10274" name="Line 37"/>
            <p:cNvSpPr/>
            <p:nvPr/>
          </p:nvSpPr>
          <p:spPr>
            <a:xfrm rot="6361956" flipH="1" flipV="1">
              <a:off x="4459" y="1199"/>
              <a:ext cx="189" cy="500"/>
            </a:xfrm>
            <a:prstGeom prst="line">
              <a:avLst/>
            </a:prstGeom>
            <a:ln w="31750" cap="flat" cmpd="sng">
              <a:solidFill>
                <a:srgbClr val="FF3300"/>
              </a:solidFill>
              <a:prstDash val="solid"/>
              <a:round/>
              <a:headEnd type="none" w="med" len="med"/>
              <a:tailEnd type="none" w="med" len="med"/>
            </a:ln>
          </p:spPr>
        </p:sp>
        <p:sp>
          <p:nvSpPr>
            <p:cNvPr id="10275" name="Line 38"/>
            <p:cNvSpPr/>
            <p:nvPr/>
          </p:nvSpPr>
          <p:spPr>
            <a:xfrm rot="6361956">
              <a:off x="4597" y="1388"/>
              <a:ext cx="189" cy="203"/>
            </a:xfrm>
            <a:prstGeom prst="line">
              <a:avLst/>
            </a:prstGeom>
            <a:ln w="31750" cap="flat" cmpd="sng">
              <a:solidFill>
                <a:srgbClr val="FF3300"/>
              </a:solidFill>
              <a:prstDash val="solid"/>
              <a:round/>
              <a:headEnd type="none" w="med" len="med"/>
              <a:tailEnd type="none" w="med" len="med"/>
            </a:ln>
          </p:spPr>
        </p:sp>
        <p:sp>
          <p:nvSpPr>
            <p:cNvPr id="10276" name="Line 39"/>
            <p:cNvSpPr/>
            <p:nvPr/>
          </p:nvSpPr>
          <p:spPr>
            <a:xfrm rot="6361956" flipH="1" flipV="1">
              <a:off x="4740" y="1280"/>
              <a:ext cx="189" cy="500"/>
            </a:xfrm>
            <a:prstGeom prst="line">
              <a:avLst/>
            </a:prstGeom>
            <a:ln w="31750" cap="flat" cmpd="sng">
              <a:solidFill>
                <a:srgbClr val="FF3300"/>
              </a:solidFill>
              <a:prstDash val="solid"/>
              <a:round/>
              <a:headEnd type="none" w="med" len="med"/>
              <a:tailEnd type="none" w="med" len="med"/>
            </a:ln>
          </p:spPr>
        </p:sp>
      </p:grpSp>
      <p:grpSp>
        <p:nvGrpSpPr>
          <p:cNvPr id="10277" name="Group 40"/>
          <p:cNvGrpSpPr/>
          <p:nvPr/>
        </p:nvGrpSpPr>
        <p:grpSpPr>
          <a:xfrm rot="10800000">
            <a:off x="5778500" y="1985963"/>
            <a:ext cx="152400" cy="58737"/>
            <a:chOff x="4227" y="1360"/>
            <a:chExt cx="863" cy="270"/>
          </a:xfrm>
        </p:grpSpPr>
        <p:sp>
          <p:nvSpPr>
            <p:cNvPr id="10278" name="Line 41"/>
            <p:cNvSpPr/>
            <p:nvPr/>
          </p:nvSpPr>
          <p:spPr>
            <a:xfrm>
              <a:off x="4227" y="1604"/>
              <a:ext cx="0" cy="0"/>
            </a:xfrm>
            <a:prstGeom prst="line">
              <a:avLst/>
            </a:prstGeom>
            <a:ln w="9525" cap="flat" cmpd="sng">
              <a:solidFill>
                <a:srgbClr val="FF3300"/>
              </a:solidFill>
              <a:prstDash val="solid"/>
              <a:round/>
              <a:headEnd type="none" w="med" len="med"/>
              <a:tailEnd type="none" w="med" len="med"/>
            </a:ln>
          </p:spPr>
        </p:sp>
        <p:sp>
          <p:nvSpPr>
            <p:cNvPr id="10279" name="Line 42"/>
            <p:cNvSpPr/>
            <p:nvPr/>
          </p:nvSpPr>
          <p:spPr>
            <a:xfrm rot="6361956" flipH="1" flipV="1">
              <a:off x="4459" y="1199"/>
              <a:ext cx="189" cy="500"/>
            </a:xfrm>
            <a:prstGeom prst="line">
              <a:avLst/>
            </a:prstGeom>
            <a:ln w="31750" cap="flat" cmpd="sng">
              <a:solidFill>
                <a:srgbClr val="FF3300"/>
              </a:solidFill>
              <a:prstDash val="solid"/>
              <a:round/>
              <a:headEnd type="none" w="med" len="med"/>
              <a:tailEnd type="none" w="med" len="med"/>
            </a:ln>
          </p:spPr>
        </p:sp>
        <p:sp>
          <p:nvSpPr>
            <p:cNvPr id="10280" name="Line 43"/>
            <p:cNvSpPr/>
            <p:nvPr/>
          </p:nvSpPr>
          <p:spPr>
            <a:xfrm rot="6361956">
              <a:off x="4597" y="1388"/>
              <a:ext cx="189" cy="203"/>
            </a:xfrm>
            <a:prstGeom prst="line">
              <a:avLst/>
            </a:prstGeom>
            <a:ln w="31750" cap="flat" cmpd="sng">
              <a:solidFill>
                <a:srgbClr val="FF3300"/>
              </a:solidFill>
              <a:prstDash val="solid"/>
              <a:round/>
              <a:headEnd type="none" w="med" len="med"/>
              <a:tailEnd type="none" w="med" len="med"/>
            </a:ln>
          </p:spPr>
        </p:sp>
        <p:sp>
          <p:nvSpPr>
            <p:cNvPr id="10281" name="Line 44"/>
            <p:cNvSpPr/>
            <p:nvPr/>
          </p:nvSpPr>
          <p:spPr>
            <a:xfrm rot="6361956" flipH="1" flipV="1">
              <a:off x="4740" y="1280"/>
              <a:ext cx="189" cy="500"/>
            </a:xfrm>
            <a:prstGeom prst="line">
              <a:avLst/>
            </a:prstGeom>
            <a:ln w="31750" cap="flat" cmpd="sng">
              <a:solidFill>
                <a:srgbClr val="FF3300"/>
              </a:solidFill>
              <a:prstDash val="solid"/>
              <a:round/>
              <a:headEnd type="none" w="med" len="med"/>
              <a:tailEnd type="none" w="med" len="med"/>
            </a:ln>
          </p:spPr>
        </p:sp>
      </p:grpSp>
      <p:sp>
        <p:nvSpPr>
          <p:cNvPr id="10282" name="Oval 45"/>
          <p:cNvSpPr/>
          <p:nvPr/>
        </p:nvSpPr>
        <p:spPr>
          <a:xfrm>
            <a:off x="6835775" y="3652838"/>
            <a:ext cx="358775" cy="95250"/>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283" name="Line 46"/>
          <p:cNvSpPr/>
          <p:nvPr/>
        </p:nvSpPr>
        <p:spPr>
          <a:xfrm>
            <a:off x="6835775" y="3644900"/>
            <a:ext cx="0" cy="58738"/>
          </a:xfrm>
          <a:prstGeom prst="line">
            <a:avLst/>
          </a:prstGeom>
          <a:ln w="12700" cap="flat" cmpd="sng">
            <a:solidFill>
              <a:schemeClr val="folHlink"/>
            </a:solidFill>
            <a:prstDash val="solid"/>
            <a:round/>
            <a:headEnd type="none" w="med" len="med"/>
            <a:tailEnd type="none" w="med" len="med"/>
          </a:ln>
        </p:spPr>
      </p:sp>
      <p:sp>
        <p:nvSpPr>
          <p:cNvPr id="10284" name="Line 47"/>
          <p:cNvSpPr/>
          <p:nvPr/>
        </p:nvSpPr>
        <p:spPr>
          <a:xfrm>
            <a:off x="7194550" y="3644900"/>
            <a:ext cx="0" cy="58738"/>
          </a:xfrm>
          <a:prstGeom prst="line">
            <a:avLst/>
          </a:prstGeom>
          <a:ln w="12700" cap="flat" cmpd="sng">
            <a:solidFill>
              <a:schemeClr val="folHlink"/>
            </a:solidFill>
            <a:prstDash val="solid"/>
            <a:round/>
            <a:headEnd type="none" w="med" len="med"/>
            <a:tailEnd type="none" w="med" len="med"/>
          </a:ln>
        </p:spPr>
      </p:sp>
      <p:sp>
        <p:nvSpPr>
          <p:cNvPr id="10285" name="Rectangle 48"/>
          <p:cNvSpPr/>
          <p:nvPr/>
        </p:nvSpPr>
        <p:spPr>
          <a:xfrm>
            <a:off x="6835775" y="3644900"/>
            <a:ext cx="355600" cy="58738"/>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0286" name="Oval 49"/>
          <p:cNvSpPr/>
          <p:nvPr/>
        </p:nvSpPr>
        <p:spPr>
          <a:xfrm>
            <a:off x="6832600" y="3576638"/>
            <a:ext cx="358775" cy="111125"/>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0287" name="Group 50"/>
          <p:cNvGrpSpPr/>
          <p:nvPr/>
        </p:nvGrpSpPr>
        <p:grpSpPr>
          <a:xfrm>
            <a:off x="6918325" y="3600450"/>
            <a:ext cx="179388" cy="65088"/>
            <a:chOff x="2848" y="848"/>
            <a:chExt cx="140" cy="98"/>
          </a:xfrm>
        </p:grpSpPr>
        <p:sp>
          <p:nvSpPr>
            <p:cNvPr id="10288" name="Line 51"/>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289" name="Line 52"/>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290" name="Line 53"/>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grpSp>
        <p:nvGrpSpPr>
          <p:cNvPr id="10291" name="Group 54"/>
          <p:cNvGrpSpPr/>
          <p:nvPr/>
        </p:nvGrpSpPr>
        <p:grpSpPr>
          <a:xfrm flipV="1">
            <a:off x="6918325" y="3600450"/>
            <a:ext cx="179388" cy="65088"/>
            <a:chOff x="2848" y="848"/>
            <a:chExt cx="140" cy="98"/>
          </a:xfrm>
        </p:grpSpPr>
        <p:sp>
          <p:nvSpPr>
            <p:cNvPr id="10292" name="Line 55"/>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293" name="Line 56"/>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294" name="Line 57"/>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sp>
        <p:nvSpPr>
          <p:cNvPr id="10295" name="Oval 58"/>
          <p:cNvSpPr/>
          <p:nvPr/>
        </p:nvSpPr>
        <p:spPr>
          <a:xfrm>
            <a:off x="7191375" y="3932238"/>
            <a:ext cx="358775" cy="95250"/>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296" name="Line 59"/>
          <p:cNvSpPr/>
          <p:nvPr/>
        </p:nvSpPr>
        <p:spPr>
          <a:xfrm>
            <a:off x="7191375" y="3924300"/>
            <a:ext cx="0" cy="58738"/>
          </a:xfrm>
          <a:prstGeom prst="line">
            <a:avLst/>
          </a:prstGeom>
          <a:ln w="12700" cap="flat" cmpd="sng">
            <a:solidFill>
              <a:schemeClr val="folHlink"/>
            </a:solidFill>
            <a:prstDash val="solid"/>
            <a:round/>
            <a:headEnd type="none" w="med" len="med"/>
            <a:tailEnd type="none" w="med" len="med"/>
          </a:ln>
        </p:spPr>
      </p:sp>
      <p:sp>
        <p:nvSpPr>
          <p:cNvPr id="10297" name="Line 60"/>
          <p:cNvSpPr/>
          <p:nvPr/>
        </p:nvSpPr>
        <p:spPr>
          <a:xfrm>
            <a:off x="7550150" y="3924300"/>
            <a:ext cx="0" cy="58738"/>
          </a:xfrm>
          <a:prstGeom prst="line">
            <a:avLst/>
          </a:prstGeom>
          <a:ln w="12700" cap="flat" cmpd="sng">
            <a:solidFill>
              <a:schemeClr val="folHlink"/>
            </a:solidFill>
            <a:prstDash val="solid"/>
            <a:round/>
            <a:headEnd type="none" w="med" len="med"/>
            <a:tailEnd type="none" w="med" len="med"/>
          </a:ln>
        </p:spPr>
      </p:sp>
      <p:sp>
        <p:nvSpPr>
          <p:cNvPr id="10298" name="Rectangle 61"/>
          <p:cNvSpPr/>
          <p:nvPr/>
        </p:nvSpPr>
        <p:spPr>
          <a:xfrm>
            <a:off x="7191375" y="3924300"/>
            <a:ext cx="355600" cy="58738"/>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0299" name="Oval 62"/>
          <p:cNvSpPr/>
          <p:nvPr/>
        </p:nvSpPr>
        <p:spPr>
          <a:xfrm>
            <a:off x="7188200" y="3856038"/>
            <a:ext cx="358775" cy="111125"/>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0300" name="Group 63"/>
          <p:cNvGrpSpPr/>
          <p:nvPr/>
        </p:nvGrpSpPr>
        <p:grpSpPr>
          <a:xfrm>
            <a:off x="7273925" y="3879850"/>
            <a:ext cx="179388" cy="65088"/>
            <a:chOff x="2848" y="848"/>
            <a:chExt cx="140" cy="98"/>
          </a:xfrm>
        </p:grpSpPr>
        <p:sp>
          <p:nvSpPr>
            <p:cNvPr id="10301" name="Line 64"/>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302" name="Line 65"/>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303" name="Line 66"/>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grpSp>
        <p:nvGrpSpPr>
          <p:cNvPr id="10304" name="Group 67"/>
          <p:cNvGrpSpPr/>
          <p:nvPr/>
        </p:nvGrpSpPr>
        <p:grpSpPr>
          <a:xfrm flipV="1">
            <a:off x="7273925" y="3879850"/>
            <a:ext cx="179388" cy="65088"/>
            <a:chOff x="2848" y="848"/>
            <a:chExt cx="140" cy="98"/>
          </a:xfrm>
        </p:grpSpPr>
        <p:sp>
          <p:nvSpPr>
            <p:cNvPr id="10305" name="Line 68"/>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306" name="Line 69"/>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307" name="Line 70"/>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sp>
        <p:nvSpPr>
          <p:cNvPr id="10308" name="Oval 71"/>
          <p:cNvSpPr/>
          <p:nvPr/>
        </p:nvSpPr>
        <p:spPr>
          <a:xfrm>
            <a:off x="7470775" y="3665538"/>
            <a:ext cx="358775" cy="95250"/>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309" name="Line 72"/>
          <p:cNvSpPr/>
          <p:nvPr/>
        </p:nvSpPr>
        <p:spPr>
          <a:xfrm>
            <a:off x="7470775" y="3657600"/>
            <a:ext cx="0" cy="58738"/>
          </a:xfrm>
          <a:prstGeom prst="line">
            <a:avLst/>
          </a:prstGeom>
          <a:ln w="12700" cap="flat" cmpd="sng">
            <a:solidFill>
              <a:schemeClr val="folHlink"/>
            </a:solidFill>
            <a:prstDash val="solid"/>
            <a:round/>
            <a:headEnd type="none" w="med" len="med"/>
            <a:tailEnd type="none" w="med" len="med"/>
          </a:ln>
        </p:spPr>
      </p:sp>
      <p:sp>
        <p:nvSpPr>
          <p:cNvPr id="10310" name="Line 73"/>
          <p:cNvSpPr/>
          <p:nvPr/>
        </p:nvSpPr>
        <p:spPr>
          <a:xfrm>
            <a:off x="7829550" y="3657600"/>
            <a:ext cx="0" cy="58738"/>
          </a:xfrm>
          <a:prstGeom prst="line">
            <a:avLst/>
          </a:prstGeom>
          <a:ln w="12700" cap="flat" cmpd="sng">
            <a:solidFill>
              <a:schemeClr val="folHlink"/>
            </a:solidFill>
            <a:prstDash val="solid"/>
            <a:round/>
            <a:headEnd type="none" w="med" len="med"/>
            <a:tailEnd type="none" w="med" len="med"/>
          </a:ln>
        </p:spPr>
      </p:sp>
      <p:sp>
        <p:nvSpPr>
          <p:cNvPr id="10311" name="Rectangle 74"/>
          <p:cNvSpPr/>
          <p:nvPr/>
        </p:nvSpPr>
        <p:spPr>
          <a:xfrm>
            <a:off x="7470775" y="3657600"/>
            <a:ext cx="355600" cy="58738"/>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0312" name="Oval 75"/>
          <p:cNvSpPr/>
          <p:nvPr/>
        </p:nvSpPr>
        <p:spPr>
          <a:xfrm>
            <a:off x="7467600" y="3589338"/>
            <a:ext cx="358775" cy="111125"/>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0313" name="Group 76"/>
          <p:cNvGrpSpPr/>
          <p:nvPr/>
        </p:nvGrpSpPr>
        <p:grpSpPr>
          <a:xfrm>
            <a:off x="7553325" y="3613150"/>
            <a:ext cx="179388" cy="65088"/>
            <a:chOff x="2848" y="848"/>
            <a:chExt cx="140" cy="98"/>
          </a:xfrm>
        </p:grpSpPr>
        <p:sp>
          <p:nvSpPr>
            <p:cNvPr id="10314" name="Line 77"/>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315" name="Line 78"/>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316" name="Line 79"/>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grpSp>
        <p:nvGrpSpPr>
          <p:cNvPr id="10317" name="Group 80"/>
          <p:cNvGrpSpPr/>
          <p:nvPr/>
        </p:nvGrpSpPr>
        <p:grpSpPr>
          <a:xfrm flipV="1">
            <a:off x="7553325" y="3613150"/>
            <a:ext cx="179388" cy="65088"/>
            <a:chOff x="2848" y="848"/>
            <a:chExt cx="140" cy="98"/>
          </a:xfrm>
        </p:grpSpPr>
        <p:sp>
          <p:nvSpPr>
            <p:cNvPr id="10318" name="Line 81"/>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319" name="Line 82"/>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320" name="Line 83"/>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sp>
        <p:nvSpPr>
          <p:cNvPr id="10321" name="Oval 84"/>
          <p:cNvSpPr/>
          <p:nvPr/>
        </p:nvSpPr>
        <p:spPr>
          <a:xfrm>
            <a:off x="6935788" y="2503488"/>
            <a:ext cx="347662" cy="88900"/>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322" name="Line 85"/>
          <p:cNvSpPr/>
          <p:nvPr/>
        </p:nvSpPr>
        <p:spPr>
          <a:xfrm>
            <a:off x="6935788" y="2495550"/>
            <a:ext cx="0" cy="55563"/>
          </a:xfrm>
          <a:prstGeom prst="line">
            <a:avLst/>
          </a:prstGeom>
          <a:ln w="12700" cap="flat" cmpd="sng">
            <a:solidFill>
              <a:schemeClr val="folHlink"/>
            </a:solidFill>
            <a:prstDash val="solid"/>
            <a:round/>
            <a:headEnd type="none" w="med" len="med"/>
            <a:tailEnd type="none" w="med" len="med"/>
          </a:ln>
        </p:spPr>
      </p:sp>
      <p:sp>
        <p:nvSpPr>
          <p:cNvPr id="10323" name="Line 86"/>
          <p:cNvSpPr/>
          <p:nvPr/>
        </p:nvSpPr>
        <p:spPr>
          <a:xfrm>
            <a:off x="7283450" y="2495550"/>
            <a:ext cx="0" cy="55563"/>
          </a:xfrm>
          <a:prstGeom prst="line">
            <a:avLst/>
          </a:prstGeom>
          <a:ln w="12700" cap="flat" cmpd="sng">
            <a:solidFill>
              <a:schemeClr val="folHlink"/>
            </a:solidFill>
            <a:prstDash val="solid"/>
            <a:round/>
            <a:headEnd type="none" w="med" len="med"/>
            <a:tailEnd type="none" w="med" len="med"/>
          </a:ln>
        </p:spPr>
      </p:sp>
      <p:sp>
        <p:nvSpPr>
          <p:cNvPr id="10324" name="Rectangle 87"/>
          <p:cNvSpPr/>
          <p:nvPr/>
        </p:nvSpPr>
        <p:spPr>
          <a:xfrm>
            <a:off x="6935788" y="2495550"/>
            <a:ext cx="344487" cy="53975"/>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0325" name="Oval 88"/>
          <p:cNvSpPr/>
          <p:nvPr/>
        </p:nvSpPr>
        <p:spPr>
          <a:xfrm>
            <a:off x="6932613" y="2432050"/>
            <a:ext cx="347662" cy="103188"/>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0326" name="Group 89"/>
          <p:cNvGrpSpPr/>
          <p:nvPr/>
        </p:nvGrpSpPr>
        <p:grpSpPr>
          <a:xfrm>
            <a:off x="7016750" y="2454275"/>
            <a:ext cx="171450" cy="61913"/>
            <a:chOff x="2848" y="848"/>
            <a:chExt cx="140" cy="98"/>
          </a:xfrm>
        </p:grpSpPr>
        <p:sp>
          <p:nvSpPr>
            <p:cNvPr id="10327" name="Line 90"/>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328" name="Line 91"/>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329" name="Line 92"/>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grpSp>
        <p:nvGrpSpPr>
          <p:cNvPr id="10330" name="Group 93"/>
          <p:cNvGrpSpPr/>
          <p:nvPr/>
        </p:nvGrpSpPr>
        <p:grpSpPr>
          <a:xfrm flipV="1">
            <a:off x="7016750" y="2454275"/>
            <a:ext cx="171450" cy="60325"/>
            <a:chOff x="2848" y="848"/>
            <a:chExt cx="140" cy="98"/>
          </a:xfrm>
        </p:grpSpPr>
        <p:sp>
          <p:nvSpPr>
            <p:cNvPr id="10331" name="Line 94"/>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332" name="Line 95"/>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333" name="Line 96"/>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sp>
        <p:nvSpPr>
          <p:cNvPr id="10334" name="Oval 97"/>
          <p:cNvSpPr/>
          <p:nvPr/>
        </p:nvSpPr>
        <p:spPr>
          <a:xfrm>
            <a:off x="6934200" y="2763838"/>
            <a:ext cx="358775" cy="95250"/>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335" name="Line 98"/>
          <p:cNvSpPr/>
          <p:nvPr/>
        </p:nvSpPr>
        <p:spPr>
          <a:xfrm>
            <a:off x="6934200" y="2755900"/>
            <a:ext cx="0" cy="58738"/>
          </a:xfrm>
          <a:prstGeom prst="line">
            <a:avLst/>
          </a:prstGeom>
          <a:ln w="12700" cap="flat" cmpd="sng">
            <a:solidFill>
              <a:schemeClr val="folHlink"/>
            </a:solidFill>
            <a:prstDash val="solid"/>
            <a:round/>
            <a:headEnd type="none" w="med" len="med"/>
            <a:tailEnd type="none" w="med" len="med"/>
          </a:ln>
        </p:spPr>
      </p:sp>
      <p:sp>
        <p:nvSpPr>
          <p:cNvPr id="10336" name="Line 99"/>
          <p:cNvSpPr/>
          <p:nvPr/>
        </p:nvSpPr>
        <p:spPr>
          <a:xfrm>
            <a:off x="7292975" y="2755900"/>
            <a:ext cx="0" cy="58738"/>
          </a:xfrm>
          <a:prstGeom prst="line">
            <a:avLst/>
          </a:prstGeom>
          <a:ln w="12700" cap="flat" cmpd="sng">
            <a:solidFill>
              <a:schemeClr val="folHlink"/>
            </a:solidFill>
            <a:prstDash val="solid"/>
            <a:round/>
            <a:headEnd type="none" w="med" len="med"/>
            <a:tailEnd type="none" w="med" len="med"/>
          </a:ln>
        </p:spPr>
      </p:sp>
      <p:sp>
        <p:nvSpPr>
          <p:cNvPr id="10337" name="Rectangle 100"/>
          <p:cNvSpPr/>
          <p:nvPr/>
        </p:nvSpPr>
        <p:spPr>
          <a:xfrm>
            <a:off x="6934200" y="2755900"/>
            <a:ext cx="355600" cy="58738"/>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0338" name="Oval 101"/>
          <p:cNvSpPr/>
          <p:nvPr/>
        </p:nvSpPr>
        <p:spPr>
          <a:xfrm>
            <a:off x="6931025" y="2687638"/>
            <a:ext cx="358775" cy="111125"/>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0339" name="Group 102"/>
          <p:cNvGrpSpPr/>
          <p:nvPr/>
        </p:nvGrpSpPr>
        <p:grpSpPr>
          <a:xfrm>
            <a:off x="7016750" y="2711450"/>
            <a:ext cx="179388" cy="65088"/>
            <a:chOff x="2848" y="848"/>
            <a:chExt cx="140" cy="98"/>
          </a:xfrm>
        </p:grpSpPr>
        <p:sp>
          <p:nvSpPr>
            <p:cNvPr id="10340" name="Line 103"/>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341" name="Line 104"/>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342" name="Line 105"/>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grpSp>
        <p:nvGrpSpPr>
          <p:cNvPr id="10343" name="Group 106"/>
          <p:cNvGrpSpPr/>
          <p:nvPr/>
        </p:nvGrpSpPr>
        <p:grpSpPr>
          <a:xfrm flipV="1">
            <a:off x="7016750" y="2711450"/>
            <a:ext cx="179388" cy="65088"/>
            <a:chOff x="2848" y="848"/>
            <a:chExt cx="140" cy="98"/>
          </a:xfrm>
        </p:grpSpPr>
        <p:sp>
          <p:nvSpPr>
            <p:cNvPr id="10344" name="Line 107"/>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345" name="Line 108"/>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346" name="Line 109"/>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sp>
        <p:nvSpPr>
          <p:cNvPr id="10347" name="Oval 110"/>
          <p:cNvSpPr/>
          <p:nvPr/>
        </p:nvSpPr>
        <p:spPr>
          <a:xfrm>
            <a:off x="7410450" y="2405063"/>
            <a:ext cx="330200" cy="85725"/>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348" name="Line 111"/>
          <p:cNvSpPr/>
          <p:nvPr/>
        </p:nvSpPr>
        <p:spPr>
          <a:xfrm>
            <a:off x="7410450" y="2398713"/>
            <a:ext cx="0" cy="52387"/>
          </a:xfrm>
          <a:prstGeom prst="line">
            <a:avLst/>
          </a:prstGeom>
          <a:ln w="12700" cap="flat" cmpd="sng">
            <a:solidFill>
              <a:schemeClr val="folHlink"/>
            </a:solidFill>
            <a:prstDash val="solid"/>
            <a:round/>
            <a:headEnd type="none" w="med" len="med"/>
            <a:tailEnd type="none" w="med" len="med"/>
          </a:ln>
        </p:spPr>
      </p:sp>
      <p:sp>
        <p:nvSpPr>
          <p:cNvPr id="10349" name="Line 112"/>
          <p:cNvSpPr/>
          <p:nvPr/>
        </p:nvSpPr>
        <p:spPr>
          <a:xfrm>
            <a:off x="7740650" y="2398713"/>
            <a:ext cx="0" cy="52387"/>
          </a:xfrm>
          <a:prstGeom prst="line">
            <a:avLst/>
          </a:prstGeom>
          <a:ln w="12700" cap="flat" cmpd="sng">
            <a:solidFill>
              <a:schemeClr val="folHlink"/>
            </a:solidFill>
            <a:prstDash val="solid"/>
            <a:round/>
            <a:headEnd type="none" w="med" len="med"/>
            <a:tailEnd type="none" w="med" len="med"/>
          </a:ln>
        </p:spPr>
      </p:sp>
      <p:sp>
        <p:nvSpPr>
          <p:cNvPr id="10350" name="Rectangle 113"/>
          <p:cNvSpPr/>
          <p:nvPr/>
        </p:nvSpPr>
        <p:spPr>
          <a:xfrm>
            <a:off x="7410450" y="2398713"/>
            <a:ext cx="327025" cy="52387"/>
          </a:xfrm>
          <a:prstGeom prst="rect">
            <a:avLst/>
          </a:prstGeom>
          <a:solidFill>
            <a:srgbClr val="DDDDDD"/>
          </a:solidFill>
          <a:ln w="12700">
            <a:noFill/>
          </a:ln>
        </p:spPr>
        <p:txBody>
          <a:bodyPr wrap="none" anchor="ctr" anchorCtr="0"/>
          <a:p>
            <a:pPr algn="ctr" eaLnBrk="0" hangingPunct="0">
              <a:buClrTx/>
              <a:buFontTx/>
            </a:pPr>
            <a:endParaRPr lang="zh-CN" altLang="zh-CN" sz="2400" i="0" dirty="0">
              <a:solidFill>
                <a:schemeClr val="bg2"/>
              </a:solidFill>
              <a:latin typeface="Times New Roman" panose="02020603050405020304" pitchFamily="18" charset="0"/>
              <a:ea typeface="宋体" panose="02010600030101010101" pitchFamily="2" charset="-122"/>
            </a:endParaRPr>
          </a:p>
        </p:txBody>
      </p:sp>
      <p:sp>
        <p:nvSpPr>
          <p:cNvPr id="10351" name="Oval 114"/>
          <p:cNvSpPr/>
          <p:nvPr/>
        </p:nvSpPr>
        <p:spPr>
          <a:xfrm>
            <a:off x="7407275" y="2336800"/>
            <a:ext cx="330200" cy="100013"/>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0352" name="Group 115"/>
          <p:cNvGrpSpPr/>
          <p:nvPr/>
        </p:nvGrpSpPr>
        <p:grpSpPr>
          <a:xfrm>
            <a:off x="7486650" y="2359025"/>
            <a:ext cx="163513" cy="57150"/>
            <a:chOff x="2848" y="848"/>
            <a:chExt cx="140" cy="98"/>
          </a:xfrm>
        </p:grpSpPr>
        <p:sp>
          <p:nvSpPr>
            <p:cNvPr id="10353" name="Line 116"/>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354" name="Line 117"/>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355" name="Line 118"/>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grpSp>
        <p:nvGrpSpPr>
          <p:cNvPr id="10356" name="Group 119"/>
          <p:cNvGrpSpPr/>
          <p:nvPr/>
        </p:nvGrpSpPr>
        <p:grpSpPr>
          <a:xfrm flipV="1">
            <a:off x="7486650" y="2357438"/>
            <a:ext cx="163513" cy="58737"/>
            <a:chOff x="2848" y="848"/>
            <a:chExt cx="140" cy="98"/>
          </a:xfrm>
        </p:grpSpPr>
        <p:sp>
          <p:nvSpPr>
            <p:cNvPr id="10357" name="Line 120"/>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358" name="Line 121"/>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359" name="Line 122"/>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sp>
        <p:nvSpPr>
          <p:cNvPr id="10360" name="Oval 123"/>
          <p:cNvSpPr/>
          <p:nvPr/>
        </p:nvSpPr>
        <p:spPr>
          <a:xfrm>
            <a:off x="7496175" y="2763838"/>
            <a:ext cx="358775" cy="95250"/>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361" name="Line 124"/>
          <p:cNvSpPr/>
          <p:nvPr/>
        </p:nvSpPr>
        <p:spPr>
          <a:xfrm>
            <a:off x="7496175" y="2755900"/>
            <a:ext cx="0" cy="58738"/>
          </a:xfrm>
          <a:prstGeom prst="line">
            <a:avLst/>
          </a:prstGeom>
          <a:ln w="12700" cap="flat" cmpd="sng">
            <a:solidFill>
              <a:schemeClr val="folHlink"/>
            </a:solidFill>
            <a:prstDash val="solid"/>
            <a:round/>
            <a:headEnd type="none" w="med" len="med"/>
            <a:tailEnd type="none" w="med" len="med"/>
          </a:ln>
        </p:spPr>
      </p:sp>
      <p:sp>
        <p:nvSpPr>
          <p:cNvPr id="10362" name="Line 125"/>
          <p:cNvSpPr/>
          <p:nvPr/>
        </p:nvSpPr>
        <p:spPr>
          <a:xfrm>
            <a:off x="7854950" y="2755900"/>
            <a:ext cx="0" cy="58738"/>
          </a:xfrm>
          <a:prstGeom prst="line">
            <a:avLst/>
          </a:prstGeom>
          <a:ln w="12700" cap="flat" cmpd="sng">
            <a:solidFill>
              <a:schemeClr val="folHlink"/>
            </a:solidFill>
            <a:prstDash val="solid"/>
            <a:round/>
            <a:headEnd type="none" w="med" len="med"/>
            <a:tailEnd type="none" w="med" len="med"/>
          </a:ln>
        </p:spPr>
      </p:sp>
      <p:sp>
        <p:nvSpPr>
          <p:cNvPr id="10363" name="Rectangle 126"/>
          <p:cNvSpPr/>
          <p:nvPr/>
        </p:nvSpPr>
        <p:spPr>
          <a:xfrm>
            <a:off x="7496175" y="2755900"/>
            <a:ext cx="355600" cy="58738"/>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0364" name="Oval 127"/>
          <p:cNvSpPr/>
          <p:nvPr/>
        </p:nvSpPr>
        <p:spPr>
          <a:xfrm>
            <a:off x="7493000" y="2687638"/>
            <a:ext cx="358775" cy="111125"/>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0365" name="Group 128"/>
          <p:cNvGrpSpPr/>
          <p:nvPr/>
        </p:nvGrpSpPr>
        <p:grpSpPr>
          <a:xfrm>
            <a:off x="7578725" y="2711450"/>
            <a:ext cx="179388" cy="65088"/>
            <a:chOff x="2848" y="848"/>
            <a:chExt cx="140" cy="98"/>
          </a:xfrm>
        </p:grpSpPr>
        <p:sp>
          <p:nvSpPr>
            <p:cNvPr id="10366" name="Line 129"/>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367" name="Line 130"/>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368" name="Line 131"/>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grpSp>
        <p:nvGrpSpPr>
          <p:cNvPr id="10369" name="Group 132"/>
          <p:cNvGrpSpPr/>
          <p:nvPr/>
        </p:nvGrpSpPr>
        <p:grpSpPr>
          <a:xfrm flipV="1">
            <a:off x="7578725" y="2711450"/>
            <a:ext cx="179388" cy="65088"/>
            <a:chOff x="2848" y="848"/>
            <a:chExt cx="140" cy="98"/>
          </a:xfrm>
        </p:grpSpPr>
        <p:sp>
          <p:nvSpPr>
            <p:cNvPr id="10370" name="Line 133"/>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371" name="Line 134"/>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372" name="Line 135"/>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sp>
        <p:nvSpPr>
          <p:cNvPr id="10373" name="Oval 136"/>
          <p:cNvSpPr/>
          <p:nvPr/>
        </p:nvSpPr>
        <p:spPr>
          <a:xfrm>
            <a:off x="6086475" y="2498725"/>
            <a:ext cx="346075" cy="87313"/>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374" name="Line 137"/>
          <p:cNvSpPr/>
          <p:nvPr/>
        </p:nvSpPr>
        <p:spPr>
          <a:xfrm>
            <a:off x="6086475" y="2490788"/>
            <a:ext cx="0" cy="53975"/>
          </a:xfrm>
          <a:prstGeom prst="line">
            <a:avLst/>
          </a:prstGeom>
          <a:ln w="12700" cap="flat" cmpd="sng">
            <a:solidFill>
              <a:schemeClr val="folHlink"/>
            </a:solidFill>
            <a:prstDash val="solid"/>
            <a:round/>
            <a:headEnd type="none" w="med" len="med"/>
            <a:tailEnd type="none" w="med" len="med"/>
          </a:ln>
        </p:spPr>
      </p:sp>
      <p:sp>
        <p:nvSpPr>
          <p:cNvPr id="10375" name="Line 138"/>
          <p:cNvSpPr/>
          <p:nvPr/>
        </p:nvSpPr>
        <p:spPr>
          <a:xfrm>
            <a:off x="6432550" y="2490788"/>
            <a:ext cx="0" cy="53975"/>
          </a:xfrm>
          <a:prstGeom prst="line">
            <a:avLst/>
          </a:prstGeom>
          <a:ln w="12700" cap="flat" cmpd="sng">
            <a:solidFill>
              <a:schemeClr val="folHlink"/>
            </a:solidFill>
            <a:prstDash val="solid"/>
            <a:round/>
            <a:headEnd type="none" w="med" len="med"/>
            <a:tailEnd type="none" w="med" len="med"/>
          </a:ln>
        </p:spPr>
      </p:sp>
      <p:sp>
        <p:nvSpPr>
          <p:cNvPr id="10376" name="Rectangle 139"/>
          <p:cNvSpPr/>
          <p:nvPr/>
        </p:nvSpPr>
        <p:spPr>
          <a:xfrm>
            <a:off x="6086475" y="2490788"/>
            <a:ext cx="342900" cy="53975"/>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0377" name="Oval 140"/>
          <p:cNvSpPr/>
          <p:nvPr/>
        </p:nvSpPr>
        <p:spPr>
          <a:xfrm>
            <a:off x="6083300" y="2427288"/>
            <a:ext cx="346075" cy="103187"/>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0378" name="Group 141"/>
          <p:cNvGrpSpPr/>
          <p:nvPr/>
        </p:nvGrpSpPr>
        <p:grpSpPr>
          <a:xfrm>
            <a:off x="6167438" y="2449513"/>
            <a:ext cx="171450" cy="60325"/>
            <a:chOff x="2848" y="848"/>
            <a:chExt cx="140" cy="98"/>
          </a:xfrm>
        </p:grpSpPr>
        <p:sp>
          <p:nvSpPr>
            <p:cNvPr id="10379" name="Line 142"/>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380" name="Line 143"/>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381" name="Line 144"/>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grpSp>
        <p:nvGrpSpPr>
          <p:cNvPr id="10382" name="Group 145"/>
          <p:cNvGrpSpPr/>
          <p:nvPr/>
        </p:nvGrpSpPr>
        <p:grpSpPr>
          <a:xfrm flipV="1">
            <a:off x="6167438" y="2449513"/>
            <a:ext cx="171450" cy="58737"/>
            <a:chOff x="2848" y="848"/>
            <a:chExt cx="140" cy="98"/>
          </a:xfrm>
        </p:grpSpPr>
        <p:sp>
          <p:nvSpPr>
            <p:cNvPr id="10383" name="Line 146"/>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384" name="Line 147"/>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385" name="Line 148"/>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sp>
        <p:nvSpPr>
          <p:cNvPr id="10386" name="Oval 149"/>
          <p:cNvSpPr/>
          <p:nvPr/>
        </p:nvSpPr>
        <p:spPr>
          <a:xfrm>
            <a:off x="5780088" y="3648075"/>
            <a:ext cx="346075" cy="87313"/>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387" name="Line 150"/>
          <p:cNvSpPr/>
          <p:nvPr/>
        </p:nvSpPr>
        <p:spPr>
          <a:xfrm>
            <a:off x="5780088" y="3640138"/>
            <a:ext cx="0" cy="53975"/>
          </a:xfrm>
          <a:prstGeom prst="line">
            <a:avLst/>
          </a:prstGeom>
          <a:ln w="12700" cap="flat" cmpd="sng">
            <a:solidFill>
              <a:schemeClr val="folHlink"/>
            </a:solidFill>
            <a:prstDash val="solid"/>
            <a:round/>
            <a:headEnd type="none" w="med" len="med"/>
            <a:tailEnd type="none" w="med" len="med"/>
          </a:ln>
        </p:spPr>
      </p:sp>
      <p:sp>
        <p:nvSpPr>
          <p:cNvPr id="10388" name="Line 151"/>
          <p:cNvSpPr/>
          <p:nvPr/>
        </p:nvSpPr>
        <p:spPr>
          <a:xfrm>
            <a:off x="6126163" y="3640138"/>
            <a:ext cx="0" cy="53975"/>
          </a:xfrm>
          <a:prstGeom prst="line">
            <a:avLst/>
          </a:prstGeom>
          <a:ln w="12700" cap="flat" cmpd="sng">
            <a:solidFill>
              <a:schemeClr val="folHlink"/>
            </a:solidFill>
            <a:prstDash val="solid"/>
            <a:round/>
            <a:headEnd type="none" w="med" len="med"/>
            <a:tailEnd type="none" w="med" len="med"/>
          </a:ln>
        </p:spPr>
      </p:sp>
      <p:sp>
        <p:nvSpPr>
          <p:cNvPr id="10389" name="Rectangle 152"/>
          <p:cNvSpPr/>
          <p:nvPr/>
        </p:nvSpPr>
        <p:spPr>
          <a:xfrm>
            <a:off x="5780088" y="3640138"/>
            <a:ext cx="342900" cy="53975"/>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0390" name="Oval 153"/>
          <p:cNvSpPr/>
          <p:nvPr/>
        </p:nvSpPr>
        <p:spPr>
          <a:xfrm>
            <a:off x="5776913" y="3576638"/>
            <a:ext cx="346075" cy="103187"/>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0391" name="Group 154"/>
          <p:cNvGrpSpPr/>
          <p:nvPr/>
        </p:nvGrpSpPr>
        <p:grpSpPr>
          <a:xfrm>
            <a:off x="5861050" y="3598863"/>
            <a:ext cx="171450" cy="60325"/>
            <a:chOff x="2848" y="848"/>
            <a:chExt cx="140" cy="98"/>
          </a:xfrm>
        </p:grpSpPr>
        <p:sp>
          <p:nvSpPr>
            <p:cNvPr id="10392" name="Line 155"/>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393" name="Line 156"/>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394" name="Line 157"/>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grpSp>
        <p:nvGrpSpPr>
          <p:cNvPr id="10395" name="Group 158"/>
          <p:cNvGrpSpPr/>
          <p:nvPr/>
        </p:nvGrpSpPr>
        <p:grpSpPr>
          <a:xfrm flipV="1">
            <a:off x="5861050" y="3598863"/>
            <a:ext cx="171450" cy="58737"/>
            <a:chOff x="2848" y="848"/>
            <a:chExt cx="140" cy="98"/>
          </a:xfrm>
        </p:grpSpPr>
        <p:sp>
          <p:nvSpPr>
            <p:cNvPr id="10396" name="Line 159"/>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397" name="Line 160"/>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398" name="Line 161"/>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sp>
        <p:nvSpPr>
          <p:cNvPr id="10399" name="Line 163"/>
          <p:cNvSpPr/>
          <p:nvPr/>
        </p:nvSpPr>
        <p:spPr>
          <a:xfrm>
            <a:off x="7102475" y="3743325"/>
            <a:ext cx="163513" cy="120650"/>
          </a:xfrm>
          <a:prstGeom prst="line">
            <a:avLst/>
          </a:prstGeom>
          <a:ln w="38100" cap="flat" cmpd="sng">
            <a:solidFill>
              <a:srgbClr val="FF0000"/>
            </a:solidFill>
            <a:prstDash val="solid"/>
            <a:round/>
            <a:headEnd type="none" w="med" len="med"/>
            <a:tailEnd type="none" w="med" len="med"/>
          </a:ln>
        </p:spPr>
      </p:sp>
      <p:sp>
        <p:nvSpPr>
          <p:cNvPr id="10400" name="Line 164"/>
          <p:cNvSpPr/>
          <p:nvPr/>
        </p:nvSpPr>
        <p:spPr>
          <a:xfrm>
            <a:off x="7199313" y="3663950"/>
            <a:ext cx="279400" cy="0"/>
          </a:xfrm>
          <a:prstGeom prst="line">
            <a:avLst/>
          </a:prstGeom>
          <a:ln w="38100" cap="flat" cmpd="sng">
            <a:solidFill>
              <a:srgbClr val="FF0000"/>
            </a:solidFill>
            <a:prstDash val="solid"/>
            <a:round/>
            <a:headEnd type="none" w="med" len="med"/>
            <a:tailEnd type="none" w="med" len="med"/>
          </a:ln>
        </p:spPr>
      </p:sp>
      <p:sp>
        <p:nvSpPr>
          <p:cNvPr id="10401" name="Line 165"/>
          <p:cNvSpPr/>
          <p:nvPr/>
        </p:nvSpPr>
        <p:spPr>
          <a:xfrm flipV="1">
            <a:off x="7435850" y="3749675"/>
            <a:ext cx="134938" cy="104775"/>
          </a:xfrm>
          <a:prstGeom prst="line">
            <a:avLst/>
          </a:prstGeom>
          <a:ln w="38100" cap="flat" cmpd="sng">
            <a:solidFill>
              <a:srgbClr val="FF0000"/>
            </a:solidFill>
            <a:prstDash val="solid"/>
            <a:round/>
            <a:headEnd type="none" w="med" len="med"/>
            <a:tailEnd type="none" w="med" len="med"/>
          </a:ln>
        </p:spPr>
      </p:sp>
      <p:sp>
        <p:nvSpPr>
          <p:cNvPr id="10402" name="Line 166"/>
          <p:cNvSpPr/>
          <p:nvPr/>
        </p:nvSpPr>
        <p:spPr>
          <a:xfrm>
            <a:off x="6134100" y="3670300"/>
            <a:ext cx="679450" cy="0"/>
          </a:xfrm>
          <a:prstGeom prst="line">
            <a:avLst/>
          </a:prstGeom>
          <a:ln w="38100" cap="flat" cmpd="sng">
            <a:solidFill>
              <a:srgbClr val="FF0000"/>
            </a:solidFill>
            <a:prstDash val="solid"/>
            <a:round/>
            <a:headEnd type="none" w="med" len="med"/>
            <a:tailEnd type="none" w="med" len="med"/>
          </a:ln>
        </p:spPr>
      </p:sp>
      <p:sp>
        <p:nvSpPr>
          <p:cNvPr id="10403" name="Line 167"/>
          <p:cNvSpPr/>
          <p:nvPr/>
        </p:nvSpPr>
        <p:spPr>
          <a:xfrm>
            <a:off x="6429375" y="2517775"/>
            <a:ext cx="509588" cy="3175"/>
          </a:xfrm>
          <a:prstGeom prst="line">
            <a:avLst/>
          </a:prstGeom>
          <a:ln w="38100" cap="flat" cmpd="sng">
            <a:solidFill>
              <a:srgbClr val="FF0000"/>
            </a:solidFill>
            <a:prstDash val="solid"/>
            <a:round/>
            <a:headEnd type="none" w="med" len="med"/>
            <a:tailEnd type="none" w="med" len="med"/>
          </a:ln>
        </p:spPr>
      </p:sp>
      <p:sp>
        <p:nvSpPr>
          <p:cNvPr id="10404" name="Line 168"/>
          <p:cNvSpPr/>
          <p:nvPr/>
        </p:nvSpPr>
        <p:spPr>
          <a:xfrm>
            <a:off x="5995988" y="2346325"/>
            <a:ext cx="152400" cy="82550"/>
          </a:xfrm>
          <a:prstGeom prst="line">
            <a:avLst/>
          </a:prstGeom>
          <a:ln w="38100" cap="flat" cmpd="sng">
            <a:solidFill>
              <a:srgbClr val="FF3300"/>
            </a:solidFill>
            <a:prstDash val="solid"/>
            <a:round/>
            <a:headEnd type="none" w="med" len="med"/>
            <a:tailEnd type="none" w="med" len="med"/>
          </a:ln>
        </p:spPr>
      </p:sp>
      <p:sp>
        <p:nvSpPr>
          <p:cNvPr id="10405" name="Freeform 169"/>
          <p:cNvSpPr/>
          <p:nvPr/>
        </p:nvSpPr>
        <p:spPr>
          <a:xfrm>
            <a:off x="5316538" y="4352925"/>
            <a:ext cx="2979737" cy="1455738"/>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DDDDDD"/>
          </a:solidFill>
          <a:ln w="9525">
            <a:noFill/>
          </a:ln>
        </p:spPr>
        <p:txBody>
          <a:bodyPr/>
          <a:p>
            <a:endParaRPr lang="zh-CN" altLang="en-US"/>
          </a:p>
        </p:txBody>
      </p:sp>
      <p:sp>
        <p:nvSpPr>
          <p:cNvPr id="10406" name="Line 170"/>
          <p:cNvSpPr/>
          <p:nvPr/>
        </p:nvSpPr>
        <p:spPr>
          <a:xfrm rot="-5400000">
            <a:off x="7551738" y="5089525"/>
            <a:ext cx="523875" cy="139700"/>
          </a:xfrm>
          <a:prstGeom prst="line">
            <a:avLst/>
          </a:prstGeom>
          <a:ln w="38100" cap="flat" cmpd="sng">
            <a:solidFill>
              <a:srgbClr val="FF3300"/>
            </a:solidFill>
            <a:prstDash val="solid"/>
            <a:round/>
            <a:headEnd type="none" w="med" len="med"/>
            <a:tailEnd type="none" w="med" len="med"/>
          </a:ln>
        </p:spPr>
      </p:sp>
      <p:sp>
        <p:nvSpPr>
          <p:cNvPr id="10407" name="Line 171"/>
          <p:cNvSpPr/>
          <p:nvPr/>
        </p:nvSpPr>
        <p:spPr>
          <a:xfrm rot="5400000" flipV="1">
            <a:off x="7697788" y="5370513"/>
            <a:ext cx="3175" cy="85725"/>
          </a:xfrm>
          <a:prstGeom prst="line">
            <a:avLst/>
          </a:prstGeom>
          <a:ln w="38100" cap="flat" cmpd="sng">
            <a:solidFill>
              <a:srgbClr val="FF3300"/>
            </a:solidFill>
            <a:prstDash val="solid"/>
            <a:round/>
            <a:headEnd type="none" w="med" len="med"/>
            <a:tailEnd type="none" w="med" len="med"/>
          </a:ln>
        </p:spPr>
      </p:sp>
      <p:sp>
        <p:nvSpPr>
          <p:cNvPr id="10408" name="Line 172"/>
          <p:cNvSpPr/>
          <p:nvPr/>
        </p:nvSpPr>
        <p:spPr>
          <a:xfrm rot="-5400000">
            <a:off x="7883525" y="5046663"/>
            <a:ext cx="0" cy="114300"/>
          </a:xfrm>
          <a:prstGeom prst="line">
            <a:avLst/>
          </a:prstGeom>
          <a:ln w="38100" cap="flat" cmpd="sng">
            <a:solidFill>
              <a:srgbClr val="FF3300"/>
            </a:solidFill>
            <a:prstDash val="solid"/>
            <a:round/>
            <a:headEnd type="none" w="med" len="med"/>
            <a:tailEnd type="none" w="med" len="med"/>
          </a:ln>
        </p:spPr>
      </p:sp>
      <p:grpSp>
        <p:nvGrpSpPr>
          <p:cNvPr id="10409" name="Group 173"/>
          <p:cNvGrpSpPr/>
          <p:nvPr/>
        </p:nvGrpSpPr>
        <p:grpSpPr>
          <a:xfrm>
            <a:off x="7462838" y="4756150"/>
            <a:ext cx="501650" cy="234950"/>
            <a:chOff x="4701" y="2996"/>
            <a:chExt cx="316" cy="148"/>
          </a:xfrm>
        </p:grpSpPr>
        <p:sp>
          <p:nvSpPr>
            <p:cNvPr id="10410" name="Oval 174"/>
            <p:cNvSpPr/>
            <p:nvPr/>
          </p:nvSpPr>
          <p:spPr>
            <a:xfrm>
              <a:off x="4704" y="3062"/>
              <a:ext cx="313" cy="82"/>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411" name="Line 175"/>
            <p:cNvSpPr/>
            <p:nvPr/>
          </p:nvSpPr>
          <p:spPr>
            <a:xfrm>
              <a:off x="4704" y="3055"/>
              <a:ext cx="0" cy="51"/>
            </a:xfrm>
            <a:prstGeom prst="line">
              <a:avLst/>
            </a:prstGeom>
            <a:ln w="12700" cap="flat" cmpd="sng">
              <a:solidFill>
                <a:schemeClr val="folHlink"/>
              </a:solidFill>
              <a:prstDash val="solid"/>
              <a:round/>
              <a:headEnd type="none" w="med" len="med"/>
              <a:tailEnd type="none" w="med" len="med"/>
            </a:ln>
          </p:spPr>
        </p:sp>
        <p:sp>
          <p:nvSpPr>
            <p:cNvPr id="10412" name="Line 176"/>
            <p:cNvSpPr/>
            <p:nvPr/>
          </p:nvSpPr>
          <p:spPr>
            <a:xfrm>
              <a:off x="5017" y="3055"/>
              <a:ext cx="0" cy="51"/>
            </a:xfrm>
            <a:prstGeom prst="line">
              <a:avLst/>
            </a:prstGeom>
            <a:ln w="12700" cap="flat" cmpd="sng">
              <a:solidFill>
                <a:schemeClr val="folHlink"/>
              </a:solidFill>
              <a:prstDash val="solid"/>
              <a:round/>
              <a:headEnd type="none" w="med" len="med"/>
              <a:tailEnd type="none" w="med" len="med"/>
            </a:ln>
          </p:spPr>
        </p:sp>
        <p:sp>
          <p:nvSpPr>
            <p:cNvPr id="10413" name="Rectangle 177"/>
            <p:cNvSpPr/>
            <p:nvPr/>
          </p:nvSpPr>
          <p:spPr>
            <a:xfrm>
              <a:off x="4704" y="3055"/>
              <a:ext cx="310" cy="50"/>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0414" name="Oval 178"/>
            <p:cNvSpPr/>
            <p:nvPr/>
          </p:nvSpPr>
          <p:spPr>
            <a:xfrm>
              <a:off x="4701" y="2996"/>
              <a:ext cx="313" cy="96"/>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0415" name="Group 179"/>
            <p:cNvGrpSpPr/>
            <p:nvPr/>
          </p:nvGrpSpPr>
          <p:grpSpPr>
            <a:xfrm>
              <a:off x="4776" y="3017"/>
              <a:ext cx="156" cy="56"/>
              <a:chOff x="2848" y="848"/>
              <a:chExt cx="140" cy="98"/>
            </a:xfrm>
          </p:grpSpPr>
          <p:sp>
            <p:nvSpPr>
              <p:cNvPr id="10416" name="Line 180"/>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417" name="Line 181"/>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418" name="Line 182"/>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grpSp>
          <p:nvGrpSpPr>
            <p:cNvPr id="10419" name="Group 183"/>
            <p:cNvGrpSpPr/>
            <p:nvPr/>
          </p:nvGrpSpPr>
          <p:grpSpPr>
            <a:xfrm flipV="1">
              <a:off x="4776" y="3016"/>
              <a:ext cx="156" cy="56"/>
              <a:chOff x="2848" y="848"/>
              <a:chExt cx="140" cy="98"/>
            </a:xfrm>
          </p:grpSpPr>
          <p:sp>
            <p:nvSpPr>
              <p:cNvPr id="10420" name="Line 184"/>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421" name="Line 185"/>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422" name="Line 186"/>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grpSp>
      <p:grpSp>
        <p:nvGrpSpPr>
          <p:cNvPr id="10423" name="Group 187"/>
          <p:cNvGrpSpPr/>
          <p:nvPr/>
        </p:nvGrpSpPr>
        <p:grpSpPr>
          <a:xfrm>
            <a:off x="6646863" y="4479925"/>
            <a:ext cx="501650" cy="234950"/>
            <a:chOff x="3600" y="219"/>
            <a:chExt cx="360" cy="175"/>
          </a:xfrm>
        </p:grpSpPr>
        <p:sp>
          <p:nvSpPr>
            <p:cNvPr id="10424" name="Oval 188"/>
            <p:cNvSpPr/>
            <p:nvPr/>
          </p:nvSpPr>
          <p:spPr>
            <a:xfrm>
              <a:off x="3603" y="297"/>
              <a:ext cx="357" cy="97"/>
            </a:xfrm>
            <a:prstGeom prst="ellipse">
              <a:avLst/>
            </a:prstGeom>
            <a:solidFill>
              <a:srgbClr val="DDDDDD"/>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425" name="Line 189"/>
            <p:cNvSpPr/>
            <p:nvPr/>
          </p:nvSpPr>
          <p:spPr>
            <a:xfrm>
              <a:off x="3603" y="289"/>
              <a:ext cx="0" cy="60"/>
            </a:xfrm>
            <a:prstGeom prst="line">
              <a:avLst/>
            </a:prstGeom>
            <a:ln w="12700" cap="flat" cmpd="sng">
              <a:solidFill>
                <a:schemeClr val="tx1"/>
              </a:solidFill>
              <a:prstDash val="solid"/>
              <a:round/>
              <a:headEnd type="none" w="med" len="med"/>
              <a:tailEnd type="none" w="med" len="med"/>
            </a:ln>
          </p:spPr>
        </p:sp>
        <p:sp>
          <p:nvSpPr>
            <p:cNvPr id="10426" name="Line 190"/>
            <p:cNvSpPr/>
            <p:nvPr/>
          </p:nvSpPr>
          <p:spPr>
            <a:xfrm>
              <a:off x="3960" y="289"/>
              <a:ext cx="0" cy="60"/>
            </a:xfrm>
            <a:prstGeom prst="line">
              <a:avLst/>
            </a:prstGeom>
            <a:ln w="12700" cap="flat" cmpd="sng">
              <a:solidFill>
                <a:schemeClr val="tx1"/>
              </a:solidFill>
              <a:prstDash val="solid"/>
              <a:round/>
              <a:headEnd type="none" w="med" len="med"/>
              <a:tailEnd type="none" w="med" len="med"/>
            </a:ln>
          </p:spPr>
        </p:sp>
        <p:sp>
          <p:nvSpPr>
            <p:cNvPr id="10427" name="Rectangle 191"/>
            <p:cNvSpPr/>
            <p:nvPr/>
          </p:nvSpPr>
          <p:spPr>
            <a:xfrm>
              <a:off x="3603" y="289"/>
              <a:ext cx="354" cy="59"/>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0428" name="Oval 192"/>
            <p:cNvSpPr/>
            <p:nvPr/>
          </p:nvSpPr>
          <p:spPr>
            <a:xfrm>
              <a:off x="3600" y="219"/>
              <a:ext cx="357" cy="113"/>
            </a:xfrm>
            <a:prstGeom prst="ellipse">
              <a:avLst/>
            </a:prstGeom>
            <a:solidFill>
              <a:srgbClr val="DDDDDD"/>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0429" name="Group 193"/>
            <p:cNvGrpSpPr/>
            <p:nvPr/>
          </p:nvGrpSpPr>
          <p:grpSpPr>
            <a:xfrm>
              <a:off x="3686" y="244"/>
              <a:ext cx="177" cy="66"/>
              <a:chOff x="2848" y="848"/>
              <a:chExt cx="140" cy="98"/>
            </a:xfrm>
          </p:grpSpPr>
          <p:sp>
            <p:nvSpPr>
              <p:cNvPr id="10430" name="Line 194"/>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0431" name="Line 195"/>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0432" name="Line 196"/>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10433" name="Group 197"/>
            <p:cNvGrpSpPr/>
            <p:nvPr/>
          </p:nvGrpSpPr>
          <p:grpSpPr>
            <a:xfrm flipV="1">
              <a:off x="3686" y="243"/>
              <a:ext cx="177" cy="66"/>
              <a:chOff x="2848" y="848"/>
              <a:chExt cx="140" cy="98"/>
            </a:xfrm>
          </p:grpSpPr>
          <p:sp>
            <p:nvSpPr>
              <p:cNvPr id="10434" name="Line 198"/>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0435" name="Line 199"/>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0436" name="Line 200"/>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grpSp>
        <p:nvGrpSpPr>
          <p:cNvPr id="10437" name="Group 201"/>
          <p:cNvGrpSpPr/>
          <p:nvPr/>
        </p:nvGrpSpPr>
        <p:grpSpPr>
          <a:xfrm>
            <a:off x="5981700" y="4784725"/>
            <a:ext cx="501650" cy="234950"/>
            <a:chOff x="3600" y="219"/>
            <a:chExt cx="360" cy="175"/>
          </a:xfrm>
        </p:grpSpPr>
        <p:sp>
          <p:nvSpPr>
            <p:cNvPr id="10438" name="Oval 202"/>
            <p:cNvSpPr/>
            <p:nvPr/>
          </p:nvSpPr>
          <p:spPr>
            <a:xfrm>
              <a:off x="3603" y="297"/>
              <a:ext cx="357" cy="97"/>
            </a:xfrm>
            <a:prstGeom prst="ellipse">
              <a:avLst/>
            </a:prstGeom>
            <a:solidFill>
              <a:srgbClr val="DDDDDD"/>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439" name="Line 203"/>
            <p:cNvSpPr/>
            <p:nvPr/>
          </p:nvSpPr>
          <p:spPr>
            <a:xfrm>
              <a:off x="3603" y="289"/>
              <a:ext cx="0" cy="60"/>
            </a:xfrm>
            <a:prstGeom prst="line">
              <a:avLst/>
            </a:prstGeom>
            <a:ln w="12700" cap="flat" cmpd="sng">
              <a:solidFill>
                <a:schemeClr val="tx1"/>
              </a:solidFill>
              <a:prstDash val="solid"/>
              <a:round/>
              <a:headEnd type="none" w="med" len="med"/>
              <a:tailEnd type="none" w="med" len="med"/>
            </a:ln>
          </p:spPr>
        </p:sp>
        <p:sp>
          <p:nvSpPr>
            <p:cNvPr id="10440" name="Line 204"/>
            <p:cNvSpPr/>
            <p:nvPr/>
          </p:nvSpPr>
          <p:spPr>
            <a:xfrm>
              <a:off x="3960" y="289"/>
              <a:ext cx="0" cy="60"/>
            </a:xfrm>
            <a:prstGeom prst="line">
              <a:avLst/>
            </a:prstGeom>
            <a:ln w="12700" cap="flat" cmpd="sng">
              <a:solidFill>
                <a:schemeClr val="tx1"/>
              </a:solidFill>
              <a:prstDash val="solid"/>
              <a:round/>
              <a:headEnd type="none" w="med" len="med"/>
              <a:tailEnd type="none" w="med" len="med"/>
            </a:ln>
          </p:spPr>
        </p:sp>
        <p:sp>
          <p:nvSpPr>
            <p:cNvPr id="10441" name="Rectangle 205"/>
            <p:cNvSpPr/>
            <p:nvPr/>
          </p:nvSpPr>
          <p:spPr>
            <a:xfrm>
              <a:off x="3603" y="289"/>
              <a:ext cx="354" cy="59"/>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0442" name="Oval 206"/>
            <p:cNvSpPr/>
            <p:nvPr/>
          </p:nvSpPr>
          <p:spPr>
            <a:xfrm>
              <a:off x="3600" y="219"/>
              <a:ext cx="357" cy="113"/>
            </a:xfrm>
            <a:prstGeom prst="ellipse">
              <a:avLst/>
            </a:prstGeom>
            <a:solidFill>
              <a:srgbClr val="DDDDDD"/>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0443" name="Group 207"/>
            <p:cNvGrpSpPr/>
            <p:nvPr/>
          </p:nvGrpSpPr>
          <p:grpSpPr>
            <a:xfrm>
              <a:off x="3686" y="244"/>
              <a:ext cx="177" cy="66"/>
              <a:chOff x="2848" y="848"/>
              <a:chExt cx="140" cy="98"/>
            </a:xfrm>
          </p:grpSpPr>
          <p:sp>
            <p:nvSpPr>
              <p:cNvPr id="10444" name="Line 208"/>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0445" name="Line 209"/>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0446" name="Line 210"/>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10447" name="Group 211"/>
            <p:cNvGrpSpPr/>
            <p:nvPr/>
          </p:nvGrpSpPr>
          <p:grpSpPr>
            <a:xfrm flipV="1">
              <a:off x="3686" y="243"/>
              <a:ext cx="177" cy="66"/>
              <a:chOff x="2848" y="848"/>
              <a:chExt cx="140" cy="98"/>
            </a:xfrm>
          </p:grpSpPr>
          <p:sp>
            <p:nvSpPr>
              <p:cNvPr id="10448" name="Line 212"/>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0449" name="Line 213"/>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0450" name="Line 214"/>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sp>
        <p:nvSpPr>
          <p:cNvPr id="10451" name="Line 215"/>
          <p:cNvSpPr/>
          <p:nvPr/>
        </p:nvSpPr>
        <p:spPr>
          <a:xfrm>
            <a:off x="7096125" y="4691063"/>
            <a:ext cx="358775" cy="120650"/>
          </a:xfrm>
          <a:prstGeom prst="line">
            <a:avLst/>
          </a:prstGeom>
          <a:ln w="38100" cap="flat" cmpd="sng">
            <a:solidFill>
              <a:srgbClr val="FF0000"/>
            </a:solidFill>
            <a:prstDash val="solid"/>
            <a:round/>
            <a:headEnd type="none" w="med" len="med"/>
            <a:tailEnd type="none" w="med" len="med"/>
          </a:ln>
        </p:spPr>
      </p:sp>
      <p:sp>
        <p:nvSpPr>
          <p:cNvPr id="10452" name="Line 216"/>
          <p:cNvSpPr/>
          <p:nvPr/>
        </p:nvSpPr>
        <p:spPr>
          <a:xfrm flipV="1">
            <a:off x="6443663" y="4703763"/>
            <a:ext cx="277812" cy="109537"/>
          </a:xfrm>
          <a:prstGeom prst="line">
            <a:avLst/>
          </a:prstGeom>
          <a:ln w="38100" cap="flat" cmpd="sng">
            <a:solidFill>
              <a:srgbClr val="FF0000"/>
            </a:solidFill>
            <a:prstDash val="solid"/>
            <a:round/>
            <a:headEnd type="none" w="med" len="med"/>
            <a:tailEnd type="none" w="med" len="med"/>
          </a:ln>
        </p:spPr>
      </p:sp>
      <p:sp>
        <p:nvSpPr>
          <p:cNvPr id="10453" name="Line 217"/>
          <p:cNvSpPr/>
          <p:nvPr/>
        </p:nvSpPr>
        <p:spPr>
          <a:xfrm flipV="1">
            <a:off x="6486525" y="4906963"/>
            <a:ext cx="971550" cy="0"/>
          </a:xfrm>
          <a:prstGeom prst="line">
            <a:avLst/>
          </a:prstGeom>
          <a:ln w="38100" cap="flat" cmpd="sng">
            <a:solidFill>
              <a:srgbClr val="FF0000"/>
            </a:solidFill>
            <a:prstDash val="solid"/>
            <a:round/>
            <a:headEnd type="none" w="med" len="med"/>
            <a:tailEnd type="none" w="med" len="med"/>
          </a:ln>
        </p:spPr>
      </p:sp>
      <p:sp>
        <p:nvSpPr>
          <p:cNvPr id="10454" name="Line 218"/>
          <p:cNvSpPr/>
          <p:nvPr/>
        </p:nvSpPr>
        <p:spPr>
          <a:xfrm flipH="1">
            <a:off x="5781675" y="4652963"/>
            <a:ext cx="254000" cy="469900"/>
          </a:xfrm>
          <a:prstGeom prst="line">
            <a:avLst/>
          </a:prstGeom>
          <a:ln w="38100" cap="flat" cmpd="sng">
            <a:solidFill>
              <a:srgbClr val="FF3300"/>
            </a:solidFill>
            <a:prstDash val="solid"/>
            <a:round/>
            <a:headEnd type="none" w="med" len="med"/>
            <a:tailEnd type="none" w="med" len="med"/>
          </a:ln>
        </p:spPr>
      </p:sp>
      <p:sp>
        <p:nvSpPr>
          <p:cNvPr id="10455" name="Line 219"/>
          <p:cNvSpPr/>
          <p:nvPr/>
        </p:nvSpPr>
        <p:spPr>
          <a:xfrm>
            <a:off x="5807075" y="4703763"/>
            <a:ext cx="196850" cy="0"/>
          </a:xfrm>
          <a:prstGeom prst="line">
            <a:avLst/>
          </a:prstGeom>
          <a:ln w="38100" cap="flat" cmpd="sng">
            <a:solidFill>
              <a:srgbClr val="FF3300"/>
            </a:solidFill>
            <a:prstDash val="solid"/>
            <a:round/>
            <a:headEnd type="none" w="med" len="med"/>
            <a:tailEnd type="none" w="med" len="med"/>
          </a:ln>
        </p:spPr>
      </p:sp>
      <p:sp>
        <p:nvSpPr>
          <p:cNvPr id="10456" name="Line 220"/>
          <p:cNvSpPr/>
          <p:nvPr/>
        </p:nvSpPr>
        <p:spPr>
          <a:xfrm>
            <a:off x="5667375" y="5040313"/>
            <a:ext cx="153988" cy="0"/>
          </a:xfrm>
          <a:prstGeom prst="line">
            <a:avLst/>
          </a:prstGeom>
          <a:ln w="38100" cap="flat" cmpd="sng">
            <a:solidFill>
              <a:srgbClr val="FF3300"/>
            </a:solidFill>
            <a:prstDash val="solid"/>
            <a:round/>
            <a:headEnd type="none" w="med" len="med"/>
            <a:tailEnd type="none" w="med" len="med"/>
          </a:ln>
        </p:spPr>
      </p:sp>
      <p:sp>
        <p:nvSpPr>
          <p:cNvPr id="10457" name="Line 221"/>
          <p:cNvSpPr/>
          <p:nvPr/>
        </p:nvSpPr>
        <p:spPr>
          <a:xfrm>
            <a:off x="5918200" y="5119688"/>
            <a:ext cx="492125" cy="0"/>
          </a:xfrm>
          <a:prstGeom prst="line">
            <a:avLst/>
          </a:prstGeom>
          <a:ln w="38100" cap="flat" cmpd="sng">
            <a:solidFill>
              <a:srgbClr val="FF3300"/>
            </a:solidFill>
            <a:prstDash val="solid"/>
            <a:round/>
            <a:headEnd type="none" w="med" len="med"/>
            <a:tailEnd type="none" w="med" len="med"/>
          </a:ln>
        </p:spPr>
      </p:sp>
      <p:sp>
        <p:nvSpPr>
          <p:cNvPr id="10458" name="Line 222"/>
          <p:cNvSpPr/>
          <p:nvPr/>
        </p:nvSpPr>
        <p:spPr>
          <a:xfrm flipH="1">
            <a:off x="6159500" y="5027613"/>
            <a:ext cx="53975" cy="85725"/>
          </a:xfrm>
          <a:prstGeom prst="line">
            <a:avLst/>
          </a:prstGeom>
          <a:ln w="38100" cap="flat" cmpd="sng">
            <a:solidFill>
              <a:srgbClr val="FF3300"/>
            </a:solidFill>
            <a:prstDash val="solid"/>
            <a:round/>
            <a:headEnd type="none" w="med" len="med"/>
            <a:tailEnd type="none" w="med" len="med"/>
          </a:ln>
        </p:spPr>
      </p:sp>
      <p:sp>
        <p:nvSpPr>
          <p:cNvPr id="10459" name="Line 223"/>
          <p:cNvSpPr/>
          <p:nvPr/>
        </p:nvSpPr>
        <p:spPr>
          <a:xfrm>
            <a:off x="5972175" y="5116513"/>
            <a:ext cx="1588" cy="82550"/>
          </a:xfrm>
          <a:prstGeom prst="line">
            <a:avLst/>
          </a:prstGeom>
          <a:ln w="19050" cap="flat" cmpd="sng">
            <a:solidFill>
              <a:srgbClr val="FF3300"/>
            </a:solidFill>
            <a:prstDash val="solid"/>
            <a:round/>
            <a:headEnd type="none" w="med" len="med"/>
            <a:tailEnd type="none" w="med" len="med"/>
          </a:ln>
        </p:spPr>
      </p:sp>
      <p:sp>
        <p:nvSpPr>
          <p:cNvPr id="10460" name="Line 224"/>
          <p:cNvSpPr/>
          <p:nvPr/>
        </p:nvSpPr>
        <p:spPr>
          <a:xfrm flipH="1" flipV="1">
            <a:off x="6369050" y="5124450"/>
            <a:ext cx="0" cy="76200"/>
          </a:xfrm>
          <a:prstGeom prst="line">
            <a:avLst/>
          </a:prstGeom>
          <a:ln w="19050" cap="flat" cmpd="sng">
            <a:solidFill>
              <a:srgbClr val="FF3300"/>
            </a:solidFill>
            <a:prstDash val="solid"/>
            <a:round/>
            <a:headEnd type="none" w="med" len="med"/>
            <a:tailEnd type="none" w="med" len="med"/>
          </a:ln>
        </p:spPr>
      </p:sp>
      <p:sp>
        <p:nvSpPr>
          <p:cNvPr id="10461" name="Line 225"/>
          <p:cNvSpPr/>
          <p:nvPr/>
        </p:nvSpPr>
        <p:spPr>
          <a:xfrm>
            <a:off x="6450013" y="4983163"/>
            <a:ext cx="503237" cy="269875"/>
          </a:xfrm>
          <a:prstGeom prst="line">
            <a:avLst/>
          </a:prstGeom>
          <a:ln w="38100" cap="flat" cmpd="sng">
            <a:solidFill>
              <a:srgbClr val="FF3300"/>
            </a:solidFill>
            <a:prstDash val="solid"/>
            <a:round/>
            <a:headEnd type="none" w="med" len="med"/>
            <a:tailEnd type="none" w="med" len="med"/>
          </a:ln>
        </p:spPr>
      </p:sp>
      <p:sp>
        <p:nvSpPr>
          <p:cNvPr id="10462" name="Line 226"/>
          <p:cNvSpPr/>
          <p:nvPr/>
        </p:nvSpPr>
        <p:spPr>
          <a:xfrm>
            <a:off x="5899150" y="4918075"/>
            <a:ext cx="80963" cy="0"/>
          </a:xfrm>
          <a:prstGeom prst="line">
            <a:avLst/>
          </a:prstGeom>
          <a:ln w="38100" cap="flat" cmpd="sng">
            <a:solidFill>
              <a:srgbClr val="FF3300"/>
            </a:solidFill>
            <a:prstDash val="solid"/>
            <a:round/>
            <a:headEnd type="none" w="med" len="med"/>
            <a:tailEnd type="none" w="med" len="med"/>
          </a:ln>
        </p:spPr>
      </p:sp>
      <p:sp>
        <p:nvSpPr>
          <p:cNvPr id="10463" name="Line 227"/>
          <p:cNvSpPr/>
          <p:nvPr/>
        </p:nvSpPr>
        <p:spPr>
          <a:xfrm flipH="1">
            <a:off x="5988050" y="3440113"/>
            <a:ext cx="3175" cy="144462"/>
          </a:xfrm>
          <a:prstGeom prst="line">
            <a:avLst/>
          </a:prstGeom>
          <a:ln w="38100" cap="flat" cmpd="sng">
            <a:solidFill>
              <a:srgbClr val="FF3300"/>
            </a:solidFill>
            <a:prstDash val="solid"/>
            <a:round/>
            <a:headEnd type="none" w="med" len="med"/>
            <a:tailEnd type="none" w="med" len="med"/>
          </a:ln>
        </p:spPr>
      </p:sp>
      <p:sp>
        <p:nvSpPr>
          <p:cNvPr id="10464" name="Line 228"/>
          <p:cNvSpPr/>
          <p:nvPr/>
        </p:nvSpPr>
        <p:spPr>
          <a:xfrm flipV="1">
            <a:off x="7285038" y="2422525"/>
            <a:ext cx="123825" cy="87313"/>
          </a:xfrm>
          <a:prstGeom prst="line">
            <a:avLst/>
          </a:prstGeom>
          <a:ln w="38100" cap="flat" cmpd="sng">
            <a:solidFill>
              <a:srgbClr val="FF0000"/>
            </a:solidFill>
            <a:prstDash val="solid"/>
            <a:round/>
            <a:headEnd type="none" w="med" len="med"/>
            <a:tailEnd type="none" w="med" len="med"/>
          </a:ln>
        </p:spPr>
      </p:sp>
      <p:sp>
        <p:nvSpPr>
          <p:cNvPr id="10465" name="Line 229"/>
          <p:cNvSpPr/>
          <p:nvPr/>
        </p:nvSpPr>
        <p:spPr>
          <a:xfrm>
            <a:off x="7112000" y="2595563"/>
            <a:ext cx="0" cy="82550"/>
          </a:xfrm>
          <a:prstGeom prst="line">
            <a:avLst/>
          </a:prstGeom>
          <a:ln w="38100" cap="flat" cmpd="sng">
            <a:solidFill>
              <a:srgbClr val="FF0000"/>
            </a:solidFill>
            <a:prstDash val="solid"/>
            <a:round/>
            <a:headEnd type="none" w="med" len="med"/>
            <a:tailEnd type="none" w="med" len="med"/>
          </a:ln>
        </p:spPr>
      </p:sp>
      <p:sp>
        <p:nvSpPr>
          <p:cNvPr id="10466" name="Line 230"/>
          <p:cNvSpPr/>
          <p:nvPr/>
        </p:nvSpPr>
        <p:spPr>
          <a:xfrm flipV="1">
            <a:off x="7296150" y="2492375"/>
            <a:ext cx="263525" cy="288925"/>
          </a:xfrm>
          <a:prstGeom prst="line">
            <a:avLst/>
          </a:prstGeom>
          <a:ln w="38100" cap="flat" cmpd="sng">
            <a:solidFill>
              <a:srgbClr val="FF0000"/>
            </a:solidFill>
            <a:prstDash val="solid"/>
            <a:round/>
            <a:headEnd type="none" w="med" len="med"/>
            <a:tailEnd type="none" w="med" len="med"/>
          </a:ln>
        </p:spPr>
      </p:sp>
      <p:sp>
        <p:nvSpPr>
          <p:cNvPr id="10467" name="Line 231"/>
          <p:cNvSpPr/>
          <p:nvPr/>
        </p:nvSpPr>
        <p:spPr>
          <a:xfrm>
            <a:off x="7648575" y="2490788"/>
            <a:ext cx="0" cy="196850"/>
          </a:xfrm>
          <a:prstGeom prst="line">
            <a:avLst/>
          </a:prstGeom>
          <a:ln w="9525" cap="flat" cmpd="sng">
            <a:solidFill>
              <a:schemeClr val="bg2"/>
            </a:solidFill>
            <a:prstDash val="solid"/>
            <a:round/>
            <a:headEnd type="none" w="med" len="med"/>
            <a:tailEnd type="none" w="med" len="med"/>
          </a:ln>
        </p:spPr>
      </p:sp>
      <p:sp>
        <p:nvSpPr>
          <p:cNvPr id="10468" name="Line 232"/>
          <p:cNvSpPr/>
          <p:nvPr/>
        </p:nvSpPr>
        <p:spPr>
          <a:xfrm>
            <a:off x="7302500" y="2797175"/>
            <a:ext cx="188913" cy="0"/>
          </a:xfrm>
          <a:prstGeom prst="line">
            <a:avLst/>
          </a:prstGeom>
          <a:ln w="38100" cap="flat" cmpd="sng">
            <a:solidFill>
              <a:srgbClr val="FF0000"/>
            </a:solidFill>
            <a:prstDash val="solid"/>
            <a:round/>
            <a:headEnd type="none" w="med" len="med"/>
            <a:tailEnd type="none" w="med" len="med"/>
          </a:ln>
        </p:spPr>
      </p:sp>
      <p:sp>
        <p:nvSpPr>
          <p:cNvPr id="10469" name="Line 233"/>
          <p:cNvSpPr/>
          <p:nvPr/>
        </p:nvSpPr>
        <p:spPr>
          <a:xfrm flipV="1">
            <a:off x="7716838" y="2190750"/>
            <a:ext cx="238125" cy="168275"/>
          </a:xfrm>
          <a:prstGeom prst="line">
            <a:avLst/>
          </a:prstGeom>
          <a:ln w="38100" cap="flat" cmpd="sng">
            <a:solidFill>
              <a:srgbClr val="FF0000"/>
            </a:solidFill>
            <a:prstDash val="solid"/>
            <a:round/>
            <a:headEnd type="none" w="med" len="med"/>
            <a:tailEnd type="none" w="med" len="med"/>
          </a:ln>
        </p:spPr>
      </p:sp>
      <p:sp>
        <p:nvSpPr>
          <p:cNvPr id="10470" name="Line 234"/>
          <p:cNvSpPr/>
          <p:nvPr/>
        </p:nvSpPr>
        <p:spPr>
          <a:xfrm>
            <a:off x="7856538" y="2787650"/>
            <a:ext cx="177800" cy="0"/>
          </a:xfrm>
          <a:prstGeom prst="line">
            <a:avLst/>
          </a:prstGeom>
          <a:ln w="38100" cap="flat" cmpd="sng">
            <a:solidFill>
              <a:srgbClr val="FF0000"/>
            </a:solidFill>
            <a:prstDash val="solid"/>
            <a:round/>
            <a:headEnd type="none" w="med" len="med"/>
            <a:tailEnd type="none" w="med" len="med"/>
          </a:ln>
        </p:spPr>
      </p:sp>
      <p:sp>
        <p:nvSpPr>
          <p:cNvPr id="10471" name="Line 235"/>
          <p:cNvSpPr/>
          <p:nvPr/>
        </p:nvSpPr>
        <p:spPr>
          <a:xfrm flipH="1">
            <a:off x="7002463" y="2863850"/>
            <a:ext cx="98425" cy="704850"/>
          </a:xfrm>
          <a:prstGeom prst="line">
            <a:avLst/>
          </a:prstGeom>
          <a:ln w="38100" cap="flat" cmpd="sng">
            <a:solidFill>
              <a:srgbClr val="FF0000"/>
            </a:solidFill>
            <a:prstDash val="solid"/>
            <a:round/>
            <a:headEnd type="none" w="med" len="med"/>
            <a:tailEnd type="none" w="med" len="med"/>
          </a:ln>
        </p:spPr>
      </p:sp>
      <p:sp>
        <p:nvSpPr>
          <p:cNvPr id="10472" name="Line 236"/>
          <p:cNvSpPr/>
          <p:nvPr/>
        </p:nvSpPr>
        <p:spPr>
          <a:xfrm flipH="1">
            <a:off x="7593013" y="2863850"/>
            <a:ext cx="111125" cy="727075"/>
          </a:xfrm>
          <a:prstGeom prst="line">
            <a:avLst/>
          </a:prstGeom>
          <a:ln w="38100" cap="flat" cmpd="sng">
            <a:solidFill>
              <a:srgbClr val="FF0000"/>
            </a:solidFill>
            <a:prstDash val="solid"/>
            <a:round/>
            <a:headEnd type="none" w="med" len="med"/>
            <a:tailEnd type="none" w="med" len="med"/>
          </a:ln>
        </p:spPr>
      </p:sp>
      <p:grpSp>
        <p:nvGrpSpPr>
          <p:cNvPr id="10473" name="Group 237"/>
          <p:cNvGrpSpPr/>
          <p:nvPr/>
        </p:nvGrpSpPr>
        <p:grpSpPr>
          <a:xfrm>
            <a:off x="6645275" y="4481513"/>
            <a:ext cx="501650" cy="234950"/>
            <a:chOff x="4701" y="2996"/>
            <a:chExt cx="316" cy="148"/>
          </a:xfrm>
        </p:grpSpPr>
        <p:sp>
          <p:nvSpPr>
            <p:cNvPr id="10474" name="Oval 238"/>
            <p:cNvSpPr/>
            <p:nvPr/>
          </p:nvSpPr>
          <p:spPr>
            <a:xfrm>
              <a:off x="4704" y="3062"/>
              <a:ext cx="313" cy="82"/>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475" name="Line 239"/>
            <p:cNvSpPr/>
            <p:nvPr/>
          </p:nvSpPr>
          <p:spPr>
            <a:xfrm>
              <a:off x="4704" y="3055"/>
              <a:ext cx="0" cy="51"/>
            </a:xfrm>
            <a:prstGeom prst="line">
              <a:avLst/>
            </a:prstGeom>
            <a:ln w="12700" cap="flat" cmpd="sng">
              <a:solidFill>
                <a:schemeClr val="folHlink"/>
              </a:solidFill>
              <a:prstDash val="solid"/>
              <a:round/>
              <a:headEnd type="none" w="med" len="med"/>
              <a:tailEnd type="none" w="med" len="med"/>
            </a:ln>
          </p:spPr>
        </p:sp>
        <p:sp>
          <p:nvSpPr>
            <p:cNvPr id="10476" name="Line 240"/>
            <p:cNvSpPr/>
            <p:nvPr/>
          </p:nvSpPr>
          <p:spPr>
            <a:xfrm>
              <a:off x="5017" y="3055"/>
              <a:ext cx="0" cy="51"/>
            </a:xfrm>
            <a:prstGeom prst="line">
              <a:avLst/>
            </a:prstGeom>
            <a:ln w="12700" cap="flat" cmpd="sng">
              <a:solidFill>
                <a:schemeClr val="folHlink"/>
              </a:solidFill>
              <a:prstDash val="solid"/>
              <a:round/>
              <a:headEnd type="none" w="med" len="med"/>
              <a:tailEnd type="none" w="med" len="med"/>
            </a:ln>
          </p:spPr>
        </p:sp>
        <p:sp>
          <p:nvSpPr>
            <p:cNvPr id="10477" name="Rectangle 241"/>
            <p:cNvSpPr/>
            <p:nvPr/>
          </p:nvSpPr>
          <p:spPr>
            <a:xfrm>
              <a:off x="4704" y="3055"/>
              <a:ext cx="310" cy="50"/>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0478" name="Oval 242"/>
            <p:cNvSpPr/>
            <p:nvPr/>
          </p:nvSpPr>
          <p:spPr>
            <a:xfrm>
              <a:off x="4701" y="2996"/>
              <a:ext cx="313" cy="96"/>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0479" name="Group 243"/>
            <p:cNvGrpSpPr/>
            <p:nvPr/>
          </p:nvGrpSpPr>
          <p:grpSpPr>
            <a:xfrm>
              <a:off x="4776" y="3017"/>
              <a:ext cx="156" cy="56"/>
              <a:chOff x="2848" y="848"/>
              <a:chExt cx="140" cy="98"/>
            </a:xfrm>
          </p:grpSpPr>
          <p:sp>
            <p:nvSpPr>
              <p:cNvPr id="10480" name="Line 244"/>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481" name="Line 245"/>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482" name="Line 246"/>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grpSp>
          <p:nvGrpSpPr>
            <p:cNvPr id="10483" name="Group 247"/>
            <p:cNvGrpSpPr/>
            <p:nvPr/>
          </p:nvGrpSpPr>
          <p:grpSpPr>
            <a:xfrm flipV="1">
              <a:off x="4776" y="3016"/>
              <a:ext cx="156" cy="56"/>
              <a:chOff x="2848" y="848"/>
              <a:chExt cx="140" cy="98"/>
            </a:xfrm>
          </p:grpSpPr>
          <p:sp>
            <p:nvSpPr>
              <p:cNvPr id="10484" name="Line 248"/>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485" name="Line 249"/>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486" name="Line 250"/>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grpSp>
      <p:grpSp>
        <p:nvGrpSpPr>
          <p:cNvPr id="10487" name="Group 251"/>
          <p:cNvGrpSpPr/>
          <p:nvPr/>
        </p:nvGrpSpPr>
        <p:grpSpPr>
          <a:xfrm>
            <a:off x="5980113" y="4783138"/>
            <a:ext cx="501650" cy="234950"/>
            <a:chOff x="4701" y="2996"/>
            <a:chExt cx="316" cy="148"/>
          </a:xfrm>
        </p:grpSpPr>
        <p:sp>
          <p:nvSpPr>
            <p:cNvPr id="10488" name="Oval 252"/>
            <p:cNvSpPr/>
            <p:nvPr/>
          </p:nvSpPr>
          <p:spPr>
            <a:xfrm>
              <a:off x="4704" y="3062"/>
              <a:ext cx="313" cy="82"/>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489" name="Line 253"/>
            <p:cNvSpPr/>
            <p:nvPr/>
          </p:nvSpPr>
          <p:spPr>
            <a:xfrm>
              <a:off x="4704" y="3055"/>
              <a:ext cx="0" cy="51"/>
            </a:xfrm>
            <a:prstGeom prst="line">
              <a:avLst/>
            </a:prstGeom>
            <a:ln w="12700" cap="flat" cmpd="sng">
              <a:solidFill>
                <a:schemeClr val="folHlink"/>
              </a:solidFill>
              <a:prstDash val="solid"/>
              <a:round/>
              <a:headEnd type="none" w="med" len="med"/>
              <a:tailEnd type="none" w="med" len="med"/>
            </a:ln>
          </p:spPr>
        </p:sp>
        <p:sp>
          <p:nvSpPr>
            <p:cNvPr id="10490" name="Line 254"/>
            <p:cNvSpPr/>
            <p:nvPr/>
          </p:nvSpPr>
          <p:spPr>
            <a:xfrm>
              <a:off x="5017" y="3055"/>
              <a:ext cx="0" cy="51"/>
            </a:xfrm>
            <a:prstGeom prst="line">
              <a:avLst/>
            </a:prstGeom>
            <a:ln w="12700" cap="flat" cmpd="sng">
              <a:solidFill>
                <a:schemeClr val="folHlink"/>
              </a:solidFill>
              <a:prstDash val="solid"/>
              <a:round/>
              <a:headEnd type="none" w="med" len="med"/>
              <a:tailEnd type="none" w="med" len="med"/>
            </a:ln>
          </p:spPr>
        </p:sp>
        <p:sp>
          <p:nvSpPr>
            <p:cNvPr id="10491" name="Rectangle 255"/>
            <p:cNvSpPr/>
            <p:nvPr/>
          </p:nvSpPr>
          <p:spPr>
            <a:xfrm>
              <a:off x="4704" y="3055"/>
              <a:ext cx="310" cy="50"/>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0492" name="Oval 256"/>
            <p:cNvSpPr/>
            <p:nvPr/>
          </p:nvSpPr>
          <p:spPr>
            <a:xfrm>
              <a:off x="4701" y="2996"/>
              <a:ext cx="313" cy="96"/>
            </a:xfrm>
            <a:prstGeom prst="ellipse">
              <a:avLst/>
            </a:prstGeom>
            <a:solidFill>
              <a:srgbClr val="DDDDDD"/>
            </a:solidFill>
            <a:ln w="12700" cap="flat" cmpd="sng">
              <a:solidFill>
                <a:schemeClr val="folHlink"/>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0493" name="Group 257"/>
            <p:cNvGrpSpPr/>
            <p:nvPr/>
          </p:nvGrpSpPr>
          <p:grpSpPr>
            <a:xfrm>
              <a:off x="4776" y="3017"/>
              <a:ext cx="156" cy="56"/>
              <a:chOff x="2848" y="848"/>
              <a:chExt cx="140" cy="98"/>
            </a:xfrm>
          </p:grpSpPr>
          <p:sp>
            <p:nvSpPr>
              <p:cNvPr id="10494" name="Line 258"/>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495" name="Line 259"/>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496" name="Line 260"/>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grpSp>
          <p:nvGrpSpPr>
            <p:cNvPr id="10497" name="Group 261"/>
            <p:cNvGrpSpPr/>
            <p:nvPr/>
          </p:nvGrpSpPr>
          <p:grpSpPr>
            <a:xfrm flipV="1">
              <a:off x="4776" y="3016"/>
              <a:ext cx="156" cy="56"/>
              <a:chOff x="2848" y="848"/>
              <a:chExt cx="140" cy="98"/>
            </a:xfrm>
          </p:grpSpPr>
          <p:sp>
            <p:nvSpPr>
              <p:cNvPr id="10498" name="Line 262"/>
              <p:cNvSpPr/>
              <p:nvPr/>
            </p:nvSpPr>
            <p:spPr>
              <a:xfrm flipV="1">
                <a:off x="2848" y="848"/>
                <a:ext cx="50" cy="2"/>
              </a:xfrm>
              <a:prstGeom prst="line">
                <a:avLst/>
              </a:prstGeom>
              <a:ln w="28575" cap="flat" cmpd="sng">
                <a:solidFill>
                  <a:schemeClr val="bg2"/>
                </a:solidFill>
                <a:prstDash val="solid"/>
                <a:round/>
                <a:headEnd type="none" w="med" len="med"/>
                <a:tailEnd type="none" w="med" len="med"/>
              </a:ln>
            </p:spPr>
          </p:sp>
          <p:sp>
            <p:nvSpPr>
              <p:cNvPr id="10499" name="Line 263"/>
              <p:cNvSpPr/>
              <p:nvPr/>
            </p:nvSpPr>
            <p:spPr>
              <a:xfrm>
                <a:off x="2944" y="946"/>
                <a:ext cx="44" cy="0"/>
              </a:xfrm>
              <a:prstGeom prst="line">
                <a:avLst/>
              </a:prstGeom>
              <a:ln w="28575" cap="flat" cmpd="sng">
                <a:solidFill>
                  <a:schemeClr val="bg2"/>
                </a:solidFill>
                <a:prstDash val="solid"/>
                <a:round/>
                <a:headEnd type="none" w="med" len="med"/>
                <a:tailEnd type="none" w="med" len="med"/>
              </a:ln>
            </p:spPr>
          </p:sp>
          <p:sp>
            <p:nvSpPr>
              <p:cNvPr id="10500" name="Line 264"/>
              <p:cNvSpPr/>
              <p:nvPr/>
            </p:nvSpPr>
            <p:spPr>
              <a:xfrm>
                <a:off x="2894" y="850"/>
                <a:ext cx="52" cy="96"/>
              </a:xfrm>
              <a:prstGeom prst="line">
                <a:avLst/>
              </a:prstGeom>
              <a:ln w="28575" cap="flat" cmpd="sng">
                <a:solidFill>
                  <a:schemeClr val="bg2"/>
                </a:solidFill>
                <a:prstDash val="solid"/>
                <a:round/>
                <a:headEnd type="none" w="med" len="med"/>
                <a:tailEnd type="none" w="med" len="med"/>
              </a:ln>
            </p:spPr>
          </p:sp>
        </p:grpSp>
      </p:grpSp>
      <p:pic>
        <p:nvPicPr>
          <p:cNvPr id="10501" name="Picture 265"/>
          <p:cNvPicPr>
            <a:picLocks noChangeAspect="1"/>
          </p:cNvPicPr>
          <p:nvPr/>
        </p:nvPicPr>
        <p:blipFill>
          <a:blip r:embed="rId1"/>
          <a:stretch>
            <a:fillRect/>
          </a:stretch>
        </p:blipFill>
        <p:spPr>
          <a:xfrm>
            <a:off x="5341938" y="1878013"/>
            <a:ext cx="368300" cy="266700"/>
          </a:xfrm>
          <a:prstGeom prst="rect">
            <a:avLst/>
          </a:prstGeom>
          <a:noFill/>
          <a:ln w="9525">
            <a:noFill/>
          </a:ln>
        </p:spPr>
      </p:pic>
      <p:grpSp>
        <p:nvGrpSpPr>
          <p:cNvPr id="10502" name="Group 266"/>
          <p:cNvGrpSpPr/>
          <p:nvPr/>
        </p:nvGrpSpPr>
        <p:grpSpPr>
          <a:xfrm>
            <a:off x="7464425" y="5226050"/>
            <a:ext cx="198438" cy="365125"/>
            <a:chOff x="4702" y="3292"/>
            <a:chExt cx="125" cy="230"/>
          </a:xfrm>
        </p:grpSpPr>
        <p:sp>
          <p:nvSpPr>
            <p:cNvPr id="10503" name="AutoShape 267"/>
            <p:cNvSpPr/>
            <p:nvPr/>
          </p:nvSpPr>
          <p:spPr>
            <a:xfrm>
              <a:off x="4702" y="3469"/>
              <a:ext cx="125" cy="53"/>
            </a:xfrm>
            <a:prstGeom prst="parallelogram">
              <a:avLst>
                <a:gd name="adj" fmla="val 90856"/>
              </a:avLst>
            </a:prstGeom>
            <a:solidFill>
              <a:schemeClr val="folHlink"/>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504" name="Rectangle 268"/>
            <p:cNvSpPr/>
            <p:nvPr/>
          </p:nvSpPr>
          <p:spPr>
            <a:xfrm>
              <a:off x="4765" y="3293"/>
              <a:ext cx="58" cy="177"/>
            </a:xfrm>
            <a:prstGeom prst="rect">
              <a:avLst/>
            </a:prstGeom>
            <a:solidFill>
              <a:schemeClr val="folHlink"/>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505" name="Rectangle 269"/>
            <p:cNvSpPr/>
            <p:nvPr/>
          </p:nvSpPr>
          <p:spPr>
            <a:xfrm>
              <a:off x="4703" y="3344"/>
              <a:ext cx="79" cy="177"/>
            </a:xfrm>
            <a:prstGeom prst="rect">
              <a:avLst/>
            </a:prstGeom>
            <a:solidFill>
              <a:schemeClr val="folHlink"/>
            </a:solidFill>
            <a:ln w="9525" cap="flat" cmpd="sng">
              <a:solidFill>
                <a:schemeClr val="bg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506" name="AutoShape 270"/>
            <p:cNvSpPr/>
            <p:nvPr/>
          </p:nvSpPr>
          <p:spPr>
            <a:xfrm>
              <a:off x="4702" y="3292"/>
              <a:ext cx="125" cy="53"/>
            </a:xfrm>
            <a:prstGeom prst="parallelogram">
              <a:avLst>
                <a:gd name="adj" fmla="val 90856"/>
              </a:avLst>
            </a:prstGeom>
            <a:solidFill>
              <a:schemeClr val="folHlink"/>
            </a:solidFill>
            <a:ln w="9525" cap="flat" cmpd="sng">
              <a:solidFill>
                <a:schemeClr val="bg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507" name="Line 271"/>
            <p:cNvSpPr/>
            <p:nvPr/>
          </p:nvSpPr>
          <p:spPr>
            <a:xfrm>
              <a:off x="4827" y="3296"/>
              <a:ext cx="0" cy="173"/>
            </a:xfrm>
            <a:prstGeom prst="line">
              <a:avLst/>
            </a:prstGeom>
            <a:ln w="9525" cap="flat" cmpd="sng">
              <a:solidFill>
                <a:schemeClr val="bg2"/>
              </a:solidFill>
              <a:prstDash val="solid"/>
              <a:round/>
              <a:headEnd type="none" w="med" len="med"/>
              <a:tailEnd type="none" w="med" len="med"/>
            </a:ln>
          </p:spPr>
        </p:sp>
        <p:sp>
          <p:nvSpPr>
            <p:cNvPr id="10508" name="Line 272"/>
            <p:cNvSpPr/>
            <p:nvPr/>
          </p:nvSpPr>
          <p:spPr>
            <a:xfrm flipH="1">
              <a:off x="4782" y="3469"/>
              <a:ext cx="45" cy="52"/>
            </a:xfrm>
            <a:prstGeom prst="line">
              <a:avLst/>
            </a:prstGeom>
            <a:ln w="9525" cap="flat" cmpd="sng">
              <a:solidFill>
                <a:schemeClr val="bg2"/>
              </a:solidFill>
              <a:prstDash val="solid"/>
              <a:round/>
              <a:headEnd type="none" w="med" len="med"/>
              <a:tailEnd type="none" w="med" len="med"/>
            </a:ln>
          </p:spPr>
        </p:sp>
        <p:sp>
          <p:nvSpPr>
            <p:cNvPr id="10509" name="Rectangle 273"/>
            <p:cNvSpPr/>
            <p:nvPr/>
          </p:nvSpPr>
          <p:spPr>
            <a:xfrm>
              <a:off x="4713" y="3367"/>
              <a:ext cx="52" cy="102"/>
            </a:xfrm>
            <a:prstGeom prst="rect">
              <a:avLst/>
            </a:prstGeom>
            <a:solidFill>
              <a:schemeClr val="folHlink"/>
            </a:solidFill>
            <a:ln w="9525" cap="flat" cmpd="sng">
              <a:solidFill>
                <a:schemeClr val="bg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510" name="Rectangle 274"/>
            <p:cNvSpPr/>
            <p:nvPr/>
          </p:nvSpPr>
          <p:spPr>
            <a:xfrm>
              <a:off x="4720" y="3398"/>
              <a:ext cx="40" cy="36"/>
            </a:xfrm>
            <a:prstGeom prst="rect">
              <a:avLst/>
            </a:prstGeom>
            <a:solidFill>
              <a:schemeClr val="folHlink"/>
            </a:solidFill>
            <a:ln w="9525" cap="flat" cmpd="sng">
              <a:solidFill>
                <a:schemeClr val="bg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0511" name="Group 275"/>
          <p:cNvGrpSpPr/>
          <p:nvPr/>
        </p:nvGrpSpPr>
        <p:grpSpPr>
          <a:xfrm>
            <a:off x="7926388" y="4949825"/>
            <a:ext cx="198437" cy="365125"/>
            <a:chOff x="4702" y="3292"/>
            <a:chExt cx="125" cy="230"/>
          </a:xfrm>
        </p:grpSpPr>
        <p:sp>
          <p:nvSpPr>
            <p:cNvPr id="10512" name="AutoShape 276"/>
            <p:cNvSpPr/>
            <p:nvPr/>
          </p:nvSpPr>
          <p:spPr>
            <a:xfrm>
              <a:off x="4702" y="3469"/>
              <a:ext cx="125" cy="53"/>
            </a:xfrm>
            <a:prstGeom prst="parallelogram">
              <a:avLst>
                <a:gd name="adj" fmla="val 90856"/>
              </a:avLst>
            </a:prstGeom>
            <a:solidFill>
              <a:schemeClr val="folHlink"/>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513" name="Rectangle 277"/>
            <p:cNvSpPr/>
            <p:nvPr/>
          </p:nvSpPr>
          <p:spPr>
            <a:xfrm>
              <a:off x="4765" y="3293"/>
              <a:ext cx="58" cy="177"/>
            </a:xfrm>
            <a:prstGeom prst="rect">
              <a:avLst/>
            </a:prstGeom>
            <a:solidFill>
              <a:schemeClr val="folHlink"/>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514" name="Rectangle 278"/>
            <p:cNvSpPr/>
            <p:nvPr/>
          </p:nvSpPr>
          <p:spPr>
            <a:xfrm>
              <a:off x="4703" y="3344"/>
              <a:ext cx="79" cy="177"/>
            </a:xfrm>
            <a:prstGeom prst="rect">
              <a:avLst/>
            </a:prstGeom>
            <a:solidFill>
              <a:schemeClr val="folHlink"/>
            </a:solidFill>
            <a:ln w="9525" cap="flat" cmpd="sng">
              <a:solidFill>
                <a:schemeClr val="bg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515" name="AutoShape 279"/>
            <p:cNvSpPr/>
            <p:nvPr/>
          </p:nvSpPr>
          <p:spPr>
            <a:xfrm>
              <a:off x="4702" y="3292"/>
              <a:ext cx="125" cy="53"/>
            </a:xfrm>
            <a:prstGeom prst="parallelogram">
              <a:avLst>
                <a:gd name="adj" fmla="val 90856"/>
              </a:avLst>
            </a:prstGeom>
            <a:solidFill>
              <a:schemeClr val="folHlink"/>
            </a:solidFill>
            <a:ln w="9525" cap="flat" cmpd="sng">
              <a:solidFill>
                <a:schemeClr val="bg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516" name="Line 280"/>
            <p:cNvSpPr/>
            <p:nvPr/>
          </p:nvSpPr>
          <p:spPr>
            <a:xfrm>
              <a:off x="4827" y="3296"/>
              <a:ext cx="0" cy="173"/>
            </a:xfrm>
            <a:prstGeom prst="line">
              <a:avLst/>
            </a:prstGeom>
            <a:ln w="9525" cap="flat" cmpd="sng">
              <a:solidFill>
                <a:schemeClr val="bg2"/>
              </a:solidFill>
              <a:prstDash val="solid"/>
              <a:round/>
              <a:headEnd type="none" w="med" len="med"/>
              <a:tailEnd type="none" w="med" len="med"/>
            </a:ln>
          </p:spPr>
        </p:sp>
        <p:sp>
          <p:nvSpPr>
            <p:cNvPr id="10517" name="Line 281"/>
            <p:cNvSpPr/>
            <p:nvPr/>
          </p:nvSpPr>
          <p:spPr>
            <a:xfrm flipH="1">
              <a:off x="4782" y="3469"/>
              <a:ext cx="45" cy="52"/>
            </a:xfrm>
            <a:prstGeom prst="line">
              <a:avLst/>
            </a:prstGeom>
            <a:ln w="9525" cap="flat" cmpd="sng">
              <a:solidFill>
                <a:schemeClr val="bg2"/>
              </a:solidFill>
              <a:prstDash val="solid"/>
              <a:round/>
              <a:headEnd type="none" w="med" len="med"/>
              <a:tailEnd type="none" w="med" len="med"/>
            </a:ln>
          </p:spPr>
        </p:sp>
        <p:sp>
          <p:nvSpPr>
            <p:cNvPr id="10518" name="Rectangle 282"/>
            <p:cNvSpPr/>
            <p:nvPr/>
          </p:nvSpPr>
          <p:spPr>
            <a:xfrm>
              <a:off x="4713" y="3367"/>
              <a:ext cx="52" cy="102"/>
            </a:xfrm>
            <a:prstGeom prst="rect">
              <a:avLst/>
            </a:prstGeom>
            <a:solidFill>
              <a:schemeClr val="folHlink"/>
            </a:solidFill>
            <a:ln w="9525" cap="flat" cmpd="sng">
              <a:solidFill>
                <a:schemeClr val="bg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519" name="Rectangle 283"/>
            <p:cNvSpPr/>
            <p:nvPr/>
          </p:nvSpPr>
          <p:spPr>
            <a:xfrm>
              <a:off x="4720" y="3398"/>
              <a:ext cx="40" cy="36"/>
            </a:xfrm>
            <a:prstGeom prst="rect">
              <a:avLst/>
            </a:prstGeom>
            <a:solidFill>
              <a:schemeClr val="folHlink"/>
            </a:solidFill>
            <a:ln w="9525" cap="flat" cmpd="sng">
              <a:solidFill>
                <a:schemeClr val="bg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0520" name="AutoShape 284"/>
          <p:cNvSpPr>
            <a:spLocks noChangeAspect="1" noTextEdit="1"/>
          </p:cNvSpPr>
          <p:nvPr/>
        </p:nvSpPr>
        <p:spPr>
          <a:xfrm>
            <a:off x="7143750" y="5394325"/>
            <a:ext cx="233363" cy="252413"/>
          </a:xfrm>
          <a:prstGeom prst="rect">
            <a:avLst/>
          </a:prstGeom>
          <a:noFill/>
          <a:ln w="9525">
            <a:noFill/>
          </a:ln>
        </p:spPr>
        <p:txBody>
          <a:bodyPr anchor="t" anchorCtr="0"/>
          <a:p>
            <a:pPr eaLnBrk="0" hangingPunct="0"/>
            <a:endParaRPr lang="zh-CN" altLang="en-US">
              <a:latin typeface="Comic Sans MS" panose="030F0702030302020204" pitchFamily="66" charset="0"/>
            </a:endParaRPr>
          </a:p>
        </p:txBody>
      </p:sp>
      <p:sp>
        <p:nvSpPr>
          <p:cNvPr id="10521" name="Freeform 285"/>
          <p:cNvSpPr/>
          <p:nvPr/>
        </p:nvSpPr>
        <p:spPr>
          <a:xfrm>
            <a:off x="7145338" y="5394325"/>
            <a:ext cx="231775" cy="252413"/>
          </a:xfrm>
          <a:custGeom>
            <a:avLst/>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894" h="1904">
                <a:moveTo>
                  <a:pt x="651" y="0"/>
                </a:moveTo>
                <a:lnTo>
                  <a:pt x="653" y="0"/>
                </a:lnTo>
                <a:lnTo>
                  <a:pt x="659" y="0"/>
                </a:lnTo>
                <a:lnTo>
                  <a:pt x="668" y="0"/>
                </a:lnTo>
                <a:lnTo>
                  <a:pt x="682" y="0"/>
                </a:lnTo>
                <a:lnTo>
                  <a:pt x="699" y="1"/>
                </a:lnTo>
                <a:lnTo>
                  <a:pt x="720" y="1"/>
                </a:lnTo>
                <a:lnTo>
                  <a:pt x="742" y="3"/>
                </a:lnTo>
                <a:lnTo>
                  <a:pt x="769" y="4"/>
                </a:lnTo>
                <a:lnTo>
                  <a:pt x="799" y="6"/>
                </a:lnTo>
                <a:lnTo>
                  <a:pt x="831" y="8"/>
                </a:lnTo>
                <a:lnTo>
                  <a:pt x="865" y="10"/>
                </a:lnTo>
                <a:lnTo>
                  <a:pt x="902" y="13"/>
                </a:lnTo>
                <a:lnTo>
                  <a:pt x="941" y="17"/>
                </a:lnTo>
                <a:lnTo>
                  <a:pt x="982" y="21"/>
                </a:lnTo>
                <a:lnTo>
                  <a:pt x="1025" y="26"/>
                </a:lnTo>
                <a:lnTo>
                  <a:pt x="1070" y="32"/>
                </a:lnTo>
                <a:lnTo>
                  <a:pt x="1116" y="38"/>
                </a:lnTo>
                <a:lnTo>
                  <a:pt x="1164" y="46"/>
                </a:lnTo>
                <a:lnTo>
                  <a:pt x="1213" y="55"/>
                </a:lnTo>
                <a:lnTo>
                  <a:pt x="1263" y="63"/>
                </a:lnTo>
                <a:lnTo>
                  <a:pt x="1315" y="73"/>
                </a:lnTo>
                <a:lnTo>
                  <a:pt x="1366" y="85"/>
                </a:lnTo>
                <a:lnTo>
                  <a:pt x="1418" y="97"/>
                </a:lnTo>
                <a:lnTo>
                  <a:pt x="1472" y="111"/>
                </a:lnTo>
                <a:lnTo>
                  <a:pt x="1525" y="125"/>
                </a:lnTo>
                <a:lnTo>
                  <a:pt x="1579" y="141"/>
                </a:lnTo>
                <a:lnTo>
                  <a:pt x="1632" y="159"/>
                </a:lnTo>
                <a:lnTo>
                  <a:pt x="1685" y="177"/>
                </a:lnTo>
                <a:lnTo>
                  <a:pt x="1739" y="197"/>
                </a:lnTo>
                <a:lnTo>
                  <a:pt x="1791" y="218"/>
                </a:lnTo>
                <a:lnTo>
                  <a:pt x="1843" y="241"/>
                </a:lnTo>
                <a:lnTo>
                  <a:pt x="1894" y="266"/>
                </a:lnTo>
                <a:lnTo>
                  <a:pt x="1729" y="1139"/>
                </a:lnTo>
                <a:lnTo>
                  <a:pt x="1733" y="1140"/>
                </a:lnTo>
                <a:lnTo>
                  <a:pt x="1742" y="1146"/>
                </a:lnTo>
                <a:lnTo>
                  <a:pt x="1755" y="1156"/>
                </a:lnTo>
                <a:lnTo>
                  <a:pt x="1768" y="1173"/>
                </a:lnTo>
                <a:lnTo>
                  <a:pt x="1778" y="1199"/>
                </a:lnTo>
                <a:lnTo>
                  <a:pt x="1781" y="1234"/>
                </a:lnTo>
                <a:lnTo>
                  <a:pt x="1777" y="1281"/>
                </a:lnTo>
                <a:lnTo>
                  <a:pt x="1760" y="1341"/>
                </a:lnTo>
                <a:lnTo>
                  <a:pt x="1472" y="1765"/>
                </a:lnTo>
                <a:lnTo>
                  <a:pt x="1432" y="1765"/>
                </a:lnTo>
                <a:lnTo>
                  <a:pt x="1324" y="1904"/>
                </a:lnTo>
                <a:lnTo>
                  <a:pt x="1322" y="1904"/>
                </a:lnTo>
                <a:lnTo>
                  <a:pt x="1315" y="1903"/>
                </a:lnTo>
                <a:lnTo>
                  <a:pt x="1304" y="1902"/>
                </a:lnTo>
                <a:lnTo>
                  <a:pt x="1290" y="1900"/>
                </a:lnTo>
                <a:lnTo>
                  <a:pt x="1270" y="1897"/>
                </a:lnTo>
                <a:lnTo>
                  <a:pt x="1249" y="1894"/>
                </a:lnTo>
                <a:lnTo>
                  <a:pt x="1223" y="1891"/>
                </a:lnTo>
                <a:lnTo>
                  <a:pt x="1194" y="1887"/>
                </a:lnTo>
                <a:lnTo>
                  <a:pt x="1162" y="1881"/>
                </a:lnTo>
                <a:lnTo>
                  <a:pt x="1128" y="1876"/>
                </a:lnTo>
                <a:lnTo>
                  <a:pt x="1091" y="1869"/>
                </a:lnTo>
                <a:lnTo>
                  <a:pt x="1050" y="1862"/>
                </a:lnTo>
                <a:lnTo>
                  <a:pt x="1008" y="1854"/>
                </a:lnTo>
                <a:lnTo>
                  <a:pt x="964" y="1845"/>
                </a:lnTo>
                <a:lnTo>
                  <a:pt x="918" y="1835"/>
                </a:lnTo>
                <a:lnTo>
                  <a:pt x="870" y="1824"/>
                </a:lnTo>
                <a:lnTo>
                  <a:pt x="820" y="1813"/>
                </a:lnTo>
                <a:lnTo>
                  <a:pt x="769" y="1800"/>
                </a:lnTo>
                <a:lnTo>
                  <a:pt x="717" y="1786"/>
                </a:lnTo>
                <a:lnTo>
                  <a:pt x="664" y="1772"/>
                </a:lnTo>
                <a:lnTo>
                  <a:pt x="610" y="1755"/>
                </a:lnTo>
                <a:lnTo>
                  <a:pt x="555" y="1738"/>
                </a:lnTo>
                <a:lnTo>
                  <a:pt x="501" y="1720"/>
                </a:lnTo>
                <a:lnTo>
                  <a:pt x="445" y="1701"/>
                </a:lnTo>
                <a:lnTo>
                  <a:pt x="390" y="1681"/>
                </a:lnTo>
                <a:lnTo>
                  <a:pt x="334" y="1659"/>
                </a:lnTo>
                <a:lnTo>
                  <a:pt x="280" y="1636"/>
                </a:lnTo>
                <a:lnTo>
                  <a:pt x="225" y="1611"/>
                </a:lnTo>
                <a:lnTo>
                  <a:pt x="172" y="1585"/>
                </a:lnTo>
                <a:lnTo>
                  <a:pt x="119" y="1559"/>
                </a:lnTo>
                <a:lnTo>
                  <a:pt x="67" y="1530"/>
                </a:lnTo>
                <a:lnTo>
                  <a:pt x="17" y="1500"/>
                </a:lnTo>
                <a:lnTo>
                  <a:pt x="16" y="1495"/>
                </a:lnTo>
                <a:lnTo>
                  <a:pt x="12" y="1480"/>
                </a:lnTo>
                <a:lnTo>
                  <a:pt x="8" y="1457"/>
                </a:lnTo>
                <a:lnTo>
                  <a:pt x="4" y="1430"/>
                </a:lnTo>
                <a:lnTo>
                  <a:pt x="0" y="1401"/>
                </a:lnTo>
                <a:lnTo>
                  <a:pt x="0" y="1370"/>
                </a:lnTo>
                <a:lnTo>
                  <a:pt x="4" y="1343"/>
                </a:lnTo>
                <a:lnTo>
                  <a:pt x="12" y="1319"/>
                </a:lnTo>
                <a:lnTo>
                  <a:pt x="388" y="965"/>
                </a:lnTo>
                <a:lnTo>
                  <a:pt x="387" y="961"/>
                </a:lnTo>
                <a:lnTo>
                  <a:pt x="386" y="952"/>
                </a:lnTo>
                <a:lnTo>
                  <a:pt x="386" y="936"/>
                </a:lnTo>
                <a:lnTo>
                  <a:pt x="390" y="917"/>
                </a:lnTo>
                <a:lnTo>
                  <a:pt x="397" y="893"/>
                </a:lnTo>
                <a:lnTo>
                  <a:pt x="412" y="868"/>
                </a:lnTo>
                <a:lnTo>
                  <a:pt x="435" y="841"/>
                </a:lnTo>
                <a:lnTo>
                  <a:pt x="468" y="814"/>
                </a:lnTo>
                <a:lnTo>
                  <a:pt x="651" y="0"/>
                </a:lnTo>
                <a:close/>
              </a:path>
            </a:pathLst>
          </a:custGeom>
          <a:solidFill>
            <a:schemeClr val="folHlink"/>
          </a:solidFill>
          <a:ln w="9525" cap="flat" cmpd="sng">
            <a:solidFill>
              <a:schemeClr val="bg2"/>
            </a:solidFill>
            <a:prstDash val="solid"/>
            <a:round/>
            <a:headEnd type="none" w="med" len="med"/>
            <a:tailEnd type="none" w="med" len="med"/>
          </a:ln>
        </p:spPr>
        <p:txBody>
          <a:bodyPr/>
          <a:p>
            <a:endParaRPr lang="zh-CN" altLang="en-US"/>
          </a:p>
        </p:txBody>
      </p:sp>
      <p:sp>
        <p:nvSpPr>
          <p:cNvPr id="10522" name="Freeform 286"/>
          <p:cNvSpPr/>
          <p:nvPr/>
        </p:nvSpPr>
        <p:spPr>
          <a:xfrm>
            <a:off x="7173913" y="5554663"/>
            <a:ext cx="134937" cy="42862"/>
          </a:xfrm>
          <a:custGeom>
            <a:avLst/>
            <a:gdLst/>
            <a:ahLst/>
            <a:cxnLst>
              <a:cxn ang="0">
                <a:pos x="2147483646" y="0"/>
              </a:cxn>
              <a:cxn ang="0">
                <a:pos x="2147483646" y="2147483646"/>
              </a:cxn>
              <a:cxn ang="0">
                <a:pos x="2147483646" y="2147483646"/>
              </a:cxn>
              <a:cxn ang="0">
                <a:pos x="0" y="2147483646"/>
              </a:cxn>
              <a:cxn ang="0">
                <a:pos x="2147483646" y="0"/>
              </a:cxn>
            </a:cxnLst>
            <a:pathLst>
              <a:path w="1106" h="331">
                <a:moveTo>
                  <a:pt x="40" y="0"/>
                </a:moveTo>
                <a:lnTo>
                  <a:pt x="1106" y="277"/>
                </a:lnTo>
                <a:lnTo>
                  <a:pt x="1071" y="331"/>
                </a:lnTo>
                <a:lnTo>
                  <a:pt x="0" y="36"/>
                </a:lnTo>
                <a:lnTo>
                  <a:pt x="40" y="0"/>
                </a:lnTo>
                <a:close/>
              </a:path>
            </a:pathLst>
          </a:custGeom>
          <a:solidFill>
            <a:srgbClr val="7F7F7F"/>
          </a:solidFill>
          <a:ln w="9525">
            <a:noFill/>
          </a:ln>
        </p:spPr>
        <p:txBody>
          <a:bodyPr/>
          <a:p>
            <a:endParaRPr lang="zh-CN" altLang="en-US"/>
          </a:p>
        </p:txBody>
      </p:sp>
      <p:sp>
        <p:nvSpPr>
          <p:cNvPr id="10523" name="Freeform 287"/>
          <p:cNvSpPr/>
          <p:nvPr/>
        </p:nvSpPr>
        <p:spPr>
          <a:xfrm>
            <a:off x="7151688" y="5573713"/>
            <a:ext cx="157162" cy="6667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85" h="505">
                <a:moveTo>
                  <a:pt x="1284" y="391"/>
                </a:moveTo>
                <a:lnTo>
                  <a:pt x="1282" y="391"/>
                </a:lnTo>
                <a:lnTo>
                  <a:pt x="1275" y="390"/>
                </a:lnTo>
                <a:lnTo>
                  <a:pt x="1264" y="389"/>
                </a:lnTo>
                <a:lnTo>
                  <a:pt x="1250" y="387"/>
                </a:lnTo>
                <a:lnTo>
                  <a:pt x="1232" y="385"/>
                </a:lnTo>
                <a:lnTo>
                  <a:pt x="1209" y="382"/>
                </a:lnTo>
                <a:lnTo>
                  <a:pt x="1183" y="378"/>
                </a:lnTo>
                <a:lnTo>
                  <a:pt x="1155" y="374"/>
                </a:lnTo>
                <a:lnTo>
                  <a:pt x="1124" y="369"/>
                </a:lnTo>
                <a:lnTo>
                  <a:pt x="1089" y="362"/>
                </a:lnTo>
                <a:lnTo>
                  <a:pt x="1052" y="355"/>
                </a:lnTo>
                <a:lnTo>
                  <a:pt x="1013" y="349"/>
                </a:lnTo>
                <a:lnTo>
                  <a:pt x="971" y="340"/>
                </a:lnTo>
                <a:lnTo>
                  <a:pt x="926" y="332"/>
                </a:lnTo>
                <a:lnTo>
                  <a:pt x="881" y="322"/>
                </a:lnTo>
                <a:lnTo>
                  <a:pt x="834" y="311"/>
                </a:lnTo>
                <a:lnTo>
                  <a:pt x="785" y="299"/>
                </a:lnTo>
                <a:lnTo>
                  <a:pt x="735" y="287"/>
                </a:lnTo>
                <a:lnTo>
                  <a:pt x="684" y="273"/>
                </a:lnTo>
                <a:lnTo>
                  <a:pt x="632" y="259"/>
                </a:lnTo>
                <a:lnTo>
                  <a:pt x="579" y="244"/>
                </a:lnTo>
                <a:lnTo>
                  <a:pt x="526" y="228"/>
                </a:lnTo>
                <a:lnTo>
                  <a:pt x="472" y="209"/>
                </a:lnTo>
                <a:lnTo>
                  <a:pt x="419" y="191"/>
                </a:lnTo>
                <a:lnTo>
                  <a:pt x="364" y="171"/>
                </a:lnTo>
                <a:lnTo>
                  <a:pt x="311" y="150"/>
                </a:lnTo>
                <a:lnTo>
                  <a:pt x="259" y="128"/>
                </a:lnTo>
                <a:lnTo>
                  <a:pt x="206" y="105"/>
                </a:lnTo>
                <a:lnTo>
                  <a:pt x="155" y="81"/>
                </a:lnTo>
                <a:lnTo>
                  <a:pt x="104" y="55"/>
                </a:lnTo>
                <a:lnTo>
                  <a:pt x="55" y="28"/>
                </a:lnTo>
                <a:lnTo>
                  <a:pt x="7" y="0"/>
                </a:lnTo>
                <a:lnTo>
                  <a:pt x="6" y="4"/>
                </a:lnTo>
                <a:lnTo>
                  <a:pt x="4" y="15"/>
                </a:lnTo>
                <a:lnTo>
                  <a:pt x="2" y="32"/>
                </a:lnTo>
                <a:lnTo>
                  <a:pt x="0" y="53"/>
                </a:lnTo>
                <a:lnTo>
                  <a:pt x="0" y="76"/>
                </a:lnTo>
                <a:lnTo>
                  <a:pt x="2" y="98"/>
                </a:lnTo>
                <a:lnTo>
                  <a:pt x="8" y="120"/>
                </a:lnTo>
                <a:lnTo>
                  <a:pt x="18" y="137"/>
                </a:lnTo>
                <a:lnTo>
                  <a:pt x="19" y="139"/>
                </a:lnTo>
                <a:lnTo>
                  <a:pt x="22" y="141"/>
                </a:lnTo>
                <a:lnTo>
                  <a:pt x="28" y="144"/>
                </a:lnTo>
                <a:lnTo>
                  <a:pt x="37" y="148"/>
                </a:lnTo>
                <a:lnTo>
                  <a:pt x="47" y="155"/>
                </a:lnTo>
                <a:lnTo>
                  <a:pt x="59" y="162"/>
                </a:lnTo>
                <a:lnTo>
                  <a:pt x="75" y="170"/>
                </a:lnTo>
                <a:lnTo>
                  <a:pt x="92" y="180"/>
                </a:lnTo>
                <a:lnTo>
                  <a:pt x="112" y="190"/>
                </a:lnTo>
                <a:lnTo>
                  <a:pt x="134" y="200"/>
                </a:lnTo>
                <a:lnTo>
                  <a:pt x="159" y="212"/>
                </a:lnTo>
                <a:lnTo>
                  <a:pt x="186" y="225"/>
                </a:lnTo>
                <a:lnTo>
                  <a:pt x="215" y="238"/>
                </a:lnTo>
                <a:lnTo>
                  <a:pt x="247" y="252"/>
                </a:lnTo>
                <a:lnTo>
                  <a:pt x="281" y="267"/>
                </a:lnTo>
                <a:lnTo>
                  <a:pt x="318" y="281"/>
                </a:lnTo>
                <a:lnTo>
                  <a:pt x="358" y="296"/>
                </a:lnTo>
                <a:lnTo>
                  <a:pt x="399" y="311"/>
                </a:lnTo>
                <a:lnTo>
                  <a:pt x="443" y="326"/>
                </a:lnTo>
                <a:lnTo>
                  <a:pt x="491" y="341"/>
                </a:lnTo>
                <a:lnTo>
                  <a:pt x="540" y="357"/>
                </a:lnTo>
                <a:lnTo>
                  <a:pt x="592" y="372"/>
                </a:lnTo>
                <a:lnTo>
                  <a:pt x="647" y="387"/>
                </a:lnTo>
                <a:lnTo>
                  <a:pt x="703" y="402"/>
                </a:lnTo>
                <a:lnTo>
                  <a:pt x="764" y="416"/>
                </a:lnTo>
                <a:lnTo>
                  <a:pt x="826" y="431"/>
                </a:lnTo>
                <a:lnTo>
                  <a:pt x="890" y="444"/>
                </a:lnTo>
                <a:lnTo>
                  <a:pt x="958" y="459"/>
                </a:lnTo>
                <a:lnTo>
                  <a:pt x="1028" y="472"/>
                </a:lnTo>
                <a:lnTo>
                  <a:pt x="1101" y="483"/>
                </a:lnTo>
                <a:lnTo>
                  <a:pt x="1177" y="494"/>
                </a:lnTo>
                <a:lnTo>
                  <a:pt x="1255" y="505"/>
                </a:lnTo>
                <a:lnTo>
                  <a:pt x="1256" y="503"/>
                </a:lnTo>
                <a:lnTo>
                  <a:pt x="1260" y="497"/>
                </a:lnTo>
                <a:lnTo>
                  <a:pt x="1265" y="487"/>
                </a:lnTo>
                <a:lnTo>
                  <a:pt x="1272" y="473"/>
                </a:lnTo>
                <a:lnTo>
                  <a:pt x="1278" y="456"/>
                </a:lnTo>
                <a:lnTo>
                  <a:pt x="1282" y="437"/>
                </a:lnTo>
                <a:lnTo>
                  <a:pt x="1285" y="415"/>
                </a:lnTo>
                <a:lnTo>
                  <a:pt x="1284" y="391"/>
                </a:lnTo>
                <a:close/>
              </a:path>
            </a:pathLst>
          </a:custGeom>
          <a:solidFill>
            <a:schemeClr val="folHlink"/>
          </a:solidFill>
          <a:ln w="9525">
            <a:noFill/>
          </a:ln>
        </p:spPr>
        <p:txBody>
          <a:bodyPr/>
          <a:p>
            <a:endParaRPr lang="zh-CN" altLang="en-US"/>
          </a:p>
        </p:txBody>
      </p:sp>
      <p:sp>
        <p:nvSpPr>
          <p:cNvPr id="10524" name="AutoShape 288"/>
          <p:cNvSpPr>
            <a:spLocks noChangeAspect="1" noTextEdit="1"/>
          </p:cNvSpPr>
          <p:nvPr/>
        </p:nvSpPr>
        <p:spPr>
          <a:xfrm>
            <a:off x="7104063" y="5305425"/>
            <a:ext cx="254000" cy="300038"/>
          </a:xfrm>
          <a:prstGeom prst="rect">
            <a:avLst/>
          </a:prstGeom>
          <a:noFill/>
          <a:ln w="9525">
            <a:noFill/>
          </a:ln>
        </p:spPr>
        <p:txBody>
          <a:bodyPr anchor="t" anchorCtr="0"/>
          <a:p>
            <a:pPr eaLnBrk="0" hangingPunct="0"/>
            <a:endParaRPr lang="zh-CN" altLang="en-US">
              <a:latin typeface="Comic Sans MS" panose="030F0702030302020204" pitchFamily="66" charset="0"/>
            </a:endParaRPr>
          </a:p>
        </p:txBody>
      </p:sp>
      <p:sp>
        <p:nvSpPr>
          <p:cNvPr id="10525" name="Freeform 289"/>
          <p:cNvSpPr/>
          <p:nvPr/>
        </p:nvSpPr>
        <p:spPr>
          <a:xfrm>
            <a:off x="7156450" y="5324475"/>
            <a:ext cx="36513" cy="492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79" h="216">
                <a:moveTo>
                  <a:pt x="63" y="28"/>
                </a:moveTo>
                <a:lnTo>
                  <a:pt x="49" y="37"/>
                </a:lnTo>
                <a:lnTo>
                  <a:pt x="38" y="47"/>
                </a:lnTo>
                <a:lnTo>
                  <a:pt x="27" y="59"/>
                </a:lnTo>
                <a:lnTo>
                  <a:pt x="18" y="72"/>
                </a:lnTo>
                <a:lnTo>
                  <a:pt x="10" y="86"/>
                </a:lnTo>
                <a:lnTo>
                  <a:pt x="5" y="101"/>
                </a:lnTo>
                <a:lnTo>
                  <a:pt x="2" y="117"/>
                </a:lnTo>
                <a:lnTo>
                  <a:pt x="0" y="133"/>
                </a:lnTo>
                <a:lnTo>
                  <a:pt x="2" y="155"/>
                </a:lnTo>
                <a:lnTo>
                  <a:pt x="10" y="173"/>
                </a:lnTo>
                <a:lnTo>
                  <a:pt x="23" y="190"/>
                </a:lnTo>
                <a:lnTo>
                  <a:pt x="40" y="201"/>
                </a:lnTo>
                <a:lnTo>
                  <a:pt x="59" y="211"/>
                </a:lnTo>
                <a:lnTo>
                  <a:pt x="79" y="215"/>
                </a:lnTo>
                <a:lnTo>
                  <a:pt x="100" y="216"/>
                </a:lnTo>
                <a:lnTo>
                  <a:pt x="120" y="213"/>
                </a:lnTo>
                <a:lnTo>
                  <a:pt x="124" y="213"/>
                </a:lnTo>
                <a:lnTo>
                  <a:pt x="128" y="211"/>
                </a:lnTo>
                <a:lnTo>
                  <a:pt x="131" y="208"/>
                </a:lnTo>
                <a:lnTo>
                  <a:pt x="132" y="203"/>
                </a:lnTo>
                <a:lnTo>
                  <a:pt x="130" y="198"/>
                </a:lnTo>
                <a:lnTo>
                  <a:pt x="126" y="194"/>
                </a:lnTo>
                <a:lnTo>
                  <a:pt x="121" y="190"/>
                </a:lnTo>
                <a:lnTo>
                  <a:pt x="116" y="187"/>
                </a:lnTo>
                <a:lnTo>
                  <a:pt x="105" y="184"/>
                </a:lnTo>
                <a:lnTo>
                  <a:pt x="95" y="182"/>
                </a:lnTo>
                <a:lnTo>
                  <a:pt x="84" y="180"/>
                </a:lnTo>
                <a:lnTo>
                  <a:pt x="75" y="178"/>
                </a:lnTo>
                <a:lnTo>
                  <a:pt x="65" y="175"/>
                </a:lnTo>
                <a:lnTo>
                  <a:pt x="56" y="170"/>
                </a:lnTo>
                <a:lnTo>
                  <a:pt x="47" y="165"/>
                </a:lnTo>
                <a:lnTo>
                  <a:pt x="39" y="156"/>
                </a:lnTo>
                <a:lnTo>
                  <a:pt x="36" y="120"/>
                </a:lnTo>
                <a:lnTo>
                  <a:pt x="44" y="90"/>
                </a:lnTo>
                <a:lnTo>
                  <a:pt x="61" y="67"/>
                </a:lnTo>
                <a:lnTo>
                  <a:pt x="84" y="47"/>
                </a:lnTo>
                <a:lnTo>
                  <a:pt x="109" y="32"/>
                </a:lnTo>
                <a:lnTo>
                  <a:pt x="136" y="21"/>
                </a:lnTo>
                <a:lnTo>
                  <a:pt x="160" y="12"/>
                </a:lnTo>
                <a:lnTo>
                  <a:pt x="179" y="5"/>
                </a:lnTo>
                <a:lnTo>
                  <a:pt x="167" y="1"/>
                </a:lnTo>
                <a:lnTo>
                  <a:pt x="154" y="0"/>
                </a:lnTo>
                <a:lnTo>
                  <a:pt x="140" y="2"/>
                </a:lnTo>
                <a:lnTo>
                  <a:pt x="124" y="5"/>
                </a:lnTo>
                <a:lnTo>
                  <a:pt x="108" y="10"/>
                </a:lnTo>
                <a:lnTo>
                  <a:pt x="92" y="15"/>
                </a:lnTo>
                <a:lnTo>
                  <a:pt x="77" y="22"/>
                </a:lnTo>
                <a:lnTo>
                  <a:pt x="63" y="28"/>
                </a:lnTo>
                <a:close/>
              </a:path>
            </a:pathLst>
          </a:custGeom>
          <a:solidFill>
            <a:srgbClr val="C9E8FF"/>
          </a:solidFill>
          <a:ln w="9525" cap="flat" cmpd="sng">
            <a:solidFill>
              <a:srgbClr val="FF3300"/>
            </a:solidFill>
            <a:prstDash val="solid"/>
            <a:round/>
            <a:headEnd type="none" w="med" len="med"/>
            <a:tailEnd type="none" w="med" len="med"/>
          </a:ln>
        </p:spPr>
        <p:txBody>
          <a:bodyPr/>
          <a:p>
            <a:endParaRPr lang="zh-CN" altLang="en-US"/>
          </a:p>
        </p:txBody>
      </p:sp>
      <p:sp>
        <p:nvSpPr>
          <p:cNvPr id="10526" name="Freeform 290"/>
          <p:cNvSpPr/>
          <p:nvPr/>
        </p:nvSpPr>
        <p:spPr>
          <a:xfrm>
            <a:off x="7218363" y="5322888"/>
            <a:ext cx="22225" cy="3810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14" h="168">
                <a:moveTo>
                  <a:pt x="96" y="55"/>
                </a:moveTo>
                <a:lnTo>
                  <a:pt x="101" y="72"/>
                </a:lnTo>
                <a:lnTo>
                  <a:pt x="100" y="88"/>
                </a:lnTo>
                <a:lnTo>
                  <a:pt x="92" y="101"/>
                </a:lnTo>
                <a:lnTo>
                  <a:pt x="82" y="112"/>
                </a:lnTo>
                <a:lnTo>
                  <a:pt x="69" y="123"/>
                </a:lnTo>
                <a:lnTo>
                  <a:pt x="54" y="134"/>
                </a:lnTo>
                <a:lnTo>
                  <a:pt x="40" y="143"/>
                </a:lnTo>
                <a:lnTo>
                  <a:pt x="27" y="153"/>
                </a:lnTo>
                <a:lnTo>
                  <a:pt x="25" y="156"/>
                </a:lnTo>
                <a:lnTo>
                  <a:pt x="24" y="158"/>
                </a:lnTo>
                <a:lnTo>
                  <a:pt x="24" y="162"/>
                </a:lnTo>
                <a:lnTo>
                  <a:pt x="25" y="165"/>
                </a:lnTo>
                <a:lnTo>
                  <a:pt x="28" y="167"/>
                </a:lnTo>
                <a:lnTo>
                  <a:pt x="31" y="168"/>
                </a:lnTo>
                <a:lnTo>
                  <a:pt x="33" y="168"/>
                </a:lnTo>
                <a:lnTo>
                  <a:pt x="37" y="167"/>
                </a:lnTo>
                <a:lnTo>
                  <a:pt x="53" y="157"/>
                </a:lnTo>
                <a:lnTo>
                  <a:pt x="69" y="147"/>
                </a:lnTo>
                <a:lnTo>
                  <a:pt x="84" y="135"/>
                </a:lnTo>
                <a:lnTo>
                  <a:pt x="97" y="121"/>
                </a:lnTo>
                <a:lnTo>
                  <a:pt x="107" y="106"/>
                </a:lnTo>
                <a:lnTo>
                  <a:pt x="113" y="89"/>
                </a:lnTo>
                <a:lnTo>
                  <a:pt x="114" y="71"/>
                </a:lnTo>
                <a:lnTo>
                  <a:pt x="110" y="51"/>
                </a:lnTo>
                <a:lnTo>
                  <a:pt x="101" y="36"/>
                </a:lnTo>
                <a:lnTo>
                  <a:pt x="87" y="24"/>
                </a:lnTo>
                <a:lnTo>
                  <a:pt x="70" y="14"/>
                </a:lnTo>
                <a:lnTo>
                  <a:pt x="51" y="7"/>
                </a:lnTo>
                <a:lnTo>
                  <a:pt x="32" y="2"/>
                </a:lnTo>
                <a:lnTo>
                  <a:pt x="17" y="0"/>
                </a:lnTo>
                <a:lnTo>
                  <a:pt x="5" y="0"/>
                </a:lnTo>
                <a:lnTo>
                  <a:pt x="0" y="3"/>
                </a:lnTo>
                <a:lnTo>
                  <a:pt x="12" y="9"/>
                </a:lnTo>
                <a:lnTo>
                  <a:pt x="26" y="13"/>
                </a:lnTo>
                <a:lnTo>
                  <a:pt x="41" y="17"/>
                </a:lnTo>
                <a:lnTo>
                  <a:pt x="54" y="22"/>
                </a:lnTo>
                <a:lnTo>
                  <a:pt x="68" y="27"/>
                </a:lnTo>
                <a:lnTo>
                  <a:pt x="80" y="34"/>
                </a:lnTo>
                <a:lnTo>
                  <a:pt x="89" y="43"/>
                </a:lnTo>
                <a:lnTo>
                  <a:pt x="96" y="55"/>
                </a:lnTo>
                <a:close/>
              </a:path>
            </a:pathLst>
          </a:custGeom>
          <a:solidFill>
            <a:srgbClr val="C9E8FF"/>
          </a:solidFill>
          <a:ln w="9525">
            <a:noFill/>
          </a:ln>
        </p:spPr>
        <p:txBody>
          <a:bodyPr/>
          <a:p>
            <a:endParaRPr lang="zh-CN" altLang="en-US"/>
          </a:p>
        </p:txBody>
      </p:sp>
      <p:sp>
        <p:nvSpPr>
          <p:cNvPr id="10527" name="Freeform 291"/>
          <p:cNvSpPr/>
          <p:nvPr/>
        </p:nvSpPr>
        <p:spPr>
          <a:xfrm>
            <a:off x="7134225" y="5314950"/>
            <a:ext cx="58738" cy="79375"/>
          </a:xfrm>
          <a:custGeom>
            <a:avLst/>
            <a:gdLst/>
            <a:ahLst/>
            <a:cxnLst>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Lst>
            <a:pathLst>
              <a:path w="289" h="351">
                <a:moveTo>
                  <a:pt x="112" y="46"/>
                </a:moveTo>
                <a:lnTo>
                  <a:pt x="90" y="65"/>
                </a:lnTo>
                <a:lnTo>
                  <a:pt x="68" y="84"/>
                </a:lnTo>
                <a:lnTo>
                  <a:pt x="48" y="106"/>
                </a:lnTo>
                <a:lnTo>
                  <a:pt x="30" y="130"/>
                </a:lnTo>
                <a:lnTo>
                  <a:pt x="15" y="155"/>
                </a:lnTo>
                <a:lnTo>
                  <a:pt x="5" y="181"/>
                </a:lnTo>
                <a:lnTo>
                  <a:pt x="0" y="210"/>
                </a:lnTo>
                <a:lnTo>
                  <a:pt x="1" y="240"/>
                </a:lnTo>
                <a:lnTo>
                  <a:pt x="3" y="248"/>
                </a:lnTo>
                <a:lnTo>
                  <a:pt x="5" y="256"/>
                </a:lnTo>
                <a:lnTo>
                  <a:pt x="8" y="262"/>
                </a:lnTo>
                <a:lnTo>
                  <a:pt x="12" y="270"/>
                </a:lnTo>
                <a:lnTo>
                  <a:pt x="17" y="276"/>
                </a:lnTo>
                <a:lnTo>
                  <a:pt x="24" y="283"/>
                </a:lnTo>
                <a:lnTo>
                  <a:pt x="29" y="288"/>
                </a:lnTo>
                <a:lnTo>
                  <a:pt x="36" y="292"/>
                </a:lnTo>
                <a:lnTo>
                  <a:pt x="50" y="301"/>
                </a:lnTo>
                <a:lnTo>
                  <a:pt x="64" y="308"/>
                </a:lnTo>
                <a:lnTo>
                  <a:pt x="77" y="315"/>
                </a:lnTo>
                <a:lnTo>
                  <a:pt x="92" y="320"/>
                </a:lnTo>
                <a:lnTo>
                  <a:pt x="107" y="326"/>
                </a:lnTo>
                <a:lnTo>
                  <a:pt x="121" y="330"/>
                </a:lnTo>
                <a:lnTo>
                  <a:pt x="136" y="334"/>
                </a:lnTo>
                <a:lnTo>
                  <a:pt x="151" y="337"/>
                </a:lnTo>
                <a:lnTo>
                  <a:pt x="167" y="341"/>
                </a:lnTo>
                <a:lnTo>
                  <a:pt x="181" y="343"/>
                </a:lnTo>
                <a:lnTo>
                  <a:pt x="197" y="345"/>
                </a:lnTo>
                <a:lnTo>
                  <a:pt x="213" y="347"/>
                </a:lnTo>
                <a:lnTo>
                  <a:pt x="228" y="348"/>
                </a:lnTo>
                <a:lnTo>
                  <a:pt x="243" y="349"/>
                </a:lnTo>
                <a:lnTo>
                  <a:pt x="259" y="350"/>
                </a:lnTo>
                <a:lnTo>
                  <a:pt x="274" y="351"/>
                </a:lnTo>
                <a:lnTo>
                  <a:pt x="279" y="351"/>
                </a:lnTo>
                <a:lnTo>
                  <a:pt x="283" y="349"/>
                </a:lnTo>
                <a:lnTo>
                  <a:pt x="286" y="345"/>
                </a:lnTo>
                <a:lnTo>
                  <a:pt x="289" y="341"/>
                </a:lnTo>
                <a:lnTo>
                  <a:pt x="289" y="335"/>
                </a:lnTo>
                <a:lnTo>
                  <a:pt x="286" y="331"/>
                </a:lnTo>
                <a:lnTo>
                  <a:pt x="282" y="328"/>
                </a:lnTo>
                <a:lnTo>
                  <a:pt x="277" y="326"/>
                </a:lnTo>
                <a:lnTo>
                  <a:pt x="263" y="322"/>
                </a:lnTo>
                <a:lnTo>
                  <a:pt x="250" y="320"/>
                </a:lnTo>
                <a:lnTo>
                  <a:pt x="236" y="317"/>
                </a:lnTo>
                <a:lnTo>
                  <a:pt x="221" y="315"/>
                </a:lnTo>
                <a:lnTo>
                  <a:pt x="208" y="313"/>
                </a:lnTo>
                <a:lnTo>
                  <a:pt x="194" y="311"/>
                </a:lnTo>
                <a:lnTo>
                  <a:pt x="179" y="308"/>
                </a:lnTo>
                <a:lnTo>
                  <a:pt x="166" y="305"/>
                </a:lnTo>
                <a:lnTo>
                  <a:pt x="152" y="303"/>
                </a:lnTo>
                <a:lnTo>
                  <a:pt x="138" y="300"/>
                </a:lnTo>
                <a:lnTo>
                  <a:pt x="125" y="296"/>
                </a:lnTo>
                <a:lnTo>
                  <a:pt x="111" y="292"/>
                </a:lnTo>
                <a:lnTo>
                  <a:pt x="98" y="287"/>
                </a:lnTo>
                <a:lnTo>
                  <a:pt x="85" y="282"/>
                </a:lnTo>
                <a:lnTo>
                  <a:pt x="72" y="276"/>
                </a:lnTo>
                <a:lnTo>
                  <a:pt x="59" y="269"/>
                </a:lnTo>
                <a:lnTo>
                  <a:pt x="49" y="261"/>
                </a:lnTo>
                <a:lnTo>
                  <a:pt x="41" y="252"/>
                </a:lnTo>
                <a:lnTo>
                  <a:pt x="34" y="241"/>
                </a:lnTo>
                <a:lnTo>
                  <a:pt x="31" y="228"/>
                </a:lnTo>
                <a:lnTo>
                  <a:pt x="30" y="215"/>
                </a:lnTo>
                <a:lnTo>
                  <a:pt x="31" y="201"/>
                </a:lnTo>
                <a:lnTo>
                  <a:pt x="34" y="186"/>
                </a:lnTo>
                <a:lnTo>
                  <a:pt x="38" y="174"/>
                </a:lnTo>
                <a:lnTo>
                  <a:pt x="46" y="158"/>
                </a:lnTo>
                <a:lnTo>
                  <a:pt x="54" y="142"/>
                </a:lnTo>
                <a:lnTo>
                  <a:pt x="64" y="128"/>
                </a:lnTo>
                <a:lnTo>
                  <a:pt x="74" y="115"/>
                </a:lnTo>
                <a:lnTo>
                  <a:pt x="85" y="102"/>
                </a:lnTo>
                <a:lnTo>
                  <a:pt x="96" y="89"/>
                </a:lnTo>
                <a:lnTo>
                  <a:pt x="110" y="77"/>
                </a:lnTo>
                <a:lnTo>
                  <a:pt x="124" y="64"/>
                </a:lnTo>
                <a:lnTo>
                  <a:pt x="137" y="53"/>
                </a:lnTo>
                <a:lnTo>
                  <a:pt x="155" y="43"/>
                </a:lnTo>
                <a:lnTo>
                  <a:pt x="175" y="35"/>
                </a:lnTo>
                <a:lnTo>
                  <a:pt x="195" y="26"/>
                </a:lnTo>
                <a:lnTo>
                  <a:pt x="213" y="19"/>
                </a:lnTo>
                <a:lnTo>
                  <a:pt x="228" y="12"/>
                </a:lnTo>
                <a:lnTo>
                  <a:pt x="237" y="6"/>
                </a:lnTo>
                <a:lnTo>
                  <a:pt x="240" y="2"/>
                </a:lnTo>
                <a:lnTo>
                  <a:pt x="230" y="0"/>
                </a:lnTo>
                <a:lnTo>
                  <a:pt x="215" y="1"/>
                </a:lnTo>
                <a:lnTo>
                  <a:pt x="198" y="4"/>
                </a:lnTo>
                <a:lnTo>
                  <a:pt x="180" y="9"/>
                </a:lnTo>
                <a:lnTo>
                  <a:pt x="161" y="17"/>
                </a:lnTo>
                <a:lnTo>
                  <a:pt x="144" y="25"/>
                </a:lnTo>
                <a:lnTo>
                  <a:pt x="127" y="35"/>
                </a:lnTo>
                <a:lnTo>
                  <a:pt x="112" y="46"/>
                </a:lnTo>
                <a:close/>
              </a:path>
            </a:pathLst>
          </a:custGeom>
          <a:solidFill>
            <a:srgbClr val="C9E8FF"/>
          </a:solidFill>
          <a:ln w="9525">
            <a:noFill/>
          </a:ln>
        </p:spPr>
        <p:txBody>
          <a:bodyPr/>
          <a:p>
            <a:endParaRPr lang="zh-CN" altLang="en-US"/>
          </a:p>
        </p:txBody>
      </p:sp>
      <p:sp>
        <p:nvSpPr>
          <p:cNvPr id="10528" name="Freeform 292"/>
          <p:cNvSpPr/>
          <p:nvPr/>
        </p:nvSpPr>
        <p:spPr>
          <a:xfrm>
            <a:off x="7215188" y="5311775"/>
            <a:ext cx="50800" cy="5397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54" h="234">
                <a:moveTo>
                  <a:pt x="210" y="71"/>
                </a:moveTo>
                <a:lnTo>
                  <a:pt x="222" y="84"/>
                </a:lnTo>
                <a:lnTo>
                  <a:pt x="229" y="99"/>
                </a:lnTo>
                <a:lnTo>
                  <a:pt x="232" y="115"/>
                </a:lnTo>
                <a:lnTo>
                  <a:pt x="232" y="132"/>
                </a:lnTo>
                <a:lnTo>
                  <a:pt x="230" y="146"/>
                </a:lnTo>
                <a:lnTo>
                  <a:pt x="226" y="158"/>
                </a:lnTo>
                <a:lnTo>
                  <a:pt x="219" y="170"/>
                </a:lnTo>
                <a:lnTo>
                  <a:pt x="211" y="179"/>
                </a:lnTo>
                <a:lnTo>
                  <a:pt x="202" y="190"/>
                </a:lnTo>
                <a:lnTo>
                  <a:pt x="193" y="199"/>
                </a:lnTo>
                <a:lnTo>
                  <a:pt x="183" y="208"/>
                </a:lnTo>
                <a:lnTo>
                  <a:pt x="174" y="218"/>
                </a:lnTo>
                <a:lnTo>
                  <a:pt x="172" y="221"/>
                </a:lnTo>
                <a:lnTo>
                  <a:pt x="172" y="224"/>
                </a:lnTo>
                <a:lnTo>
                  <a:pt x="172" y="227"/>
                </a:lnTo>
                <a:lnTo>
                  <a:pt x="174" y="231"/>
                </a:lnTo>
                <a:lnTo>
                  <a:pt x="177" y="233"/>
                </a:lnTo>
                <a:lnTo>
                  <a:pt x="181" y="234"/>
                </a:lnTo>
                <a:lnTo>
                  <a:pt x="184" y="233"/>
                </a:lnTo>
                <a:lnTo>
                  <a:pt x="187" y="231"/>
                </a:lnTo>
                <a:lnTo>
                  <a:pt x="208" y="217"/>
                </a:lnTo>
                <a:lnTo>
                  <a:pt x="226" y="199"/>
                </a:lnTo>
                <a:lnTo>
                  <a:pt x="240" y="178"/>
                </a:lnTo>
                <a:lnTo>
                  <a:pt x="249" y="155"/>
                </a:lnTo>
                <a:lnTo>
                  <a:pt x="254" y="131"/>
                </a:lnTo>
                <a:lnTo>
                  <a:pt x="251" y="107"/>
                </a:lnTo>
                <a:lnTo>
                  <a:pt x="243" y="84"/>
                </a:lnTo>
                <a:lnTo>
                  <a:pt x="226" y="64"/>
                </a:lnTo>
                <a:lnTo>
                  <a:pt x="214" y="53"/>
                </a:lnTo>
                <a:lnTo>
                  <a:pt x="199" y="45"/>
                </a:lnTo>
                <a:lnTo>
                  <a:pt x="183" y="36"/>
                </a:lnTo>
                <a:lnTo>
                  <a:pt x="165" y="29"/>
                </a:lnTo>
                <a:lnTo>
                  <a:pt x="147" y="21"/>
                </a:lnTo>
                <a:lnTo>
                  <a:pt x="129" y="16"/>
                </a:lnTo>
                <a:lnTo>
                  <a:pt x="111" y="12"/>
                </a:lnTo>
                <a:lnTo>
                  <a:pt x="93" y="7"/>
                </a:lnTo>
                <a:lnTo>
                  <a:pt x="75" y="4"/>
                </a:lnTo>
                <a:lnTo>
                  <a:pt x="59" y="2"/>
                </a:lnTo>
                <a:lnTo>
                  <a:pt x="43" y="0"/>
                </a:lnTo>
                <a:lnTo>
                  <a:pt x="31" y="0"/>
                </a:lnTo>
                <a:lnTo>
                  <a:pt x="19" y="0"/>
                </a:lnTo>
                <a:lnTo>
                  <a:pt x="10" y="0"/>
                </a:lnTo>
                <a:lnTo>
                  <a:pt x="3" y="2"/>
                </a:lnTo>
                <a:lnTo>
                  <a:pt x="0" y="4"/>
                </a:lnTo>
                <a:lnTo>
                  <a:pt x="11" y="6"/>
                </a:lnTo>
                <a:lnTo>
                  <a:pt x="21" y="7"/>
                </a:lnTo>
                <a:lnTo>
                  <a:pt x="34" y="9"/>
                </a:lnTo>
                <a:lnTo>
                  <a:pt x="46" y="12"/>
                </a:lnTo>
                <a:lnTo>
                  <a:pt x="59" y="15"/>
                </a:lnTo>
                <a:lnTo>
                  <a:pt x="74" y="17"/>
                </a:lnTo>
                <a:lnTo>
                  <a:pt x="87" y="20"/>
                </a:lnTo>
                <a:lnTo>
                  <a:pt x="102" y="23"/>
                </a:lnTo>
                <a:lnTo>
                  <a:pt x="116" y="28"/>
                </a:lnTo>
                <a:lnTo>
                  <a:pt x="131" y="32"/>
                </a:lnTo>
                <a:lnTo>
                  <a:pt x="145" y="36"/>
                </a:lnTo>
                <a:lnTo>
                  <a:pt x="159" y="42"/>
                </a:lnTo>
                <a:lnTo>
                  <a:pt x="173" y="48"/>
                </a:lnTo>
                <a:lnTo>
                  <a:pt x="186" y="55"/>
                </a:lnTo>
                <a:lnTo>
                  <a:pt x="199" y="63"/>
                </a:lnTo>
                <a:lnTo>
                  <a:pt x="210" y="71"/>
                </a:lnTo>
                <a:close/>
              </a:path>
            </a:pathLst>
          </a:custGeom>
          <a:solidFill>
            <a:srgbClr val="C9E8FF"/>
          </a:solidFill>
          <a:ln w="9525">
            <a:noFill/>
          </a:ln>
        </p:spPr>
        <p:txBody>
          <a:bodyPr/>
          <a:p>
            <a:endParaRPr lang="zh-CN" altLang="en-US"/>
          </a:p>
        </p:txBody>
      </p:sp>
      <p:sp>
        <p:nvSpPr>
          <p:cNvPr id="10529" name="Freeform 293"/>
          <p:cNvSpPr/>
          <p:nvPr/>
        </p:nvSpPr>
        <p:spPr>
          <a:xfrm>
            <a:off x="7113588" y="5337175"/>
            <a:ext cx="20637" cy="49213"/>
          </a:xfrm>
          <a:custGeom>
            <a:avLst/>
            <a:gdLst/>
            <a:ahLst/>
            <a:cxnLst>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pathLst>
              <a:path w="103" h="221">
                <a:moveTo>
                  <a:pt x="0" y="121"/>
                </a:moveTo>
                <a:lnTo>
                  <a:pt x="0" y="139"/>
                </a:lnTo>
                <a:lnTo>
                  <a:pt x="4" y="156"/>
                </a:lnTo>
                <a:lnTo>
                  <a:pt x="12" y="172"/>
                </a:lnTo>
                <a:lnTo>
                  <a:pt x="22" y="186"/>
                </a:lnTo>
                <a:lnTo>
                  <a:pt x="35" y="197"/>
                </a:lnTo>
                <a:lnTo>
                  <a:pt x="50" y="208"/>
                </a:lnTo>
                <a:lnTo>
                  <a:pt x="66" y="216"/>
                </a:lnTo>
                <a:lnTo>
                  <a:pt x="83" y="220"/>
                </a:lnTo>
                <a:lnTo>
                  <a:pt x="89" y="221"/>
                </a:lnTo>
                <a:lnTo>
                  <a:pt x="94" y="219"/>
                </a:lnTo>
                <a:lnTo>
                  <a:pt x="98" y="216"/>
                </a:lnTo>
                <a:lnTo>
                  <a:pt x="100" y="211"/>
                </a:lnTo>
                <a:lnTo>
                  <a:pt x="100" y="206"/>
                </a:lnTo>
                <a:lnTo>
                  <a:pt x="99" y="201"/>
                </a:lnTo>
                <a:lnTo>
                  <a:pt x="96" y="196"/>
                </a:lnTo>
                <a:lnTo>
                  <a:pt x="91" y="194"/>
                </a:lnTo>
                <a:lnTo>
                  <a:pt x="74" y="188"/>
                </a:lnTo>
                <a:lnTo>
                  <a:pt x="58" y="179"/>
                </a:lnTo>
                <a:lnTo>
                  <a:pt x="45" y="168"/>
                </a:lnTo>
                <a:lnTo>
                  <a:pt x="36" y="155"/>
                </a:lnTo>
                <a:lnTo>
                  <a:pt x="30" y="139"/>
                </a:lnTo>
                <a:lnTo>
                  <a:pt x="27" y="122"/>
                </a:lnTo>
                <a:lnTo>
                  <a:pt x="27" y="103"/>
                </a:lnTo>
                <a:lnTo>
                  <a:pt x="32" y="84"/>
                </a:lnTo>
                <a:lnTo>
                  <a:pt x="38" y="70"/>
                </a:lnTo>
                <a:lnTo>
                  <a:pt x="46" y="57"/>
                </a:lnTo>
                <a:lnTo>
                  <a:pt x="56" y="46"/>
                </a:lnTo>
                <a:lnTo>
                  <a:pt x="66" y="35"/>
                </a:lnTo>
                <a:lnTo>
                  <a:pt x="76" y="25"/>
                </a:lnTo>
                <a:lnTo>
                  <a:pt x="86" y="17"/>
                </a:lnTo>
                <a:lnTo>
                  <a:pt x="96" y="8"/>
                </a:lnTo>
                <a:lnTo>
                  <a:pt x="103" y="1"/>
                </a:lnTo>
                <a:lnTo>
                  <a:pt x="96" y="0"/>
                </a:lnTo>
                <a:lnTo>
                  <a:pt x="84" y="5"/>
                </a:lnTo>
                <a:lnTo>
                  <a:pt x="69" y="17"/>
                </a:lnTo>
                <a:lnTo>
                  <a:pt x="51" y="33"/>
                </a:lnTo>
                <a:lnTo>
                  <a:pt x="34" y="53"/>
                </a:lnTo>
                <a:lnTo>
                  <a:pt x="18" y="75"/>
                </a:lnTo>
                <a:lnTo>
                  <a:pt x="7" y="98"/>
                </a:lnTo>
                <a:lnTo>
                  <a:pt x="0" y="121"/>
                </a:lnTo>
                <a:close/>
              </a:path>
            </a:pathLst>
          </a:custGeom>
          <a:solidFill>
            <a:srgbClr val="C9E8FF"/>
          </a:solidFill>
          <a:ln w="9525">
            <a:noFill/>
          </a:ln>
        </p:spPr>
        <p:txBody>
          <a:bodyPr/>
          <a:p>
            <a:endParaRPr lang="zh-CN" altLang="en-US"/>
          </a:p>
        </p:txBody>
      </p:sp>
      <p:sp>
        <p:nvSpPr>
          <p:cNvPr id="10530" name="Freeform 294"/>
          <p:cNvSpPr/>
          <p:nvPr/>
        </p:nvSpPr>
        <p:spPr>
          <a:xfrm>
            <a:off x="7256463" y="5308600"/>
            <a:ext cx="44450" cy="65088"/>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21" h="288">
                <a:moveTo>
                  <a:pt x="179" y="108"/>
                </a:moveTo>
                <a:lnTo>
                  <a:pt x="186" y="115"/>
                </a:lnTo>
                <a:lnTo>
                  <a:pt x="193" y="124"/>
                </a:lnTo>
                <a:lnTo>
                  <a:pt x="197" y="133"/>
                </a:lnTo>
                <a:lnTo>
                  <a:pt x="201" y="143"/>
                </a:lnTo>
                <a:lnTo>
                  <a:pt x="202" y="153"/>
                </a:lnTo>
                <a:lnTo>
                  <a:pt x="202" y="163"/>
                </a:lnTo>
                <a:lnTo>
                  <a:pt x="199" y="174"/>
                </a:lnTo>
                <a:lnTo>
                  <a:pt x="195" y="184"/>
                </a:lnTo>
                <a:lnTo>
                  <a:pt x="187" y="194"/>
                </a:lnTo>
                <a:lnTo>
                  <a:pt x="179" y="204"/>
                </a:lnTo>
                <a:lnTo>
                  <a:pt x="170" y="212"/>
                </a:lnTo>
                <a:lnTo>
                  <a:pt x="159" y="221"/>
                </a:lnTo>
                <a:lnTo>
                  <a:pt x="150" y="229"/>
                </a:lnTo>
                <a:lnTo>
                  <a:pt x="139" y="237"/>
                </a:lnTo>
                <a:lnTo>
                  <a:pt x="129" y="246"/>
                </a:lnTo>
                <a:lnTo>
                  <a:pt x="119" y="255"/>
                </a:lnTo>
                <a:lnTo>
                  <a:pt x="116" y="258"/>
                </a:lnTo>
                <a:lnTo>
                  <a:pt x="114" y="263"/>
                </a:lnTo>
                <a:lnTo>
                  <a:pt x="112" y="267"/>
                </a:lnTo>
                <a:lnTo>
                  <a:pt x="110" y="271"/>
                </a:lnTo>
                <a:lnTo>
                  <a:pt x="109" y="276"/>
                </a:lnTo>
                <a:lnTo>
                  <a:pt x="109" y="280"/>
                </a:lnTo>
                <a:lnTo>
                  <a:pt x="110" y="284"/>
                </a:lnTo>
                <a:lnTo>
                  <a:pt x="113" y="287"/>
                </a:lnTo>
                <a:lnTo>
                  <a:pt x="117" y="288"/>
                </a:lnTo>
                <a:lnTo>
                  <a:pt x="121" y="288"/>
                </a:lnTo>
                <a:lnTo>
                  <a:pt x="125" y="287"/>
                </a:lnTo>
                <a:lnTo>
                  <a:pt x="129" y="284"/>
                </a:lnTo>
                <a:lnTo>
                  <a:pt x="139" y="272"/>
                </a:lnTo>
                <a:lnTo>
                  <a:pt x="151" y="261"/>
                </a:lnTo>
                <a:lnTo>
                  <a:pt x="162" y="250"/>
                </a:lnTo>
                <a:lnTo>
                  <a:pt x="175" y="239"/>
                </a:lnTo>
                <a:lnTo>
                  <a:pt x="186" y="229"/>
                </a:lnTo>
                <a:lnTo>
                  <a:pt x="197" y="217"/>
                </a:lnTo>
                <a:lnTo>
                  <a:pt x="207" y="204"/>
                </a:lnTo>
                <a:lnTo>
                  <a:pt x="215" y="190"/>
                </a:lnTo>
                <a:lnTo>
                  <a:pt x="220" y="174"/>
                </a:lnTo>
                <a:lnTo>
                  <a:pt x="221" y="158"/>
                </a:lnTo>
                <a:lnTo>
                  <a:pt x="218" y="142"/>
                </a:lnTo>
                <a:lnTo>
                  <a:pt x="213" y="127"/>
                </a:lnTo>
                <a:lnTo>
                  <a:pt x="204" y="112"/>
                </a:lnTo>
                <a:lnTo>
                  <a:pt x="194" y="99"/>
                </a:lnTo>
                <a:lnTo>
                  <a:pt x="181" y="87"/>
                </a:lnTo>
                <a:lnTo>
                  <a:pt x="169" y="77"/>
                </a:lnTo>
                <a:lnTo>
                  <a:pt x="159" y="69"/>
                </a:lnTo>
                <a:lnTo>
                  <a:pt x="149" y="63"/>
                </a:lnTo>
                <a:lnTo>
                  <a:pt x="137" y="55"/>
                </a:lnTo>
                <a:lnTo>
                  <a:pt x="125" y="48"/>
                </a:lnTo>
                <a:lnTo>
                  <a:pt x="114" y="40"/>
                </a:lnTo>
                <a:lnTo>
                  <a:pt x="101" y="33"/>
                </a:lnTo>
                <a:lnTo>
                  <a:pt x="89" y="27"/>
                </a:lnTo>
                <a:lnTo>
                  <a:pt x="77" y="20"/>
                </a:lnTo>
                <a:lnTo>
                  <a:pt x="66" y="15"/>
                </a:lnTo>
                <a:lnTo>
                  <a:pt x="54" y="9"/>
                </a:lnTo>
                <a:lnTo>
                  <a:pt x="42" y="6"/>
                </a:lnTo>
                <a:lnTo>
                  <a:pt x="32" y="3"/>
                </a:lnTo>
                <a:lnTo>
                  <a:pt x="22" y="1"/>
                </a:lnTo>
                <a:lnTo>
                  <a:pt x="14" y="0"/>
                </a:lnTo>
                <a:lnTo>
                  <a:pt x="7" y="1"/>
                </a:lnTo>
                <a:lnTo>
                  <a:pt x="0" y="3"/>
                </a:lnTo>
                <a:lnTo>
                  <a:pt x="8" y="5"/>
                </a:lnTo>
                <a:lnTo>
                  <a:pt x="16" y="8"/>
                </a:lnTo>
                <a:lnTo>
                  <a:pt x="26" y="13"/>
                </a:lnTo>
                <a:lnTo>
                  <a:pt x="35" y="17"/>
                </a:lnTo>
                <a:lnTo>
                  <a:pt x="47" y="22"/>
                </a:lnTo>
                <a:lnTo>
                  <a:pt x="58" y="28"/>
                </a:lnTo>
                <a:lnTo>
                  <a:pt x="71" y="34"/>
                </a:lnTo>
                <a:lnTo>
                  <a:pt x="83" y="40"/>
                </a:lnTo>
                <a:lnTo>
                  <a:pt x="96" y="48"/>
                </a:lnTo>
                <a:lnTo>
                  <a:pt x="109" y="55"/>
                </a:lnTo>
                <a:lnTo>
                  <a:pt x="121" y="64"/>
                </a:lnTo>
                <a:lnTo>
                  <a:pt x="134" y="72"/>
                </a:lnTo>
                <a:lnTo>
                  <a:pt x="146" y="81"/>
                </a:lnTo>
                <a:lnTo>
                  <a:pt x="158" y="90"/>
                </a:lnTo>
                <a:lnTo>
                  <a:pt x="169" y="98"/>
                </a:lnTo>
                <a:lnTo>
                  <a:pt x="179" y="108"/>
                </a:lnTo>
                <a:close/>
              </a:path>
            </a:pathLst>
          </a:custGeom>
          <a:solidFill>
            <a:srgbClr val="C9E8FF"/>
          </a:solidFill>
          <a:ln w="9525">
            <a:noFill/>
          </a:ln>
        </p:spPr>
        <p:txBody>
          <a:bodyPr/>
          <a:p>
            <a:endParaRPr lang="zh-CN" altLang="en-US"/>
          </a:p>
        </p:txBody>
      </p:sp>
      <p:sp>
        <p:nvSpPr>
          <p:cNvPr id="10531" name="Freeform 295"/>
          <p:cNvSpPr/>
          <p:nvPr/>
        </p:nvSpPr>
        <p:spPr>
          <a:xfrm>
            <a:off x="7208838" y="5384800"/>
            <a:ext cx="14287" cy="39688"/>
          </a:xfrm>
          <a:custGeom>
            <a:avLst/>
            <a:gdLst/>
            <a:ahLst/>
            <a:cxnLst>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74" h="174">
                <a:moveTo>
                  <a:pt x="28" y="12"/>
                </a:moveTo>
                <a:lnTo>
                  <a:pt x="26" y="7"/>
                </a:lnTo>
                <a:lnTo>
                  <a:pt x="23" y="3"/>
                </a:lnTo>
                <a:lnTo>
                  <a:pt x="17" y="1"/>
                </a:lnTo>
                <a:lnTo>
                  <a:pt x="12" y="0"/>
                </a:lnTo>
                <a:lnTo>
                  <a:pt x="7" y="2"/>
                </a:lnTo>
                <a:lnTo>
                  <a:pt x="3" y="5"/>
                </a:lnTo>
                <a:lnTo>
                  <a:pt x="0" y="10"/>
                </a:lnTo>
                <a:lnTo>
                  <a:pt x="0" y="16"/>
                </a:lnTo>
                <a:lnTo>
                  <a:pt x="5" y="39"/>
                </a:lnTo>
                <a:lnTo>
                  <a:pt x="13" y="66"/>
                </a:lnTo>
                <a:lnTo>
                  <a:pt x="24" y="92"/>
                </a:lnTo>
                <a:lnTo>
                  <a:pt x="36" y="118"/>
                </a:lnTo>
                <a:lnTo>
                  <a:pt x="49" y="141"/>
                </a:lnTo>
                <a:lnTo>
                  <a:pt x="61" y="159"/>
                </a:lnTo>
                <a:lnTo>
                  <a:pt x="69" y="171"/>
                </a:lnTo>
                <a:lnTo>
                  <a:pt x="74" y="174"/>
                </a:lnTo>
                <a:lnTo>
                  <a:pt x="72" y="162"/>
                </a:lnTo>
                <a:lnTo>
                  <a:pt x="67" y="147"/>
                </a:lnTo>
                <a:lnTo>
                  <a:pt x="61" y="128"/>
                </a:lnTo>
                <a:lnTo>
                  <a:pt x="53" y="105"/>
                </a:lnTo>
                <a:lnTo>
                  <a:pt x="46" y="82"/>
                </a:lnTo>
                <a:lnTo>
                  <a:pt x="38" y="58"/>
                </a:lnTo>
                <a:lnTo>
                  <a:pt x="32" y="35"/>
                </a:lnTo>
                <a:lnTo>
                  <a:pt x="28" y="12"/>
                </a:lnTo>
                <a:close/>
              </a:path>
            </a:pathLst>
          </a:custGeom>
          <a:solidFill>
            <a:srgbClr val="000000"/>
          </a:solidFill>
          <a:ln w="9525">
            <a:noFill/>
          </a:ln>
        </p:spPr>
        <p:txBody>
          <a:bodyPr/>
          <a:p>
            <a:endParaRPr lang="zh-CN" altLang="en-US"/>
          </a:p>
        </p:txBody>
      </p:sp>
      <p:sp>
        <p:nvSpPr>
          <p:cNvPr id="10532" name="Freeform 296"/>
          <p:cNvSpPr/>
          <p:nvPr/>
        </p:nvSpPr>
        <p:spPr>
          <a:xfrm>
            <a:off x="7202488" y="5364163"/>
            <a:ext cx="7937" cy="19050"/>
          </a:xfrm>
          <a:custGeom>
            <a:avLst/>
            <a:gdLst/>
            <a:ahLst/>
            <a:cxnLst>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39" h="87">
                <a:moveTo>
                  <a:pt x="20" y="9"/>
                </a:moveTo>
                <a:lnTo>
                  <a:pt x="19" y="5"/>
                </a:lnTo>
                <a:lnTo>
                  <a:pt x="16" y="2"/>
                </a:lnTo>
                <a:lnTo>
                  <a:pt x="13" y="0"/>
                </a:lnTo>
                <a:lnTo>
                  <a:pt x="8" y="0"/>
                </a:lnTo>
                <a:lnTo>
                  <a:pt x="5" y="1"/>
                </a:lnTo>
                <a:lnTo>
                  <a:pt x="2" y="3"/>
                </a:lnTo>
                <a:lnTo>
                  <a:pt x="0" y="6"/>
                </a:lnTo>
                <a:lnTo>
                  <a:pt x="0" y="10"/>
                </a:lnTo>
                <a:lnTo>
                  <a:pt x="0" y="22"/>
                </a:lnTo>
                <a:lnTo>
                  <a:pt x="3" y="35"/>
                </a:lnTo>
                <a:lnTo>
                  <a:pt x="7" y="48"/>
                </a:lnTo>
                <a:lnTo>
                  <a:pt x="13" y="60"/>
                </a:lnTo>
                <a:lnTo>
                  <a:pt x="19" y="72"/>
                </a:lnTo>
                <a:lnTo>
                  <a:pt x="25" y="81"/>
                </a:lnTo>
                <a:lnTo>
                  <a:pt x="33" y="86"/>
                </a:lnTo>
                <a:lnTo>
                  <a:pt x="38" y="87"/>
                </a:lnTo>
                <a:lnTo>
                  <a:pt x="39" y="70"/>
                </a:lnTo>
                <a:lnTo>
                  <a:pt x="34" y="50"/>
                </a:lnTo>
                <a:lnTo>
                  <a:pt x="27" y="29"/>
                </a:lnTo>
                <a:lnTo>
                  <a:pt x="20" y="9"/>
                </a:lnTo>
                <a:close/>
              </a:path>
            </a:pathLst>
          </a:custGeom>
          <a:solidFill>
            <a:srgbClr val="000000"/>
          </a:solidFill>
          <a:ln w="9525">
            <a:noFill/>
          </a:ln>
        </p:spPr>
        <p:txBody>
          <a:bodyPr/>
          <a:p>
            <a:endParaRPr lang="zh-CN" altLang="en-US"/>
          </a:p>
        </p:txBody>
      </p:sp>
      <p:sp>
        <p:nvSpPr>
          <p:cNvPr id="10533" name="Freeform 297"/>
          <p:cNvSpPr/>
          <p:nvPr/>
        </p:nvSpPr>
        <p:spPr>
          <a:xfrm>
            <a:off x="7196138" y="5349875"/>
            <a:ext cx="6350" cy="111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34" h="51">
                <a:moveTo>
                  <a:pt x="18" y="7"/>
                </a:moveTo>
                <a:lnTo>
                  <a:pt x="18" y="8"/>
                </a:lnTo>
                <a:lnTo>
                  <a:pt x="17" y="5"/>
                </a:lnTo>
                <a:lnTo>
                  <a:pt x="14" y="1"/>
                </a:lnTo>
                <a:lnTo>
                  <a:pt x="11" y="0"/>
                </a:lnTo>
                <a:lnTo>
                  <a:pt x="7" y="0"/>
                </a:lnTo>
                <a:lnTo>
                  <a:pt x="4" y="1"/>
                </a:lnTo>
                <a:lnTo>
                  <a:pt x="1" y="5"/>
                </a:lnTo>
                <a:lnTo>
                  <a:pt x="0" y="8"/>
                </a:lnTo>
                <a:lnTo>
                  <a:pt x="0" y="11"/>
                </a:lnTo>
                <a:lnTo>
                  <a:pt x="1" y="16"/>
                </a:lnTo>
                <a:lnTo>
                  <a:pt x="4" y="23"/>
                </a:lnTo>
                <a:lnTo>
                  <a:pt x="8" y="30"/>
                </a:lnTo>
                <a:lnTo>
                  <a:pt x="13" y="37"/>
                </a:lnTo>
                <a:lnTo>
                  <a:pt x="18" y="43"/>
                </a:lnTo>
                <a:lnTo>
                  <a:pt x="25" y="47"/>
                </a:lnTo>
                <a:lnTo>
                  <a:pt x="30" y="51"/>
                </a:lnTo>
                <a:lnTo>
                  <a:pt x="34" y="51"/>
                </a:lnTo>
                <a:lnTo>
                  <a:pt x="33" y="40"/>
                </a:lnTo>
                <a:lnTo>
                  <a:pt x="29" y="27"/>
                </a:lnTo>
                <a:lnTo>
                  <a:pt x="23" y="15"/>
                </a:lnTo>
                <a:lnTo>
                  <a:pt x="18" y="7"/>
                </a:lnTo>
                <a:close/>
              </a:path>
            </a:pathLst>
          </a:custGeom>
          <a:solidFill>
            <a:srgbClr val="000000"/>
          </a:solidFill>
          <a:ln w="9525">
            <a:noFill/>
          </a:ln>
        </p:spPr>
        <p:txBody>
          <a:bodyPr/>
          <a:p>
            <a:endParaRPr lang="zh-CN" altLang="en-US"/>
          </a:p>
        </p:txBody>
      </p:sp>
      <p:sp>
        <p:nvSpPr>
          <p:cNvPr id="10534" name="Freeform 298"/>
          <p:cNvSpPr/>
          <p:nvPr/>
        </p:nvSpPr>
        <p:spPr>
          <a:xfrm>
            <a:off x="7189788" y="5340350"/>
            <a:ext cx="9525" cy="635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46" h="33">
                <a:moveTo>
                  <a:pt x="37" y="24"/>
                </a:moveTo>
                <a:lnTo>
                  <a:pt x="41" y="22"/>
                </a:lnTo>
                <a:lnTo>
                  <a:pt x="45" y="19"/>
                </a:lnTo>
                <a:lnTo>
                  <a:pt x="46" y="15"/>
                </a:lnTo>
                <a:lnTo>
                  <a:pt x="46" y="10"/>
                </a:lnTo>
                <a:lnTo>
                  <a:pt x="44" y="5"/>
                </a:lnTo>
                <a:lnTo>
                  <a:pt x="41" y="2"/>
                </a:lnTo>
                <a:lnTo>
                  <a:pt x="37" y="0"/>
                </a:lnTo>
                <a:lnTo>
                  <a:pt x="32" y="0"/>
                </a:lnTo>
                <a:lnTo>
                  <a:pt x="29" y="0"/>
                </a:lnTo>
                <a:lnTo>
                  <a:pt x="25" y="1"/>
                </a:lnTo>
                <a:lnTo>
                  <a:pt x="19" y="3"/>
                </a:lnTo>
                <a:lnTo>
                  <a:pt x="12" y="7"/>
                </a:lnTo>
                <a:lnTo>
                  <a:pt x="5" y="14"/>
                </a:lnTo>
                <a:lnTo>
                  <a:pt x="2" y="20"/>
                </a:lnTo>
                <a:lnTo>
                  <a:pt x="0" y="26"/>
                </a:lnTo>
                <a:lnTo>
                  <a:pt x="0" y="29"/>
                </a:lnTo>
                <a:lnTo>
                  <a:pt x="3" y="31"/>
                </a:lnTo>
                <a:lnTo>
                  <a:pt x="7" y="33"/>
                </a:lnTo>
                <a:lnTo>
                  <a:pt x="12" y="33"/>
                </a:lnTo>
                <a:lnTo>
                  <a:pt x="16" y="33"/>
                </a:lnTo>
                <a:lnTo>
                  <a:pt x="21" y="31"/>
                </a:lnTo>
                <a:lnTo>
                  <a:pt x="26" y="30"/>
                </a:lnTo>
                <a:lnTo>
                  <a:pt x="32" y="28"/>
                </a:lnTo>
                <a:lnTo>
                  <a:pt x="37" y="24"/>
                </a:lnTo>
                <a:close/>
              </a:path>
            </a:pathLst>
          </a:custGeom>
          <a:solidFill>
            <a:srgbClr val="000000"/>
          </a:solidFill>
          <a:ln w="9525">
            <a:noFill/>
          </a:ln>
        </p:spPr>
        <p:txBody>
          <a:bodyPr/>
          <a:p>
            <a:endParaRPr lang="zh-CN" altLang="en-US"/>
          </a:p>
        </p:txBody>
      </p:sp>
      <p:sp>
        <p:nvSpPr>
          <p:cNvPr id="10535" name="Freeform 299"/>
          <p:cNvSpPr/>
          <p:nvPr/>
        </p:nvSpPr>
        <p:spPr>
          <a:xfrm>
            <a:off x="7146925" y="5327650"/>
            <a:ext cx="36513" cy="492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77" h="219">
                <a:moveTo>
                  <a:pt x="65" y="33"/>
                </a:moveTo>
                <a:lnTo>
                  <a:pt x="52" y="43"/>
                </a:lnTo>
                <a:lnTo>
                  <a:pt x="41" y="54"/>
                </a:lnTo>
                <a:lnTo>
                  <a:pt x="29" y="66"/>
                </a:lnTo>
                <a:lnTo>
                  <a:pt x="20" y="79"/>
                </a:lnTo>
                <a:lnTo>
                  <a:pt x="12" y="93"/>
                </a:lnTo>
                <a:lnTo>
                  <a:pt x="6" y="107"/>
                </a:lnTo>
                <a:lnTo>
                  <a:pt x="2" y="121"/>
                </a:lnTo>
                <a:lnTo>
                  <a:pt x="0" y="136"/>
                </a:lnTo>
                <a:lnTo>
                  <a:pt x="2" y="158"/>
                </a:lnTo>
                <a:lnTo>
                  <a:pt x="10" y="177"/>
                </a:lnTo>
                <a:lnTo>
                  <a:pt x="23" y="193"/>
                </a:lnTo>
                <a:lnTo>
                  <a:pt x="38" y="204"/>
                </a:lnTo>
                <a:lnTo>
                  <a:pt x="57" y="213"/>
                </a:lnTo>
                <a:lnTo>
                  <a:pt x="78" y="218"/>
                </a:lnTo>
                <a:lnTo>
                  <a:pt x="98" y="219"/>
                </a:lnTo>
                <a:lnTo>
                  <a:pt x="118" y="216"/>
                </a:lnTo>
                <a:lnTo>
                  <a:pt x="123" y="216"/>
                </a:lnTo>
                <a:lnTo>
                  <a:pt x="127" y="214"/>
                </a:lnTo>
                <a:lnTo>
                  <a:pt x="130" y="210"/>
                </a:lnTo>
                <a:lnTo>
                  <a:pt x="131" y="205"/>
                </a:lnTo>
                <a:lnTo>
                  <a:pt x="130" y="203"/>
                </a:lnTo>
                <a:lnTo>
                  <a:pt x="127" y="203"/>
                </a:lnTo>
                <a:lnTo>
                  <a:pt x="123" y="202"/>
                </a:lnTo>
                <a:lnTo>
                  <a:pt x="117" y="202"/>
                </a:lnTo>
                <a:lnTo>
                  <a:pt x="111" y="202"/>
                </a:lnTo>
                <a:lnTo>
                  <a:pt x="106" y="202"/>
                </a:lnTo>
                <a:lnTo>
                  <a:pt x="100" y="202"/>
                </a:lnTo>
                <a:lnTo>
                  <a:pt x="97" y="202"/>
                </a:lnTo>
                <a:lnTo>
                  <a:pt x="87" y="201"/>
                </a:lnTo>
                <a:lnTo>
                  <a:pt x="77" y="200"/>
                </a:lnTo>
                <a:lnTo>
                  <a:pt x="67" y="199"/>
                </a:lnTo>
                <a:lnTo>
                  <a:pt x="56" y="196"/>
                </a:lnTo>
                <a:lnTo>
                  <a:pt x="46" y="193"/>
                </a:lnTo>
                <a:lnTo>
                  <a:pt x="35" y="185"/>
                </a:lnTo>
                <a:lnTo>
                  <a:pt x="26" y="175"/>
                </a:lnTo>
                <a:lnTo>
                  <a:pt x="15" y="162"/>
                </a:lnTo>
                <a:lnTo>
                  <a:pt x="13" y="146"/>
                </a:lnTo>
                <a:lnTo>
                  <a:pt x="14" y="131"/>
                </a:lnTo>
                <a:lnTo>
                  <a:pt x="19" y="116"/>
                </a:lnTo>
                <a:lnTo>
                  <a:pt x="25" y="102"/>
                </a:lnTo>
                <a:lnTo>
                  <a:pt x="34" y="89"/>
                </a:lnTo>
                <a:lnTo>
                  <a:pt x="45" y="76"/>
                </a:lnTo>
                <a:lnTo>
                  <a:pt x="56" y="65"/>
                </a:lnTo>
                <a:lnTo>
                  <a:pt x="70" y="55"/>
                </a:lnTo>
                <a:lnTo>
                  <a:pt x="84" y="45"/>
                </a:lnTo>
                <a:lnTo>
                  <a:pt x="98" y="37"/>
                </a:lnTo>
                <a:lnTo>
                  <a:pt x="113" y="29"/>
                </a:lnTo>
                <a:lnTo>
                  <a:pt x="127" y="23"/>
                </a:lnTo>
                <a:lnTo>
                  <a:pt x="141" y="17"/>
                </a:lnTo>
                <a:lnTo>
                  <a:pt x="154" y="12"/>
                </a:lnTo>
                <a:lnTo>
                  <a:pt x="167" y="9"/>
                </a:lnTo>
                <a:lnTo>
                  <a:pt x="177" y="7"/>
                </a:lnTo>
                <a:lnTo>
                  <a:pt x="170" y="2"/>
                </a:lnTo>
                <a:lnTo>
                  <a:pt x="158" y="0"/>
                </a:lnTo>
                <a:lnTo>
                  <a:pt x="145" y="2"/>
                </a:lnTo>
                <a:lnTo>
                  <a:pt x="129" y="6"/>
                </a:lnTo>
                <a:lnTo>
                  <a:pt x="111" y="11"/>
                </a:lnTo>
                <a:lnTo>
                  <a:pt x="94" y="17"/>
                </a:lnTo>
                <a:lnTo>
                  <a:pt x="78" y="26"/>
                </a:lnTo>
                <a:lnTo>
                  <a:pt x="65" y="33"/>
                </a:lnTo>
                <a:close/>
              </a:path>
            </a:pathLst>
          </a:custGeom>
          <a:solidFill>
            <a:srgbClr val="000000"/>
          </a:solidFill>
          <a:ln w="9525">
            <a:noFill/>
          </a:ln>
        </p:spPr>
        <p:txBody>
          <a:bodyPr/>
          <a:p>
            <a:endParaRPr lang="zh-CN" altLang="en-US"/>
          </a:p>
        </p:txBody>
      </p:sp>
      <p:sp>
        <p:nvSpPr>
          <p:cNvPr id="10536" name="Freeform 300"/>
          <p:cNvSpPr/>
          <p:nvPr/>
        </p:nvSpPr>
        <p:spPr>
          <a:xfrm>
            <a:off x="7207250" y="5326063"/>
            <a:ext cx="23813" cy="39687"/>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15" h="170">
                <a:moveTo>
                  <a:pt x="97" y="57"/>
                </a:moveTo>
                <a:lnTo>
                  <a:pt x="100" y="75"/>
                </a:lnTo>
                <a:lnTo>
                  <a:pt x="98" y="90"/>
                </a:lnTo>
                <a:lnTo>
                  <a:pt x="91" y="103"/>
                </a:lnTo>
                <a:lnTo>
                  <a:pt x="80" y="114"/>
                </a:lnTo>
                <a:lnTo>
                  <a:pt x="68" y="125"/>
                </a:lnTo>
                <a:lnTo>
                  <a:pt x="54" y="135"/>
                </a:lnTo>
                <a:lnTo>
                  <a:pt x="39" y="145"/>
                </a:lnTo>
                <a:lnTo>
                  <a:pt x="27" y="155"/>
                </a:lnTo>
                <a:lnTo>
                  <a:pt x="25" y="158"/>
                </a:lnTo>
                <a:lnTo>
                  <a:pt x="23" y="160"/>
                </a:lnTo>
                <a:lnTo>
                  <a:pt x="23" y="164"/>
                </a:lnTo>
                <a:lnTo>
                  <a:pt x="26" y="167"/>
                </a:lnTo>
                <a:lnTo>
                  <a:pt x="28" y="169"/>
                </a:lnTo>
                <a:lnTo>
                  <a:pt x="31" y="170"/>
                </a:lnTo>
                <a:lnTo>
                  <a:pt x="34" y="170"/>
                </a:lnTo>
                <a:lnTo>
                  <a:pt x="37" y="169"/>
                </a:lnTo>
                <a:lnTo>
                  <a:pt x="53" y="159"/>
                </a:lnTo>
                <a:lnTo>
                  <a:pt x="69" y="149"/>
                </a:lnTo>
                <a:lnTo>
                  <a:pt x="83" y="137"/>
                </a:lnTo>
                <a:lnTo>
                  <a:pt x="97" y="123"/>
                </a:lnTo>
                <a:lnTo>
                  <a:pt x="106" y="108"/>
                </a:lnTo>
                <a:lnTo>
                  <a:pt x="113" y="91"/>
                </a:lnTo>
                <a:lnTo>
                  <a:pt x="115" y="73"/>
                </a:lnTo>
                <a:lnTo>
                  <a:pt x="111" y="53"/>
                </a:lnTo>
                <a:lnTo>
                  <a:pt x="101" y="39"/>
                </a:lnTo>
                <a:lnTo>
                  <a:pt x="89" y="26"/>
                </a:lnTo>
                <a:lnTo>
                  <a:pt x="72" y="15"/>
                </a:lnTo>
                <a:lnTo>
                  <a:pt x="55" y="8"/>
                </a:lnTo>
                <a:lnTo>
                  <a:pt x="37" y="2"/>
                </a:lnTo>
                <a:lnTo>
                  <a:pt x="21" y="0"/>
                </a:lnTo>
                <a:lnTo>
                  <a:pt x="9" y="1"/>
                </a:lnTo>
                <a:lnTo>
                  <a:pt x="0" y="5"/>
                </a:lnTo>
                <a:lnTo>
                  <a:pt x="15" y="10"/>
                </a:lnTo>
                <a:lnTo>
                  <a:pt x="30" y="13"/>
                </a:lnTo>
                <a:lnTo>
                  <a:pt x="43" y="16"/>
                </a:lnTo>
                <a:lnTo>
                  <a:pt x="57" y="20"/>
                </a:lnTo>
                <a:lnTo>
                  <a:pt x="70" y="26"/>
                </a:lnTo>
                <a:lnTo>
                  <a:pt x="81" y="33"/>
                </a:lnTo>
                <a:lnTo>
                  <a:pt x="91" y="43"/>
                </a:lnTo>
                <a:lnTo>
                  <a:pt x="97" y="57"/>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537" name="Freeform 301"/>
          <p:cNvSpPr/>
          <p:nvPr/>
        </p:nvSpPr>
        <p:spPr>
          <a:xfrm>
            <a:off x="7124700" y="5318125"/>
            <a:ext cx="57150" cy="79375"/>
          </a:xfrm>
          <a:custGeom>
            <a:avLst/>
            <a:gdLst/>
            <a:ahLst/>
            <a:cxnLst>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Lst>
            <a:pathLst>
              <a:path w="289" h="352">
                <a:moveTo>
                  <a:pt x="113" y="47"/>
                </a:moveTo>
                <a:lnTo>
                  <a:pt x="90" y="65"/>
                </a:lnTo>
                <a:lnTo>
                  <a:pt x="68" y="85"/>
                </a:lnTo>
                <a:lnTo>
                  <a:pt x="48" y="106"/>
                </a:lnTo>
                <a:lnTo>
                  <a:pt x="31" y="130"/>
                </a:lnTo>
                <a:lnTo>
                  <a:pt x="16" y="156"/>
                </a:lnTo>
                <a:lnTo>
                  <a:pt x="5" y="182"/>
                </a:lnTo>
                <a:lnTo>
                  <a:pt x="0" y="211"/>
                </a:lnTo>
                <a:lnTo>
                  <a:pt x="1" y="241"/>
                </a:lnTo>
                <a:lnTo>
                  <a:pt x="3" y="249"/>
                </a:lnTo>
                <a:lnTo>
                  <a:pt x="6" y="257"/>
                </a:lnTo>
                <a:lnTo>
                  <a:pt x="10" y="264"/>
                </a:lnTo>
                <a:lnTo>
                  <a:pt x="14" y="271"/>
                </a:lnTo>
                <a:lnTo>
                  <a:pt x="19" y="277"/>
                </a:lnTo>
                <a:lnTo>
                  <a:pt x="24" y="284"/>
                </a:lnTo>
                <a:lnTo>
                  <a:pt x="31" y="289"/>
                </a:lnTo>
                <a:lnTo>
                  <a:pt x="37" y="293"/>
                </a:lnTo>
                <a:lnTo>
                  <a:pt x="51" y="302"/>
                </a:lnTo>
                <a:lnTo>
                  <a:pt x="64" y="309"/>
                </a:lnTo>
                <a:lnTo>
                  <a:pt x="78" y="316"/>
                </a:lnTo>
                <a:lnTo>
                  <a:pt x="93" y="321"/>
                </a:lnTo>
                <a:lnTo>
                  <a:pt x="107" y="327"/>
                </a:lnTo>
                <a:lnTo>
                  <a:pt x="122" y="331"/>
                </a:lnTo>
                <a:lnTo>
                  <a:pt x="137" y="335"/>
                </a:lnTo>
                <a:lnTo>
                  <a:pt x="151" y="338"/>
                </a:lnTo>
                <a:lnTo>
                  <a:pt x="167" y="342"/>
                </a:lnTo>
                <a:lnTo>
                  <a:pt x="183" y="344"/>
                </a:lnTo>
                <a:lnTo>
                  <a:pt x="198" y="346"/>
                </a:lnTo>
                <a:lnTo>
                  <a:pt x="213" y="348"/>
                </a:lnTo>
                <a:lnTo>
                  <a:pt x="229" y="349"/>
                </a:lnTo>
                <a:lnTo>
                  <a:pt x="245" y="350"/>
                </a:lnTo>
                <a:lnTo>
                  <a:pt x="260" y="351"/>
                </a:lnTo>
                <a:lnTo>
                  <a:pt x="275" y="352"/>
                </a:lnTo>
                <a:lnTo>
                  <a:pt x="280" y="352"/>
                </a:lnTo>
                <a:lnTo>
                  <a:pt x="284" y="349"/>
                </a:lnTo>
                <a:lnTo>
                  <a:pt x="287" y="346"/>
                </a:lnTo>
                <a:lnTo>
                  <a:pt x="289" y="340"/>
                </a:lnTo>
                <a:lnTo>
                  <a:pt x="289" y="335"/>
                </a:lnTo>
                <a:lnTo>
                  <a:pt x="287" y="331"/>
                </a:lnTo>
                <a:lnTo>
                  <a:pt x="283" y="328"/>
                </a:lnTo>
                <a:lnTo>
                  <a:pt x="279" y="327"/>
                </a:lnTo>
                <a:lnTo>
                  <a:pt x="264" y="327"/>
                </a:lnTo>
                <a:lnTo>
                  <a:pt x="250" y="327"/>
                </a:lnTo>
                <a:lnTo>
                  <a:pt x="235" y="326"/>
                </a:lnTo>
                <a:lnTo>
                  <a:pt x="222" y="324"/>
                </a:lnTo>
                <a:lnTo>
                  <a:pt x="207" y="323"/>
                </a:lnTo>
                <a:lnTo>
                  <a:pt x="192" y="321"/>
                </a:lnTo>
                <a:lnTo>
                  <a:pt x="179" y="319"/>
                </a:lnTo>
                <a:lnTo>
                  <a:pt x="164" y="317"/>
                </a:lnTo>
                <a:lnTo>
                  <a:pt x="150" y="314"/>
                </a:lnTo>
                <a:lnTo>
                  <a:pt x="136" y="311"/>
                </a:lnTo>
                <a:lnTo>
                  <a:pt x="122" y="306"/>
                </a:lnTo>
                <a:lnTo>
                  <a:pt x="108" y="302"/>
                </a:lnTo>
                <a:lnTo>
                  <a:pt x="95" y="298"/>
                </a:lnTo>
                <a:lnTo>
                  <a:pt x="82" y="291"/>
                </a:lnTo>
                <a:lnTo>
                  <a:pt x="68" y="285"/>
                </a:lnTo>
                <a:lnTo>
                  <a:pt x="56" y="278"/>
                </a:lnTo>
                <a:lnTo>
                  <a:pt x="45" y="271"/>
                </a:lnTo>
                <a:lnTo>
                  <a:pt x="37" y="260"/>
                </a:lnTo>
                <a:lnTo>
                  <a:pt x="32" y="250"/>
                </a:lnTo>
                <a:lnTo>
                  <a:pt x="27" y="237"/>
                </a:lnTo>
                <a:lnTo>
                  <a:pt x="27" y="222"/>
                </a:lnTo>
                <a:lnTo>
                  <a:pt x="30" y="203"/>
                </a:lnTo>
                <a:lnTo>
                  <a:pt x="34" y="183"/>
                </a:lnTo>
                <a:lnTo>
                  <a:pt x="38" y="169"/>
                </a:lnTo>
                <a:lnTo>
                  <a:pt x="45" y="153"/>
                </a:lnTo>
                <a:lnTo>
                  <a:pt x="54" y="140"/>
                </a:lnTo>
                <a:lnTo>
                  <a:pt x="61" y="127"/>
                </a:lnTo>
                <a:lnTo>
                  <a:pt x="71" y="115"/>
                </a:lnTo>
                <a:lnTo>
                  <a:pt x="80" y="103"/>
                </a:lnTo>
                <a:lnTo>
                  <a:pt x="90" y="93"/>
                </a:lnTo>
                <a:lnTo>
                  <a:pt x="102" y="82"/>
                </a:lnTo>
                <a:lnTo>
                  <a:pt x="116" y="70"/>
                </a:lnTo>
                <a:lnTo>
                  <a:pt x="129" y="59"/>
                </a:lnTo>
                <a:lnTo>
                  <a:pt x="145" y="49"/>
                </a:lnTo>
                <a:lnTo>
                  <a:pt x="162" y="38"/>
                </a:lnTo>
                <a:lnTo>
                  <a:pt x="180" y="28"/>
                </a:lnTo>
                <a:lnTo>
                  <a:pt x="197" y="20"/>
                </a:lnTo>
                <a:lnTo>
                  <a:pt x="212" y="12"/>
                </a:lnTo>
                <a:lnTo>
                  <a:pt x="227" y="6"/>
                </a:lnTo>
                <a:lnTo>
                  <a:pt x="240" y="1"/>
                </a:lnTo>
                <a:lnTo>
                  <a:pt x="228" y="0"/>
                </a:lnTo>
                <a:lnTo>
                  <a:pt x="213" y="1"/>
                </a:lnTo>
                <a:lnTo>
                  <a:pt x="198" y="5"/>
                </a:lnTo>
                <a:lnTo>
                  <a:pt x="180" y="10"/>
                </a:lnTo>
                <a:lnTo>
                  <a:pt x="162" y="18"/>
                </a:lnTo>
                <a:lnTo>
                  <a:pt x="144" y="26"/>
                </a:lnTo>
                <a:lnTo>
                  <a:pt x="127" y="36"/>
                </a:lnTo>
                <a:lnTo>
                  <a:pt x="113" y="47"/>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538" name="Freeform 302"/>
          <p:cNvSpPr/>
          <p:nvPr/>
        </p:nvSpPr>
        <p:spPr>
          <a:xfrm>
            <a:off x="7205663" y="5314950"/>
            <a:ext cx="50800" cy="5397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52" h="235">
                <a:moveTo>
                  <a:pt x="210" y="72"/>
                </a:moveTo>
                <a:lnTo>
                  <a:pt x="222" y="85"/>
                </a:lnTo>
                <a:lnTo>
                  <a:pt x="228" y="100"/>
                </a:lnTo>
                <a:lnTo>
                  <a:pt x="232" y="116"/>
                </a:lnTo>
                <a:lnTo>
                  <a:pt x="232" y="133"/>
                </a:lnTo>
                <a:lnTo>
                  <a:pt x="230" y="147"/>
                </a:lnTo>
                <a:lnTo>
                  <a:pt x="226" y="159"/>
                </a:lnTo>
                <a:lnTo>
                  <a:pt x="218" y="171"/>
                </a:lnTo>
                <a:lnTo>
                  <a:pt x="211" y="180"/>
                </a:lnTo>
                <a:lnTo>
                  <a:pt x="202" y="191"/>
                </a:lnTo>
                <a:lnTo>
                  <a:pt x="192" y="200"/>
                </a:lnTo>
                <a:lnTo>
                  <a:pt x="183" y="209"/>
                </a:lnTo>
                <a:lnTo>
                  <a:pt x="173" y="219"/>
                </a:lnTo>
                <a:lnTo>
                  <a:pt x="171" y="222"/>
                </a:lnTo>
                <a:lnTo>
                  <a:pt x="170" y="225"/>
                </a:lnTo>
                <a:lnTo>
                  <a:pt x="171" y="229"/>
                </a:lnTo>
                <a:lnTo>
                  <a:pt x="173" y="232"/>
                </a:lnTo>
                <a:lnTo>
                  <a:pt x="176" y="234"/>
                </a:lnTo>
                <a:lnTo>
                  <a:pt x="180" y="235"/>
                </a:lnTo>
                <a:lnTo>
                  <a:pt x="184" y="234"/>
                </a:lnTo>
                <a:lnTo>
                  <a:pt x="187" y="232"/>
                </a:lnTo>
                <a:lnTo>
                  <a:pt x="208" y="218"/>
                </a:lnTo>
                <a:lnTo>
                  <a:pt x="225" y="200"/>
                </a:lnTo>
                <a:lnTo>
                  <a:pt x="239" y="178"/>
                </a:lnTo>
                <a:lnTo>
                  <a:pt x="249" y="156"/>
                </a:lnTo>
                <a:lnTo>
                  <a:pt x="252" y="131"/>
                </a:lnTo>
                <a:lnTo>
                  <a:pt x="250" y="108"/>
                </a:lnTo>
                <a:lnTo>
                  <a:pt x="242" y="85"/>
                </a:lnTo>
                <a:lnTo>
                  <a:pt x="225" y="65"/>
                </a:lnTo>
                <a:lnTo>
                  <a:pt x="212" y="54"/>
                </a:lnTo>
                <a:lnTo>
                  <a:pt x="197" y="45"/>
                </a:lnTo>
                <a:lnTo>
                  <a:pt x="181" y="36"/>
                </a:lnTo>
                <a:lnTo>
                  <a:pt x="164" y="29"/>
                </a:lnTo>
                <a:lnTo>
                  <a:pt x="146" y="22"/>
                </a:lnTo>
                <a:lnTo>
                  <a:pt x="127" y="17"/>
                </a:lnTo>
                <a:lnTo>
                  <a:pt x="109" y="12"/>
                </a:lnTo>
                <a:lnTo>
                  <a:pt x="90" y="7"/>
                </a:lnTo>
                <a:lnTo>
                  <a:pt x="73" y="4"/>
                </a:lnTo>
                <a:lnTo>
                  <a:pt x="57" y="2"/>
                </a:lnTo>
                <a:lnTo>
                  <a:pt x="42" y="0"/>
                </a:lnTo>
                <a:lnTo>
                  <a:pt x="28" y="0"/>
                </a:lnTo>
                <a:lnTo>
                  <a:pt x="17" y="0"/>
                </a:lnTo>
                <a:lnTo>
                  <a:pt x="8" y="1"/>
                </a:lnTo>
                <a:lnTo>
                  <a:pt x="3" y="3"/>
                </a:lnTo>
                <a:lnTo>
                  <a:pt x="0" y="5"/>
                </a:lnTo>
                <a:lnTo>
                  <a:pt x="10" y="7"/>
                </a:lnTo>
                <a:lnTo>
                  <a:pt x="22" y="8"/>
                </a:lnTo>
                <a:lnTo>
                  <a:pt x="33" y="11"/>
                </a:lnTo>
                <a:lnTo>
                  <a:pt x="46" y="13"/>
                </a:lnTo>
                <a:lnTo>
                  <a:pt x="60" y="15"/>
                </a:lnTo>
                <a:lnTo>
                  <a:pt x="73" y="17"/>
                </a:lnTo>
                <a:lnTo>
                  <a:pt x="87" y="20"/>
                </a:lnTo>
                <a:lnTo>
                  <a:pt x="102" y="23"/>
                </a:lnTo>
                <a:lnTo>
                  <a:pt x="115" y="28"/>
                </a:lnTo>
                <a:lnTo>
                  <a:pt x="130" y="32"/>
                </a:lnTo>
                <a:lnTo>
                  <a:pt x="145" y="37"/>
                </a:lnTo>
                <a:lnTo>
                  <a:pt x="159" y="43"/>
                </a:lnTo>
                <a:lnTo>
                  <a:pt x="172" y="49"/>
                </a:lnTo>
                <a:lnTo>
                  <a:pt x="186" y="55"/>
                </a:lnTo>
                <a:lnTo>
                  <a:pt x="198" y="64"/>
                </a:lnTo>
                <a:lnTo>
                  <a:pt x="210" y="72"/>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539" name="Freeform 303"/>
          <p:cNvSpPr/>
          <p:nvPr/>
        </p:nvSpPr>
        <p:spPr>
          <a:xfrm>
            <a:off x="7105650" y="5343525"/>
            <a:ext cx="20638" cy="50800"/>
          </a:xfrm>
          <a:custGeom>
            <a:avLst/>
            <a:gdLst/>
            <a:ahLst/>
            <a:cxnLst>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pathLst>
              <a:path w="103" h="220">
                <a:moveTo>
                  <a:pt x="0" y="120"/>
                </a:moveTo>
                <a:lnTo>
                  <a:pt x="0" y="138"/>
                </a:lnTo>
                <a:lnTo>
                  <a:pt x="4" y="155"/>
                </a:lnTo>
                <a:lnTo>
                  <a:pt x="12" y="171"/>
                </a:lnTo>
                <a:lnTo>
                  <a:pt x="22" y="185"/>
                </a:lnTo>
                <a:lnTo>
                  <a:pt x="35" y="197"/>
                </a:lnTo>
                <a:lnTo>
                  <a:pt x="50" y="207"/>
                </a:lnTo>
                <a:lnTo>
                  <a:pt x="66" y="215"/>
                </a:lnTo>
                <a:lnTo>
                  <a:pt x="83" y="219"/>
                </a:lnTo>
                <a:lnTo>
                  <a:pt x="89" y="220"/>
                </a:lnTo>
                <a:lnTo>
                  <a:pt x="94" y="218"/>
                </a:lnTo>
                <a:lnTo>
                  <a:pt x="98" y="215"/>
                </a:lnTo>
                <a:lnTo>
                  <a:pt x="100" y="211"/>
                </a:lnTo>
                <a:lnTo>
                  <a:pt x="100" y="205"/>
                </a:lnTo>
                <a:lnTo>
                  <a:pt x="99" y="200"/>
                </a:lnTo>
                <a:lnTo>
                  <a:pt x="96" y="196"/>
                </a:lnTo>
                <a:lnTo>
                  <a:pt x="91" y="193"/>
                </a:lnTo>
                <a:lnTo>
                  <a:pt x="74" y="187"/>
                </a:lnTo>
                <a:lnTo>
                  <a:pt x="58" y="178"/>
                </a:lnTo>
                <a:lnTo>
                  <a:pt x="45" y="167"/>
                </a:lnTo>
                <a:lnTo>
                  <a:pt x="36" y="154"/>
                </a:lnTo>
                <a:lnTo>
                  <a:pt x="30" y="138"/>
                </a:lnTo>
                <a:lnTo>
                  <a:pt x="27" y="121"/>
                </a:lnTo>
                <a:lnTo>
                  <a:pt x="27" y="103"/>
                </a:lnTo>
                <a:lnTo>
                  <a:pt x="32" y="83"/>
                </a:lnTo>
                <a:lnTo>
                  <a:pt x="39" y="69"/>
                </a:lnTo>
                <a:lnTo>
                  <a:pt x="51" y="56"/>
                </a:lnTo>
                <a:lnTo>
                  <a:pt x="63" y="43"/>
                </a:lnTo>
                <a:lnTo>
                  <a:pt x="77" y="31"/>
                </a:lnTo>
                <a:lnTo>
                  <a:pt x="89" y="21"/>
                </a:lnTo>
                <a:lnTo>
                  <a:pt x="98" y="12"/>
                </a:lnTo>
                <a:lnTo>
                  <a:pt x="103" y="5"/>
                </a:lnTo>
                <a:lnTo>
                  <a:pt x="103" y="0"/>
                </a:lnTo>
                <a:lnTo>
                  <a:pt x="92" y="4"/>
                </a:lnTo>
                <a:lnTo>
                  <a:pt x="77" y="12"/>
                </a:lnTo>
                <a:lnTo>
                  <a:pt x="61" y="25"/>
                </a:lnTo>
                <a:lnTo>
                  <a:pt x="44" y="40"/>
                </a:lnTo>
                <a:lnTo>
                  <a:pt x="29" y="57"/>
                </a:lnTo>
                <a:lnTo>
                  <a:pt x="16" y="77"/>
                </a:lnTo>
                <a:lnTo>
                  <a:pt x="6" y="98"/>
                </a:lnTo>
                <a:lnTo>
                  <a:pt x="0" y="120"/>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540" name="Freeform 304"/>
          <p:cNvSpPr/>
          <p:nvPr/>
        </p:nvSpPr>
        <p:spPr>
          <a:xfrm>
            <a:off x="7246938" y="5311775"/>
            <a:ext cx="44450" cy="65088"/>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20" h="288">
                <a:moveTo>
                  <a:pt x="179" y="108"/>
                </a:moveTo>
                <a:lnTo>
                  <a:pt x="186" y="115"/>
                </a:lnTo>
                <a:lnTo>
                  <a:pt x="191" y="124"/>
                </a:lnTo>
                <a:lnTo>
                  <a:pt x="196" y="133"/>
                </a:lnTo>
                <a:lnTo>
                  <a:pt x="200" y="143"/>
                </a:lnTo>
                <a:lnTo>
                  <a:pt x="202" y="153"/>
                </a:lnTo>
                <a:lnTo>
                  <a:pt x="201" y="163"/>
                </a:lnTo>
                <a:lnTo>
                  <a:pt x="199" y="174"/>
                </a:lnTo>
                <a:lnTo>
                  <a:pt x="193" y="184"/>
                </a:lnTo>
                <a:lnTo>
                  <a:pt x="186" y="194"/>
                </a:lnTo>
                <a:lnTo>
                  <a:pt x="178" y="204"/>
                </a:lnTo>
                <a:lnTo>
                  <a:pt x="168" y="213"/>
                </a:lnTo>
                <a:lnTo>
                  <a:pt x="159" y="221"/>
                </a:lnTo>
                <a:lnTo>
                  <a:pt x="148" y="229"/>
                </a:lnTo>
                <a:lnTo>
                  <a:pt x="138" y="237"/>
                </a:lnTo>
                <a:lnTo>
                  <a:pt x="127" y="246"/>
                </a:lnTo>
                <a:lnTo>
                  <a:pt x="118" y="255"/>
                </a:lnTo>
                <a:lnTo>
                  <a:pt x="115" y="258"/>
                </a:lnTo>
                <a:lnTo>
                  <a:pt x="112" y="263"/>
                </a:lnTo>
                <a:lnTo>
                  <a:pt x="110" y="267"/>
                </a:lnTo>
                <a:lnTo>
                  <a:pt x="108" y="271"/>
                </a:lnTo>
                <a:lnTo>
                  <a:pt x="107" y="276"/>
                </a:lnTo>
                <a:lnTo>
                  <a:pt x="107" y="280"/>
                </a:lnTo>
                <a:lnTo>
                  <a:pt x="109" y="284"/>
                </a:lnTo>
                <a:lnTo>
                  <a:pt x="112" y="287"/>
                </a:lnTo>
                <a:lnTo>
                  <a:pt x="117" y="288"/>
                </a:lnTo>
                <a:lnTo>
                  <a:pt x="121" y="288"/>
                </a:lnTo>
                <a:lnTo>
                  <a:pt x="124" y="287"/>
                </a:lnTo>
                <a:lnTo>
                  <a:pt x="127" y="284"/>
                </a:lnTo>
                <a:lnTo>
                  <a:pt x="138" y="271"/>
                </a:lnTo>
                <a:lnTo>
                  <a:pt x="149" y="261"/>
                </a:lnTo>
                <a:lnTo>
                  <a:pt x="161" y="250"/>
                </a:lnTo>
                <a:lnTo>
                  <a:pt x="173" y="239"/>
                </a:lnTo>
                <a:lnTo>
                  <a:pt x="185" y="229"/>
                </a:lnTo>
                <a:lnTo>
                  <a:pt x="196" y="217"/>
                </a:lnTo>
                <a:lnTo>
                  <a:pt x="206" y="204"/>
                </a:lnTo>
                <a:lnTo>
                  <a:pt x="213" y="190"/>
                </a:lnTo>
                <a:lnTo>
                  <a:pt x="219" y="173"/>
                </a:lnTo>
                <a:lnTo>
                  <a:pt x="220" y="157"/>
                </a:lnTo>
                <a:lnTo>
                  <a:pt x="218" y="141"/>
                </a:lnTo>
                <a:lnTo>
                  <a:pt x="212" y="125"/>
                </a:lnTo>
                <a:lnTo>
                  <a:pt x="204" y="111"/>
                </a:lnTo>
                <a:lnTo>
                  <a:pt x="194" y="97"/>
                </a:lnTo>
                <a:lnTo>
                  <a:pt x="182" y="86"/>
                </a:lnTo>
                <a:lnTo>
                  <a:pt x="168" y="77"/>
                </a:lnTo>
                <a:lnTo>
                  <a:pt x="158" y="70"/>
                </a:lnTo>
                <a:lnTo>
                  <a:pt x="146" y="64"/>
                </a:lnTo>
                <a:lnTo>
                  <a:pt x="134" y="56"/>
                </a:lnTo>
                <a:lnTo>
                  <a:pt x="122" y="50"/>
                </a:lnTo>
                <a:lnTo>
                  <a:pt x="109" y="43"/>
                </a:lnTo>
                <a:lnTo>
                  <a:pt x="96" y="36"/>
                </a:lnTo>
                <a:lnTo>
                  <a:pt x="83" y="29"/>
                </a:lnTo>
                <a:lnTo>
                  <a:pt x="70" y="22"/>
                </a:lnTo>
                <a:lnTo>
                  <a:pt x="59" y="17"/>
                </a:lnTo>
                <a:lnTo>
                  <a:pt x="47" y="12"/>
                </a:lnTo>
                <a:lnTo>
                  <a:pt x="36" y="7"/>
                </a:lnTo>
                <a:lnTo>
                  <a:pt x="26" y="4"/>
                </a:lnTo>
                <a:lnTo>
                  <a:pt x="18" y="1"/>
                </a:lnTo>
                <a:lnTo>
                  <a:pt x="10" y="0"/>
                </a:lnTo>
                <a:lnTo>
                  <a:pt x="4" y="0"/>
                </a:lnTo>
                <a:lnTo>
                  <a:pt x="0" y="2"/>
                </a:lnTo>
                <a:lnTo>
                  <a:pt x="9" y="7"/>
                </a:lnTo>
                <a:lnTo>
                  <a:pt x="20" y="13"/>
                </a:lnTo>
                <a:lnTo>
                  <a:pt x="31" y="18"/>
                </a:lnTo>
                <a:lnTo>
                  <a:pt x="42" y="23"/>
                </a:lnTo>
                <a:lnTo>
                  <a:pt x="54" y="29"/>
                </a:lnTo>
                <a:lnTo>
                  <a:pt x="65" y="34"/>
                </a:lnTo>
                <a:lnTo>
                  <a:pt x="77" y="40"/>
                </a:lnTo>
                <a:lnTo>
                  <a:pt x="88" y="47"/>
                </a:lnTo>
                <a:lnTo>
                  <a:pt x="101" y="53"/>
                </a:lnTo>
                <a:lnTo>
                  <a:pt x="112" y="60"/>
                </a:lnTo>
                <a:lnTo>
                  <a:pt x="124" y="66"/>
                </a:lnTo>
                <a:lnTo>
                  <a:pt x="136" y="74"/>
                </a:lnTo>
                <a:lnTo>
                  <a:pt x="147" y="82"/>
                </a:lnTo>
                <a:lnTo>
                  <a:pt x="158" y="90"/>
                </a:lnTo>
                <a:lnTo>
                  <a:pt x="168" y="98"/>
                </a:lnTo>
                <a:lnTo>
                  <a:pt x="179" y="108"/>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541" name="Freeform 305"/>
          <p:cNvSpPr/>
          <p:nvPr/>
        </p:nvSpPr>
        <p:spPr>
          <a:xfrm>
            <a:off x="7204075" y="5411788"/>
            <a:ext cx="169863" cy="112712"/>
          </a:xfrm>
          <a:custGeom>
            <a:avLst/>
            <a:gdLst/>
            <a:ahLst/>
            <a:cxnLst>
              <a:cxn ang="0">
                <a:pos x="2147483646" y="0"/>
              </a:cxn>
              <a:cxn ang="0">
                <a:pos x="2147483646" y="2147483646"/>
              </a:cxn>
              <a:cxn ang="0">
                <a:pos x="2147483646" y="2147483646"/>
              </a:cxn>
              <a:cxn ang="0">
                <a:pos x="0" y="2147483646"/>
              </a:cxn>
              <a:cxn ang="0">
                <a:pos x="2147483646" y="0"/>
              </a:cxn>
            </a:cxnLst>
            <a:pathLst>
              <a:path w="1070" h="844">
                <a:moveTo>
                  <a:pt x="141" y="0"/>
                </a:moveTo>
                <a:lnTo>
                  <a:pt x="1070" y="194"/>
                </a:lnTo>
                <a:lnTo>
                  <a:pt x="919" y="844"/>
                </a:lnTo>
                <a:lnTo>
                  <a:pt x="0" y="624"/>
                </a:lnTo>
                <a:lnTo>
                  <a:pt x="141" y="0"/>
                </a:lnTo>
                <a:close/>
              </a:path>
            </a:pathLst>
          </a:custGeom>
          <a:solidFill>
            <a:schemeClr val="folHlink"/>
          </a:solidFill>
          <a:ln w="9525">
            <a:noFill/>
          </a:ln>
        </p:spPr>
        <p:txBody>
          <a:bodyPr/>
          <a:p>
            <a:endParaRPr lang="zh-CN" altLang="en-US"/>
          </a:p>
        </p:txBody>
      </p:sp>
      <p:sp>
        <p:nvSpPr>
          <p:cNvPr id="10542" name="Freeform 306"/>
          <p:cNvSpPr/>
          <p:nvPr/>
        </p:nvSpPr>
        <p:spPr>
          <a:xfrm>
            <a:off x="7218363" y="5414963"/>
            <a:ext cx="130175" cy="44450"/>
          </a:xfrm>
          <a:custGeom>
            <a:avLst/>
            <a:gdLst/>
            <a:ahLst/>
            <a:cxnLst>
              <a:cxn ang="0">
                <a:pos x="2147483646" y="0"/>
              </a:cxn>
              <a:cxn ang="0">
                <a:pos x="2147483646" y="2147483646"/>
              </a:cxn>
              <a:cxn ang="0">
                <a:pos x="2147483646" y="2147483646"/>
              </a:cxn>
              <a:cxn ang="0">
                <a:pos x="0" y="2147483646"/>
              </a:cxn>
              <a:cxn ang="0">
                <a:pos x="2147483646" y="0"/>
              </a:cxn>
            </a:cxnLst>
            <a:pathLst>
              <a:path w="819" h="333">
                <a:moveTo>
                  <a:pt x="97" y="0"/>
                </a:moveTo>
                <a:lnTo>
                  <a:pt x="819" y="139"/>
                </a:lnTo>
                <a:lnTo>
                  <a:pt x="172" y="98"/>
                </a:lnTo>
                <a:lnTo>
                  <a:pt x="0" y="333"/>
                </a:lnTo>
                <a:lnTo>
                  <a:pt x="97" y="0"/>
                </a:lnTo>
                <a:close/>
              </a:path>
            </a:pathLst>
          </a:custGeom>
          <a:solidFill>
            <a:srgbClr val="FFFFFF"/>
          </a:solidFill>
          <a:ln w="9525">
            <a:noFill/>
          </a:ln>
        </p:spPr>
        <p:txBody>
          <a:bodyPr/>
          <a:p>
            <a:endParaRPr lang="zh-CN" altLang="en-US"/>
          </a:p>
        </p:txBody>
      </p:sp>
      <p:sp>
        <p:nvSpPr>
          <p:cNvPr id="10543" name="Freeform 307"/>
          <p:cNvSpPr/>
          <p:nvPr/>
        </p:nvSpPr>
        <p:spPr>
          <a:xfrm>
            <a:off x="7186613" y="5546725"/>
            <a:ext cx="171450" cy="41275"/>
          </a:xfrm>
          <a:custGeom>
            <a:avLst/>
            <a:gdLst/>
            <a:ahLst/>
            <a:cxnLst>
              <a:cxn ang="0">
                <a:pos x="2147483646" y="0"/>
              </a:cxn>
              <a:cxn ang="0">
                <a:pos x="2147483646" y="2147483646"/>
              </a:cxn>
              <a:cxn ang="0">
                <a:pos x="2147483646" y="2147483646"/>
              </a:cxn>
              <a:cxn ang="0">
                <a:pos x="0" y="2147483646"/>
              </a:cxn>
              <a:cxn ang="0">
                <a:pos x="2147483646" y="0"/>
              </a:cxn>
            </a:cxnLst>
            <a:pathLst>
              <a:path w="1083" h="306">
                <a:moveTo>
                  <a:pt x="34" y="0"/>
                </a:moveTo>
                <a:lnTo>
                  <a:pt x="1083" y="261"/>
                </a:lnTo>
                <a:lnTo>
                  <a:pt x="1055" y="306"/>
                </a:lnTo>
                <a:lnTo>
                  <a:pt x="0" y="28"/>
                </a:lnTo>
                <a:lnTo>
                  <a:pt x="34" y="0"/>
                </a:lnTo>
                <a:close/>
              </a:path>
            </a:pathLst>
          </a:custGeom>
          <a:solidFill>
            <a:srgbClr val="7F7F7F"/>
          </a:solidFill>
          <a:ln w="9525">
            <a:noFill/>
          </a:ln>
        </p:spPr>
        <p:txBody>
          <a:bodyPr/>
          <a:p>
            <a:endParaRPr lang="zh-CN" altLang="en-US"/>
          </a:p>
        </p:txBody>
      </p:sp>
      <p:sp>
        <p:nvSpPr>
          <p:cNvPr id="10544" name="Freeform 308"/>
          <p:cNvSpPr/>
          <p:nvPr/>
        </p:nvSpPr>
        <p:spPr>
          <a:xfrm>
            <a:off x="7170738" y="5559425"/>
            <a:ext cx="173037" cy="41275"/>
          </a:xfrm>
          <a:custGeom>
            <a:avLst/>
            <a:gdLst/>
            <a:ahLst/>
            <a:cxnLst>
              <a:cxn ang="0">
                <a:pos x="2147483646" y="0"/>
              </a:cxn>
              <a:cxn ang="0">
                <a:pos x="2147483646" y="2147483646"/>
              </a:cxn>
              <a:cxn ang="0">
                <a:pos x="2147483646" y="2147483646"/>
              </a:cxn>
              <a:cxn ang="0">
                <a:pos x="0" y="2147483646"/>
              </a:cxn>
              <a:cxn ang="0">
                <a:pos x="2147483646" y="0"/>
              </a:cxn>
            </a:cxnLst>
            <a:pathLst>
              <a:path w="1088" h="311">
                <a:moveTo>
                  <a:pt x="39" y="0"/>
                </a:moveTo>
                <a:lnTo>
                  <a:pt x="1088" y="260"/>
                </a:lnTo>
                <a:lnTo>
                  <a:pt x="1055" y="311"/>
                </a:lnTo>
                <a:lnTo>
                  <a:pt x="0" y="34"/>
                </a:lnTo>
                <a:lnTo>
                  <a:pt x="39" y="0"/>
                </a:lnTo>
                <a:close/>
              </a:path>
            </a:pathLst>
          </a:custGeom>
          <a:solidFill>
            <a:srgbClr val="7F7F7F"/>
          </a:solidFill>
          <a:ln w="9525">
            <a:noFill/>
          </a:ln>
        </p:spPr>
        <p:txBody>
          <a:bodyPr/>
          <a:p>
            <a:endParaRPr lang="zh-CN" altLang="en-US"/>
          </a:p>
        </p:txBody>
      </p:sp>
      <p:sp>
        <p:nvSpPr>
          <p:cNvPr id="10545" name="Freeform 309"/>
          <p:cNvSpPr/>
          <p:nvPr/>
        </p:nvSpPr>
        <p:spPr>
          <a:xfrm>
            <a:off x="7197725" y="5597525"/>
            <a:ext cx="25400" cy="9525"/>
          </a:xfrm>
          <a:custGeom>
            <a:avLst/>
            <a:gdLst/>
            <a:ahLst/>
            <a:cxnLst>
              <a:cxn ang="0">
                <a:pos x="2147483646" y="2147483646"/>
              </a:cxn>
              <a:cxn ang="0">
                <a:pos x="2147483646" y="2147483646"/>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Lst>
            <a:pathLst>
              <a:path w="164" h="72">
                <a:moveTo>
                  <a:pt x="16" y="1"/>
                </a:moveTo>
                <a:lnTo>
                  <a:pt x="21" y="1"/>
                </a:lnTo>
                <a:lnTo>
                  <a:pt x="35" y="0"/>
                </a:lnTo>
                <a:lnTo>
                  <a:pt x="54" y="0"/>
                </a:lnTo>
                <a:lnTo>
                  <a:pt x="78" y="2"/>
                </a:lnTo>
                <a:lnTo>
                  <a:pt x="104" y="7"/>
                </a:lnTo>
                <a:lnTo>
                  <a:pt x="128" y="17"/>
                </a:lnTo>
                <a:lnTo>
                  <a:pt x="149" y="31"/>
                </a:lnTo>
                <a:lnTo>
                  <a:pt x="164" y="51"/>
                </a:lnTo>
                <a:lnTo>
                  <a:pt x="164" y="52"/>
                </a:lnTo>
                <a:lnTo>
                  <a:pt x="164" y="57"/>
                </a:lnTo>
                <a:lnTo>
                  <a:pt x="163" y="62"/>
                </a:lnTo>
                <a:lnTo>
                  <a:pt x="161" y="67"/>
                </a:lnTo>
                <a:lnTo>
                  <a:pt x="156" y="71"/>
                </a:lnTo>
                <a:lnTo>
                  <a:pt x="149" y="72"/>
                </a:lnTo>
                <a:lnTo>
                  <a:pt x="138" y="71"/>
                </a:lnTo>
                <a:lnTo>
                  <a:pt x="124" y="65"/>
                </a:lnTo>
                <a:lnTo>
                  <a:pt x="124" y="63"/>
                </a:lnTo>
                <a:lnTo>
                  <a:pt x="123" y="59"/>
                </a:lnTo>
                <a:lnTo>
                  <a:pt x="120" y="52"/>
                </a:lnTo>
                <a:lnTo>
                  <a:pt x="113" y="45"/>
                </a:lnTo>
                <a:lnTo>
                  <a:pt x="100" y="38"/>
                </a:lnTo>
                <a:lnTo>
                  <a:pt x="81" y="32"/>
                </a:lnTo>
                <a:lnTo>
                  <a:pt x="55" y="29"/>
                </a:lnTo>
                <a:lnTo>
                  <a:pt x="20" y="29"/>
                </a:lnTo>
                <a:lnTo>
                  <a:pt x="18" y="29"/>
                </a:lnTo>
                <a:lnTo>
                  <a:pt x="14" y="27"/>
                </a:lnTo>
                <a:lnTo>
                  <a:pt x="9" y="25"/>
                </a:lnTo>
                <a:lnTo>
                  <a:pt x="4" y="22"/>
                </a:lnTo>
                <a:lnTo>
                  <a:pt x="0" y="18"/>
                </a:lnTo>
                <a:lnTo>
                  <a:pt x="0" y="14"/>
                </a:lnTo>
                <a:lnTo>
                  <a:pt x="5" y="7"/>
                </a:lnTo>
                <a:lnTo>
                  <a:pt x="16" y="1"/>
                </a:lnTo>
                <a:close/>
              </a:path>
            </a:pathLst>
          </a:custGeom>
          <a:solidFill>
            <a:srgbClr val="BFBFBF"/>
          </a:solidFill>
          <a:ln w="9525">
            <a:noFill/>
          </a:ln>
        </p:spPr>
        <p:txBody>
          <a:bodyPr/>
          <a:p>
            <a:endParaRPr lang="zh-CN" altLang="en-US"/>
          </a:p>
        </p:txBody>
      </p:sp>
      <p:sp>
        <p:nvSpPr>
          <p:cNvPr id="10546" name="Freeform 310"/>
          <p:cNvSpPr/>
          <p:nvPr/>
        </p:nvSpPr>
        <p:spPr>
          <a:xfrm>
            <a:off x="7202488" y="5529263"/>
            <a:ext cx="23812" cy="14287"/>
          </a:xfrm>
          <a:custGeom>
            <a:avLst/>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pathLst>
              <a:path w="146" h="109">
                <a:moveTo>
                  <a:pt x="45" y="0"/>
                </a:moveTo>
                <a:lnTo>
                  <a:pt x="42" y="0"/>
                </a:lnTo>
                <a:lnTo>
                  <a:pt x="35" y="3"/>
                </a:lnTo>
                <a:lnTo>
                  <a:pt x="26" y="7"/>
                </a:lnTo>
                <a:lnTo>
                  <a:pt x="15" y="14"/>
                </a:lnTo>
                <a:lnTo>
                  <a:pt x="6" y="24"/>
                </a:lnTo>
                <a:lnTo>
                  <a:pt x="1" y="39"/>
                </a:lnTo>
                <a:lnTo>
                  <a:pt x="0" y="59"/>
                </a:lnTo>
                <a:lnTo>
                  <a:pt x="6" y="85"/>
                </a:lnTo>
                <a:lnTo>
                  <a:pt x="85" y="109"/>
                </a:lnTo>
                <a:lnTo>
                  <a:pt x="84" y="104"/>
                </a:lnTo>
                <a:lnTo>
                  <a:pt x="84" y="93"/>
                </a:lnTo>
                <a:lnTo>
                  <a:pt x="84" y="76"/>
                </a:lnTo>
                <a:lnTo>
                  <a:pt x="87" y="58"/>
                </a:lnTo>
                <a:lnTo>
                  <a:pt x="93" y="40"/>
                </a:lnTo>
                <a:lnTo>
                  <a:pt x="104" y="27"/>
                </a:lnTo>
                <a:lnTo>
                  <a:pt x="121" y="20"/>
                </a:lnTo>
                <a:lnTo>
                  <a:pt x="146" y="23"/>
                </a:lnTo>
                <a:lnTo>
                  <a:pt x="45" y="0"/>
                </a:lnTo>
                <a:close/>
              </a:path>
            </a:pathLst>
          </a:custGeom>
          <a:solidFill>
            <a:srgbClr val="F2E5BF"/>
          </a:solidFill>
          <a:ln w="9525">
            <a:noFill/>
          </a:ln>
        </p:spPr>
        <p:txBody>
          <a:bodyPr/>
          <a:p>
            <a:endParaRPr lang="zh-CN" altLang="en-US"/>
          </a:p>
        </p:txBody>
      </p:sp>
      <p:sp>
        <p:nvSpPr>
          <p:cNvPr id="10547" name="Freeform 311"/>
          <p:cNvSpPr/>
          <p:nvPr/>
        </p:nvSpPr>
        <p:spPr>
          <a:xfrm>
            <a:off x="7334250" y="5554663"/>
            <a:ext cx="23813" cy="14287"/>
          </a:xfrm>
          <a:custGeom>
            <a:avLst/>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pathLst>
              <a:path w="146" h="107">
                <a:moveTo>
                  <a:pt x="45" y="0"/>
                </a:moveTo>
                <a:lnTo>
                  <a:pt x="42" y="0"/>
                </a:lnTo>
                <a:lnTo>
                  <a:pt x="35" y="2"/>
                </a:lnTo>
                <a:lnTo>
                  <a:pt x="25" y="6"/>
                </a:lnTo>
                <a:lnTo>
                  <a:pt x="15" y="12"/>
                </a:lnTo>
                <a:lnTo>
                  <a:pt x="6" y="23"/>
                </a:lnTo>
                <a:lnTo>
                  <a:pt x="0" y="38"/>
                </a:lnTo>
                <a:lnTo>
                  <a:pt x="0" y="58"/>
                </a:lnTo>
                <a:lnTo>
                  <a:pt x="6" y="85"/>
                </a:lnTo>
                <a:lnTo>
                  <a:pt x="84" y="107"/>
                </a:lnTo>
                <a:lnTo>
                  <a:pt x="83" y="103"/>
                </a:lnTo>
                <a:lnTo>
                  <a:pt x="83" y="91"/>
                </a:lnTo>
                <a:lnTo>
                  <a:pt x="83" y="75"/>
                </a:lnTo>
                <a:lnTo>
                  <a:pt x="86" y="56"/>
                </a:lnTo>
                <a:lnTo>
                  <a:pt x="92" y="40"/>
                </a:lnTo>
                <a:lnTo>
                  <a:pt x="103" y="27"/>
                </a:lnTo>
                <a:lnTo>
                  <a:pt x="121" y="19"/>
                </a:lnTo>
                <a:lnTo>
                  <a:pt x="146" y="23"/>
                </a:lnTo>
                <a:lnTo>
                  <a:pt x="45" y="0"/>
                </a:lnTo>
                <a:close/>
              </a:path>
            </a:pathLst>
          </a:custGeom>
          <a:solidFill>
            <a:srgbClr val="F2E5BF"/>
          </a:solidFill>
          <a:ln w="9525">
            <a:noFill/>
          </a:ln>
        </p:spPr>
        <p:txBody>
          <a:bodyPr/>
          <a:p>
            <a:endParaRPr lang="zh-CN" altLang="en-US"/>
          </a:p>
        </p:txBody>
      </p:sp>
      <p:sp>
        <p:nvSpPr>
          <p:cNvPr id="10548" name="Freeform 312"/>
          <p:cNvSpPr/>
          <p:nvPr/>
        </p:nvSpPr>
        <p:spPr>
          <a:xfrm>
            <a:off x="7227888" y="5532438"/>
            <a:ext cx="100012" cy="25400"/>
          </a:xfrm>
          <a:custGeom>
            <a:avLst/>
            <a:gdLst/>
            <a:ahLst/>
            <a:cxnLst>
              <a:cxn ang="0">
                <a:pos x="0" y="2147483646"/>
              </a:cxn>
              <a:cxn ang="0">
                <a:pos x="2147483646" y="2147483646"/>
              </a:cxn>
              <a:cxn ang="0">
                <a:pos x="2147483646" y="2147483646"/>
              </a:cxn>
              <a:cxn ang="0">
                <a:pos x="2147483646" y="0"/>
              </a:cxn>
              <a:cxn ang="0">
                <a:pos x="0" y="2147483646"/>
              </a:cxn>
            </a:cxnLst>
            <a:pathLst>
              <a:path w="629" h="182">
                <a:moveTo>
                  <a:pt x="0" y="40"/>
                </a:moveTo>
                <a:lnTo>
                  <a:pt x="601" y="182"/>
                </a:lnTo>
                <a:lnTo>
                  <a:pt x="629" y="142"/>
                </a:lnTo>
                <a:lnTo>
                  <a:pt x="29" y="0"/>
                </a:lnTo>
                <a:lnTo>
                  <a:pt x="0" y="40"/>
                </a:lnTo>
                <a:close/>
              </a:path>
            </a:pathLst>
          </a:custGeom>
          <a:solidFill>
            <a:schemeClr val="folHlink"/>
          </a:solidFill>
          <a:ln w="9525">
            <a:noFill/>
          </a:ln>
        </p:spPr>
        <p:txBody>
          <a:bodyPr/>
          <a:p>
            <a:endParaRPr lang="zh-CN" altLang="en-US"/>
          </a:p>
        </p:txBody>
      </p:sp>
      <p:sp>
        <p:nvSpPr>
          <p:cNvPr id="10549" name="Freeform 313"/>
          <p:cNvSpPr/>
          <p:nvPr/>
        </p:nvSpPr>
        <p:spPr>
          <a:xfrm>
            <a:off x="7227888" y="5543550"/>
            <a:ext cx="95250" cy="22225"/>
          </a:xfrm>
          <a:custGeom>
            <a:avLst/>
            <a:gdLst/>
            <a:ahLst/>
            <a:cxnLst>
              <a:cxn ang="0">
                <a:pos x="0" y="2147483646"/>
              </a:cxn>
              <a:cxn ang="0">
                <a:pos x="2147483646" y="2147483646"/>
              </a:cxn>
              <a:cxn ang="0">
                <a:pos x="2147483646" y="2147483646"/>
              </a:cxn>
              <a:cxn ang="0">
                <a:pos x="2147483646" y="0"/>
              </a:cxn>
              <a:cxn ang="0">
                <a:pos x="0" y="2147483646"/>
              </a:cxn>
            </a:cxnLst>
            <a:pathLst>
              <a:path w="606" h="170">
                <a:moveTo>
                  <a:pt x="0" y="28"/>
                </a:moveTo>
                <a:lnTo>
                  <a:pt x="600" y="170"/>
                </a:lnTo>
                <a:lnTo>
                  <a:pt x="606" y="142"/>
                </a:lnTo>
                <a:lnTo>
                  <a:pt x="5" y="0"/>
                </a:lnTo>
                <a:lnTo>
                  <a:pt x="0" y="28"/>
                </a:lnTo>
                <a:close/>
              </a:path>
            </a:pathLst>
          </a:custGeom>
          <a:solidFill>
            <a:srgbClr val="F2E5BF"/>
          </a:solidFill>
          <a:ln w="9525">
            <a:noFill/>
          </a:ln>
        </p:spPr>
        <p:txBody>
          <a:bodyPr/>
          <a:p>
            <a:endParaRPr lang="zh-CN" altLang="en-US"/>
          </a:p>
        </p:txBody>
      </p:sp>
      <p:sp>
        <p:nvSpPr>
          <p:cNvPr id="10550" name="Freeform 314"/>
          <p:cNvSpPr/>
          <p:nvPr/>
        </p:nvSpPr>
        <p:spPr>
          <a:xfrm>
            <a:off x="7227888" y="5527675"/>
            <a:ext cx="95250" cy="22225"/>
          </a:xfrm>
          <a:custGeom>
            <a:avLst/>
            <a:gdLst/>
            <a:ahLst/>
            <a:cxnLst>
              <a:cxn ang="0">
                <a:pos x="0" y="2147483646"/>
              </a:cxn>
              <a:cxn ang="0">
                <a:pos x="2147483646" y="2147483646"/>
              </a:cxn>
              <a:cxn ang="0">
                <a:pos x="2147483646" y="2147483646"/>
              </a:cxn>
              <a:cxn ang="0">
                <a:pos x="2147483646" y="0"/>
              </a:cxn>
              <a:cxn ang="0">
                <a:pos x="0" y="2147483646"/>
              </a:cxn>
            </a:cxnLst>
            <a:pathLst>
              <a:path w="606" h="170">
                <a:moveTo>
                  <a:pt x="0" y="28"/>
                </a:moveTo>
                <a:lnTo>
                  <a:pt x="600" y="170"/>
                </a:lnTo>
                <a:lnTo>
                  <a:pt x="606" y="142"/>
                </a:lnTo>
                <a:lnTo>
                  <a:pt x="5" y="0"/>
                </a:lnTo>
                <a:lnTo>
                  <a:pt x="0" y="28"/>
                </a:lnTo>
                <a:close/>
              </a:path>
            </a:pathLst>
          </a:custGeom>
          <a:solidFill>
            <a:srgbClr val="F2E5BF"/>
          </a:solidFill>
          <a:ln w="9525">
            <a:noFill/>
          </a:ln>
        </p:spPr>
        <p:txBody>
          <a:bodyPr/>
          <a:p>
            <a:endParaRPr lang="zh-CN" altLang="en-US"/>
          </a:p>
        </p:txBody>
      </p:sp>
      <p:sp>
        <p:nvSpPr>
          <p:cNvPr id="10551" name="AutoShape 315"/>
          <p:cNvSpPr>
            <a:spLocks noChangeAspect="1" noTextEdit="1"/>
          </p:cNvSpPr>
          <p:nvPr/>
        </p:nvSpPr>
        <p:spPr>
          <a:xfrm>
            <a:off x="6686550" y="5411788"/>
            <a:ext cx="233363" cy="252412"/>
          </a:xfrm>
          <a:prstGeom prst="rect">
            <a:avLst/>
          </a:prstGeom>
          <a:noFill/>
          <a:ln w="9525">
            <a:noFill/>
          </a:ln>
        </p:spPr>
        <p:txBody>
          <a:bodyPr anchor="t" anchorCtr="0"/>
          <a:p>
            <a:pPr eaLnBrk="0" hangingPunct="0"/>
            <a:endParaRPr lang="zh-CN" altLang="en-US">
              <a:latin typeface="Comic Sans MS" panose="030F0702030302020204" pitchFamily="66" charset="0"/>
            </a:endParaRPr>
          </a:p>
        </p:txBody>
      </p:sp>
      <p:sp>
        <p:nvSpPr>
          <p:cNvPr id="10552" name="Freeform 316"/>
          <p:cNvSpPr/>
          <p:nvPr/>
        </p:nvSpPr>
        <p:spPr>
          <a:xfrm>
            <a:off x="6688138" y="5411788"/>
            <a:ext cx="231775" cy="252412"/>
          </a:xfrm>
          <a:custGeom>
            <a:avLst/>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894" h="1904">
                <a:moveTo>
                  <a:pt x="651" y="0"/>
                </a:moveTo>
                <a:lnTo>
                  <a:pt x="653" y="0"/>
                </a:lnTo>
                <a:lnTo>
                  <a:pt x="659" y="0"/>
                </a:lnTo>
                <a:lnTo>
                  <a:pt x="668" y="0"/>
                </a:lnTo>
                <a:lnTo>
                  <a:pt x="682" y="0"/>
                </a:lnTo>
                <a:lnTo>
                  <a:pt x="699" y="1"/>
                </a:lnTo>
                <a:lnTo>
                  <a:pt x="720" y="1"/>
                </a:lnTo>
                <a:lnTo>
                  <a:pt x="742" y="3"/>
                </a:lnTo>
                <a:lnTo>
                  <a:pt x="769" y="4"/>
                </a:lnTo>
                <a:lnTo>
                  <a:pt x="799" y="6"/>
                </a:lnTo>
                <a:lnTo>
                  <a:pt x="831" y="8"/>
                </a:lnTo>
                <a:lnTo>
                  <a:pt x="865" y="10"/>
                </a:lnTo>
                <a:lnTo>
                  <a:pt x="902" y="13"/>
                </a:lnTo>
                <a:lnTo>
                  <a:pt x="941" y="17"/>
                </a:lnTo>
                <a:lnTo>
                  <a:pt x="982" y="21"/>
                </a:lnTo>
                <a:lnTo>
                  <a:pt x="1025" y="26"/>
                </a:lnTo>
                <a:lnTo>
                  <a:pt x="1070" y="32"/>
                </a:lnTo>
                <a:lnTo>
                  <a:pt x="1116" y="38"/>
                </a:lnTo>
                <a:lnTo>
                  <a:pt x="1164" y="46"/>
                </a:lnTo>
                <a:lnTo>
                  <a:pt x="1213" y="55"/>
                </a:lnTo>
                <a:lnTo>
                  <a:pt x="1263" y="63"/>
                </a:lnTo>
                <a:lnTo>
                  <a:pt x="1315" y="73"/>
                </a:lnTo>
                <a:lnTo>
                  <a:pt x="1366" y="85"/>
                </a:lnTo>
                <a:lnTo>
                  <a:pt x="1418" y="97"/>
                </a:lnTo>
                <a:lnTo>
                  <a:pt x="1472" y="111"/>
                </a:lnTo>
                <a:lnTo>
                  <a:pt x="1525" y="125"/>
                </a:lnTo>
                <a:lnTo>
                  <a:pt x="1579" y="141"/>
                </a:lnTo>
                <a:lnTo>
                  <a:pt x="1632" y="159"/>
                </a:lnTo>
                <a:lnTo>
                  <a:pt x="1685" y="177"/>
                </a:lnTo>
                <a:lnTo>
                  <a:pt x="1739" y="197"/>
                </a:lnTo>
                <a:lnTo>
                  <a:pt x="1791" y="218"/>
                </a:lnTo>
                <a:lnTo>
                  <a:pt x="1843" y="241"/>
                </a:lnTo>
                <a:lnTo>
                  <a:pt x="1894" y="266"/>
                </a:lnTo>
                <a:lnTo>
                  <a:pt x="1729" y="1139"/>
                </a:lnTo>
                <a:lnTo>
                  <a:pt x="1733" y="1140"/>
                </a:lnTo>
                <a:lnTo>
                  <a:pt x="1742" y="1146"/>
                </a:lnTo>
                <a:lnTo>
                  <a:pt x="1755" y="1156"/>
                </a:lnTo>
                <a:lnTo>
                  <a:pt x="1768" y="1173"/>
                </a:lnTo>
                <a:lnTo>
                  <a:pt x="1778" y="1199"/>
                </a:lnTo>
                <a:lnTo>
                  <a:pt x="1781" y="1234"/>
                </a:lnTo>
                <a:lnTo>
                  <a:pt x="1777" y="1281"/>
                </a:lnTo>
                <a:lnTo>
                  <a:pt x="1760" y="1341"/>
                </a:lnTo>
                <a:lnTo>
                  <a:pt x="1472" y="1765"/>
                </a:lnTo>
                <a:lnTo>
                  <a:pt x="1432" y="1765"/>
                </a:lnTo>
                <a:lnTo>
                  <a:pt x="1324" y="1904"/>
                </a:lnTo>
                <a:lnTo>
                  <a:pt x="1322" y="1904"/>
                </a:lnTo>
                <a:lnTo>
                  <a:pt x="1315" y="1903"/>
                </a:lnTo>
                <a:lnTo>
                  <a:pt x="1304" y="1902"/>
                </a:lnTo>
                <a:lnTo>
                  <a:pt x="1290" y="1900"/>
                </a:lnTo>
                <a:lnTo>
                  <a:pt x="1270" y="1897"/>
                </a:lnTo>
                <a:lnTo>
                  <a:pt x="1249" y="1894"/>
                </a:lnTo>
                <a:lnTo>
                  <a:pt x="1223" y="1891"/>
                </a:lnTo>
                <a:lnTo>
                  <a:pt x="1194" y="1887"/>
                </a:lnTo>
                <a:lnTo>
                  <a:pt x="1162" y="1881"/>
                </a:lnTo>
                <a:lnTo>
                  <a:pt x="1128" y="1876"/>
                </a:lnTo>
                <a:lnTo>
                  <a:pt x="1091" y="1869"/>
                </a:lnTo>
                <a:lnTo>
                  <a:pt x="1050" y="1862"/>
                </a:lnTo>
                <a:lnTo>
                  <a:pt x="1008" y="1854"/>
                </a:lnTo>
                <a:lnTo>
                  <a:pt x="964" y="1845"/>
                </a:lnTo>
                <a:lnTo>
                  <a:pt x="918" y="1835"/>
                </a:lnTo>
                <a:lnTo>
                  <a:pt x="870" y="1824"/>
                </a:lnTo>
                <a:lnTo>
                  <a:pt x="820" y="1813"/>
                </a:lnTo>
                <a:lnTo>
                  <a:pt x="769" y="1800"/>
                </a:lnTo>
                <a:lnTo>
                  <a:pt x="717" y="1786"/>
                </a:lnTo>
                <a:lnTo>
                  <a:pt x="664" y="1772"/>
                </a:lnTo>
                <a:lnTo>
                  <a:pt x="610" y="1755"/>
                </a:lnTo>
                <a:lnTo>
                  <a:pt x="555" y="1738"/>
                </a:lnTo>
                <a:lnTo>
                  <a:pt x="501" y="1720"/>
                </a:lnTo>
                <a:lnTo>
                  <a:pt x="445" y="1701"/>
                </a:lnTo>
                <a:lnTo>
                  <a:pt x="390" y="1681"/>
                </a:lnTo>
                <a:lnTo>
                  <a:pt x="334" y="1659"/>
                </a:lnTo>
                <a:lnTo>
                  <a:pt x="280" y="1636"/>
                </a:lnTo>
                <a:lnTo>
                  <a:pt x="225" y="1611"/>
                </a:lnTo>
                <a:lnTo>
                  <a:pt x="172" y="1585"/>
                </a:lnTo>
                <a:lnTo>
                  <a:pt x="119" y="1559"/>
                </a:lnTo>
                <a:lnTo>
                  <a:pt x="67" y="1530"/>
                </a:lnTo>
                <a:lnTo>
                  <a:pt x="17" y="1500"/>
                </a:lnTo>
                <a:lnTo>
                  <a:pt x="16" y="1495"/>
                </a:lnTo>
                <a:lnTo>
                  <a:pt x="12" y="1480"/>
                </a:lnTo>
                <a:lnTo>
                  <a:pt x="8" y="1457"/>
                </a:lnTo>
                <a:lnTo>
                  <a:pt x="4" y="1430"/>
                </a:lnTo>
                <a:lnTo>
                  <a:pt x="0" y="1401"/>
                </a:lnTo>
                <a:lnTo>
                  <a:pt x="0" y="1370"/>
                </a:lnTo>
                <a:lnTo>
                  <a:pt x="4" y="1343"/>
                </a:lnTo>
                <a:lnTo>
                  <a:pt x="12" y="1319"/>
                </a:lnTo>
                <a:lnTo>
                  <a:pt x="388" y="965"/>
                </a:lnTo>
                <a:lnTo>
                  <a:pt x="387" y="961"/>
                </a:lnTo>
                <a:lnTo>
                  <a:pt x="386" y="952"/>
                </a:lnTo>
                <a:lnTo>
                  <a:pt x="386" y="936"/>
                </a:lnTo>
                <a:lnTo>
                  <a:pt x="390" y="917"/>
                </a:lnTo>
                <a:lnTo>
                  <a:pt x="397" y="893"/>
                </a:lnTo>
                <a:lnTo>
                  <a:pt x="412" y="868"/>
                </a:lnTo>
                <a:lnTo>
                  <a:pt x="435" y="841"/>
                </a:lnTo>
                <a:lnTo>
                  <a:pt x="468" y="814"/>
                </a:lnTo>
                <a:lnTo>
                  <a:pt x="651" y="0"/>
                </a:lnTo>
                <a:close/>
              </a:path>
            </a:pathLst>
          </a:custGeom>
          <a:solidFill>
            <a:schemeClr val="folHlink"/>
          </a:solidFill>
          <a:ln w="9525" cap="flat" cmpd="sng">
            <a:solidFill>
              <a:schemeClr val="bg2"/>
            </a:solidFill>
            <a:prstDash val="solid"/>
            <a:round/>
            <a:headEnd type="none" w="med" len="med"/>
            <a:tailEnd type="none" w="med" len="med"/>
          </a:ln>
        </p:spPr>
        <p:txBody>
          <a:bodyPr/>
          <a:p>
            <a:endParaRPr lang="zh-CN" altLang="en-US"/>
          </a:p>
        </p:txBody>
      </p:sp>
      <p:sp>
        <p:nvSpPr>
          <p:cNvPr id="10553" name="Freeform 317"/>
          <p:cNvSpPr/>
          <p:nvPr/>
        </p:nvSpPr>
        <p:spPr>
          <a:xfrm>
            <a:off x="6716713" y="5572125"/>
            <a:ext cx="134937" cy="42863"/>
          </a:xfrm>
          <a:custGeom>
            <a:avLst/>
            <a:gdLst/>
            <a:ahLst/>
            <a:cxnLst>
              <a:cxn ang="0">
                <a:pos x="2147483646" y="0"/>
              </a:cxn>
              <a:cxn ang="0">
                <a:pos x="2147483646" y="2147483646"/>
              </a:cxn>
              <a:cxn ang="0">
                <a:pos x="2147483646" y="2147483646"/>
              </a:cxn>
              <a:cxn ang="0">
                <a:pos x="0" y="2147483646"/>
              </a:cxn>
              <a:cxn ang="0">
                <a:pos x="2147483646" y="0"/>
              </a:cxn>
            </a:cxnLst>
            <a:pathLst>
              <a:path w="1106" h="331">
                <a:moveTo>
                  <a:pt x="40" y="0"/>
                </a:moveTo>
                <a:lnTo>
                  <a:pt x="1106" y="277"/>
                </a:lnTo>
                <a:lnTo>
                  <a:pt x="1071" y="331"/>
                </a:lnTo>
                <a:lnTo>
                  <a:pt x="0" y="36"/>
                </a:lnTo>
                <a:lnTo>
                  <a:pt x="40" y="0"/>
                </a:lnTo>
                <a:close/>
              </a:path>
            </a:pathLst>
          </a:custGeom>
          <a:solidFill>
            <a:srgbClr val="7F7F7F"/>
          </a:solidFill>
          <a:ln w="9525">
            <a:noFill/>
          </a:ln>
        </p:spPr>
        <p:txBody>
          <a:bodyPr/>
          <a:p>
            <a:endParaRPr lang="zh-CN" altLang="en-US"/>
          </a:p>
        </p:txBody>
      </p:sp>
      <p:sp>
        <p:nvSpPr>
          <p:cNvPr id="10554" name="Freeform 318"/>
          <p:cNvSpPr/>
          <p:nvPr/>
        </p:nvSpPr>
        <p:spPr>
          <a:xfrm>
            <a:off x="6694488" y="5591175"/>
            <a:ext cx="157162" cy="6667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85" h="505">
                <a:moveTo>
                  <a:pt x="1284" y="391"/>
                </a:moveTo>
                <a:lnTo>
                  <a:pt x="1282" y="391"/>
                </a:lnTo>
                <a:lnTo>
                  <a:pt x="1275" y="390"/>
                </a:lnTo>
                <a:lnTo>
                  <a:pt x="1264" y="389"/>
                </a:lnTo>
                <a:lnTo>
                  <a:pt x="1250" y="387"/>
                </a:lnTo>
                <a:lnTo>
                  <a:pt x="1232" y="385"/>
                </a:lnTo>
                <a:lnTo>
                  <a:pt x="1209" y="382"/>
                </a:lnTo>
                <a:lnTo>
                  <a:pt x="1183" y="378"/>
                </a:lnTo>
                <a:lnTo>
                  <a:pt x="1155" y="374"/>
                </a:lnTo>
                <a:lnTo>
                  <a:pt x="1124" y="369"/>
                </a:lnTo>
                <a:lnTo>
                  <a:pt x="1089" y="362"/>
                </a:lnTo>
                <a:lnTo>
                  <a:pt x="1052" y="355"/>
                </a:lnTo>
                <a:lnTo>
                  <a:pt x="1013" y="349"/>
                </a:lnTo>
                <a:lnTo>
                  <a:pt x="971" y="340"/>
                </a:lnTo>
                <a:lnTo>
                  <a:pt x="926" y="332"/>
                </a:lnTo>
                <a:lnTo>
                  <a:pt x="881" y="322"/>
                </a:lnTo>
                <a:lnTo>
                  <a:pt x="834" y="311"/>
                </a:lnTo>
                <a:lnTo>
                  <a:pt x="785" y="299"/>
                </a:lnTo>
                <a:lnTo>
                  <a:pt x="735" y="287"/>
                </a:lnTo>
                <a:lnTo>
                  <a:pt x="684" y="273"/>
                </a:lnTo>
                <a:lnTo>
                  <a:pt x="632" y="259"/>
                </a:lnTo>
                <a:lnTo>
                  <a:pt x="579" y="244"/>
                </a:lnTo>
                <a:lnTo>
                  <a:pt x="526" y="228"/>
                </a:lnTo>
                <a:lnTo>
                  <a:pt x="472" y="209"/>
                </a:lnTo>
                <a:lnTo>
                  <a:pt x="419" y="191"/>
                </a:lnTo>
                <a:lnTo>
                  <a:pt x="364" y="171"/>
                </a:lnTo>
                <a:lnTo>
                  <a:pt x="311" y="150"/>
                </a:lnTo>
                <a:lnTo>
                  <a:pt x="259" y="128"/>
                </a:lnTo>
                <a:lnTo>
                  <a:pt x="206" y="105"/>
                </a:lnTo>
                <a:lnTo>
                  <a:pt x="155" y="81"/>
                </a:lnTo>
                <a:lnTo>
                  <a:pt x="104" y="55"/>
                </a:lnTo>
                <a:lnTo>
                  <a:pt x="55" y="28"/>
                </a:lnTo>
                <a:lnTo>
                  <a:pt x="7" y="0"/>
                </a:lnTo>
                <a:lnTo>
                  <a:pt x="6" y="4"/>
                </a:lnTo>
                <a:lnTo>
                  <a:pt x="4" y="15"/>
                </a:lnTo>
                <a:lnTo>
                  <a:pt x="2" y="32"/>
                </a:lnTo>
                <a:lnTo>
                  <a:pt x="0" y="53"/>
                </a:lnTo>
                <a:lnTo>
                  <a:pt x="0" y="76"/>
                </a:lnTo>
                <a:lnTo>
                  <a:pt x="2" y="98"/>
                </a:lnTo>
                <a:lnTo>
                  <a:pt x="8" y="120"/>
                </a:lnTo>
                <a:lnTo>
                  <a:pt x="18" y="137"/>
                </a:lnTo>
                <a:lnTo>
                  <a:pt x="19" y="139"/>
                </a:lnTo>
                <a:lnTo>
                  <a:pt x="22" y="141"/>
                </a:lnTo>
                <a:lnTo>
                  <a:pt x="28" y="144"/>
                </a:lnTo>
                <a:lnTo>
                  <a:pt x="37" y="148"/>
                </a:lnTo>
                <a:lnTo>
                  <a:pt x="47" y="155"/>
                </a:lnTo>
                <a:lnTo>
                  <a:pt x="59" y="162"/>
                </a:lnTo>
                <a:lnTo>
                  <a:pt x="75" y="170"/>
                </a:lnTo>
                <a:lnTo>
                  <a:pt x="92" y="180"/>
                </a:lnTo>
                <a:lnTo>
                  <a:pt x="112" y="190"/>
                </a:lnTo>
                <a:lnTo>
                  <a:pt x="134" y="200"/>
                </a:lnTo>
                <a:lnTo>
                  <a:pt x="159" y="212"/>
                </a:lnTo>
                <a:lnTo>
                  <a:pt x="186" y="225"/>
                </a:lnTo>
                <a:lnTo>
                  <a:pt x="215" y="238"/>
                </a:lnTo>
                <a:lnTo>
                  <a:pt x="247" y="252"/>
                </a:lnTo>
                <a:lnTo>
                  <a:pt x="281" y="267"/>
                </a:lnTo>
                <a:lnTo>
                  <a:pt x="318" y="281"/>
                </a:lnTo>
                <a:lnTo>
                  <a:pt x="358" y="296"/>
                </a:lnTo>
                <a:lnTo>
                  <a:pt x="399" y="311"/>
                </a:lnTo>
                <a:lnTo>
                  <a:pt x="443" y="326"/>
                </a:lnTo>
                <a:lnTo>
                  <a:pt x="491" y="341"/>
                </a:lnTo>
                <a:lnTo>
                  <a:pt x="540" y="357"/>
                </a:lnTo>
                <a:lnTo>
                  <a:pt x="592" y="372"/>
                </a:lnTo>
                <a:lnTo>
                  <a:pt x="647" y="387"/>
                </a:lnTo>
                <a:lnTo>
                  <a:pt x="703" y="402"/>
                </a:lnTo>
                <a:lnTo>
                  <a:pt x="764" y="416"/>
                </a:lnTo>
                <a:lnTo>
                  <a:pt x="826" y="431"/>
                </a:lnTo>
                <a:lnTo>
                  <a:pt x="890" y="444"/>
                </a:lnTo>
                <a:lnTo>
                  <a:pt x="958" y="459"/>
                </a:lnTo>
                <a:lnTo>
                  <a:pt x="1028" y="472"/>
                </a:lnTo>
                <a:lnTo>
                  <a:pt x="1101" y="483"/>
                </a:lnTo>
                <a:lnTo>
                  <a:pt x="1177" y="494"/>
                </a:lnTo>
                <a:lnTo>
                  <a:pt x="1255" y="505"/>
                </a:lnTo>
                <a:lnTo>
                  <a:pt x="1256" y="503"/>
                </a:lnTo>
                <a:lnTo>
                  <a:pt x="1260" y="497"/>
                </a:lnTo>
                <a:lnTo>
                  <a:pt x="1265" y="487"/>
                </a:lnTo>
                <a:lnTo>
                  <a:pt x="1272" y="473"/>
                </a:lnTo>
                <a:lnTo>
                  <a:pt x="1278" y="456"/>
                </a:lnTo>
                <a:lnTo>
                  <a:pt x="1282" y="437"/>
                </a:lnTo>
                <a:lnTo>
                  <a:pt x="1285" y="415"/>
                </a:lnTo>
                <a:lnTo>
                  <a:pt x="1284" y="391"/>
                </a:lnTo>
                <a:close/>
              </a:path>
            </a:pathLst>
          </a:custGeom>
          <a:solidFill>
            <a:schemeClr val="folHlink"/>
          </a:solidFill>
          <a:ln w="9525">
            <a:noFill/>
          </a:ln>
        </p:spPr>
        <p:txBody>
          <a:bodyPr/>
          <a:p>
            <a:endParaRPr lang="zh-CN" altLang="en-US"/>
          </a:p>
        </p:txBody>
      </p:sp>
      <p:sp>
        <p:nvSpPr>
          <p:cNvPr id="10555" name="AutoShape 319"/>
          <p:cNvSpPr>
            <a:spLocks noChangeAspect="1" noTextEdit="1"/>
          </p:cNvSpPr>
          <p:nvPr/>
        </p:nvSpPr>
        <p:spPr>
          <a:xfrm>
            <a:off x="6646863" y="5322888"/>
            <a:ext cx="254000" cy="300037"/>
          </a:xfrm>
          <a:prstGeom prst="rect">
            <a:avLst/>
          </a:prstGeom>
          <a:noFill/>
          <a:ln w="9525">
            <a:noFill/>
          </a:ln>
        </p:spPr>
        <p:txBody>
          <a:bodyPr anchor="t" anchorCtr="0"/>
          <a:p>
            <a:pPr eaLnBrk="0" hangingPunct="0"/>
            <a:endParaRPr lang="zh-CN" altLang="en-US">
              <a:latin typeface="Comic Sans MS" panose="030F0702030302020204" pitchFamily="66" charset="0"/>
            </a:endParaRPr>
          </a:p>
        </p:txBody>
      </p:sp>
      <p:sp>
        <p:nvSpPr>
          <p:cNvPr id="10556" name="Freeform 320"/>
          <p:cNvSpPr/>
          <p:nvPr/>
        </p:nvSpPr>
        <p:spPr>
          <a:xfrm>
            <a:off x="6699250" y="5341938"/>
            <a:ext cx="36513" cy="4921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79" h="216">
                <a:moveTo>
                  <a:pt x="63" y="28"/>
                </a:moveTo>
                <a:lnTo>
                  <a:pt x="49" y="37"/>
                </a:lnTo>
                <a:lnTo>
                  <a:pt x="38" y="47"/>
                </a:lnTo>
                <a:lnTo>
                  <a:pt x="27" y="59"/>
                </a:lnTo>
                <a:lnTo>
                  <a:pt x="18" y="72"/>
                </a:lnTo>
                <a:lnTo>
                  <a:pt x="10" y="86"/>
                </a:lnTo>
                <a:lnTo>
                  <a:pt x="5" y="101"/>
                </a:lnTo>
                <a:lnTo>
                  <a:pt x="2" y="117"/>
                </a:lnTo>
                <a:lnTo>
                  <a:pt x="0" y="133"/>
                </a:lnTo>
                <a:lnTo>
                  <a:pt x="2" y="155"/>
                </a:lnTo>
                <a:lnTo>
                  <a:pt x="10" y="173"/>
                </a:lnTo>
                <a:lnTo>
                  <a:pt x="23" y="190"/>
                </a:lnTo>
                <a:lnTo>
                  <a:pt x="40" y="201"/>
                </a:lnTo>
                <a:lnTo>
                  <a:pt x="59" y="211"/>
                </a:lnTo>
                <a:lnTo>
                  <a:pt x="79" y="215"/>
                </a:lnTo>
                <a:lnTo>
                  <a:pt x="100" y="216"/>
                </a:lnTo>
                <a:lnTo>
                  <a:pt x="120" y="213"/>
                </a:lnTo>
                <a:lnTo>
                  <a:pt x="124" y="213"/>
                </a:lnTo>
                <a:lnTo>
                  <a:pt x="128" y="211"/>
                </a:lnTo>
                <a:lnTo>
                  <a:pt x="131" y="208"/>
                </a:lnTo>
                <a:lnTo>
                  <a:pt x="132" y="203"/>
                </a:lnTo>
                <a:lnTo>
                  <a:pt x="130" y="198"/>
                </a:lnTo>
                <a:lnTo>
                  <a:pt x="126" y="194"/>
                </a:lnTo>
                <a:lnTo>
                  <a:pt x="121" y="190"/>
                </a:lnTo>
                <a:lnTo>
                  <a:pt x="116" y="187"/>
                </a:lnTo>
                <a:lnTo>
                  <a:pt x="105" y="184"/>
                </a:lnTo>
                <a:lnTo>
                  <a:pt x="95" y="182"/>
                </a:lnTo>
                <a:lnTo>
                  <a:pt x="84" y="180"/>
                </a:lnTo>
                <a:lnTo>
                  <a:pt x="75" y="178"/>
                </a:lnTo>
                <a:lnTo>
                  <a:pt x="65" y="175"/>
                </a:lnTo>
                <a:lnTo>
                  <a:pt x="56" y="170"/>
                </a:lnTo>
                <a:lnTo>
                  <a:pt x="47" y="165"/>
                </a:lnTo>
                <a:lnTo>
                  <a:pt x="39" y="156"/>
                </a:lnTo>
                <a:lnTo>
                  <a:pt x="36" y="120"/>
                </a:lnTo>
                <a:lnTo>
                  <a:pt x="44" y="90"/>
                </a:lnTo>
                <a:lnTo>
                  <a:pt x="61" y="67"/>
                </a:lnTo>
                <a:lnTo>
                  <a:pt x="84" y="47"/>
                </a:lnTo>
                <a:lnTo>
                  <a:pt x="109" y="32"/>
                </a:lnTo>
                <a:lnTo>
                  <a:pt x="136" y="21"/>
                </a:lnTo>
                <a:lnTo>
                  <a:pt x="160" y="12"/>
                </a:lnTo>
                <a:lnTo>
                  <a:pt x="179" y="5"/>
                </a:lnTo>
                <a:lnTo>
                  <a:pt x="167" y="1"/>
                </a:lnTo>
                <a:lnTo>
                  <a:pt x="154" y="0"/>
                </a:lnTo>
                <a:lnTo>
                  <a:pt x="140" y="2"/>
                </a:lnTo>
                <a:lnTo>
                  <a:pt x="124" y="5"/>
                </a:lnTo>
                <a:lnTo>
                  <a:pt x="108" y="10"/>
                </a:lnTo>
                <a:lnTo>
                  <a:pt x="92" y="15"/>
                </a:lnTo>
                <a:lnTo>
                  <a:pt x="77" y="22"/>
                </a:lnTo>
                <a:lnTo>
                  <a:pt x="63" y="28"/>
                </a:lnTo>
                <a:close/>
              </a:path>
            </a:pathLst>
          </a:custGeom>
          <a:solidFill>
            <a:srgbClr val="C9E8FF"/>
          </a:solidFill>
          <a:ln w="9525" cap="flat" cmpd="sng">
            <a:solidFill>
              <a:srgbClr val="FF3300"/>
            </a:solidFill>
            <a:prstDash val="solid"/>
            <a:round/>
            <a:headEnd type="none" w="med" len="med"/>
            <a:tailEnd type="none" w="med" len="med"/>
          </a:ln>
        </p:spPr>
        <p:txBody>
          <a:bodyPr/>
          <a:p>
            <a:endParaRPr lang="zh-CN" altLang="en-US"/>
          </a:p>
        </p:txBody>
      </p:sp>
      <p:sp>
        <p:nvSpPr>
          <p:cNvPr id="10557" name="Freeform 321"/>
          <p:cNvSpPr/>
          <p:nvPr/>
        </p:nvSpPr>
        <p:spPr>
          <a:xfrm>
            <a:off x="6761163" y="5340350"/>
            <a:ext cx="22225" cy="3810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14" h="168">
                <a:moveTo>
                  <a:pt x="96" y="55"/>
                </a:moveTo>
                <a:lnTo>
                  <a:pt x="101" y="72"/>
                </a:lnTo>
                <a:lnTo>
                  <a:pt x="100" y="88"/>
                </a:lnTo>
                <a:lnTo>
                  <a:pt x="92" y="101"/>
                </a:lnTo>
                <a:lnTo>
                  <a:pt x="82" y="112"/>
                </a:lnTo>
                <a:lnTo>
                  <a:pt x="69" y="123"/>
                </a:lnTo>
                <a:lnTo>
                  <a:pt x="54" y="134"/>
                </a:lnTo>
                <a:lnTo>
                  <a:pt x="40" y="143"/>
                </a:lnTo>
                <a:lnTo>
                  <a:pt x="27" y="153"/>
                </a:lnTo>
                <a:lnTo>
                  <a:pt x="25" y="156"/>
                </a:lnTo>
                <a:lnTo>
                  <a:pt x="24" y="158"/>
                </a:lnTo>
                <a:lnTo>
                  <a:pt x="24" y="162"/>
                </a:lnTo>
                <a:lnTo>
                  <a:pt x="25" y="165"/>
                </a:lnTo>
                <a:lnTo>
                  <a:pt x="28" y="167"/>
                </a:lnTo>
                <a:lnTo>
                  <a:pt x="31" y="168"/>
                </a:lnTo>
                <a:lnTo>
                  <a:pt x="33" y="168"/>
                </a:lnTo>
                <a:lnTo>
                  <a:pt x="37" y="167"/>
                </a:lnTo>
                <a:lnTo>
                  <a:pt x="53" y="157"/>
                </a:lnTo>
                <a:lnTo>
                  <a:pt x="69" y="147"/>
                </a:lnTo>
                <a:lnTo>
                  <a:pt x="84" y="135"/>
                </a:lnTo>
                <a:lnTo>
                  <a:pt x="97" y="121"/>
                </a:lnTo>
                <a:lnTo>
                  <a:pt x="107" y="106"/>
                </a:lnTo>
                <a:lnTo>
                  <a:pt x="113" y="89"/>
                </a:lnTo>
                <a:lnTo>
                  <a:pt x="114" y="71"/>
                </a:lnTo>
                <a:lnTo>
                  <a:pt x="110" y="51"/>
                </a:lnTo>
                <a:lnTo>
                  <a:pt x="101" y="36"/>
                </a:lnTo>
                <a:lnTo>
                  <a:pt x="87" y="24"/>
                </a:lnTo>
                <a:lnTo>
                  <a:pt x="70" y="14"/>
                </a:lnTo>
                <a:lnTo>
                  <a:pt x="51" y="7"/>
                </a:lnTo>
                <a:lnTo>
                  <a:pt x="32" y="2"/>
                </a:lnTo>
                <a:lnTo>
                  <a:pt x="17" y="0"/>
                </a:lnTo>
                <a:lnTo>
                  <a:pt x="5" y="0"/>
                </a:lnTo>
                <a:lnTo>
                  <a:pt x="0" y="3"/>
                </a:lnTo>
                <a:lnTo>
                  <a:pt x="12" y="9"/>
                </a:lnTo>
                <a:lnTo>
                  <a:pt x="26" y="13"/>
                </a:lnTo>
                <a:lnTo>
                  <a:pt x="41" y="17"/>
                </a:lnTo>
                <a:lnTo>
                  <a:pt x="54" y="22"/>
                </a:lnTo>
                <a:lnTo>
                  <a:pt x="68" y="27"/>
                </a:lnTo>
                <a:lnTo>
                  <a:pt x="80" y="34"/>
                </a:lnTo>
                <a:lnTo>
                  <a:pt x="89" y="43"/>
                </a:lnTo>
                <a:lnTo>
                  <a:pt x="96" y="55"/>
                </a:lnTo>
                <a:close/>
              </a:path>
            </a:pathLst>
          </a:custGeom>
          <a:solidFill>
            <a:srgbClr val="C9E8FF"/>
          </a:solidFill>
          <a:ln w="9525">
            <a:noFill/>
          </a:ln>
        </p:spPr>
        <p:txBody>
          <a:bodyPr/>
          <a:p>
            <a:endParaRPr lang="zh-CN" altLang="en-US"/>
          </a:p>
        </p:txBody>
      </p:sp>
      <p:sp>
        <p:nvSpPr>
          <p:cNvPr id="10558" name="Freeform 322"/>
          <p:cNvSpPr/>
          <p:nvPr/>
        </p:nvSpPr>
        <p:spPr>
          <a:xfrm>
            <a:off x="6677025" y="5332413"/>
            <a:ext cx="58738" cy="79375"/>
          </a:xfrm>
          <a:custGeom>
            <a:avLst/>
            <a:gdLst/>
            <a:ahLst/>
            <a:cxnLst>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Lst>
            <a:pathLst>
              <a:path w="289" h="351">
                <a:moveTo>
                  <a:pt x="112" y="46"/>
                </a:moveTo>
                <a:lnTo>
                  <a:pt x="90" y="65"/>
                </a:lnTo>
                <a:lnTo>
                  <a:pt x="68" y="84"/>
                </a:lnTo>
                <a:lnTo>
                  <a:pt x="48" y="106"/>
                </a:lnTo>
                <a:lnTo>
                  <a:pt x="30" y="130"/>
                </a:lnTo>
                <a:lnTo>
                  <a:pt x="15" y="155"/>
                </a:lnTo>
                <a:lnTo>
                  <a:pt x="5" y="181"/>
                </a:lnTo>
                <a:lnTo>
                  <a:pt x="0" y="210"/>
                </a:lnTo>
                <a:lnTo>
                  <a:pt x="1" y="240"/>
                </a:lnTo>
                <a:lnTo>
                  <a:pt x="3" y="248"/>
                </a:lnTo>
                <a:lnTo>
                  <a:pt x="5" y="256"/>
                </a:lnTo>
                <a:lnTo>
                  <a:pt x="8" y="262"/>
                </a:lnTo>
                <a:lnTo>
                  <a:pt x="12" y="270"/>
                </a:lnTo>
                <a:lnTo>
                  <a:pt x="17" y="276"/>
                </a:lnTo>
                <a:lnTo>
                  <a:pt x="24" y="283"/>
                </a:lnTo>
                <a:lnTo>
                  <a:pt x="29" y="288"/>
                </a:lnTo>
                <a:lnTo>
                  <a:pt x="36" y="292"/>
                </a:lnTo>
                <a:lnTo>
                  <a:pt x="50" y="301"/>
                </a:lnTo>
                <a:lnTo>
                  <a:pt x="64" y="308"/>
                </a:lnTo>
                <a:lnTo>
                  <a:pt x="77" y="315"/>
                </a:lnTo>
                <a:lnTo>
                  <a:pt x="92" y="320"/>
                </a:lnTo>
                <a:lnTo>
                  <a:pt x="107" y="326"/>
                </a:lnTo>
                <a:lnTo>
                  <a:pt x="121" y="330"/>
                </a:lnTo>
                <a:lnTo>
                  <a:pt x="136" y="334"/>
                </a:lnTo>
                <a:lnTo>
                  <a:pt x="151" y="337"/>
                </a:lnTo>
                <a:lnTo>
                  <a:pt x="167" y="341"/>
                </a:lnTo>
                <a:lnTo>
                  <a:pt x="181" y="343"/>
                </a:lnTo>
                <a:lnTo>
                  <a:pt x="197" y="345"/>
                </a:lnTo>
                <a:lnTo>
                  <a:pt x="213" y="347"/>
                </a:lnTo>
                <a:lnTo>
                  <a:pt x="228" y="348"/>
                </a:lnTo>
                <a:lnTo>
                  <a:pt x="243" y="349"/>
                </a:lnTo>
                <a:lnTo>
                  <a:pt x="259" y="350"/>
                </a:lnTo>
                <a:lnTo>
                  <a:pt x="274" y="351"/>
                </a:lnTo>
                <a:lnTo>
                  <a:pt x="279" y="351"/>
                </a:lnTo>
                <a:lnTo>
                  <a:pt x="283" y="349"/>
                </a:lnTo>
                <a:lnTo>
                  <a:pt x="286" y="345"/>
                </a:lnTo>
                <a:lnTo>
                  <a:pt x="289" y="341"/>
                </a:lnTo>
                <a:lnTo>
                  <a:pt x="289" y="335"/>
                </a:lnTo>
                <a:lnTo>
                  <a:pt x="286" y="331"/>
                </a:lnTo>
                <a:lnTo>
                  <a:pt x="282" y="328"/>
                </a:lnTo>
                <a:lnTo>
                  <a:pt x="277" y="326"/>
                </a:lnTo>
                <a:lnTo>
                  <a:pt x="263" y="322"/>
                </a:lnTo>
                <a:lnTo>
                  <a:pt x="250" y="320"/>
                </a:lnTo>
                <a:lnTo>
                  <a:pt x="236" y="317"/>
                </a:lnTo>
                <a:lnTo>
                  <a:pt x="221" y="315"/>
                </a:lnTo>
                <a:lnTo>
                  <a:pt x="208" y="313"/>
                </a:lnTo>
                <a:lnTo>
                  <a:pt x="194" y="311"/>
                </a:lnTo>
                <a:lnTo>
                  <a:pt x="179" y="308"/>
                </a:lnTo>
                <a:lnTo>
                  <a:pt x="166" y="305"/>
                </a:lnTo>
                <a:lnTo>
                  <a:pt x="152" y="303"/>
                </a:lnTo>
                <a:lnTo>
                  <a:pt x="138" y="300"/>
                </a:lnTo>
                <a:lnTo>
                  <a:pt x="125" y="296"/>
                </a:lnTo>
                <a:lnTo>
                  <a:pt x="111" y="292"/>
                </a:lnTo>
                <a:lnTo>
                  <a:pt x="98" y="287"/>
                </a:lnTo>
                <a:lnTo>
                  <a:pt x="85" y="282"/>
                </a:lnTo>
                <a:lnTo>
                  <a:pt x="72" y="276"/>
                </a:lnTo>
                <a:lnTo>
                  <a:pt x="59" y="269"/>
                </a:lnTo>
                <a:lnTo>
                  <a:pt x="49" y="261"/>
                </a:lnTo>
                <a:lnTo>
                  <a:pt x="41" y="252"/>
                </a:lnTo>
                <a:lnTo>
                  <a:pt x="34" y="241"/>
                </a:lnTo>
                <a:lnTo>
                  <a:pt x="31" y="228"/>
                </a:lnTo>
                <a:lnTo>
                  <a:pt x="30" y="215"/>
                </a:lnTo>
                <a:lnTo>
                  <a:pt x="31" y="201"/>
                </a:lnTo>
                <a:lnTo>
                  <a:pt x="34" y="186"/>
                </a:lnTo>
                <a:lnTo>
                  <a:pt x="38" y="174"/>
                </a:lnTo>
                <a:lnTo>
                  <a:pt x="46" y="158"/>
                </a:lnTo>
                <a:lnTo>
                  <a:pt x="54" y="142"/>
                </a:lnTo>
                <a:lnTo>
                  <a:pt x="64" y="128"/>
                </a:lnTo>
                <a:lnTo>
                  <a:pt x="74" y="115"/>
                </a:lnTo>
                <a:lnTo>
                  <a:pt x="85" y="102"/>
                </a:lnTo>
                <a:lnTo>
                  <a:pt x="96" y="89"/>
                </a:lnTo>
                <a:lnTo>
                  <a:pt x="110" y="77"/>
                </a:lnTo>
                <a:lnTo>
                  <a:pt x="124" y="64"/>
                </a:lnTo>
                <a:lnTo>
                  <a:pt x="137" y="53"/>
                </a:lnTo>
                <a:lnTo>
                  <a:pt x="155" y="43"/>
                </a:lnTo>
                <a:lnTo>
                  <a:pt x="175" y="35"/>
                </a:lnTo>
                <a:lnTo>
                  <a:pt x="195" y="26"/>
                </a:lnTo>
                <a:lnTo>
                  <a:pt x="213" y="19"/>
                </a:lnTo>
                <a:lnTo>
                  <a:pt x="228" y="12"/>
                </a:lnTo>
                <a:lnTo>
                  <a:pt x="237" y="6"/>
                </a:lnTo>
                <a:lnTo>
                  <a:pt x="240" y="2"/>
                </a:lnTo>
                <a:lnTo>
                  <a:pt x="230" y="0"/>
                </a:lnTo>
                <a:lnTo>
                  <a:pt x="215" y="1"/>
                </a:lnTo>
                <a:lnTo>
                  <a:pt x="198" y="4"/>
                </a:lnTo>
                <a:lnTo>
                  <a:pt x="180" y="9"/>
                </a:lnTo>
                <a:lnTo>
                  <a:pt x="161" y="17"/>
                </a:lnTo>
                <a:lnTo>
                  <a:pt x="144" y="25"/>
                </a:lnTo>
                <a:lnTo>
                  <a:pt x="127" y="35"/>
                </a:lnTo>
                <a:lnTo>
                  <a:pt x="112" y="46"/>
                </a:lnTo>
                <a:close/>
              </a:path>
            </a:pathLst>
          </a:custGeom>
          <a:solidFill>
            <a:srgbClr val="C9E8FF"/>
          </a:solidFill>
          <a:ln w="9525">
            <a:noFill/>
          </a:ln>
        </p:spPr>
        <p:txBody>
          <a:bodyPr/>
          <a:p>
            <a:endParaRPr lang="zh-CN" altLang="en-US"/>
          </a:p>
        </p:txBody>
      </p:sp>
      <p:sp>
        <p:nvSpPr>
          <p:cNvPr id="10559" name="Freeform 323"/>
          <p:cNvSpPr/>
          <p:nvPr/>
        </p:nvSpPr>
        <p:spPr>
          <a:xfrm>
            <a:off x="6757988" y="5329238"/>
            <a:ext cx="50800" cy="5397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54" h="234">
                <a:moveTo>
                  <a:pt x="210" y="71"/>
                </a:moveTo>
                <a:lnTo>
                  <a:pt x="222" y="84"/>
                </a:lnTo>
                <a:lnTo>
                  <a:pt x="229" y="99"/>
                </a:lnTo>
                <a:lnTo>
                  <a:pt x="232" y="115"/>
                </a:lnTo>
                <a:lnTo>
                  <a:pt x="232" y="132"/>
                </a:lnTo>
                <a:lnTo>
                  <a:pt x="230" y="146"/>
                </a:lnTo>
                <a:lnTo>
                  <a:pt x="226" y="158"/>
                </a:lnTo>
                <a:lnTo>
                  <a:pt x="219" y="170"/>
                </a:lnTo>
                <a:lnTo>
                  <a:pt x="211" y="179"/>
                </a:lnTo>
                <a:lnTo>
                  <a:pt x="202" y="190"/>
                </a:lnTo>
                <a:lnTo>
                  <a:pt x="193" y="199"/>
                </a:lnTo>
                <a:lnTo>
                  <a:pt x="183" y="208"/>
                </a:lnTo>
                <a:lnTo>
                  <a:pt x="174" y="218"/>
                </a:lnTo>
                <a:lnTo>
                  <a:pt x="172" y="221"/>
                </a:lnTo>
                <a:lnTo>
                  <a:pt x="172" y="224"/>
                </a:lnTo>
                <a:lnTo>
                  <a:pt x="172" y="227"/>
                </a:lnTo>
                <a:lnTo>
                  <a:pt x="174" y="231"/>
                </a:lnTo>
                <a:lnTo>
                  <a:pt x="177" y="233"/>
                </a:lnTo>
                <a:lnTo>
                  <a:pt x="181" y="234"/>
                </a:lnTo>
                <a:lnTo>
                  <a:pt x="184" y="233"/>
                </a:lnTo>
                <a:lnTo>
                  <a:pt x="187" y="231"/>
                </a:lnTo>
                <a:lnTo>
                  <a:pt x="208" y="217"/>
                </a:lnTo>
                <a:lnTo>
                  <a:pt x="226" y="199"/>
                </a:lnTo>
                <a:lnTo>
                  <a:pt x="240" y="178"/>
                </a:lnTo>
                <a:lnTo>
                  <a:pt x="249" y="155"/>
                </a:lnTo>
                <a:lnTo>
                  <a:pt x="254" y="131"/>
                </a:lnTo>
                <a:lnTo>
                  <a:pt x="251" y="107"/>
                </a:lnTo>
                <a:lnTo>
                  <a:pt x="243" y="84"/>
                </a:lnTo>
                <a:lnTo>
                  <a:pt x="226" y="64"/>
                </a:lnTo>
                <a:lnTo>
                  <a:pt x="214" y="53"/>
                </a:lnTo>
                <a:lnTo>
                  <a:pt x="199" y="45"/>
                </a:lnTo>
                <a:lnTo>
                  <a:pt x="183" y="36"/>
                </a:lnTo>
                <a:lnTo>
                  <a:pt x="165" y="29"/>
                </a:lnTo>
                <a:lnTo>
                  <a:pt x="147" y="21"/>
                </a:lnTo>
                <a:lnTo>
                  <a:pt x="129" y="16"/>
                </a:lnTo>
                <a:lnTo>
                  <a:pt x="111" y="12"/>
                </a:lnTo>
                <a:lnTo>
                  <a:pt x="93" y="7"/>
                </a:lnTo>
                <a:lnTo>
                  <a:pt x="75" y="4"/>
                </a:lnTo>
                <a:lnTo>
                  <a:pt x="59" y="2"/>
                </a:lnTo>
                <a:lnTo>
                  <a:pt x="43" y="0"/>
                </a:lnTo>
                <a:lnTo>
                  <a:pt x="31" y="0"/>
                </a:lnTo>
                <a:lnTo>
                  <a:pt x="19" y="0"/>
                </a:lnTo>
                <a:lnTo>
                  <a:pt x="10" y="0"/>
                </a:lnTo>
                <a:lnTo>
                  <a:pt x="3" y="2"/>
                </a:lnTo>
                <a:lnTo>
                  <a:pt x="0" y="4"/>
                </a:lnTo>
                <a:lnTo>
                  <a:pt x="11" y="6"/>
                </a:lnTo>
                <a:lnTo>
                  <a:pt x="21" y="7"/>
                </a:lnTo>
                <a:lnTo>
                  <a:pt x="34" y="9"/>
                </a:lnTo>
                <a:lnTo>
                  <a:pt x="46" y="12"/>
                </a:lnTo>
                <a:lnTo>
                  <a:pt x="59" y="15"/>
                </a:lnTo>
                <a:lnTo>
                  <a:pt x="74" y="17"/>
                </a:lnTo>
                <a:lnTo>
                  <a:pt x="87" y="20"/>
                </a:lnTo>
                <a:lnTo>
                  <a:pt x="102" y="23"/>
                </a:lnTo>
                <a:lnTo>
                  <a:pt x="116" y="28"/>
                </a:lnTo>
                <a:lnTo>
                  <a:pt x="131" y="32"/>
                </a:lnTo>
                <a:lnTo>
                  <a:pt x="145" y="36"/>
                </a:lnTo>
                <a:lnTo>
                  <a:pt x="159" y="42"/>
                </a:lnTo>
                <a:lnTo>
                  <a:pt x="173" y="48"/>
                </a:lnTo>
                <a:lnTo>
                  <a:pt x="186" y="55"/>
                </a:lnTo>
                <a:lnTo>
                  <a:pt x="199" y="63"/>
                </a:lnTo>
                <a:lnTo>
                  <a:pt x="210" y="71"/>
                </a:lnTo>
                <a:close/>
              </a:path>
            </a:pathLst>
          </a:custGeom>
          <a:solidFill>
            <a:srgbClr val="C9E8FF"/>
          </a:solidFill>
          <a:ln w="9525">
            <a:noFill/>
          </a:ln>
        </p:spPr>
        <p:txBody>
          <a:bodyPr/>
          <a:p>
            <a:endParaRPr lang="zh-CN" altLang="en-US"/>
          </a:p>
        </p:txBody>
      </p:sp>
      <p:sp>
        <p:nvSpPr>
          <p:cNvPr id="10560" name="Freeform 324"/>
          <p:cNvSpPr/>
          <p:nvPr/>
        </p:nvSpPr>
        <p:spPr>
          <a:xfrm>
            <a:off x="6656388" y="5354638"/>
            <a:ext cx="20637" cy="49212"/>
          </a:xfrm>
          <a:custGeom>
            <a:avLst/>
            <a:gdLst/>
            <a:ahLst/>
            <a:cxnLst>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pathLst>
              <a:path w="103" h="221">
                <a:moveTo>
                  <a:pt x="0" y="121"/>
                </a:moveTo>
                <a:lnTo>
                  <a:pt x="0" y="139"/>
                </a:lnTo>
                <a:lnTo>
                  <a:pt x="4" y="156"/>
                </a:lnTo>
                <a:lnTo>
                  <a:pt x="12" y="172"/>
                </a:lnTo>
                <a:lnTo>
                  <a:pt x="22" y="186"/>
                </a:lnTo>
                <a:lnTo>
                  <a:pt x="35" y="197"/>
                </a:lnTo>
                <a:lnTo>
                  <a:pt x="50" y="208"/>
                </a:lnTo>
                <a:lnTo>
                  <a:pt x="66" y="216"/>
                </a:lnTo>
                <a:lnTo>
                  <a:pt x="83" y="220"/>
                </a:lnTo>
                <a:lnTo>
                  <a:pt x="89" y="221"/>
                </a:lnTo>
                <a:lnTo>
                  <a:pt x="94" y="219"/>
                </a:lnTo>
                <a:lnTo>
                  <a:pt x="98" y="216"/>
                </a:lnTo>
                <a:lnTo>
                  <a:pt x="100" y="211"/>
                </a:lnTo>
                <a:lnTo>
                  <a:pt x="100" y="206"/>
                </a:lnTo>
                <a:lnTo>
                  <a:pt x="99" y="201"/>
                </a:lnTo>
                <a:lnTo>
                  <a:pt x="96" y="196"/>
                </a:lnTo>
                <a:lnTo>
                  <a:pt x="91" y="194"/>
                </a:lnTo>
                <a:lnTo>
                  <a:pt x="74" y="188"/>
                </a:lnTo>
                <a:lnTo>
                  <a:pt x="58" y="179"/>
                </a:lnTo>
                <a:lnTo>
                  <a:pt x="45" y="168"/>
                </a:lnTo>
                <a:lnTo>
                  <a:pt x="36" y="155"/>
                </a:lnTo>
                <a:lnTo>
                  <a:pt x="30" y="139"/>
                </a:lnTo>
                <a:lnTo>
                  <a:pt x="27" y="122"/>
                </a:lnTo>
                <a:lnTo>
                  <a:pt x="27" y="103"/>
                </a:lnTo>
                <a:lnTo>
                  <a:pt x="32" y="84"/>
                </a:lnTo>
                <a:lnTo>
                  <a:pt x="38" y="70"/>
                </a:lnTo>
                <a:lnTo>
                  <a:pt x="46" y="57"/>
                </a:lnTo>
                <a:lnTo>
                  <a:pt x="56" y="46"/>
                </a:lnTo>
                <a:lnTo>
                  <a:pt x="66" y="35"/>
                </a:lnTo>
                <a:lnTo>
                  <a:pt x="76" y="25"/>
                </a:lnTo>
                <a:lnTo>
                  <a:pt x="86" y="17"/>
                </a:lnTo>
                <a:lnTo>
                  <a:pt x="96" y="8"/>
                </a:lnTo>
                <a:lnTo>
                  <a:pt x="103" y="1"/>
                </a:lnTo>
                <a:lnTo>
                  <a:pt x="96" y="0"/>
                </a:lnTo>
                <a:lnTo>
                  <a:pt x="84" y="5"/>
                </a:lnTo>
                <a:lnTo>
                  <a:pt x="69" y="17"/>
                </a:lnTo>
                <a:lnTo>
                  <a:pt x="51" y="33"/>
                </a:lnTo>
                <a:lnTo>
                  <a:pt x="34" y="53"/>
                </a:lnTo>
                <a:lnTo>
                  <a:pt x="18" y="75"/>
                </a:lnTo>
                <a:lnTo>
                  <a:pt x="7" y="98"/>
                </a:lnTo>
                <a:lnTo>
                  <a:pt x="0" y="121"/>
                </a:lnTo>
                <a:close/>
              </a:path>
            </a:pathLst>
          </a:custGeom>
          <a:solidFill>
            <a:srgbClr val="C9E8FF"/>
          </a:solidFill>
          <a:ln w="9525">
            <a:noFill/>
          </a:ln>
        </p:spPr>
        <p:txBody>
          <a:bodyPr/>
          <a:p>
            <a:endParaRPr lang="zh-CN" altLang="en-US"/>
          </a:p>
        </p:txBody>
      </p:sp>
      <p:sp>
        <p:nvSpPr>
          <p:cNvPr id="10561" name="Freeform 325"/>
          <p:cNvSpPr/>
          <p:nvPr/>
        </p:nvSpPr>
        <p:spPr>
          <a:xfrm>
            <a:off x="6799263" y="5326063"/>
            <a:ext cx="44450" cy="65087"/>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21" h="288">
                <a:moveTo>
                  <a:pt x="179" y="108"/>
                </a:moveTo>
                <a:lnTo>
                  <a:pt x="186" y="115"/>
                </a:lnTo>
                <a:lnTo>
                  <a:pt x="193" y="124"/>
                </a:lnTo>
                <a:lnTo>
                  <a:pt x="197" y="133"/>
                </a:lnTo>
                <a:lnTo>
                  <a:pt x="201" y="143"/>
                </a:lnTo>
                <a:lnTo>
                  <a:pt x="202" y="153"/>
                </a:lnTo>
                <a:lnTo>
                  <a:pt x="202" y="163"/>
                </a:lnTo>
                <a:lnTo>
                  <a:pt x="199" y="174"/>
                </a:lnTo>
                <a:lnTo>
                  <a:pt x="195" y="184"/>
                </a:lnTo>
                <a:lnTo>
                  <a:pt x="187" y="194"/>
                </a:lnTo>
                <a:lnTo>
                  <a:pt x="179" y="204"/>
                </a:lnTo>
                <a:lnTo>
                  <a:pt x="170" y="212"/>
                </a:lnTo>
                <a:lnTo>
                  <a:pt x="159" y="221"/>
                </a:lnTo>
                <a:lnTo>
                  <a:pt x="150" y="229"/>
                </a:lnTo>
                <a:lnTo>
                  <a:pt x="139" y="237"/>
                </a:lnTo>
                <a:lnTo>
                  <a:pt x="129" y="246"/>
                </a:lnTo>
                <a:lnTo>
                  <a:pt x="119" y="255"/>
                </a:lnTo>
                <a:lnTo>
                  <a:pt x="116" y="258"/>
                </a:lnTo>
                <a:lnTo>
                  <a:pt x="114" y="263"/>
                </a:lnTo>
                <a:lnTo>
                  <a:pt x="112" y="267"/>
                </a:lnTo>
                <a:lnTo>
                  <a:pt x="110" y="271"/>
                </a:lnTo>
                <a:lnTo>
                  <a:pt x="109" y="276"/>
                </a:lnTo>
                <a:lnTo>
                  <a:pt x="109" y="280"/>
                </a:lnTo>
                <a:lnTo>
                  <a:pt x="110" y="284"/>
                </a:lnTo>
                <a:lnTo>
                  <a:pt x="113" y="287"/>
                </a:lnTo>
                <a:lnTo>
                  <a:pt x="117" y="288"/>
                </a:lnTo>
                <a:lnTo>
                  <a:pt x="121" y="288"/>
                </a:lnTo>
                <a:lnTo>
                  <a:pt x="125" y="287"/>
                </a:lnTo>
                <a:lnTo>
                  <a:pt x="129" y="284"/>
                </a:lnTo>
                <a:lnTo>
                  <a:pt x="139" y="272"/>
                </a:lnTo>
                <a:lnTo>
                  <a:pt x="151" y="261"/>
                </a:lnTo>
                <a:lnTo>
                  <a:pt x="162" y="250"/>
                </a:lnTo>
                <a:lnTo>
                  <a:pt x="175" y="239"/>
                </a:lnTo>
                <a:lnTo>
                  <a:pt x="186" y="229"/>
                </a:lnTo>
                <a:lnTo>
                  <a:pt x="197" y="217"/>
                </a:lnTo>
                <a:lnTo>
                  <a:pt x="207" y="204"/>
                </a:lnTo>
                <a:lnTo>
                  <a:pt x="215" y="190"/>
                </a:lnTo>
                <a:lnTo>
                  <a:pt x="220" y="174"/>
                </a:lnTo>
                <a:lnTo>
                  <a:pt x="221" y="158"/>
                </a:lnTo>
                <a:lnTo>
                  <a:pt x="218" y="142"/>
                </a:lnTo>
                <a:lnTo>
                  <a:pt x="213" y="127"/>
                </a:lnTo>
                <a:lnTo>
                  <a:pt x="204" y="112"/>
                </a:lnTo>
                <a:lnTo>
                  <a:pt x="194" y="99"/>
                </a:lnTo>
                <a:lnTo>
                  <a:pt x="181" y="87"/>
                </a:lnTo>
                <a:lnTo>
                  <a:pt x="169" y="77"/>
                </a:lnTo>
                <a:lnTo>
                  <a:pt x="159" y="69"/>
                </a:lnTo>
                <a:lnTo>
                  <a:pt x="149" y="63"/>
                </a:lnTo>
                <a:lnTo>
                  <a:pt x="137" y="55"/>
                </a:lnTo>
                <a:lnTo>
                  <a:pt x="125" y="48"/>
                </a:lnTo>
                <a:lnTo>
                  <a:pt x="114" y="40"/>
                </a:lnTo>
                <a:lnTo>
                  <a:pt x="101" y="33"/>
                </a:lnTo>
                <a:lnTo>
                  <a:pt x="89" y="27"/>
                </a:lnTo>
                <a:lnTo>
                  <a:pt x="77" y="20"/>
                </a:lnTo>
                <a:lnTo>
                  <a:pt x="66" y="15"/>
                </a:lnTo>
                <a:lnTo>
                  <a:pt x="54" y="9"/>
                </a:lnTo>
                <a:lnTo>
                  <a:pt x="42" y="6"/>
                </a:lnTo>
                <a:lnTo>
                  <a:pt x="32" y="3"/>
                </a:lnTo>
                <a:lnTo>
                  <a:pt x="22" y="1"/>
                </a:lnTo>
                <a:lnTo>
                  <a:pt x="14" y="0"/>
                </a:lnTo>
                <a:lnTo>
                  <a:pt x="7" y="1"/>
                </a:lnTo>
                <a:lnTo>
                  <a:pt x="0" y="3"/>
                </a:lnTo>
                <a:lnTo>
                  <a:pt x="8" y="5"/>
                </a:lnTo>
                <a:lnTo>
                  <a:pt x="16" y="8"/>
                </a:lnTo>
                <a:lnTo>
                  <a:pt x="26" y="13"/>
                </a:lnTo>
                <a:lnTo>
                  <a:pt x="35" y="17"/>
                </a:lnTo>
                <a:lnTo>
                  <a:pt x="47" y="22"/>
                </a:lnTo>
                <a:lnTo>
                  <a:pt x="58" y="28"/>
                </a:lnTo>
                <a:lnTo>
                  <a:pt x="71" y="34"/>
                </a:lnTo>
                <a:lnTo>
                  <a:pt x="83" y="40"/>
                </a:lnTo>
                <a:lnTo>
                  <a:pt x="96" y="48"/>
                </a:lnTo>
                <a:lnTo>
                  <a:pt x="109" y="55"/>
                </a:lnTo>
                <a:lnTo>
                  <a:pt x="121" y="64"/>
                </a:lnTo>
                <a:lnTo>
                  <a:pt x="134" y="72"/>
                </a:lnTo>
                <a:lnTo>
                  <a:pt x="146" y="81"/>
                </a:lnTo>
                <a:lnTo>
                  <a:pt x="158" y="90"/>
                </a:lnTo>
                <a:lnTo>
                  <a:pt x="169" y="98"/>
                </a:lnTo>
                <a:lnTo>
                  <a:pt x="179" y="108"/>
                </a:lnTo>
                <a:close/>
              </a:path>
            </a:pathLst>
          </a:custGeom>
          <a:solidFill>
            <a:srgbClr val="C9E8FF"/>
          </a:solidFill>
          <a:ln w="9525">
            <a:noFill/>
          </a:ln>
        </p:spPr>
        <p:txBody>
          <a:bodyPr/>
          <a:p>
            <a:endParaRPr lang="zh-CN" altLang="en-US"/>
          </a:p>
        </p:txBody>
      </p:sp>
      <p:sp>
        <p:nvSpPr>
          <p:cNvPr id="10562" name="Freeform 326"/>
          <p:cNvSpPr/>
          <p:nvPr/>
        </p:nvSpPr>
        <p:spPr>
          <a:xfrm>
            <a:off x="6751638" y="5402263"/>
            <a:ext cx="14287" cy="39687"/>
          </a:xfrm>
          <a:custGeom>
            <a:avLst/>
            <a:gdLst/>
            <a:ahLst/>
            <a:cxnLst>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74" h="174">
                <a:moveTo>
                  <a:pt x="28" y="12"/>
                </a:moveTo>
                <a:lnTo>
                  <a:pt x="26" y="7"/>
                </a:lnTo>
                <a:lnTo>
                  <a:pt x="23" y="3"/>
                </a:lnTo>
                <a:lnTo>
                  <a:pt x="17" y="1"/>
                </a:lnTo>
                <a:lnTo>
                  <a:pt x="12" y="0"/>
                </a:lnTo>
                <a:lnTo>
                  <a:pt x="7" y="2"/>
                </a:lnTo>
                <a:lnTo>
                  <a:pt x="3" y="5"/>
                </a:lnTo>
                <a:lnTo>
                  <a:pt x="0" y="10"/>
                </a:lnTo>
                <a:lnTo>
                  <a:pt x="0" y="16"/>
                </a:lnTo>
                <a:lnTo>
                  <a:pt x="5" y="39"/>
                </a:lnTo>
                <a:lnTo>
                  <a:pt x="13" y="66"/>
                </a:lnTo>
                <a:lnTo>
                  <a:pt x="24" y="92"/>
                </a:lnTo>
                <a:lnTo>
                  <a:pt x="36" y="118"/>
                </a:lnTo>
                <a:lnTo>
                  <a:pt x="49" y="141"/>
                </a:lnTo>
                <a:lnTo>
                  <a:pt x="61" y="159"/>
                </a:lnTo>
                <a:lnTo>
                  <a:pt x="69" y="171"/>
                </a:lnTo>
                <a:lnTo>
                  <a:pt x="74" y="174"/>
                </a:lnTo>
                <a:lnTo>
                  <a:pt x="72" y="162"/>
                </a:lnTo>
                <a:lnTo>
                  <a:pt x="67" y="147"/>
                </a:lnTo>
                <a:lnTo>
                  <a:pt x="61" y="128"/>
                </a:lnTo>
                <a:lnTo>
                  <a:pt x="53" y="105"/>
                </a:lnTo>
                <a:lnTo>
                  <a:pt x="46" y="82"/>
                </a:lnTo>
                <a:lnTo>
                  <a:pt x="38" y="58"/>
                </a:lnTo>
                <a:lnTo>
                  <a:pt x="32" y="35"/>
                </a:lnTo>
                <a:lnTo>
                  <a:pt x="28" y="12"/>
                </a:lnTo>
                <a:close/>
              </a:path>
            </a:pathLst>
          </a:custGeom>
          <a:solidFill>
            <a:srgbClr val="000000"/>
          </a:solidFill>
          <a:ln w="9525">
            <a:noFill/>
          </a:ln>
        </p:spPr>
        <p:txBody>
          <a:bodyPr/>
          <a:p>
            <a:endParaRPr lang="zh-CN" altLang="en-US"/>
          </a:p>
        </p:txBody>
      </p:sp>
      <p:sp>
        <p:nvSpPr>
          <p:cNvPr id="10563" name="Freeform 327"/>
          <p:cNvSpPr/>
          <p:nvPr/>
        </p:nvSpPr>
        <p:spPr>
          <a:xfrm>
            <a:off x="6745288" y="5381625"/>
            <a:ext cx="7937" cy="19050"/>
          </a:xfrm>
          <a:custGeom>
            <a:avLst/>
            <a:gdLst/>
            <a:ahLst/>
            <a:cxnLst>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39" h="87">
                <a:moveTo>
                  <a:pt x="20" y="9"/>
                </a:moveTo>
                <a:lnTo>
                  <a:pt x="19" y="5"/>
                </a:lnTo>
                <a:lnTo>
                  <a:pt x="16" y="2"/>
                </a:lnTo>
                <a:lnTo>
                  <a:pt x="13" y="0"/>
                </a:lnTo>
                <a:lnTo>
                  <a:pt x="8" y="0"/>
                </a:lnTo>
                <a:lnTo>
                  <a:pt x="5" y="1"/>
                </a:lnTo>
                <a:lnTo>
                  <a:pt x="2" y="3"/>
                </a:lnTo>
                <a:lnTo>
                  <a:pt x="0" y="6"/>
                </a:lnTo>
                <a:lnTo>
                  <a:pt x="0" y="10"/>
                </a:lnTo>
                <a:lnTo>
                  <a:pt x="0" y="22"/>
                </a:lnTo>
                <a:lnTo>
                  <a:pt x="3" y="35"/>
                </a:lnTo>
                <a:lnTo>
                  <a:pt x="7" y="48"/>
                </a:lnTo>
                <a:lnTo>
                  <a:pt x="13" y="60"/>
                </a:lnTo>
                <a:lnTo>
                  <a:pt x="19" y="72"/>
                </a:lnTo>
                <a:lnTo>
                  <a:pt x="25" y="81"/>
                </a:lnTo>
                <a:lnTo>
                  <a:pt x="33" y="86"/>
                </a:lnTo>
                <a:lnTo>
                  <a:pt x="38" y="87"/>
                </a:lnTo>
                <a:lnTo>
                  <a:pt x="39" y="70"/>
                </a:lnTo>
                <a:lnTo>
                  <a:pt x="34" y="50"/>
                </a:lnTo>
                <a:lnTo>
                  <a:pt x="27" y="29"/>
                </a:lnTo>
                <a:lnTo>
                  <a:pt x="20" y="9"/>
                </a:lnTo>
                <a:close/>
              </a:path>
            </a:pathLst>
          </a:custGeom>
          <a:solidFill>
            <a:srgbClr val="000000"/>
          </a:solidFill>
          <a:ln w="9525">
            <a:noFill/>
          </a:ln>
        </p:spPr>
        <p:txBody>
          <a:bodyPr/>
          <a:p>
            <a:endParaRPr lang="zh-CN" altLang="en-US"/>
          </a:p>
        </p:txBody>
      </p:sp>
      <p:sp>
        <p:nvSpPr>
          <p:cNvPr id="10564" name="Freeform 328"/>
          <p:cNvSpPr/>
          <p:nvPr/>
        </p:nvSpPr>
        <p:spPr>
          <a:xfrm>
            <a:off x="6738938" y="5367338"/>
            <a:ext cx="6350" cy="1111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34" h="51">
                <a:moveTo>
                  <a:pt x="18" y="7"/>
                </a:moveTo>
                <a:lnTo>
                  <a:pt x="18" y="8"/>
                </a:lnTo>
                <a:lnTo>
                  <a:pt x="17" y="5"/>
                </a:lnTo>
                <a:lnTo>
                  <a:pt x="14" y="1"/>
                </a:lnTo>
                <a:lnTo>
                  <a:pt x="11" y="0"/>
                </a:lnTo>
                <a:lnTo>
                  <a:pt x="7" y="0"/>
                </a:lnTo>
                <a:lnTo>
                  <a:pt x="4" y="1"/>
                </a:lnTo>
                <a:lnTo>
                  <a:pt x="1" y="5"/>
                </a:lnTo>
                <a:lnTo>
                  <a:pt x="0" y="8"/>
                </a:lnTo>
                <a:lnTo>
                  <a:pt x="0" y="11"/>
                </a:lnTo>
                <a:lnTo>
                  <a:pt x="1" y="16"/>
                </a:lnTo>
                <a:lnTo>
                  <a:pt x="4" y="23"/>
                </a:lnTo>
                <a:lnTo>
                  <a:pt x="8" y="30"/>
                </a:lnTo>
                <a:lnTo>
                  <a:pt x="13" y="37"/>
                </a:lnTo>
                <a:lnTo>
                  <a:pt x="18" y="43"/>
                </a:lnTo>
                <a:lnTo>
                  <a:pt x="25" y="47"/>
                </a:lnTo>
                <a:lnTo>
                  <a:pt x="30" y="51"/>
                </a:lnTo>
                <a:lnTo>
                  <a:pt x="34" y="51"/>
                </a:lnTo>
                <a:lnTo>
                  <a:pt x="33" y="40"/>
                </a:lnTo>
                <a:lnTo>
                  <a:pt x="29" y="27"/>
                </a:lnTo>
                <a:lnTo>
                  <a:pt x="23" y="15"/>
                </a:lnTo>
                <a:lnTo>
                  <a:pt x="18" y="7"/>
                </a:lnTo>
                <a:close/>
              </a:path>
            </a:pathLst>
          </a:custGeom>
          <a:solidFill>
            <a:srgbClr val="000000"/>
          </a:solidFill>
          <a:ln w="9525">
            <a:noFill/>
          </a:ln>
        </p:spPr>
        <p:txBody>
          <a:bodyPr/>
          <a:p>
            <a:endParaRPr lang="zh-CN" altLang="en-US"/>
          </a:p>
        </p:txBody>
      </p:sp>
      <p:sp>
        <p:nvSpPr>
          <p:cNvPr id="10565" name="Freeform 329"/>
          <p:cNvSpPr/>
          <p:nvPr/>
        </p:nvSpPr>
        <p:spPr>
          <a:xfrm>
            <a:off x="6732588" y="5357813"/>
            <a:ext cx="9525" cy="635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46" h="33">
                <a:moveTo>
                  <a:pt x="37" y="24"/>
                </a:moveTo>
                <a:lnTo>
                  <a:pt x="41" y="22"/>
                </a:lnTo>
                <a:lnTo>
                  <a:pt x="45" y="19"/>
                </a:lnTo>
                <a:lnTo>
                  <a:pt x="46" y="15"/>
                </a:lnTo>
                <a:lnTo>
                  <a:pt x="46" y="10"/>
                </a:lnTo>
                <a:lnTo>
                  <a:pt x="44" y="5"/>
                </a:lnTo>
                <a:lnTo>
                  <a:pt x="41" y="2"/>
                </a:lnTo>
                <a:lnTo>
                  <a:pt x="37" y="0"/>
                </a:lnTo>
                <a:lnTo>
                  <a:pt x="32" y="0"/>
                </a:lnTo>
                <a:lnTo>
                  <a:pt x="29" y="0"/>
                </a:lnTo>
                <a:lnTo>
                  <a:pt x="25" y="1"/>
                </a:lnTo>
                <a:lnTo>
                  <a:pt x="19" y="3"/>
                </a:lnTo>
                <a:lnTo>
                  <a:pt x="12" y="7"/>
                </a:lnTo>
                <a:lnTo>
                  <a:pt x="5" y="14"/>
                </a:lnTo>
                <a:lnTo>
                  <a:pt x="2" y="20"/>
                </a:lnTo>
                <a:lnTo>
                  <a:pt x="0" y="26"/>
                </a:lnTo>
                <a:lnTo>
                  <a:pt x="0" y="29"/>
                </a:lnTo>
                <a:lnTo>
                  <a:pt x="3" y="31"/>
                </a:lnTo>
                <a:lnTo>
                  <a:pt x="7" y="33"/>
                </a:lnTo>
                <a:lnTo>
                  <a:pt x="12" y="33"/>
                </a:lnTo>
                <a:lnTo>
                  <a:pt x="16" y="33"/>
                </a:lnTo>
                <a:lnTo>
                  <a:pt x="21" y="31"/>
                </a:lnTo>
                <a:lnTo>
                  <a:pt x="26" y="30"/>
                </a:lnTo>
                <a:lnTo>
                  <a:pt x="32" y="28"/>
                </a:lnTo>
                <a:lnTo>
                  <a:pt x="37" y="24"/>
                </a:lnTo>
                <a:close/>
              </a:path>
            </a:pathLst>
          </a:custGeom>
          <a:solidFill>
            <a:srgbClr val="000000"/>
          </a:solidFill>
          <a:ln w="9525">
            <a:noFill/>
          </a:ln>
        </p:spPr>
        <p:txBody>
          <a:bodyPr/>
          <a:p>
            <a:endParaRPr lang="zh-CN" altLang="en-US"/>
          </a:p>
        </p:txBody>
      </p:sp>
      <p:sp>
        <p:nvSpPr>
          <p:cNvPr id="10566" name="Freeform 330"/>
          <p:cNvSpPr/>
          <p:nvPr/>
        </p:nvSpPr>
        <p:spPr>
          <a:xfrm>
            <a:off x="6689725" y="5345113"/>
            <a:ext cx="36513" cy="4921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77" h="219">
                <a:moveTo>
                  <a:pt x="65" y="33"/>
                </a:moveTo>
                <a:lnTo>
                  <a:pt x="52" y="43"/>
                </a:lnTo>
                <a:lnTo>
                  <a:pt x="41" y="54"/>
                </a:lnTo>
                <a:lnTo>
                  <a:pt x="29" y="66"/>
                </a:lnTo>
                <a:lnTo>
                  <a:pt x="20" y="79"/>
                </a:lnTo>
                <a:lnTo>
                  <a:pt x="12" y="93"/>
                </a:lnTo>
                <a:lnTo>
                  <a:pt x="6" y="107"/>
                </a:lnTo>
                <a:lnTo>
                  <a:pt x="2" y="121"/>
                </a:lnTo>
                <a:lnTo>
                  <a:pt x="0" y="136"/>
                </a:lnTo>
                <a:lnTo>
                  <a:pt x="2" y="158"/>
                </a:lnTo>
                <a:lnTo>
                  <a:pt x="10" y="177"/>
                </a:lnTo>
                <a:lnTo>
                  <a:pt x="23" y="193"/>
                </a:lnTo>
                <a:lnTo>
                  <a:pt x="38" y="204"/>
                </a:lnTo>
                <a:lnTo>
                  <a:pt x="57" y="213"/>
                </a:lnTo>
                <a:lnTo>
                  <a:pt x="78" y="218"/>
                </a:lnTo>
                <a:lnTo>
                  <a:pt x="98" y="219"/>
                </a:lnTo>
                <a:lnTo>
                  <a:pt x="118" y="216"/>
                </a:lnTo>
                <a:lnTo>
                  <a:pt x="123" y="216"/>
                </a:lnTo>
                <a:lnTo>
                  <a:pt x="127" y="214"/>
                </a:lnTo>
                <a:lnTo>
                  <a:pt x="130" y="210"/>
                </a:lnTo>
                <a:lnTo>
                  <a:pt x="131" y="205"/>
                </a:lnTo>
                <a:lnTo>
                  <a:pt x="130" y="203"/>
                </a:lnTo>
                <a:lnTo>
                  <a:pt x="127" y="203"/>
                </a:lnTo>
                <a:lnTo>
                  <a:pt x="123" y="202"/>
                </a:lnTo>
                <a:lnTo>
                  <a:pt x="117" y="202"/>
                </a:lnTo>
                <a:lnTo>
                  <a:pt x="111" y="202"/>
                </a:lnTo>
                <a:lnTo>
                  <a:pt x="106" y="202"/>
                </a:lnTo>
                <a:lnTo>
                  <a:pt x="100" y="202"/>
                </a:lnTo>
                <a:lnTo>
                  <a:pt x="97" y="202"/>
                </a:lnTo>
                <a:lnTo>
                  <a:pt x="87" y="201"/>
                </a:lnTo>
                <a:lnTo>
                  <a:pt x="77" y="200"/>
                </a:lnTo>
                <a:lnTo>
                  <a:pt x="67" y="199"/>
                </a:lnTo>
                <a:lnTo>
                  <a:pt x="56" y="196"/>
                </a:lnTo>
                <a:lnTo>
                  <a:pt x="46" y="193"/>
                </a:lnTo>
                <a:lnTo>
                  <a:pt x="35" y="185"/>
                </a:lnTo>
                <a:lnTo>
                  <a:pt x="26" y="175"/>
                </a:lnTo>
                <a:lnTo>
                  <a:pt x="15" y="162"/>
                </a:lnTo>
                <a:lnTo>
                  <a:pt x="13" y="146"/>
                </a:lnTo>
                <a:lnTo>
                  <a:pt x="14" y="131"/>
                </a:lnTo>
                <a:lnTo>
                  <a:pt x="19" y="116"/>
                </a:lnTo>
                <a:lnTo>
                  <a:pt x="25" y="102"/>
                </a:lnTo>
                <a:lnTo>
                  <a:pt x="34" y="89"/>
                </a:lnTo>
                <a:lnTo>
                  <a:pt x="45" y="76"/>
                </a:lnTo>
                <a:lnTo>
                  <a:pt x="56" y="65"/>
                </a:lnTo>
                <a:lnTo>
                  <a:pt x="70" y="55"/>
                </a:lnTo>
                <a:lnTo>
                  <a:pt x="84" y="45"/>
                </a:lnTo>
                <a:lnTo>
                  <a:pt x="98" y="37"/>
                </a:lnTo>
                <a:lnTo>
                  <a:pt x="113" y="29"/>
                </a:lnTo>
                <a:lnTo>
                  <a:pt x="127" y="23"/>
                </a:lnTo>
                <a:lnTo>
                  <a:pt x="141" y="17"/>
                </a:lnTo>
                <a:lnTo>
                  <a:pt x="154" y="12"/>
                </a:lnTo>
                <a:lnTo>
                  <a:pt x="167" y="9"/>
                </a:lnTo>
                <a:lnTo>
                  <a:pt x="177" y="7"/>
                </a:lnTo>
                <a:lnTo>
                  <a:pt x="170" y="2"/>
                </a:lnTo>
                <a:lnTo>
                  <a:pt x="158" y="0"/>
                </a:lnTo>
                <a:lnTo>
                  <a:pt x="145" y="2"/>
                </a:lnTo>
                <a:lnTo>
                  <a:pt x="129" y="6"/>
                </a:lnTo>
                <a:lnTo>
                  <a:pt x="111" y="11"/>
                </a:lnTo>
                <a:lnTo>
                  <a:pt x="94" y="17"/>
                </a:lnTo>
                <a:lnTo>
                  <a:pt x="78" y="26"/>
                </a:lnTo>
                <a:lnTo>
                  <a:pt x="65" y="33"/>
                </a:lnTo>
                <a:close/>
              </a:path>
            </a:pathLst>
          </a:custGeom>
          <a:solidFill>
            <a:srgbClr val="000000"/>
          </a:solidFill>
          <a:ln w="9525">
            <a:noFill/>
          </a:ln>
        </p:spPr>
        <p:txBody>
          <a:bodyPr/>
          <a:p>
            <a:endParaRPr lang="zh-CN" altLang="en-US"/>
          </a:p>
        </p:txBody>
      </p:sp>
      <p:sp>
        <p:nvSpPr>
          <p:cNvPr id="10567" name="Freeform 331"/>
          <p:cNvSpPr/>
          <p:nvPr/>
        </p:nvSpPr>
        <p:spPr>
          <a:xfrm>
            <a:off x="6750050" y="5343525"/>
            <a:ext cx="23813" cy="39688"/>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15" h="170">
                <a:moveTo>
                  <a:pt x="97" y="57"/>
                </a:moveTo>
                <a:lnTo>
                  <a:pt x="100" y="75"/>
                </a:lnTo>
                <a:lnTo>
                  <a:pt x="98" y="90"/>
                </a:lnTo>
                <a:lnTo>
                  <a:pt x="91" y="103"/>
                </a:lnTo>
                <a:lnTo>
                  <a:pt x="80" y="114"/>
                </a:lnTo>
                <a:lnTo>
                  <a:pt x="68" y="125"/>
                </a:lnTo>
                <a:lnTo>
                  <a:pt x="54" y="135"/>
                </a:lnTo>
                <a:lnTo>
                  <a:pt x="39" y="145"/>
                </a:lnTo>
                <a:lnTo>
                  <a:pt x="27" y="155"/>
                </a:lnTo>
                <a:lnTo>
                  <a:pt x="25" y="158"/>
                </a:lnTo>
                <a:lnTo>
                  <a:pt x="23" y="160"/>
                </a:lnTo>
                <a:lnTo>
                  <a:pt x="23" y="164"/>
                </a:lnTo>
                <a:lnTo>
                  <a:pt x="26" y="167"/>
                </a:lnTo>
                <a:lnTo>
                  <a:pt x="28" y="169"/>
                </a:lnTo>
                <a:lnTo>
                  <a:pt x="31" y="170"/>
                </a:lnTo>
                <a:lnTo>
                  <a:pt x="34" y="170"/>
                </a:lnTo>
                <a:lnTo>
                  <a:pt x="37" y="169"/>
                </a:lnTo>
                <a:lnTo>
                  <a:pt x="53" y="159"/>
                </a:lnTo>
                <a:lnTo>
                  <a:pt x="69" y="149"/>
                </a:lnTo>
                <a:lnTo>
                  <a:pt x="83" y="137"/>
                </a:lnTo>
                <a:lnTo>
                  <a:pt x="97" y="123"/>
                </a:lnTo>
                <a:lnTo>
                  <a:pt x="106" y="108"/>
                </a:lnTo>
                <a:lnTo>
                  <a:pt x="113" y="91"/>
                </a:lnTo>
                <a:lnTo>
                  <a:pt x="115" y="73"/>
                </a:lnTo>
                <a:lnTo>
                  <a:pt x="111" y="53"/>
                </a:lnTo>
                <a:lnTo>
                  <a:pt x="101" y="39"/>
                </a:lnTo>
                <a:lnTo>
                  <a:pt x="89" y="26"/>
                </a:lnTo>
                <a:lnTo>
                  <a:pt x="72" y="15"/>
                </a:lnTo>
                <a:lnTo>
                  <a:pt x="55" y="8"/>
                </a:lnTo>
                <a:lnTo>
                  <a:pt x="37" y="2"/>
                </a:lnTo>
                <a:lnTo>
                  <a:pt x="21" y="0"/>
                </a:lnTo>
                <a:lnTo>
                  <a:pt x="9" y="1"/>
                </a:lnTo>
                <a:lnTo>
                  <a:pt x="0" y="5"/>
                </a:lnTo>
                <a:lnTo>
                  <a:pt x="15" y="10"/>
                </a:lnTo>
                <a:lnTo>
                  <a:pt x="30" y="13"/>
                </a:lnTo>
                <a:lnTo>
                  <a:pt x="43" y="16"/>
                </a:lnTo>
                <a:lnTo>
                  <a:pt x="57" y="20"/>
                </a:lnTo>
                <a:lnTo>
                  <a:pt x="70" y="26"/>
                </a:lnTo>
                <a:lnTo>
                  <a:pt x="81" y="33"/>
                </a:lnTo>
                <a:lnTo>
                  <a:pt x="91" y="43"/>
                </a:lnTo>
                <a:lnTo>
                  <a:pt x="97" y="57"/>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568" name="Freeform 332"/>
          <p:cNvSpPr/>
          <p:nvPr/>
        </p:nvSpPr>
        <p:spPr>
          <a:xfrm>
            <a:off x="6667500" y="5335588"/>
            <a:ext cx="57150" cy="79375"/>
          </a:xfrm>
          <a:custGeom>
            <a:avLst/>
            <a:gdLst/>
            <a:ahLst/>
            <a:cxnLst>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Lst>
            <a:pathLst>
              <a:path w="289" h="352">
                <a:moveTo>
                  <a:pt x="113" y="47"/>
                </a:moveTo>
                <a:lnTo>
                  <a:pt x="90" y="65"/>
                </a:lnTo>
                <a:lnTo>
                  <a:pt x="68" y="85"/>
                </a:lnTo>
                <a:lnTo>
                  <a:pt x="48" y="106"/>
                </a:lnTo>
                <a:lnTo>
                  <a:pt x="31" y="130"/>
                </a:lnTo>
                <a:lnTo>
                  <a:pt x="16" y="156"/>
                </a:lnTo>
                <a:lnTo>
                  <a:pt x="5" y="182"/>
                </a:lnTo>
                <a:lnTo>
                  <a:pt x="0" y="211"/>
                </a:lnTo>
                <a:lnTo>
                  <a:pt x="1" y="241"/>
                </a:lnTo>
                <a:lnTo>
                  <a:pt x="3" y="249"/>
                </a:lnTo>
                <a:lnTo>
                  <a:pt x="6" y="257"/>
                </a:lnTo>
                <a:lnTo>
                  <a:pt x="10" y="264"/>
                </a:lnTo>
                <a:lnTo>
                  <a:pt x="14" y="271"/>
                </a:lnTo>
                <a:lnTo>
                  <a:pt x="19" y="277"/>
                </a:lnTo>
                <a:lnTo>
                  <a:pt x="24" y="284"/>
                </a:lnTo>
                <a:lnTo>
                  <a:pt x="31" y="289"/>
                </a:lnTo>
                <a:lnTo>
                  <a:pt x="37" y="293"/>
                </a:lnTo>
                <a:lnTo>
                  <a:pt x="51" y="302"/>
                </a:lnTo>
                <a:lnTo>
                  <a:pt x="64" y="309"/>
                </a:lnTo>
                <a:lnTo>
                  <a:pt x="78" y="316"/>
                </a:lnTo>
                <a:lnTo>
                  <a:pt x="93" y="321"/>
                </a:lnTo>
                <a:lnTo>
                  <a:pt x="107" y="327"/>
                </a:lnTo>
                <a:lnTo>
                  <a:pt x="122" y="331"/>
                </a:lnTo>
                <a:lnTo>
                  <a:pt x="137" y="335"/>
                </a:lnTo>
                <a:lnTo>
                  <a:pt x="151" y="338"/>
                </a:lnTo>
                <a:lnTo>
                  <a:pt x="167" y="342"/>
                </a:lnTo>
                <a:lnTo>
                  <a:pt x="183" y="344"/>
                </a:lnTo>
                <a:lnTo>
                  <a:pt x="198" y="346"/>
                </a:lnTo>
                <a:lnTo>
                  <a:pt x="213" y="348"/>
                </a:lnTo>
                <a:lnTo>
                  <a:pt x="229" y="349"/>
                </a:lnTo>
                <a:lnTo>
                  <a:pt x="245" y="350"/>
                </a:lnTo>
                <a:lnTo>
                  <a:pt x="260" y="351"/>
                </a:lnTo>
                <a:lnTo>
                  <a:pt x="275" y="352"/>
                </a:lnTo>
                <a:lnTo>
                  <a:pt x="280" y="352"/>
                </a:lnTo>
                <a:lnTo>
                  <a:pt x="284" y="349"/>
                </a:lnTo>
                <a:lnTo>
                  <a:pt x="287" y="346"/>
                </a:lnTo>
                <a:lnTo>
                  <a:pt x="289" y="340"/>
                </a:lnTo>
                <a:lnTo>
                  <a:pt x="289" y="335"/>
                </a:lnTo>
                <a:lnTo>
                  <a:pt x="287" y="331"/>
                </a:lnTo>
                <a:lnTo>
                  <a:pt x="283" y="328"/>
                </a:lnTo>
                <a:lnTo>
                  <a:pt x="279" y="327"/>
                </a:lnTo>
                <a:lnTo>
                  <a:pt x="264" y="327"/>
                </a:lnTo>
                <a:lnTo>
                  <a:pt x="250" y="327"/>
                </a:lnTo>
                <a:lnTo>
                  <a:pt x="235" y="326"/>
                </a:lnTo>
                <a:lnTo>
                  <a:pt x="222" y="324"/>
                </a:lnTo>
                <a:lnTo>
                  <a:pt x="207" y="323"/>
                </a:lnTo>
                <a:lnTo>
                  <a:pt x="192" y="321"/>
                </a:lnTo>
                <a:lnTo>
                  <a:pt x="179" y="319"/>
                </a:lnTo>
                <a:lnTo>
                  <a:pt x="164" y="317"/>
                </a:lnTo>
                <a:lnTo>
                  <a:pt x="150" y="314"/>
                </a:lnTo>
                <a:lnTo>
                  <a:pt x="136" y="311"/>
                </a:lnTo>
                <a:lnTo>
                  <a:pt x="122" y="306"/>
                </a:lnTo>
                <a:lnTo>
                  <a:pt x="108" y="302"/>
                </a:lnTo>
                <a:lnTo>
                  <a:pt x="95" y="298"/>
                </a:lnTo>
                <a:lnTo>
                  <a:pt x="82" y="291"/>
                </a:lnTo>
                <a:lnTo>
                  <a:pt x="68" y="285"/>
                </a:lnTo>
                <a:lnTo>
                  <a:pt x="56" y="278"/>
                </a:lnTo>
                <a:lnTo>
                  <a:pt x="45" y="271"/>
                </a:lnTo>
                <a:lnTo>
                  <a:pt x="37" y="260"/>
                </a:lnTo>
                <a:lnTo>
                  <a:pt x="32" y="250"/>
                </a:lnTo>
                <a:lnTo>
                  <a:pt x="27" y="237"/>
                </a:lnTo>
                <a:lnTo>
                  <a:pt x="27" y="222"/>
                </a:lnTo>
                <a:lnTo>
                  <a:pt x="30" y="203"/>
                </a:lnTo>
                <a:lnTo>
                  <a:pt x="34" y="183"/>
                </a:lnTo>
                <a:lnTo>
                  <a:pt x="38" y="169"/>
                </a:lnTo>
                <a:lnTo>
                  <a:pt x="45" y="153"/>
                </a:lnTo>
                <a:lnTo>
                  <a:pt x="54" y="140"/>
                </a:lnTo>
                <a:lnTo>
                  <a:pt x="61" y="127"/>
                </a:lnTo>
                <a:lnTo>
                  <a:pt x="71" y="115"/>
                </a:lnTo>
                <a:lnTo>
                  <a:pt x="80" y="103"/>
                </a:lnTo>
                <a:lnTo>
                  <a:pt x="90" y="93"/>
                </a:lnTo>
                <a:lnTo>
                  <a:pt x="102" y="82"/>
                </a:lnTo>
                <a:lnTo>
                  <a:pt x="116" y="70"/>
                </a:lnTo>
                <a:lnTo>
                  <a:pt x="129" y="59"/>
                </a:lnTo>
                <a:lnTo>
                  <a:pt x="145" y="49"/>
                </a:lnTo>
                <a:lnTo>
                  <a:pt x="162" y="38"/>
                </a:lnTo>
                <a:lnTo>
                  <a:pt x="180" y="28"/>
                </a:lnTo>
                <a:lnTo>
                  <a:pt x="197" y="20"/>
                </a:lnTo>
                <a:lnTo>
                  <a:pt x="212" y="12"/>
                </a:lnTo>
                <a:lnTo>
                  <a:pt x="227" y="6"/>
                </a:lnTo>
                <a:lnTo>
                  <a:pt x="240" y="1"/>
                </a:lnTo>
                <a:lnTo>
                  <a:pt x="228" y="0"/>
                </a:lnTo>
                <a:lnTo>
                  <a:pt x="213" y="1"/>
                </a:lnTo>
                <a:lnTo>
                  <a:pt x="198" y="5"/>
                </a:lnTo>
                <a:lnTo>
                  <a:pt x="180" y="10"/>
                </a:lnTo>
                <a:lnTo>
                  <a:pt x="162" y="18"/>
                </a:lnTo>
                <a:lnTo>
                  <a:pt x="144" y="26"/>
                </a:lnTo>
                <a:lnTo>
                  <a:pt x="127" y="36"/>
                </a:lnTo>
                <a:lnTo>
                  <a:pt x="113" y="47"/>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569" name="Freeform 333"/>
          <p:cNvSpPr/>
          <p:nvPr/>
        </p:nvSpPr>
        <p:spPr>
          <a:xfrm>
            <a:off x="6748463" y="5332413"/>
            <a:ext cx="50800" cy="5397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52" h="235">
                <a:moveTo>
                  <a:pt x="210" y="72"/>
                </a:moveTo>
                <a:lnTo>
                  <a:pt x="222" y="85"/>
                </a:lnTo>
                <a:lnTo>
                  <a:pt x="228" y="100"/>
                </a:lnTo>
                <a:lnTo>
                  <a:pt x="232" y="116"/>
                </a:lnTo>
                <a:lnTo>
                  <a:pt x="232" y="133"/>
                </a:lnTo>
                <a:lnTo>
                  <a:pt x="230" y="147"/>
                </a:lnTo>
                <a:lnTo>
                  <a:pt x="226" y="159"/>
                </a:lnTo>
                <a:lnTo>
                  <a:pt x="218" y="171"/>
                </a:lnTo>
                <a:lnTo>
                  <a:pt x="211" y="180"/>
                </a:lnTo>
                <a:lnTo>
                  <a:pt x="202" y="191"/>
                </a:lnTo>
                <a:lnTo>
                  <a:pt x="192" y="200"/>
                </a:lnTo>
                <a:lnTo>
                  <a:pt x="183" y="209"/>
                </a:lnTo>
                <a:lnTo>
                  <a:pt x="173" y="219"/>
                </a:lnTo>
                <a:lnTo>
                  <a:pt x="171" y="222"/>
                </a:lnTo>
                <a:lnTo>
                  <a:pt x="170" y="225"/>
                </a:lnTo>
                <a:lnTo>
                  <a:pt x="171" y="229"/>
                </a:lnTo>
                <a:lnTo>
                  <a:pt x="173" y="232"/>
                </a:lnTo>
                <a:lnTo>
                  <a:pt x="176" y="234"/>
                </a:lnTo>
                <a:lnTo>
                  <a:pt x="180" y="235"/>
                </a:lnTo>
                <a:lnTo>
                  <a:pt x="184" y="234"/>
                </a:lnTo>
                <a:lnTo>
                  <a:pt x="187" y="232"/>
                </a:lnTo>
                <a:lnTo>
                  <a:pt x="208" y="218"/>
                </a:lnTo>
                <a:lnTo>
                  <a:pt x="225" y="200"/>
                </a:lnTo>
                <a:lnTo>
                  <a:pt x="239" y="178"/>
                </a:lnTo>
                <a:lnTo>
                  <a:pt x="249" y="156"/>
                </a:lnTo>
                <a:lnTo>
                  <a:pt x="252" y="131"/>
                </a:lnTo>
                <a:lnTo>
                  <a:pt x="250" y="108"/>
                </a:lnTo>
                <a:lnTo>
                  <a:pt x="242" y="85"/>
                </a:lnTo>
                <a:lnTo>
                  <a:pt x="225" y="65"/>
                </a:lnTo>
                <a:lnTo>
                  <a:pt x="212" y="54"/>
                </a:lnTo>
                <a:lnTo>
                  <a:pt x="197" y="45"/>
                </a:lnTo>
                <a:lnTo>
                  <a:pt x="181" y="36"/>
                </a:lnTo>
                <a:lnTo>
                  <a:pt x="164" y="29"/>
                </a:lnTo>
                <a:lnTo>
                  <a:pt x="146" y="22"/>
                </a:lnTo>
                <a:lnTo>
                  <a:pt x="127" y="17"/>
                </a:lnTo>
                <a:lnTo>
                  <a:pt x="109" y="12"/>
                </a:lnTo>
                <a:lnTo>
                  <a:pt x="90" y="7"/>
                </a:lnTo>
                <a:lnTo>
                  <a:pt x="73" y="4"/>
                </a:lnTo>
                <a:lnTo>
                  <a:pt x="57" y="2"/>
                </a:lnTo>
                <a:lnTo>
                  <a:pt x="42" y="0"/>
                </a:lnTo>
                <a:lnTo>
                  <a:pt x="28" y="0"/>
                </a:lnTo>
                <a:lnTo>
                  <a:pt x="17" y="0"/>
                </a:lnTo>
                <a:lnTo>
                  <a:pt x="8" y="1"/>
                </a:lnTo>
                <a:lnTo>
                  <a:pt x="3" y="3"/>
                </a:lnTo>
                <a:lnTo>
                  <a:pt x="0" y="5"/>
                </a:lnTo>
                <a:lnTo>
                  <a:pt x="10" y="7"/>
                </a:lnTo>
                <a:lnTo>
                  <a:pt x="22" y="8"/>
                </a:lnTo>
                <a:lnTo>
                  <a:pt x="33" y="11"/>
                </a:lnTo>
                <a:lnTo>
                  <a:pt x="46" y="13"/>
                </a:lnTo>
                <a:lnTo>
                  <a:pt x="60" y="15"/>
                </a:lnTo>
                <a:lnTo>
                  <a:pt x="73" y="17"/>
                </a:lnTo>
                <a:lnTo>
                  <a:pt x="87" y="20"/>
                </a:lnTo>
                <a:lnTo>
                  <a:pt x="102" y="23"/>
                </a:lnTo>
                <a:lnTo>
                  <a:pt x="115" y="28"/>
                </a:lnTo>
                <a:lnTo>
                  <a:pt x="130" y="32"/>
                </a:lnTo>
                <a:lnTo>
                  <a:pt x="145" y="37"/>
                </a:lnTo>
                <a:lnTo>
                  <a:pt x="159" y="43"/>
                </a:lnTo>
                <a:lnTo>
                  <a:pt x="172" y="49"/>
                </a:lnTo>
                <a:lnTo>
                  <a:pt x="186" y="55"/>
                </a:lnTo>
                <a:lnTo>
                  <a:pt x="198" y="64"/>
                </a:lnTo>
                <a:lnTo>
                  <a:pt x="210" y="72"/>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570" name="Freeform 334"/>
          <p:cNvSpPr/>
          <p:nvPr/>
        </p:nvSpPr>
        <p:spPr>
          <a:xfrm>
            <a:off x="6648450" y="5360988"/>
            <a:ext cx="20638" cy="50800"/>
          </a:xfrm>
          <a:custGeom>
            <a:avLst/>
            <a:gdLst/>
            <a:ahLst/>
            <a:cxnLst>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pathLst>
              <a:path w="103" h="220">
                <a:moveTo>
                  <a:pt x="0" y="120"/>
                </a:moveTo>
                <a:lnTo>
                  <a:pt x="0" y="138"/>
                </a:lnTo>
                <a:lnTo>
                  <a:pt x="4" y="155"/>
                </a:lnTo>
                <a:lnTo>
                  <a:pt x="12" y="171"/>
                </a:lnTo>
                <a:lnTo>
                  <a:pt x="22" y="185"/>
                </a:lnTo>
                <a:lnTo>
                  <a:pt x="35" y="197"/>
                </a:lnTo>
                <a:lnTo>
                  <a:pt x="50" y="207"/>
                </a:lnTo>
                <a:lnTo>
                  <a:pt x="66" y="215"/>
                </a:lnTo>
                <a:lnTo>
                  <a:pt x="83" y="219"/>
                </a:lnTo>
                <a:lnTo>
                  <a:pt x="89" y="220"/>
                </a:lnTo>
                <a:lnTo>
                  <a:pt x="94" y="218"/>
                </a:lnTo>
                <a:lnTo>
                  <a:pt x="98" y="215"/>
                </a:lnTo>
                <a:lnTo>
                  <a:pt x="100" y="211"/>
                </a:lnTo>
                <a:lnTo>
                  <a:pt x="100" y="205"/>
                </a:lnTo>
                <a:lnTo>
                  <a:pt x="99" y="200"/>
                </a:lnTo>
                <a:lnTo>
                  <a:pt x="96" y="196"/>
                </a:lnTo>
                <a:lnTo>
                  <a:pt x="91" y="193"/>
                </a:lnTo>
                <a:lnTo>
                  <a:pt x="74" y="187"/>
                </a:lnTo>
                <a:lnTo>
                  <a:pt x="58" y="178"/>
                </a:lnTo>
                <a:lnTo>
                  <a:pt x="45" y="167"/>
                </a:lnTo>
                <a:lnTo>
                  <a:pt x="36" y="154"/>
                </a:lnTo>
                <a:lnTo>
                  <a:pt x="30" y="138"/>
                </a:lnTo>
                <a:lnTo>
                  <a:pt x="27" y="121"/>
                </a:lnTo>
                <a:lnTo>
                  <a:pt x="27" y="103"/>
                </a:lnTo>
                <a:lnTo>
                  <a:pt x="32" y="83"/>
                </a:lnTo>
                <a:lnTo>
                  <a:pt x="39" y="69"/>
                </a:lnTo>
                <a:lnTo>
                  <a:pt x="51" y="56"/>
                </a:lnTo>
                <a:lnTo>
                  <a:pt x="63" y="43"/>
                </a:lnTo>
                <a:lnTo>
                  <a:pt x="77" y="31"/>
                </a:lnTo>
                <a:lnTo>
                  <a:pt x="89" y="21"/>
                </a:lnTo>
                <a:lnTo>
                  <a:pt x="98" y="12"/>
                </a:lnTo>
                <a:lnTo>
                  <a:pt x="103" y="5"/>
                </a:lnTo>
                <a:lnTo>
                  <a:pt x="103" y="0"/>
                </a:lnTo>
                <a:lnTo>
                  <a:pt x="92" y="4"/>
                </a:lnTo>
                <a:lnTo>
                  <a:pt x="77" y="12"/>
                </a:lnTo>
                <a:lnTo>
                  <a:pt x="61" y="25"/>
                </a:lnTo>
                <a:lnTo>
                  <a:pt x="44" y="40"/>
                </a:lnTo>
                <a:lnTo>
                  <a:pt x="29" y="57"/>
                </a:lnTo>
                <a:lnTo>
                  <a:pt x="16" y="77"/>
                </a:lnTo>
                <a:lnTo>
                  <a:pt x="6" y="98"/>
                </a:lnTo>
                <a:lnTo>
                  <a:pt x="0" y="120"/>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571" name="Freeform 335"/>
          <p:cNvSpPr/>
          <p:nvPr/>
        </p:nvSpPr>
        <p:spPr>
          <a:xfrm>
            <a:off x="6789738" y="5329238"/>
            <a:ext cx="44450" cy="65087"/>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20" h="288">
                <a:moveTo>
                  <a:pt x="179" y="108"/>
                </a:moveTo>
                <a:lnTo>
                  <a:pt x="186" y="115"/>
                </a:lnTo>
                <a:lnTo>
                  <a:pt x="191" y="124"/>
                </a:lnTo>
                <a:lnTo>
                  <a:pt x="196" y="133"/>
                </a:lnTo>
                <a:lnTo>
                  <a:pt x="200" y="143"/>
                </a:lnTo>
                <a:lnTo>
                  <a:pt x="202" y="153"/>
                </a:lnTo>
                <a:lnTo>
                  <a:pt x="201" y="163"/>
                </a:lnTo>
                <a:lnTo>
                  <a:pt x="199" y="174"/>
                </a:lnTo>
                <a:lnTo>
                  <a:pt x="193" y="184"/>
                </a:lnTo>
                <a:lnTo>
                  <a:pt x="186" y="194"/>
                </a:lnTo>
                <a:lnTo>
                  <a:pt x="178" y="204"/>
                </a:lnTo>
                <a:lnTo>
                  <a:pt x="168" y="213"/>
                </a:lnTo>
                <a:lnTo>
                  <a:pt x="159" y="221"/>
                </a:lnTo>
                <a:lnTo>
                  <a:pt x="148" y="229"/>
                </a:lnTo>
                <a:lnTo>
                  <a:pt x="138" y="237"/>
                </a:lnTo>
                <a:lnTo>
                  <a:pt x="127" y="246"/>
                </a:lnTo>
                <a:lnTo>
                  <a:pt x="118" y="255"/>
                </a:lnTo>
                <a:lnTo>
                  <a:pt x="115" y="258"/>
                </a:lnTo>
                <a:lnTo>
                  <a:pt x="112" y="263"/>
                </a:lnTo>
                <a:lnTo>
                  <a:pt x="110" y="267"/>
                </a:lnTo>
                <a:lnTo>
                  <a:pt x="108" y="271"/>
                </a:lnTo>
                <a:lnTo>
                  <a:pt x="107" y="276"/>
                </a:lnTo>
                <a:lnTo>
                  <a:pt x="107" y="280"/>
                </a:lnTo>
                <a:lnTo>
                  <a:pt x="109" y="284"/>
                </a:lnTo>
                <a:lnTo>
                  <a:pt x="112" y="287"/>
                </a:lnTo>
                <a:lnTo>
                  <a:pt x="117" y="288"/>
                </a:lnTo>
                <a:lnTo>
                  <a:pt x="121" y="288"/>
                </a:lnTo>
                <a:lnTo>
                  <a:pt x="124" y="287"/>
                </a:lnTo>
                <a:lnTo>
                  <a:pt x="127" y="284"/>
                </a:lnTo>
                <a:lnTo>
                  <a:pt x="138" y="271"/>
                </a:lnTo>
                <a:lnTo>
                  <a:pt x="149" y="261"/>
                </a:lnTo>
                <a:lnTo>
                  <a:pt x="161" y="250"/>
                </a:lnTo>
                <a:lnTo>
                  <a:pt x="173" y="239"/>
                </a:lnTo>
                <a:lnTo>
                  <a:pt x="185" y="229"/>
                </a:lnTo>
                <a:lnTo>
                  <a:pt x="196" y="217"/>
                </a:lnTo>
                <a:lnTo>
                  <a:pt x="206" y="204"/>
                </a:lnTo>
                <a:lnTo>
                  <a:pt x="213" y="190"/>
                </a:lnTo>
                <a:lnTo>
                  <a:pt x="219" y="173"/>
                </a:lnTo>
                <a:lnTo>
                  <a:pt x="220" y="157"/>
                </a:lnTo>
                <a:lnTo>
                  <a:pt x="218" y="141"/>
                </a:lnTo>
                <a:lnTo>
                  <a:pt x="212" y="125"/>
                </a:lnTo>
                <a:lnTo>
                  <a:pt x="204" y="111"/>
                </a:lnTo>
                <a:lnTo>
                  <a:pt x="194" y="97"/>
                </a:lnTo>
                <a:lnTo>
                  <a:pt x="182" y="86"/>
                </a:lnTo>
                <a:lnTo>
                  <a:pt x="168" y="77"/>
                </a:lnTo>
                <a:lnTo>
                  <a:pt x="158" y="70"/>
                </a:lnTo>
                <a:lnTo>
                  <a:pt x="146" y="64"/>
                </a:lnTo>
                <a:lnTo>
                  <a:pt x="134" y="56"/>
                </a:lnTo>
                <a:lnTo>
                  <a:pt x="122" y="50"/>
                </a:lnTo>
                <a:lnTo>
                  <a:pt x="109" y="43"/>
                </a:lnTo>
                <a:lnTo>
                  <a:pt x="96" y="36"/>
                </a:lnTo>
                <a:lnTo>
                  <a:pt x="83" y="29"/>
                </a:lnTo>
                <a:lnTo>
                  <a:pt x="70" y="22"/>
                </a:lnTo>
                <a:lnTo>
                  <a:pt x="59" y="17"/>
                </a:lnTo>
                <a:lnTo>
                  <a:pt x="47" y="12"/>
                </a:lnTo>
                <a:lnTo>
                  <a:pt x="36" y="7"/>
                </a:lnTo>
                <a:lnTo>
                  <a:pt x="26" y="4"/>
                </a:lnTo>
                <a:lnTo>
                  <a:pt x="18" y="1"/>
                </a:lnTo>
                <a:lnTo>
                  <a:pt x="10" y="0"/>
                </a:lnTo>
                <a:lnTo>
                  <a:pt x="4" y="0"/>
                </a:lnTo>
                <a:lnTo>
                  <a:pt x="0" y="2"/>
                </a:lnTo>
                <a:lnTo>
                  <a:pt x="9" y="7"/>
                </a:lnTo>
                <a:lnTo>
                  <a:pt x="20" y="13"/>
                </a:lnTo>
                <a:lnTo>
                  <a:pt x="31" y="18"/>
                </a:lnTo>
                <a:lnTo>
                  <a:pt x="42" y="23"/>
                </a:lnTo>
                <a:lnTo>
                  <a:pt x="54" y="29"/>
                </a:lnTo>
                <a:lnTo>
                  <a:pt x="65" y="34"/>
                </a:lnTo>
                <a:lnTo>
                  <a:pt x="77" y="40"/>
                </a:lnTo>
                <a:lnTo>
                  <a:pt x="88" y="47"/>
                </a:lnTo>
                <a:lnTo>
                  <a:pt x="101" y="53"/>
                </a:lnTo>
                <a:lnTo>
                  <a:pt x="112" y="60"/>
                </a:lnTo>
                <a:lnTo>
                  <a:pt x="124" y="66"/>
                </a:lnTo>
                <a:lnTo>
                  <a:pt x="136" y="74"/>
                </a:lnTo>
                <a:lnTo>
                  <a:pt x="147" y="82"/>
                </a:lnTo>
                <a:lnTo>
                  <a:pt x="158" y="90"/>
                </a:lnTo>
                <a:lnTo>
                  <a:pt x="168" y="98"/>
                </a:lnTo>
                <a:lnTo>
                  <a:pt x="179" y="108"/>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572" name="Freeform 336"/>
          <p:cNvSpPr/>
          <p:nvPr/>
        </p:nvSpPr>
        <p:spPr>
          <a:xfrm>
            <a:off x="6746875" y="5429250"/>
            <a:ext cx="169863" cy="112713"/>
          </a:xfrm>
          <a:custGeom>
            <a:avLst/>
            <a:gdLst/>
            <a:ahLst/>
            <a:cxnLst>
              <a:cxn ang="0">
                <a:pos x="2147483646" y="0"/>
              </a:cxn>
              <a:cxn ang="0">
                <a:pos x="2147483646" y="2147483646"/>
              </a:cxn>
              <a:cxn ang="0">
                <a:pos x="2147483646" y="2147483646"/>
              </a:cxn>
              <a:cxn ang="0">
                <a:pos x="0" y="2147483646"/>
              </a:cxn>
              <a:cxn ang="0">
                <a:pos x="2147483646" y="0"/>
              </a:cxn>
            </a:cxnLst>
            <a:pathLst>
              <a:path w="1070" h="844">
                <a:moveTo>
                  <a:pt x="141" y="0"/>
                </a:moveTo>
                <a:lnTo>
                  <a:pt x="1070" y="194"/>
                </a:lnTo>
                <a:lnTo>
                  <a:pt x="919" y="844"/>
                </a:lnTo>
                <a:lnTo>
                  <a:pt x="0" y="624"/>
                </a:lnTo>
                <a:lnTo>
                  <a:pt x="141" y="0"/>
                </a:lnTo>
                <a:close/>
              </a:path>
            </a:pathLst>
          </a:custGeom>
          <a:solidFill>
            <a:schemeClr val="folHlink"/>
          </a:solidFill>
          <a:ln w="9525">
            <a:noFill/>
          </a:ln>
        </p:spPr>
        <p:txBody>
          <a:bodyPr/>
          <a:p>
            <a:endParaRPr lang="zh-CN" altLang="en-US"/>
          </a:p>
        </p:txBody>
      </p:sp>
      <p:sp>
        <p:nvSpPr>
          <p:cNvPr id="10573" name="Freeform 337"/>
          <p:cNvSpPr/>
          <p:nvPr/>
        </p:nvSpPr>
        <p:spPr>
          <a:xfrm>
            <a:off x="6761163" y="5432425"/>
            <a:ext cx="130175" cy="44450"/>
          </a:xfrm>
          <a:custGeom>
            <a:avLst/>
            <a:gdLst/>
            <a:ahLst/>
            <a:cxnLst>
              <a:cxn ang="0">
                <a:pos x="2147483646" y="0"/>
              </a:cxn>
              <a:cxn ang="0">
                <a:pos x="2147483646" y="2147483646"/>
              </a:cxn>
              <a:cxn ang="0">
                <a:pos x="2147483646" y="2147483646"/>
              </a:cxn>
              <a:cxn ang="0">
                <a:pos x="0" y="2147483646"/>
              </a:cxn>
              <a:cxn ang="0">
                <a:pos x="2147483646" y="0"/>
              </a:cxn>
            </a:cxnLst>
            <a:pathLst>
              <a:path w="819" h="333">
                <a:moveTo>
                  <a:pt x="97" y="0"/>
                </a:moveTo>
                <a:lnTo>
                  <a:pt x="819" y="139"/>
                </a:lnTo>
                <a:lnTo>
                  <a:pt x="172" y="98"/>
                </a:lnTo>
                <a:lnTo>
                  <a:pt x="0" y="333"/>
                </a:lnTo>
                <a:lnTo>
                  <a:pt x="97" y="0"/>
                </a:lnTo>
                <a:close/>
              </a:path>
            </a:pathLst>
          </a:custGeom>
          <a:solidFill>
            <a:srgbClr val="FFFFFF"/>
          </a:solidFill>
          <a:ln w="9525">
            <a:noFill/>
          </a:ln>
        </p:spPr>
        <p:txBody>
          <a:bodyPr/>
          <a:p>
            <a:endParaRPr lang="zh-CN" altLang="en-US"/>
          </a:p>
        </p:txBody>
      </p:sp>
      <p:sp>
        <p:nvSpPr>
          <p:cNvPr id="10574" name="Freeform 338"/>
          <p:cNvSpPr/>
          <p:nvPr/>
        </p:nvSpPr>
        <p:spPr>
          <a:xfrm>
            <a:off x="6729413" y="5564188"/>
            <a:ext cx="171450" cy="41275"/>
          </a:xfrm>
          <a:custGeom>
            <a:avLst/>
            <a:gdLst/>
            <a:ahLst/>
            <a:cxnLst>
              <a:cxn ang="0">
                <a:pos x="2147483646" y="0"/>
              </a:cxn>
              <a:cxn ang="0">
                <a:pos x="2147483646" y="2147483646"/>
              </a:cxn>
              <a:cxn ang="0">
                <a:pos x="2147483646" y="2147483646"/>
              </a:cxn>
              <a:cxn ang="0">
                <a:pos x="0" y="2147483646"/>
              </a:cxn>
              <a:cxn ang="0">
                <a:pos x="2147483646" y="0"/>
              </a:cxn>
            </a:cxnLst>
            <a:pathLst>
              <a:path w="1083" h="306">
                <a:moveTo>
                  <a:pt x="34" y="0"/>
                </a:moveTo>
                <a:lnTo>
                  <a:pt x="1083" y="261"/>
                </a:lnTo>
                <a:lnTo>
                  <a:pt x="1055" y="306"/>
                </a:lnTo>
                <a:lnTo>
                  <a:pt x="0" y="28"/>
                </a:lnTo>
                <a:lnTo>
                  <a:pt x="34" y="0"/>
                </a:lnTo>
                <a:close/>
              </a:path>
            </a:pathLst>
          </a:custGeom>
          <a:solidFill>
            <a:srgbClr val="7F7F7F"/>
          </a:solidFill>
          <a:ln w="9525">
            <a:noFill/>
          </a:ln>
        </p:spPr>
        <p:txBody>
          <a:bodyPr/>
          <a:p>
            <a:endParaRPr lang="zh-CN" altLang="en-US"/>
          </a:p>
        </p:txBody>
      </p:sp>
      <p:sp>
        <p:nvSpPr>
          <p:cNvPr id="10575" name="Freeform 339"/>
          <p:cNvSpPr/>
          <p:nvPr/>
        </p:nvSpPr>
        <p:spPr>
          <a:xfrm>
            <a:off x="6713538" y="5576888"/>
            <a:ext cx="173037" cy="41275"/>
          </a:xfrm>
          <a:custGeom>
            <a:avLst/>
            <a:gdLst/>
            <a:ahLst/>
            <a:cxnLst>
              <a:cxn ang="0">
                <a:pos x="2147483646" y="0"/>
              </a:cxn>
              <a:cxn ang="0">
                <a:pos x="2147483646" y="2147483646"/>
              </a:cxn>
              <a:cxn ang="0">
                <a:pos x="2147483646" y="2147483646"/>
              </a:cxn>
              <a:cxn ang="0">
                <a:pos x="0" y="2147483646"/>
              </a:cxn>
              <a:cxn ang="0">
                <a:pos x="2147483646" y="0"/>
              </a:cxn>
            </a:cxnLst>
            <a:pathLst>
              <a:path w="1088" h="311">
                <a:moveTo>
                  <a:pt x="39" y="0"/>
                </a:moveTo>
                <a:lnTo>
                  <a:pt x="1088" y="260"/>
                </a:lnTo>
                <a:lnTo>
                  <a:pt x="1055" y="311"/>
                </a:lnTo>
                <a:lnTo>
                  <a:pt x="0" y="34"/>
                </a:lnTo>
                <a:lnTo>
                  <a:pt x="39" y="0"/>
                </a:lnTo>
                <a:close/>
              </a:path>
            </a:pathLst>
          </a:custGeom>
          <a:solidFill>
            <a:srgbClr val="7F7F7F"/>
          </a:solidFill>
          <a:ln w="9525">
            <a:noFill/>
          </a:ln>
        </p:spPr>
        <p:txBody>
          <a:bodyPr/>
          <a:p>
            <a:endParaRPr lang="zh-CN" altLang="en-US"/>
          </a:p>
        </p:txBody>
      </p:sp>
      <p:sp>
        <p:nvSpPr>
          <p:cNvPr id="10576" name="Freeform 340"/>
          <p:cNvSpPr/>
          <p:nvPr/>
        </p:nvSpPr>
        <p:spPr>
          <a:xfrm>
            <a:off x="6740525" y="5614988"/>
            <a:ext cx="25400" cy="9525"/>
          </a:xfrm>
          <a:custGeom>
            <a:avLst/>
            <a:gdLst/>
            <a:ahLst/>
            <a:cxnLst>
              <a:cxn ang="0">
                <a:pos x="2147483646" y="2147483646"/>
              </a:cxn>
              <a:cxn ang="0">
                <a:pos x="2147483646" y="2147483646"/>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Lst>
            <a:pathLst>
              <a:path w="164" h="72">
                <a:moveTo>
                  <a:pt x="16" y="1"/>
                </a:moveTo>
                <a:lnTo>
                  <a:pt x="21" y="1"/>
                </a:lnTo>
                <a:lnTo>
                  <a:pt x="35" y="0"/>
                </a:lnTo>
                <a:lnTo>
                  <a:pt x="54" y="0"/>
                </a:lnTo>
                <a:lnTo>
                  <a:pt x="78" y="2"/>
                </a:lnTo>
                <a:lnTo>
                  <a:pt x="104" y="7"/>
                </a:lnTo>
                <a:lnTo>
                  <a:pt x="128" y="17"/>
                </a:lnTo>
                <a:lnTo>
                  <a:pt x="149" y="31"/>
                </a:lnTo>
                <a:lnTo>
                  <a:pt x="164" y="51"/>
                </a:lnTo>
                <a:lnTo>
                  <a:pt x="164" y="52"/>
                </a:lnTo>
                <a:lnTo>
                  <a:pt x="164" y="57"/>
                </a:lnTo>
                <a:lnTo>
                  <a:pt x="163" y="62"/>
                </a:lnTo>
                <a:lnTo>
                  <a:pt x="161" y="67"/>
                </a:lnTo>
                <a:lnTo>
                  <a:pt x="156" y="71"/>
                </a:lnTo>
                <a:lnTo>
                  <a:pt x="149" y="72"/>
                </a:lnTo>
                <a:lnTo>
                  <a:pt x="138" y="71"/>
                </a:lnTo>
                <a:lnTo>
                  <a:pt x="124" y="65"/>
                </a:lnTo>
                <a:lnTo>
                  <a:pt x="124" y="63"/>
                </a:lnTo>
                <a:lnTo>
                  <a:pt x="123" y="59"/>
                </a:lnTo>
                <a:lnTo>
                  <a:pt x="120" y="52"/>
                </a:lnTo>
                <a:lnTo>
                  <a:pt x="113" y="45"/>
                </a:lnTo>
                <a:lnTo>
                  <a:pt x="100" y="38"/>
                </a:lnTo>
                <a:lnTo>
                  <a:pt x="81" y="32"/>
                </a:lnTo>
                <a:lnTo>
                  <a:pt x="55" y="29"/>
                </a:lnTo>
                <a:lnTo>
                  <a:pt x="20" y="29"/>
                </a:lnTo>
                <a:lnTo>
                  <a:pt x="18" y="29"/>
                </a:lnTo>
                <a:lnTo>
                  <a:pt x="14" y="27"/>
                </a:lnTo>
                <a:lnTo>
                  <a:pt x="9" y="25"/>
                </a:lnTo>
                <a:lnTo>
                  <a:pt x="4" y="22"/>
                </a:lnTo>
                <a:lnTo>
                  <a:pt x="0" y="18"/>
                </a:lnTo>
                <a:lnTo>
                  <a:pt x="0" y="14"/>
                </a:lnTo>
                <a:lnTo>
                  <a:pt x="5" y="7"/>
                </a:lnTo>
                <a:lnTo>
                  <a:pt x="16" y="1"/>
                </a:lnTo>
                <a:close/>
              </a:path>
            </a:pathLst>
          </a:custGeom>
          <a:solidFill>
            <a:srgbClr val="BFBFBF"/>
          </a:solidFill>
          <a:ln w="9525">
            <a:noFill/>
          </a:ln>
        </p:spPr>
        <p:txBody>
          <a:bodyPr/>
          <a:p>
            <a:endParaRPr lang="zh-CN" altLang="en-US"/>
          </a:p>
        </p:txBody>
      </p:sp>
      <p:sp>
        <p:nvSpPr>
          <p:cNvPr id="10577" name="Freeform 341"/>
          <p:cNvSpPr/>
          <p:nvPr/>
        </p:nvSpPr>
        <p:spPr>
          <a:xfrm>
            <a:off x="6745288" y="5546725"/>
            <a:ext cx="23812" cy="14288"/>
          </a:xfrm>
          <a:custGeom>
            <a:avLst/>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pathLst>
              <a:path w="146" h="109">
                <a:moveTo>
                  <a:pt x="45" y="0"/>
                </a:moveTo>
                <a:lnTo>
                  <a:pt x="42" y="0"/>
                </a:lnTo>
                <a:lnTo>
                  <a:pt x="35" y="3"/>
                </a:lnTo>
                <a:lnTo>
                  <a:pt x="26" y="7"/>
                </a:lnTo>
                <a:lnTo>
                  <a:pt x="15" y="14"/>
                </a:lnTo>
                <a:lnTo>
                  <a:pt x="6" y="24"/>
                </a:lnTo>
                <a:lnTo>
                  <a:pt x="1" y="39"/>
                </a:lnTo>
                <a:lnTo>
                  <a:pt x="0" y="59"/>
                </a:lnTo>
                <a:lnTo>
                  <a:pt x="6" y="85"/>
                </a:lnTo>
                <a:lnTo>
                  <a:pt x="85" y="109"/>
                </a:lnTo>
                <a:lnTo>
                  <a:pt x="84" y="104"/>
                </a:lnTo>
                <a:lnTo>
                  <a:pt x="84" y="93"/>
                </a:lnTo>
                <a:lnTo>
                  <a:pt x="84" y="76"/>
                </a:lnTo>
                <a:lnTo>
                  <a:pt x="87" y="58"/>
                </a:lnTo>
                <a:lnTo>
                  <a:pt x="93" y="40"/>
                </a:lnTo>
                <a:lnTo>
                  <a:pt x="104" y="27"/>
                </a:lnTo>
                <a:lnTo>
                  <a:pt x="121" y="20"/>
                </a:lnTo>
                <a:lnTo>
                  <a:pt x="146" y="23"/>
                </a:lnTo>
                <a:lnTo>
                  <a:pt x="45" y="0"/>
                </a:lnTo>
                <a:close/>
              </a:path>
            </a:pathLst>
          </a:custGeom>
          <a:solidFill>
            <a:srgbClr val="F2E5BF"/>
          </a:solidFill>
          <a:ln w="9525">
            <a:noFill/>
          </a:ln>
        </p:spPr>
        <p:txBody>
          <a:bodyPr/>
          <a:p>
            <a:endParaRPr lang="zh-CN" altLang="en-US"/>
          </a:p>
        </p:txBody>
      </p:sp>
      <p:sp>
        <p:nvSpPr>
          <p:cNvPr id="10578" name="Freeform 342"/>
          <p:cNvSpPr/>
          <p:nvPr/>
        </p:nvSpPr>
        <p:spPr>
          <a:xfrm>
            <a:off x="6877050" y="5572125"/>
            <a:ext cx="23813" cy="14288"/>
          </a:xfrm>
          <a:custGeom>
            <a:avLst/>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pathLst>
              <a:path w="146" h="107">
                <a:moveTo>
                  <a:pt x="45" y="0"/>
                </a:moveTo>
                <a:lnTo>
                  <a:pt x="42" y="0"/>
                </a:lnTo>
                <a:lnTo>
                  <a:pt x="35" y="2"/>
                </a:lnTo>
                <a:lnTo>
                  <a:pt x="25" y="6"/>
                </a:lnTo>
                <a:lnTo>
                  <a:pt x="15" y="12"/>
                </a:lnTo>
                <a:lnTo>
                  <a:pt x="6" y="23"/>
                </a:lnTo>
                <a:lnTo>
                  <a:pt x="0" y="38"/>
                </a:lnTo>
                <a:lnTo>
                  <a:pt x="0" y="58"/>
                </a:lnTo>
                <a:lnTo>
                  <a:pt x="6" y="85"/>
                </a:lnTo>
                <a:lnTo>
                  <a:pt x="84" y="107"/>
                </a:lnTo>
                <a:lnTo>
                  <a:pt x="83" y="103"/>
                </a:lnTo>
                <a:lnTo>
                  <a:pt x="83" y="91"/>
                </a:lnTo>
                <a:lnTo>
                  <a:pt x="83" y="75"/>
                </a:lnTo>
                <a:lnTo>
                  <a:pt x="86" y="56"/>
                </a:lnTo>
                <a:lnTo>
                  <a:pt x="92" y="40"/>
                </a:lnTo>
                <a:lnTo>
                  <a:pt x="103" y="27"/>
                </a:lnTo>
                <a:lnTo>
                  <a:pt x="121" y="19"/>
                </a:lnTo>
                <a:lnTo>
                  <a:pt x="146" y="23"/>
                </a:lnTo>
                <a:lnTo>
                  <a:pt x="45" y="0"/>
                </a:lnTo>
                <a:close/>
              </a:path>
            </a:pathLst>
          </a:custGeom>
          <a:solidFill>
            <a:srgbClr val="F2E5BF"/>
          </a:solidFill>
          <a:ln w="9525">
            <a:noFill/>
          </a:ln>
        </p:spPr>
        <p:txBody>
          <a:bodyPr/>
          <a:p>
            <a:endParaRPr lang="zh-CN" altLang="en-US"/>
          </a:p>
        </p:txBody>
      </p:sp>
      <p:sp>
        <p:nvSpPr>
          <p:cNvPr id="10579" name="Freeform 343"/>
          <p:cNvSpPr/>
          <p:nvPr/>
        </p:nvSpPr>
        <p:spPr>
          <a:xfrm>
            <a:off x="6770688" y="5549900"/>
            <a:ext cx="100012" cy="25400"/>
          </a:xfrm>
          <a:custGeom>
            <a:avLst/>
            <a:gdLst/>
            <a:ahLst/>
            <a:cxnLst>
              <a:cxn ang="0">
                <a:pos x="0" y="2147483646"/>
              </a:cxn>
              <a:cxn ang="0">
                <a:pos x="2147483646" y="2147483646"/>
              </a:cxn>
              <a:cxn ang="0">
                <a:pos x="2147483646" y="2147483646"/>
              </a:cxn>
              <a:cxn ang="0">
                <a:pos x="2147483646" y="0"/>
              </a:cxn>
              <a:cxn ang="0">
                <a:pos x="0" y="2147483646"/>
              </a:cxn>
            </a:cxnLst>
            <a:pathLst>
              <a:path w="629" h="182">
                <a:moveTo>
                  <a:pt x="0" y="40"/>
                </a:moveTo>
                <a:lnTo>
                  <a:pt x="601" y="182"/>
                </a:lnTo>
                <a:lnTo>
                  <a:pt x="629" y="142"/>
                </a:lnTo>
                <a:lnTo>
                  <a:pt x="29" y="0"/>
                </a:lnTo>
                <a:lnTo>
                  <a:pt x="0" y="40"/>
                </a:lnTo>
                <a:close/>
              </a:path>
            </a:pathLst>
          </a:custGeom>
          <a:solidFill>
            <a:schemeClr val="folHlink"/>
          </a:solidFill>
          <a:ln w="9525">
            <a:noFill/>
          </a:ln>
        </p:spPr>
        <p:txBody>
          <a:bodyPr/>
          <a:p>
            <a:endParaRPr lang="zh-CN" altLang="en-US"/>
          </a:p>
        </p:txBody>
      </p:sp>
      <p:sp>
        <p:nvSpPr>
          <p:cNvPr id="10580" name="Freeform 344"/>
          <p:cNvSpPr/>
          <p:nvPr/>
        </p:nvSpPr>
        <p:spPr>
          <a:xfrm>
            <a:off x="6770688" y="5561013"/>
            <a:ext cx="95250" cy="22225"/>
          </a:xfrm>
          <a:custGeom>
            <a:avLst/>
            <a:gdLst/>
            <a:ahLst/>
            <a:cxnLst>
              <a:cxn ang="0">
                <a:pos x="0" y="2147483646"/>
              </a:cxn>
              <a:cxn ang="0">
                <a:pos x="2147483646" y="2147483646"/>
              </a:cxn>
              <a:cxn ang="0">
                <a:pos x="2147483646" y="2147483646"/>
              </a:cxn>
              <a:cxn ang="0">
                <a:pos x="2147483646" y="0"/>
              </a:cxn>
              <a:cxn ang="0">
                <a:pos x="0" y="2147483646"/>
              </a:cxn>
            </a:cxnLst>
            <a:pathLst>
              <a:path w="606" h="170">
                <a:moveTo>
                  <a:pt x="0" y="28"/>
                </a:moveTo>
                <a:lnTo>
                  <a:pt x="600" y="170"/>
                </a:lnTo>
                <a:lnTo>
                  <a:pt x="606" y="142"/>
                </a:lnTo>
                <a:lnTo>
                  <a:pt x="5" y="0"/>
                </a:lnTo>
                <a:lnTo>
                  <a:pt x="0" y="28"/>
                </a:lnTo>
                <a:close/>
              </a:path>
            </a:pathLst>
          </a:custGeom>
          <a:solidFill>
            <a:srgbClr val="F2E5BF"/>
          </a:solidFill>
          <a:ln w="9525">
            <a:noFill/>
          </a:ln>
        </p:spPr>
        <p:txBody>
          <a:bodyPr/>
          <a:p>
            <a:endParaRPr lang="zh-CN" altLang="en-US"/>
          </a:p>
        </p:txBody>
      </p:sp>
      <p:sp>
        <p:nvSpPr>
          <p:cNvPr id="10581" name="Freeform 345"/>
          <p:cNvSpPr/>
          <p:nvPr/>
        </p:nvSpPr>
        <p:spPr>
          <a:xfrm>
            <a:off x="6770688" y="5545138"/>
            <a:ext cx="95250" cy="22225"/>
          </a:xfrm>
          <a:custGeom>
            <a:avLst/>
            <a:gdLst/>
            <a:ahLst/>
            <a:cxnLst>
              <a:cxn ang="0">
                <a:pos x="0" y="2147483646"/>
              </a:cxn>
              <a:cxn ang="0">
                <a:pos x="2147483646" y="2147483646"/>
              </a:cxn>
              <a:cxn ang="0">
                <a:pos x="2147483646" y="2147483646"/>
              </a:cxn>
              <a:cxn ang="0">
                <a:pos x="2147483646" y="0"/>
              </a:cxn>
              <a:cxn ang="0">
                <a:pos x="0" y="2147483646"/>
              </a:cxn>
            </a:cxnLst>
            <a:pathLst>
              <a:path w="606" h="170">
                <a:moveTo>
                  <a:pt x="0" y="28"/>
                </a:moveTo>
                <a:lnTo>
                  <a:pt x="600" y="170"/>
                </a:lnTo>
                <a:lnTo>
                  <a:pt x="606" y="142"/>
                </a:lnTo>
                <a:lnTo>
                  <a:pt x="5" y="0"/>
                </a:lnTo>
                <a:lnTo>
                  <a:pt x="0" y="28"/>
                </a:lnTo>
                <a:close/>
              </a:path>
            </a:pathLst>
          </a:custGeom>
          <a:solidFill>
            <a:srgbClr val="F2E5BF"/>
          </a:solidFill>
          <a:ln w="9525">
            <a:noFill/>
          </a:ln>
        </p:spPr>
        <p:txBody>
          <a:bodyPr/>
          <a:p>
            <a:endParaRPr lang="zh-CN" altLang="en-US"/>
          </a:p>
        </p:txBody>
      </p:sp>
      <p:grpSp>
        <p:nvGrpSpPr>
          <p:cNvPr id="10582" name="Group 346"/>
          <p:cNvGrpSpPr/>
          <p:nvPr/>
        </p:nvGrpSpPr>
        <p:grpSpPr>
          <a:xfrm>
            <a:off x="6189663" y="5181600"/>
            <a:ext cx="338137" cy="282575"/>
            <a:chOff x="3899" y="3264"/>
            <a:chExt cx="213" cy="178"/>
          </a:xfrm>
        </p:grpSpPr>
        <p:sp>
          <p:nvSpPr>
            <p:cNvPr id="10583" name="Freeform 347"/>
            <p:cNvSpPr/>
            <p:nvPr/>
          </p:nvSpPr>
          <p:spPr>
            <a:xfrm>
              <a:off x="3899" y="3264"/>
              <a:ext cx="213" cy="17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13" h="1606">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bg2"/>
            </a:solidFill>
            <a:ln w="9525">
              <a:noFill/>
            </a:ln>
          </p:spPr>
          <p:txBody>
            <a:bodyPr/>
            <a:p>
              <a:endParaRPr lang="zh-CN" altLang="en-US"/>
            </a:p>
          </p:txBody>
        </p:sp>
        <p:sp>
          <p:nvSpPr>
            <p:cNvPr id="10584" name="Freeform 348"/>
            <p:cNvSpPr/>
            <p:nvPr/>
          </p:nvSpPr>
          <p:spPr>
            <a:xfrm>
              <a:off x="3977" y="3278"/>
              <a:ext cx="68" cy="7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14" h="697">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solidFill>
            <a:ln w="9525">
              <a:noFill/>
            </a:ln>
          </p:spPr>
          <p:txBody>
            <a:bodyPr/>
            <a:p>
              <a:endParaRPr lang="zh-CN" altLang="en-US"/>
            </a:p>
          </p:txBody>
        </p:sp>
        <p:sp>
          <p:nvSpPr>
            <p:cNvPr id="10585" name="Freeform 349"/>
            <p:cNvSpPr/>
            <p:nvPr/>
          </p:nvSpPr>
          <p:spPr>
            <a:xfrm>
              <a:off x="3984" y="3299"/>
              <a:ext cx="113" cy="7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14" h="693">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solidFill>
            <a:ln w="9525">
              <a:noFill/>
            </a:ln>
          </p:spPr>
          <p:txBody>
            <a:bodyPr/>
            <a:p>
              <a:endParaRPr lang="zh-CN" altLang="en-US"/>
            </a:p>
          </p:txBody>
        </p:sp>
        <p:sp>
          <p:nvSpPr>
            <p:cNvPr id="10586" name="Freeform 350"/>
            <p:cNvSpPr/>
            <p:nvPr/>
          </p:nvSpPr>
          <p:spPr>
            <a:xfrm>
              <a:off x="3970" y="3375"/>
              <a:ext cx="83" cy="27"/>
            </a:xfrm>
            <a:custGeom>
              <a:avLst/>
              <a:gdLst/>
              <a:ahLst/>
              <a:cxnLst>
                <a:cxn ang="0">
                  <a:pos x="0" y="0"/>
                </a:cxn>
                <a:cxn ang="0">
                  <a:pos x="0" y="0"/>
                </a:cxn>
                <a:cxn ang="0">
                  <a:pos x="0" y="0"/>
                </a:cxn>
                <a:cxn ang="0">
                  <a:pos x="0" y="0"/>
                </a:cxn>
                <a:cxn ang="0">
                  <a:pos x="0" y="0"/>
                </a:cxn>
              </a:cxnLst>
              <a:pathLst>
                <a:path w="745" h="240">
                  <a:moveTo>
                    <a:pt x="745" y="86"/>
                  </a:moveTo>
                  <a:lnTo>
                    <a:pt x="11" y="0"/>
                  </a:lnTo>
                  <a:lnTo>
                    <a:pt x="0" y="86"/>
                  </a:lnTo>
                  <a:lnTo>
                    <a:pt x="722" y="240"/>
                  </a:lnTo>
                  <a:lnTo>
                    <a:pt x="745" y="86"/>
                  </a:lnTo>
                  <a:close/>
                </a:path>
              </a:pathLst>
            </a:custGeom>
            <a:solidFill>
              <a:srgbClr val="DDDDDD"/>
            </a:solidFill>
            <a:ln w="9525">
              <a:noFill/>
            </a:ln>
          </p:spPr>
          <p:txBody>
            <a:bodyPr/>
            <a:p>
              <a:endParaRPr lang="zh-CN" altLang="en-US"/>
            </a:p>
          </p:txBody>
        </p:sp>
        <p:sp>
          <p:nvSpPr>
            <p:cNvPr id="10587" name="Freeform 351"/>
            <p:cNvSpPr/>
            <p:nvPr/>
          </p:nvSpPr>
          <p:spPr>
            <a:xfrm>
              <a:off x="4011" y="3384"/>
              <a:ext cx="36" cy="12"/>
            </a:xfrm>
            <a:custGeom>
              <a:avLst/>
              <a:gdLst/>
              <a:ahLst/>
              <a:cxnLst>
                <a:cxn ang="0">
                  <a:pos x="0" y="0"/>
                </a:cxn>
                <a:cxn ang="0">
                  <a:pos x="0" y="0"/>
                </a:cxn>
                <a:cxn ang="0">
                  <a:pos x="0" y="0"/>
                </a:cxn>
                <a:cxn ang="0">
                  <a:pos x="0" y="0"/>
                </a:cxn>
                <a:cxn ang="0">
                  <a:pos x="0" y="0"/>
                </a:cxn>
              </a:cxnLst>
              <a:pathLst>
                <a:path w="319" h="109">
                  <a:moveTo>
                    <a:pt x="319" y="47"/>
                  </a:moveTo>
                  <a:lnTo>
                    <a:pt x="4" y="0"/>
                  </a:lnTo>
                  <a:lnTo>
                    <a:pt x="0" y="45"/>
                  </a:lnTo>
                  <a:lnTo>
                    <a:pt x="309" y="109"/>
                  </a:lnTo>
                  <a:lnTo>
                    <a:pt x="319" y="47"/>
                  </a:lnTo>
                  <a:close/>
                </a:path>
              </a:pathLst>
            </a:custGeom>
            <a:solidFill>
              <a:srgbClr val="DDDDDD"/>
            </a:solidFill>
            <a:ln w="9525">
              <a:noFill/>
            </a:ln>
          </p:spPr>
          <p:txBody>
            <a:bodyPr/>
            <a:p>
              <a:endParaRPr lang="zh-CN" altLang="en-US"/>
            </a:p>
          </p:txBody>
        </p:sp>
        <p:sp>
          <p:nvSpPr>
            <p:cNvPr id="10588" name="Freeform 352"/>
            <p:cNvSpPr/>
            <p:nvPr/>
          </p:nvSpPr>
          <p:spPr>
            <a:xfrm>
              <a:off x="3975" y="3378"/>
              <a:ext cx="24" cy="9"/>
            </a:xfrm>
            <a:custGeom>
              <a:avLst/>
              <a:gdLst/>
              <a:ahLst/>
              <a:cxnLst>
                <a:cxn ang="0">
                  <a:pos x="0" y="0"/>
                </a:cxn>
                <a:cxn ang="0">
                  <a:pos x="0" y="0"/>
                </a:cxn>
                <a:cxn ang="0">
                  <a:pos x="0" y="0"/>
                </a:cxn>
                <a:cxn ang="0">
                  <a:pos x="0" y="0"/>
                </a:cxn>
                <a:cxn ang="0">
                  <a:pos x="0" y="0"/>
                </a:cxn>
              </a:cxnLst>
              <a:pathLst>
                <a:path w="213" h="81">
                  <a:moveTo>
                    <a:pt x="213" y="37"/>
                  </a:moveTo>
                  <a:lnTo>
                    <a:pt x="0" y="0"/>
                  </a:lnTo>
                  <a:lnTo>
                    <a:pt x="2" y="39"/>
                  </a:lnTo>
                  <a:lnTo>
                    <a:pt x="206" y="81"/>
                  </a:lnTo>
                  <a:lnTo>
                    <a:pt x="213" y="37"/>
                  </a:lnTo>
                  <a:close/>
                </a:path>
              </a:pathLst>
            </a:custGeom>
            <a:solidFill>
              <a:srgbClr val="DDDDDD"/>
            </a:solidFill>
            <a:ln w="9525">
              <a:noFill/>
            </a:ln>
          </p:spPr>
          <p:txBody>
            <a:bodyPr/>
            <a:p>
              <a:endParaRPr lang="zh-CN" altLang="en-US"/>
            </a:p>
          </p:txBody>
        </p:sp>
        <p:sp>
          <p:nvSpPr>
            <p:cNvPr id="10589" name="Freeform 353"/>
            <p:cNvSpPr/>
            <p:nvPr/>
          </p:nvSpPr>
          <p:spPr>
            <a:xfrm>
              <a:off x="3916" y="3386"/>
              <a:ext cx="139" cy="4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54" h="415">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solidFill>
            <a:ln w="9525">
              <a:noFill/>
            </a:ln>
          </p:spPr>
          <p:txBody>
            <a:bodyPr/>
            <a:p>
              <a:endParaRPr lang="zh-CN" altLang="en-US"/>
            </a:p>
          </p:txBody>
        </p:sp>
        <p:sp>
          <p:nvSpPr>
            <p:cNvPr id="10590" name="Freeform 354"/>
            <p:cNvSpPr/>
            <p:nvPr/>
          </p:nvSpPr>
          <p:spPr>
            <a:xfrm>
              <a:off x="4055" y="3381"/>
              <a:ext cx="49" cy="22"/>
            </a:xfrm>
            <a:custGeom>
              <a:avLst/>
              <a:gdLst/>
              <a:ahLst/>
              <a:cxnLst>
                <a:cxn ang="0">
                  <a:pos x="0" y="0"/>
                </a:cxn>
                <a:cxn ang="0">
                  <a:pos x="0" y="0"/>
                </a:cxn>
                <a:cxn ang="0">
                  <a:pos x="0" y="0"/>
                </a:cxn>
                <a:cxn ang="0">
                  <a:pos x="0" y="0"/>
                </a:cxn>
                <a:cxn ang="0">
                  <a:pos x="0" y="0"/>
                </a:cxn>
                <a:cxn ang="0">
                  <a:pos x="0" y="0"/>
                </a:cxn>
              </a:cxnLst>
              <a:pathLst>
                <a:path w="447" h="198">
                  <a:moveTo>
                    <a:pt x="45" y="198"/>
                  </a:moveTo>
                  <a:lnTo>
                    <a:pt x="447" y="79"/>
                  </a:lnTo>
                  <a:lnTo>
                    <a:pt x="203" y="0"/>
                  </a:lnTo>
                  <a:lnTo>
                    <a:pt x="5" y="22"/>
                  </a:lnTo>
                  <a:lnTo>
                    <a:pt x="0" y="187"/>
                  </a:lnTo>
                  <a:lnTo>
                    <a:pt x="45" y="198"/>
                  </a:lnTo>
                  <a:close/>
                </a:path>
              </a:pathLst>
            </a:custGeom>
            <a:solidFill>
              <a:srgbClr val="DDDDDD"/>
            </a:solidFill>
            <a:ln w="9525">
              <a:noFill/>
            </a:ln>
          </p:spPr>
          <p:txBody>
            <a:bodyPr/>
            <a:p>
              <a:endParaRPr lang="zh-CN" altLang="en-US"/>
            </a:p>
          </p:txBody>
        </p:sp>
        <p:sp>
          <p:nvSpPr>
            <p:cNvPr id="10591" name="Freeform 355"/>
            <p:cNvSpPr/>
            <p:nvPr/>
          </p:nvSpPr>
          <p:spPr>
            <a:xfrm>
              <a:off x="3926" y="3287"/>
              <a:ext cx="27" cy="10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38" h="947">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solidFill>
            <a:ln w="9525">
              <a:noFill/>
            </a:ln>
          </p:spPr>
          <p:txBody>
            <a:bodyPr/>
            <a:p>
              <a:endParaRPr lang="zh-CN" altLang="en-US"/>
            </a:p>
          </p:txBody>
        </p:sp>
        <p:sp>
          <p:nvSpPr>
            <p:cNvPr id="10592" name="Freeform 356"/>
            <p:cNvSpPr/>
            <p:nvPr/>
          </p:nvSpPr>
          <p:spPr>
            <a:xfrm>
              <a:off x="3927" y="3288"/>
              <a:ext cx="23" cy="8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03" h="799">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solidFill>
            <a:ln w="9525">
              <a:noFill/>
            </a:ln>
          </p:spPr>
          <p:txBody>
            <a:bodyPr/>
            <a:p>
              <a:endParaRPr lang="zh-CN" altLang="en-US"/>
            </a:p>
          </p:txBody>
        </p:sp>
        <p:sp>
          <p:nvSpPr>
            <p:cNvPr id="10593" name="Freeform 357"/>
            <p:cNvSpPr/>
            <p:nvPr/>
          </p:nvSpPr>
          <p:spPr>
            <a:xfrm>
              <a:off x="3928" y="3289"/>
              <a:ext cx="19" cy="7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71" h="650">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solidFill>
            <a:ln w="9525">
              <a:noFill/>
            </a:ln>
          </p:spPr>
          <p:txBody>
            <a:bodyPr/>
            <a:p>
              <a:endParaRPr lang="zh-CN" altLang="en-US"/>
            </a:p>
          </p:txBody>
        </p:sp>
        <p:sp>
          <p:nvSpPr>
            <p:cNvPr id="10594" name="Freeform 358"/>
            <p:cNvSpPr/>
            <p:nvPr/>
          </p:nvSpPr>
          <p:spPr>
            <a:xfrm>
              <a:off x="3929" y="3289"/>
              <a:ext cx="15"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38" h="502">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solidFill>
            <a:ln w="9525">
              <a:noFill/>
            </a:ln>
          </p:spPr>
          <p:txBody>
            <a:bodyPr/>
            <a:p>
              <a:endParaRPr lang="zh-CN" altLang="en-US"/>
            </a:p>
          </p:txBody>
        </p:sp>
        <p:sp>
          <p:nvSpPr>
            <p:cNvPr id="10595" name="Freeform 359"/>
            <p:cNvSpPr/>
            <p:nvPr/>
          </p:nvSpPr>
          <p:spPr>
            <a:xfrm>
              <a:off x="3929" y="3290"/>
              <a:ext cx="12" cy="4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4" h="353">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solidFill>
            <a:ln w="9525">
              <a:noFill/>
            </a:ln>
          </p:spPr>
          <p:txBody>
            <a:bodyPr/>
            <a:p>
              <a:endParaRPr lang="zh-CN" altLang="en-US"/>
            </a:p>
          </p:txBody>
        </p:sp>
        <p:sp>
          <p:nvSpPr>
            <p:cNvPr id="10596" name="Freeform 360"/>
            <p:cNvSpPr/>
            <p:nvPr/>
          </p:nvSpPr>
          <p:spPr>
            <a:xfrm>
              <a:off x="3930" y="3291"/>
              <a:ext cx="8" cy="2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72" h="204">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solidFill>
            <a:ln w="9525">
              <a:noFill/>
            </a:ln>
          </p:spPr>
          <p:txBody>
            <a:bodyPr/>
            <a:p>
              <a:endParaRPr lang="zh-CN" altLang="en-US"/>
            </a:p>
          </p:txBody>
        </p:sp>
        <p:sp>
          <p:nvSpPr>
            <p:cNvPr id="10597" name="Freeform 361"/>
            <p:cNvSpPr/>
            <p:nvPr/>
          </p:nvSpPr>
          <p:spPr>
            <a:xfrm>
              <a:off x="4025" y="3357"/>
              <a:ext cx="12" cy="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4" h="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solidFill>
            <a:ln w="9525">
              <a:noFill/>
            </a:ln>
          </p:spPr>
          <p:txBody>
            <a:bodyPr/>
            <a:p>
              <a:endParaRPr lang="zh-CN" altLang="en-US"/>
            </a:p>
          </p:txBody>
        </p:sp>
        <p:sp>
          <p:nvSpPr>
            <p:cNvPr id="10598" name="Freeform 362"/>
            <p:cNvSpPr/>
            <p:nvPr/>
          </p:nvSpPr>
          <p:spPr>
            <a:xfrm>
              <a:off x="3990" y="3357"/>
              <a:ext cx="6" cy="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 h="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solidFill>
            <a:ln w="9525">
              <a:noFill/>
            </a:ln>
          </p:spPr>
          <p:txBody>
            <a:bodyPr/>
            <a:p>
              <a:endParaRPr lang="zh-CN" altLang="en-US"/>
            </a:p>
          </p:txBody>
        </p:sp>
        <p:sp>
          <p:nvSpPr>
            <p:cNvPr id="10599" name="Freeform 363"/>
            <p:cNvSpPr/>
            <p:nvPr/>
          </p:nvSpPr>
          <p:spPr>
            <a:xfrm>
              <a:off x="4000" y="3357"/>
              <a:ext cx="5" cy="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 h="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solidFill>
            <a:ln w="9525">
              <a:noFill/>
            </a:ln>
          </p:spPr>
          <p:txBody>
            <a:bodyPr/>
            <a:p>
              <a:endParaRPr lang="zh-CN" altLang="en-US"/>
            </a:p>
          </p:txBody>
        </p:sp>
        <p:sp>
          <p:nvSpPr>
            <p:cNvPr id="10600" name="Freeform 364"/>
            <p:cNvSpPr/>
            <p:nvPr/>
          </p:nvSpPr>
          <p:spPr>
            <a:xfrm>
              <a:off x="3961" y="3278"/>
              <a:ext cx="16"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8" h="712">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solidFill>
            <a:ln w="9525">
              <a:noFill/>
            </a:ln>
          </p:spPr>
          <p:txBody>
            <a:bodyPr/>
            <a:p>
              <a:endParaRPr lang="zh-CN" altLang="en-US"/>
            </a:p>
          </p:txBody>
        </p:sp>
        <p:sp>
          <p:nvSpPr>
            <p:cNvPr id="10601" name="Freeform 365"/>
            <p:cNvSpPr/>
            <p:nvPr/>
          </p:nvSpPr>
          <p:spPr>
            <a:xfrm>
              <a:off x="4045" y="3268"/>
              <a:ext cx="23" cy="8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01" h="795">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solidFill>
            <a:ln w="9525">
              <a:noFill/>
            </a:ln>
          </p:spPr>
          <p:txBody>
            <a:bodyPr/>
            <a:p>
              <a:endParaRPr lang="zh-CN" altLang="en-US"/>
            </a:p>
          </p:txBody>
        </p:sp>
        <p:sp>
          <p:nvSpPr>
            <p:cNvPr id="10602" name="Freeform 366"/>
            <p:cNvSpPr/>
            <p:nvPr/>
          </p:nvSpPr>
          <p:spPr>
            <a:xfrm>
              <a:off x="3961" y="3282"/>
              <a:ext cx="15" cy="6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9" h="622">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solidFill>
            <a:ln w="9525">
              <a:noFill/>
            </a:ln>
          </p:spPr>
          <p:txBody>
            <a:bodyPr/>
            <a:p>
              <a:endParaRPr lang="zh-CN" altLang="en-US"/>
            </a:p>
          </p:txBody>
        </p:sp>
        <p:sp>
          <p:nvSpPr>
            <p:cNvPr id="10603" name="Freeform 367"/>
            <p:cNvSpPr/>
            <p:nvPr/>
          </p:nvSpPr>
          <p:spPr>
            <a:xfrm>
              <a:off x="3962" y="3287"/>
              <a:ext cx="12" cy="5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0" h="531">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solidFill>
            <a:ln w="9525">
              <a:noFill/>
            </a:ln>
          </p:spPr>
          <p:txBody>
            <a:bodyPr/>
            <a:p>
              <a:endParaRPr lang="zh-CN" altLang="en-US"/>
            </a:p>
          </p:txBody>
        </p:sp>
        <p:sp>
          <p:nvSpPr>
            <p:cNvPr id="10604" name="Freeform 368"/>
            <p:cNvSpPr/>
            <p:nvPr/>
          </p:nvSpPr>
          <p:spPr>
            <a:xfrm>
              <a:off x="3963" y="3292"/>
              <a:ext cx="10" cy="4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92" h="438">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solidFill>
            <a:ln w="9525">
              <a:noFill/>
            </a:ln>
          </p:spPr>
          <p:txBody>
            <a:bodyPr/>
            <a:p>
              <a:endParaRPr lang="zh-CN" altLang="en-US"/>
            </a:p>
          </p:txBody>
        </p:sp>
        <p:sp>
          <p:nvSpPr>
            <p:cNvPr id="10605" name="Freeform 369"/>
            <p:cNvSpPr/>
            <p:nvPr/>
          </p:nvSpPr>
          <p:spPr>
            <a:xfrm>
              <a:off x="3963" y="3296"/>
              <a:ext cx="8"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73" h="347">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solidFill>
            <a:ln w="9525">
              <a:noFill/>
            </a:ln>
          </p:spPr>
          <p:txBody>
            <a:bodyPr/>
            <a:p>
              <a:endParaRPr lang="zh-CN" altLang="en-US"/>
            </a:p>
          </p:txBody>
        </p:sp>
        <p:sp>
          <p:nvSpPr>
            <p:cNvPr id="10606" name="Freeform 370"/>
            <p:cNvSpPr/>
            <p:nvPr/>
          </p:nvSpPr>
          <p:spPr>
            <a:xfrm>
              <a:off x="3964" y="3301"/>
              <a:ext cx="6" cy="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 h="256">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solidFill>
            <a:ln w="9525">
              <a:noFill/>
            </a:ln>
          </p:spPr>
          <p:txBody>
            <a:bodyPr/>
            <a:p>
              <a:endParaRPr lang="zh-CN" altLang="en-US"/>
            </a:p>
          </p:txBody>
        </p:sp>
        <p:sp>
          <p:nvSpPr>
            <p:cNvPr id="10607" name="Freeform 371"/>
            <p:cNvSpPr/>
            <p:nvPr/>
          </p:nvSpPr>
          <p:spPr>
            <a:xfrm>
              <a:off x="4046" y="3273"/>
              <a:ext cx="20" cy="7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76" h="693">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solidFill>
            <a:ln w="9525">
              <a:noFill/>
            </a:ln>
          </p:spPr>
          <p:txBody>
            <a:bodyPr/>
            <a:p>
              <a:endParaRPr lang="zh-CN" altLang="en-US"/>
            </a:p>
          </p:txBody>
        </p:sp>
        <p:sp>
          <p:nvSpPr>
            <p:cNvPr id="10608" name="Freeform 372"/>
            <p:cNvSpPr/>
            <p:nvPr/>
          </p:nvSpPr>
          <p:spPr>
            <a:xfrm>
              <a:off x="4047" y="3279"/>
              <a:ext cx="16" cy="6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9" h="592">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solidFill>
            <a:ln w="9525">
              <a:noFill/>
            </a:ln>
          </p:spPr>
          <p:txBody>
            <a:bodyPr/>
            <a:p>
              <a:endParaRPr lang="zh-CN" altLang="en-US"/>
            </a:p>
          </p:txBody>
        </p:sp>
        <p:sp>
          <p:nvSpPr>
            <p:cNvPr id="10609" name="Freeform 373"/>
            <p:cNvSpPr/>
            <p:nvPr/>
          </p:nvSpPr>
          <p:spPr>
            <a:xfrm>
              <a:off x="4048" y="3284"/>
              <a:ext cx="1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4" h="490">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solidFill>
            <a:ln w="9525">
              <a:noFill/>
            </a:ln>
          </p:spPr>
          <p:txBody>
            <a:bodyPr/>
            <a:p>
              <a:endParaRPr lang="zh-CN" altLang="en-US"/>
            </a:p>
          </p:txBody>
        </p:sp>
        <p:sp>
          <p:nvSpPr>
            <p:cNvPr id="10610" name="Freeform 374"/>
            <p:cNvSpPr/>
            <p:nvPr/>
          </p:nvSpPr>
          <p:spPr>
            <a:xfrm>
              <a:off x="4048" y="3289"/>
              <a:ext cx="11" cy="4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99" h="38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solidFill>
            <a:ln w="9525">
              <a:noFill/>
            </a:ln>
          </p:spPr>
          <p:txBody>
            <a:bodyPr/>
            <a:p>
              <a:endParaRPr lang="zh-CN" altLang="en-US"/>
            </a:p>
          </p:txBody>
        </p:sp>
        <p:sp>
          <p:nvSpPr>
            <p:cNvPr id="10611" name="Freeform 375"/>
            <p:cNvSpPr/>
            <p:nvPr/>
          </p:nvSpPr>
          <p:spPr>
            <a:xfrm>
              <a:off x="4049" y="3295"/>
              <a:ext cx="8" cy="3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72" h="287">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solidFill>
            <a:ln w="9525">
              <a:noFill/>
            </a:ln>
          </p:spPr>
          <p:txBody>
            <a:bodyPr/>
            <a:p>
              <a:endParaRPr lang="zh-CN" altLang="en-US"/>
            </a:p>
          </p:txBody>
        </p:sp>
        <p:sp>
          <p:nvSpPr>
            <p:cNvPr id="10612" name="Rectangle 376"/>
            <p:cNvSpPr/>
            <p:nvPr/>
          </p:nvSpPr>
          <p:spPr>
            <a:xfrm>
              <a:off x="3944" y="3287"/>
              <a:ext cx="3" cy="101"/>
            </a:xfrm>
            <a:prstGeom prst="rect">
              <a:avLst/>
            </a:prstGeom>
            <a:solidFill>
              <a:srgbClr val="DDDDDD"/>
            </a:solidFill>
            <a:ln w="9525">
              <a:noFill/>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613" name="Freeform 377"/>
            <p:cNvSpPr/>
            <p:nvPr/>
          </p:nvSpPr>
          <p:spPr>
            <a:xfrm>
              <a:off x="3980" y="3285"/>
              <a:ext cx="39" cy="4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54" h="418">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solidFill>
            <a:ln w="9525">
              <a:noFill/>
            </a:ln>
          </p:spPr>
          <p:txBody>
            <a:bodyPr/>
            <a:p>
              <a:endParaRPr lang="zh-CN" altLang="en-US"/>
            </a:p>
          </p:txBody>
        </p:sp>
        <p:sp>
          <p:nvSpPr>
            <p:cNvPr id="10614" name="Freeform 378"/>
            <p:cNvSpPr/>
            <p:nvPr/>
          </p:nvSpPr>
          <p:spPr>
            <a:xfrm>
              <a:off x="3925" y="3320"/>
              <a:ext cx="32"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90" h="79">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solidFill>
            <a:ln w="9525">
              <a:noFill/>
            </a:ln>
          </p:spPr>
          <p:txBody>
            <a:bodyPr/>
            <a:p>
              <a:endParaRPr lang="zh-CN" altLang="en-US"/>
            </a:p>
          </p:txBody>
        </p:sp>
        <p:sp>
          <p:nvSpPr>
            <p:cNvPr id="10615" name="Freeform 379"/>
            <p:cNvSpPr/>
            <p:nvPr/>
          </p:nvSpPr>
          <p:spPr>
            <a:xfrm>
              <a:off x="3925" y="3299"/>
              <a:ext cx="32"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90" h="79">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solidFill>
            <a:ln w="9525">
              <a:noFill/>
            </a:ln>
          </p:spPr>
          <p:txBody>
            <a:bodyPr/>
            <a:p>
              <a:endParaRPr lang="zh-CN" altLang="en-US"/>
            </a:p>
          </p:txBody>
        </p:sp>
        <p:sp>
          <p:nvSpPr>
            <p:cNvPr id="10616" name="Freeform 380"/>
            <p:cNvSpPr/>
            <p:nvPr/>
          </p:nvSpPr>
          <p:spPr>
            <a:xfrm>
              <a:off x="3955" y="3289"/>
              <a:ext cx="52"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469" h="868">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solidFill>
            <a:ln w="9525">
              <a:noFill/>
            </a:ln>
          </p:spPr>
          <p:txBody>
            <a:bodyPr/>
            <a:p>
              <a:endParaRPr lang="zh-CN" altLang="en-US"/>
            </a:p>
          </p:txBody>
        </p:sp>
        <p:sp>
          <p:nvSpPr>
            <p:cNvPr id="10617" name="Freeform 381"/>
            <p:cNvSpPr/>
            <p:nvPr/>
          </p:nvSpPr>
          <p:spPr>
            <a:xfrm>
              <a:off x="3981" y="3267"/>
              <a:ext cx="67"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04" h="118">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solidFill>
            <a:ln w="9525">
              <a:noFill/>
            </a:ln>
          </p:spPr>
          <p:txBody>
            <a:bodyPr/>
            <a:p>
              <a:endParaRPr lang="zh-CN" altLang="en-US"/>
            </a:p>
          </p:txBody>
        </p:sp>
        <p:sp>
          <p:nvSpPr>
            <p:cNvPr id="10618" name="Freeform 382"/>
            <p:cNvSpPr/>
            <p:nvPr/>
          </p:nvSpPr>
          <p:spPr>
            <a:xfrm>
              <a:off x="3942" y="3387"/>
              <a:ext cx="113" cy="3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17" h="33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solidFill>
            <a:ln w="9525">
              <a:noFill/>
            </a:ln>
          </p:spPr>
          <p:txBody>
            <a:bodyPr/>
            <a:p>
              <a:endParaRPr lang="zh-CN" altLang="en-US"/>
            </a:p>
          </p:txBody>
        </p:sp>
        <p:sp>
          <p:nvSpPr>
            <p:cNvPr id="10619" name="Freeform 383"/>
            <p:cNvSpPr/>
            <p:nvPr/>
          </p:nvSpPr>
          <p:spPr>
            <a:xfrm>
              <a:off x="3918" y="3397"/>
              <a:ext cx="116" cy="34"/>
            </a:xfrm>
            <a:custGeom>
              <a:avLst/>
              <a:gdLst/>
              <a:ahLst/>
              <a:cxnLst>
                <a:cxn ang="0">
                  <a:pos x="0" y="0"/>
                </a:cxn>
                <a:cxn ang="0">
                  <a:pos x="0" y="0"/>
                </a:cxn>
                <a:cxn ang="0">
                  <a:pos x="0" y="0"/>
                </a:cxn>
                <a:cxn ang="0">
                  <a:pos x="0" y="0"/>
                </a:cxn>
                <a:cxn ang="0">
                  <a:pos x="0" y="0"/>
                </a:cxn>
              </a:cxnLst>
              <a:pathLst>
                <a:path w="1036" h="303">
                  <a:moveTo>
                    <a:pt x="0" y="0"/>
                  </a:moveTo>
                  <a:lnTo>
                    <a:pt x="1013" y="303"/>
                  </a:lnTo>
                  <a:lnTo>
                    <a:pt x="1036" y="303"/>
                  </a:lnTo>
                  <a:lnTo>
                    <a:pt x="31" y="0"/>
                  </a:lnTo>
                  <a:lnTo>
                    <a:pt x="0" y="0"/>
                  </a:lnTo>
                  <a:close/>
                </a:path>
              </a:pathLst>
            </a:custGeom>
            <a:solidFill>
              <a:srgbClr val="DDDDDD"/>
            </a:solidFill>
            <a:ln w="9525">
              <a:noFill/>
            </a:ln>
          </p:spPr>
          <p:txBody>
            <a:bodyPr/>
            <a:p>
              <a:endParaRPr lang="zh-CN" altLang="en-US"/>
            </a:p>
          </p:txBody>
        </p:sp>
        <p:sp>
          <p:nvSpPr>
            <p:cNvPr id="10620" name="Freeform 384"/>
            <p:cNvSpPr/>
            <p:nvPr/>
          </p:nvSpPr>
          <p:spPr>
            <a:xfrm>
              <a:off x="3938" y="3393"/>
              <a:ext cx="113" cy="30"/>
            </a:xfrm>
            <a:custGeom>
              <a:avLst/>
              <a:gdLst/>
              <a:ahLst/>
              <a:cxnLst>
                <a:cxn ang="0">
                  <a:pos x="0" y="0"/>
                </a:cxn>
                <a:cxn ang="0">
                  <a:pos x="0" y="0"/>
                </a:cxn>
                <a:cxn ang="0">
                  <a:pos x="0" y="0"/>
                </a:cxn>
                <a:cxn ang="0">
                  <a:pos x="0" y="0"/>
                </a:cxn>
                <a:cxn ang="0">
                  <a:pos x="0" y="0"/>
                </a:cxn>
              </a:cxnLst>
              <a:pathLst>
                <a:path w="1023" h="270">
                  <a:moveTo>
                    <a:pt x="0" y="1"/>
                  </a:moveTo>
                  <a:lnTo>
                    <a:pt x="1001" y="270"/>
                  </a:lnTo>
                  <a:lnTo>
                    <a:pt x="1023" y="269"/>
                  </a:lnTo>
                  <a:lnTo>
                    <a:pt x="31" y="0"/>
                  </a:lnTo>
                  <a:lnTo>
                    <a:pt x="0" y="1"/>
                  </a:lnTo>
                  <a:close/>
                </a:path>
              </a:pathLst>
            </a:custGeom>
            <a:solidFill>
              <a:srgbClr val="DDDDDD"/>
            </a:solidFill>
            <a:ln w="9525">
              <a:noFill/>
            </a:ln>
          </p:spPr>
          <p:txBody>
            <a:bodyPr/>
            <a:p>
              <a:endParaRPr lang="zh-CN" altLang="en-US"/>
            </a:p>
          </p:txBody>
        </p:sp>
        <p:sp>
          <p:nvSpPr>
            <p:cNvPr id="10621" name="Freeform 385"/>
            <p:cNvSpPr/>
            <p:nvPr/>
          </p:nvSpPr>
          <p:spPr>
            <a:xfrm>
              <a:off x="3929" y="3394"/>
              <a:ext cx="114" cy="33"/>
            </a:xfrm>
            <a:custGeom>
              <a:avLst/>
              <a:gdLst/>
              <a:ahLst/>
              <a:cxnLst>
                <a:cxn ang="0">
                  <a:pos x="0" y="0"/>
                </a:cxn>
                <a:cxn ang="0">
                  <a:pos x="0" y="0"/>
                </a:cxn>
                <a:cxn ang="0">
                  <a:pos x="0" y="0"/>
                </a:cxn>
                <a:cxn ang="0">
                  <a:pos x="0" y="0"/>
                </a:cxn>
                <a:cxn ang="0">
                  <a:pos x="0" y="0"/>
                </a:cxn>
              </a:cxnLst>
              <a:pathLst>
                <a:path w="1028" h="299">
                  <a:moveTo>
                    <a:pt x="0" y="0"/>
                  </a:moveTo>
                  <a:lnTo>
                    <a:pt x="1009" y="299"/>
                  </a:lnTo>
                  <a:lnTo>
                    <a:pt x="1028" y="292"/>
                  </a:lnTo>
                  <a:lnTo>
                    <a:pt x="30" y="0"/>
                  </a:lnTo>
                  <a:lnTo>
                    <a:pt x="0" y="0"/>
                  </a:lnTo>
                  <a:close/>
                </a:path>
              </a:pathLst>
            </a:custGeom>
            <a:solidFill>
              <a:srgbClr val="DDDDDD"/>
            </a:solidFill>
            <a:ln w="9525">
              <a:noFill/>
            </a:ln>
          </p:spPr>
          <p:txBody>
            <a:bodyPr/>
            <a:p>
              <a:endParaRPr lang="zh-CN" altLang="en-US"/>
            </a:p>
          </p:txBody>
        </p:sp>
      </p:grpSp>
      <p:grpSp>
        <p:nvGrpSpPr>
          <p:cNvPr id="10622" name="Group 386"/>
          <p:cNvGrpSpPr/>
          <p:nvPr/>
        </p:nvGrpSpPr>
        <p:grpSpPr>
          <a:xfrm>
            <a:off x="5843588" y="5184775"/>
            <a:ext cx="338137" cy="282575"/>
            <a:chOff x="3899" y="3264"/>
            <a:chExt cx="213" cy="178"/>
          </a:xfrm>
        </p:grpSpPr>
        <p:sp>
          <p:nvSpPr>
            <p:cNvPr id="10623" name="Freeform 387"/>
            <p:cNvSpPr/>
            <p:nvPr/>
          </p:nvSpPr>
          <p:spPr>
            <a:xfrm>
              <a:off x="3899" y="3264"/>
              <a:ext cx="213" cy="17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13" h="1606">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bg2"/>
            </a:solidFill>
            <a:ln w="9525">
              <a:noFill/>
            </a:ln>
          </p:spPr>
          <p:txBody>
            <a:bodyPr/>
            <a:p>
              <a:endParaRPr lang="zh-CN" altLang="en-US"/>
            </a:p>
          </p:txBody>
        </p:sp>
        <p:sp>
          <p:nvSpPr>
            <p:cNvPr id="10624" name="Freeform 388"/>
            <p:cNvSpPr/>
            <p:nvPr/>
          </p:nvSpPr>
          <p:spPr>
            <a:xfrm>
              <a:off x="3977" y="3278"/>
              <a:ext cx="68" cy="7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14" h="697">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solidFill>
            <a:ln w="9525">
              <a:noFill/>
            </a:ln>
          </p:spPr>
          <p:txBody>
            <a:bodyPr/>
            <a:p>
              <a:endParaRPr lang="zh-CN" altLang="en-US"/>
            </a:p>
          </p:txBody>
        </p:sp>
        <p:sp>
          <p:nvSpPr>
            <p:cNvPr id="10625" name="Freeform 389"/>
            <p:cNvSpPr/>
            <p:nvPr/>
          </p:nvSpPr>
          <p:spPr>
            <a:xfrm>
              <a:off x="3984" y="3299"/>
              <a:ext cx="113" cy="7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14" h="693">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solidFill>
            <a:ln w="9525">
              <a:noFill/>
            </a:ln>
          </p:spPr>
          <p:txBody>
            <a:bodyPr/>
            <a:p>
              <a:endParaRPr lang="zh-CN" altLang="en-US"/>
            </a:p>
          </p:txBody>
        </p:sp>
        <p:sp>
          <p:nvSpPr>
            <p:cNvPr id="10626" name="Freeform 390"/>
            <p:cNvSpPr/>
            <p:nvPr/>
          </p:nvSpPr>
          <p:spPr>
            <a:xfrm>
              <a:off x="3970" y="3375"/>
              <a:ext cx="83" cy="27"/>
            </a:xfrm>
            <a:custGeom>
              <a:avLst/>
              <a:gdLst/>
              <a:ahLst/>
              <a:cxnLst>
                <a:cxn ang="0">
                  <a:pos x="0" y="0"/>
                </a:cxn>
                <a:cxn ang="0">
                  <a:pos x="0" y="0"/>
                </a:cxn>
                <a:cxn ang="0">
                  <a:pos x="0" y="0"/>
                </a:cxn>
                <a:cxn ang="0">
                  <a:pos x="0" y="0"/>
                </a:cxn>
                <a:cxn ang="0">
                  <a:pos x="0" y="0"/>
                </a:cxn>
              </a:cxnLst>
              <a:pathLst>
                <a:path w="745" h="240">
                  <a:moveTo>
                    <a:pt x="745" y="86"/>
                  </a:moveTo>
                  <a:lnTo>
                    <a:pt x="11" y="0"/>
                  </a:lnTo>
                  <a:lnTo>
                    <a:pt x="0" y="86"/>
                  </a:lnTo>
                  <a:lnTo>
                    <a:pt x="722" y="240"/>
                  </a:lnTo>
                  <a:lnTo>
                    <a:pt x="745" y="86"/>
                  </a:lnTo>
                  <a:close/>
                </a:path>
              </a:pathLst>
            </a:custGeom>
            <a:solidFill>
              <a:srgbClr val="DDDDDD"/>
            </a:solidFill>
            <a:ln w="9525">
              <a:noFill/>
            </a:ln>
          </p:spPr>
          <p:txBody>
            <a:bodyPr/>
            <a:p>
              <a:endParaRPr lang="zh-CN" altLang="en-US"/>
            </a:p>
          </p:txBody>
        </p:sp>
        <p:sp>
          <p:nvSpPr>
            <p:cNvPr id="10627" name="Freeform 391"/>
            <p:cNvSpPr/>
            <p:nvPr/>
          </p:nvSpPr>
          <p:spPr>
            <a:xfrm>
              <a:off x="4011" y="3384"/>
              <a:ext cx="36" cy="12"/>
            </a:xfrm>
            <a:custGeom>
              <a:avLst/>
              <a:gdLst/>
              <a:ahLst/>
              <a:cxnLst>
                <a:cxn ang="0">
                  <a:pos x="0" y="0"/>
                </a:cxn>
                <a:cxn ang="0">
                  <a:pos x="0" y="0"/>
                </a:cxn>
                <a:cxn ang="0">
                  <a:pos x="0" y="0"/>
                </a:cxn>
                <a:cxn ang="0">
                  <a:pos x="0" y="0"/>
                </a:cxn>
                <a:cxn ang="0">
                  <a:pos x="0" y="0"/>
                </a:cxn>
              </a:cxnLst>
              <a:pathLst>
                <a:path w="319" h="109">
                  <a:moveTo>
                    <a:pt x="319" y="47"/>
                  </a:moveTo>
                  <a:lnTo>
                    <a:pt x="4" y="0"/>
                  </a:lnTo>
                  <a:lnTo>
                    <a:pt x="0" y="45"/>
                  </a:lnTo>
                  <a:lnTo>
                    <a:pt x="309" y="109"/>
                  </a:lnTo>
                  <a:lnTo>
                    <a:pt x="319" y="47"/>
                  </a:lnTo>
                  <a:close/>
                </a:path>
              </a:pathLst>
            </a:custGeom>
            <a:solidFill>
              <a:srgbClr val="DDDDDD"/>
            </a:solidFill>
            <a:ln w="9525">
              <a:noFill/>
            </a:ln>
          </p:spPr>
          <p:txBody>
            <a:bodyPr/>
            <a:p>
              <a:endParaRPr lang="zh-CN" altLang="en-US"/>
            </a:p>
          </p:txBody>
        </p:sp>
        <p:sp>
          <p:nvSpPr>
            <p:cNvPr id="10628" name="Freeform 392"/>
            <p:cNvSpPr/>
            <p:nvPr/>
          </p:nvSpPr>
          <p:spPr>
            <a:xfrm>
              <a:off x="3975" y="3378"/>
              <a:ext cx="24" cy="9"/>
            </a:xfrm>
            <a:custGeom>
              <a:avLst/>
              <a:gdLst/>
              <a:ahLst/>
              <a:cxnLst>
                <a:cxn ang="0">
                  <a:pos x="0" y="0"/>
                </a:cxn>
                <a:cxn ang="0">
                  <a:pos x="0" y="0"/>
                </a:cxn>
                <a:cxn ang="0">
                  <a:pos x="0" y="0"/>
                </a:cxn>
                <a:cxn ang="0">
                  <a:pos x="0" y="0"/>
                </a:cxn>
                <a:cxn ang="0">
                  <a:pos x="0" y="0"/>
                </a:cxn>
              </a:cxnLst>
              <a:pathLst>
                <a:path w="213" h="81">
                  <a:moveTo>
                    <a:pt x="213" y="37"/>
                  </a:moveTo>
                  <a:lnTo>
                    <a:pt x="0" y="0"/>
                  </a:lnTo>
                  <a:lnTo>
                    <a:pt x="2" y="39"/>
                  </a:lnTo>
                  <a:lnTo>
                    <a:pt x="206" y="81"/>
                  </a:lnTo>
                  <a:lnTo>
                    <a:pt x="213" y="37"/>
                  </a:lnTo>
                  <a:close/>
                </a:path>
              </a:pathLst>
            </a:custGeom>
            <a:solidFill>
              <a:srgbClr val="DDDDDD"/>
            </a:solidFill>
            <a:ln w="9525">
              <a:noFill/>
            </a:ln>
          </p:spPr>
          <p:txBody>
            <a:bodyPr/>
            <a:p>
              <a:endParaRPr lang="zh-CN" altLang="en-US"/>
            </a:p>
          </p:txBody>
        </p:sp>
        <p:sp>
          <p:nvSpPr>
            <p:cNvPr id="10629" name="Freeform 393"/>
            <p:cNvSpPr/>
            <p:nvPr/>
          </p:nvSpPr>
          <p:spPr>
            <a:xfrm>
              <a:off x="3916" y="3386"/>
              <a:ext cx="139" cy="4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54" h="415">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solidFill>
            <a:ln w="9525">
              <a:noFill/>
            </a:ln>
          </p:spPr>
          <p:txBody>
            <a:bodyPr/>
            <a:p>
              <a:endParaRPr lang="zh-CN" altLang="en-US"/>
            </a:p>
          </p:txBody>
        </p:sp>
        <p:sp>
          <p:nvSpPr>
            <p:cNvPr id="10630" name="Freeform 394"/>
            <p:cNvSpPr/>
            <p:nvPr/>
          </p:nvSpPr>
          <p:spPr>
            <a:xfrm>
              <a:off x="4055" y="3381"/>
              <a:ext cx="49" cy="22"/>
            </a:xfrm>
            <a:custGeom>
              <a:avLst/>
              <a:gdLst/>
              <a:ahLst/>
              <a:cxnLst>
                <a:cxn ang="0">
                  <a:pos x="0" y="0"/>
                </a:cxn>
                <a:cxn ang="0">
                  <a:pos x="0" y="0"/>
                </a:cxn>
                <a:cxn ang="0">
                  <a:pos x="0" y="0"/>
                </a:cxn>
                <a:cxn ang="0">
                  <a:pos x="0" y="0"/>
                </a:cxn>
                <a:cxn ang="0">
                  <a:pos x="0" y="0"/>
                </a:cxn>
                <a:cxn ang="0">
                  <a:pos x="0" y="0"/>
                </a:cxn>
              </a:cxnLst>
              <a:pathLst>
                <a:path w="447" h="198">
                  <a:moveTo>
                    <a:pt x="45" y="198"/>
                  </a:moveTo>
                  <a:lnTo>
                    <a:pt x="447" y="79"/>
                  </a:lnTo>
                  <a:lnTo>
                    <a:pt x="203" y="0"/>
                  </a:lnTo>
                  <a:lnTo>
                    <a:pt x="5" y="22"/>
                  </a:lnTo>
                  <a:lnTo>
                    <a:pt x="0" y="187"/>
                  </a:lnTo>
                  <a:lnTo>
                    <a:pt x="45" y="198"/>
                  </a:lnTo>
                  <a:close/>
                </a:path>
              </a:pathLst>
            </a:custGeom>
            <a:solidFill>
              <a:srgbClr val="DDDDDD"/>
            </a:solidFill>
            <a:ln w="9525">
              <a:noFill/>
            </a:ln>
          </p:spPr>
          <p:txBody>
            <a:bodyPr/>
            <a:p>
              <a:endParaRPr lang="zh-CN" altLang="en-US"/>
            </a:p>
          </p:txBody>
        </p:sp>
        <p:sp>
          <p:nvSpPr>
            <p:cNvPr id="10631" name="Freeform 395"/>
            <p:cNvSpPr/>
            <p:nvPr/>
          </p:nvSpPr>
          <p:spPr>
            <a:xfrm>
              <a:off x="3926" y="3287"/>
              <a:ext cx="27" cy="10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38" h="947">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solidFill>
            <a:ln w="9525">
              <a:noFill/>
            </a:ln>
          </p:spPr>
          <p:txBody>
            <a:bodyPr/>
            <a:p>
              <a:endParaRPr lang="zh-CN" altLang="en-US"/>
            </a:p>
          </p:txBody>
        </p:sp>
        <p:sp>
          <p:nvSpPr>
            <p:cNvPr id="10632" name="Freeform 396"/>
            <p:cNvSpPr/>
            <p:nvPr/>
          </p:nvSpPr>
          <p:spPr>
            <a:xfrm>
              <a:off x="3927" y="3288"/>
              <a:ext cx="23" cy="8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03" h="799">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solidFill>
            <a:ln w="9525">
              <a:noFill/>
            </a:ln>
          </p:spPr>
          <p:txBody>
            <a:bodyPr/>
            <a:p>
              <a:endParaRPr lang="zh-CN" altLang="en-US"/>
            </a:p>
          </p:txBody>
        </p:sp>
        <p:sp>
          <p:nvSpPr>
            <p:cNvPr id="10633" name="Freeform 397"/>
            <p:cNvSpPr/>
            <p:nvPr/>
          </p:nvSpPr>
          <p:spPr>
            <a:xfrm>
              <a:off x="3928" y="3289"/>
              <a:ext cx="19" cy="7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71" h="650">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solidFill>
            <a:ln w="9525">
              <a:noFill/>
            </a:ln>
          </p:spPr>
          <p:txBody>
            <a:bodyPr/>
            <a:p>
              <a:endParaRPr lang="zh-CN" altLang="en-US"/>
            </a:p>
          </p:txBody>
        </p:sp>
        <p:sp>
          <p:nvSpPr>
            <p:cNvPr id="10634" name="Freeform 398"/>
            <p:cNvSpPr/>
            <p:nvPr/>
          </p:nvSpPr>
          <p:spPr>
            <a:xfrm>
              <a:off x="3929" y="3289"/>
              <a:ext cx="15"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38" h="502">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solidFill>
            <a:ln w="9525">
              <a:noFill/>
            </a:ln>
          </p:spPr>
          <p:txBody>
            <a:bodyPr/>
            <a:p>
              <a:endParaRPr lang="zh-CN" altLang="en-US"/>
            </a:p>
          </p:txBody>
        </p:sp>
        <p:sp>
          <p:nvSpPr>
            <p:cNvPr id="10635" name="Freeform 399"/>
            <p:cNvSpPr/>
            <p:nvPr/>
          </p:nvSpPr>
          <p:spPr>
            <a:xfrm>
              <a:off x="3929" y="3290"/>
              <a:ext cx="12" cy="4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4" h="353">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solidFill>
            <a:ln w="9525">
              <a:noFill/>
            </a:ln>
          </p:spPr>
          <p:txBody>
            <a:bodyPr/>
            <a:p>
              <a:endParaRPr lang="zh-CN" altLang="en-US"/>
            </a:p>
          </p:txBody>
        </p:sp>
        <p:sp>
          <p:nvSpPr>
            <p:cNvPr id="10636" name="Freeform 400"/>
            <p:cNvSpPr/>
            <p:nvPr/>
          </p:nvSpPr>
          <p:spPr>
            <a:xfrm>
              <a:off x="3930" y="3291"/>
              <a:ext cx="8" cy="2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72" h="204">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solidFill>
            <a:ln w="9525">
              <a:noFill/>
            </a:ln>
          </p:spPr>
          <p:txBody>
            <a:bodyPr/>
            <a:p>
              <a:endParaRPr lang="zh-CN" altLang="en-US"/>
            </a:p>
          </p:txBody>
        </p:sp>
        <p:sp>
          <p:nvSpPr>
            <p:cNvPr id="10637" name="Freeform 401"/>
            <p:cNvSpPr/>
            <p:nvPr/>
          </p:nvSpPr>
          <p:spPr>
            <a:xfrm>
              <a:off x="4025" y="3357"/>
              <a:ext cx="12" cy="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4" h="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solidFill>
            <a:ln w="9525">
              <a:noFill/>
            </a:ln>
          </p:spPr>
          <p:txBody>
            <a:bodyPr/>
            <a:p>
              <a:endParaRPr lang="zh-CN" altLang="en-US"/>
            </a:p>
          </p:txBody>
        </p:sp>
        <p:sp>
          <p:nvSpPr>
            <p:cNvPr id="10638" name="Freeform 402"/>
            <p:cNvSpPr/>
            <p:nvPr/>
          </p:nvSpPr>
          <p:spPr>
            <a:xfrm>
              <a:off x="3990" y="3357"/>
              <a:ext cx="6" cy="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 h="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solidFill>
            <a:ln w="9525">
              <a:noFill/>
            </a:ln>
          </p:spPr>
          <p:txBody>
            <a:bodyPr/>
            <a:p>
              <a:endParaRPr lang="zh-CN" altLang="en-US"/>
            </a:p>
          </p:txBody>
        </p:sp>
        <p:sp>
          <p:nvSpPr>
            <p:cNvPr id="10639" name="Freeform 403"/>
            <p:cNvSpPr/>
            <p:nvPr/>
          </p:nvSpPr>
          <p:spPr>
            <a:xfrm>
              <a:off x="4000" y="3357"/>
              <a:ext cx="5" cy="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 h="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solidFill>
            <a:ln w="9525">
              <a:noFill/>
            </a:ln>
          </p:spPr>
          <p:txBody>
            <a:bodyPr/>
            <a:p>
              <a:endParaRPr lang="zh-CN" altLang="en-US"/>
            </a:p>
          </p:txBody>
        </p:sp>
        <p:sp>
          <p:nvSpPr>
            <p:cNvPr id="10640" name="Freeform 404"/>
            <p:cNvSpPr/>
            <p:nvPr/>
          </p:nvSpPr>
          <p:spPr>
            <a:xfrm>
              <a:off x="3961" y="3278"/>
              <a:ext cx="16"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8" h="712">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solidFill>
            <a:ln w="9525">
              <a:noFill/>
            </a:ln>
          </p:spPr>
          <p:txBody>
            <a:bodyPr/>
            <a:p>
              <a:endParaRPr lang="zh-CN" altLang="en-US"/>
            </a:p>
          </p:txBody>
        </p:sp>
        <p:sp>
          <p:nvSpPr>
            <p:cNvPr id="10641" name="Freeform 405"/>
            <p:cNvSpPr/>
            <p:nvPr/>
          </p:nvSpPr>
          <p:spPr>
            <a:xfrm>
              <a:off x="4045" y="3268"/>
              <a:ext cx="23" cy="8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01" h="795">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solidFill>
            <a:ln w="9525">
              <a:noFill/>
            </a:ln>
          </p:spPr>
          <p:txBody>
            <a:bodyPr/>
            <a:p>
              <a:endParaRPr lang="zh-CN" altLang="en-US"/>
            </a:p>
          </p:txBody>
        </p:sp>
        <p:sp>
          <p:nvSpPr>
            <p:cNvPr id="10642" name="Freeform 406"/>
            <p:cNvSpPr/>
            <p:nvPr/>
          </p:nvSpPr>
          <p:spPr>
            <a:xfrm>
              <a:off x="3961" y="3282"/>
              <a:ext cx="15" cy="6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9" h="622">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solidFill>
            <a:ln w="9525">
              <a:noFill/>
            </a:ln>
          </p:spPr>
          <p:txBody>
            <a:bodyPr/>
            <a:p>
              <a:endParaRPr lang="zh-CN" altLang="en-US"/>
            </a:p>
          </p:txBody>
        </p:sp>
        <p:sp>
          <p:nvSpPr>
            <p:cNvPr id="10643" name="Freeform 407"/>
            <p:cNvSpPr/>
            <p:nvPr/>
          </p:nvSpPr>
          <p:spPr>
            <a:xfrm>
              <a:off x="3962" y="3287"/>
              <a:ext cx="12" cy="5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0" h="531">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solidFill>
            <a:ln w="9525">
              <a:noFill/>
            </a:ln>
          </p:spPr>
          <p:txBody>
            <a:bodyPr/>
            <a:p>
              <a:endParaRPr lang="zh-CN" altLang="en-US"/>
            </a:p>
          </p:txBody>
        </p:sp>
        <p:sp>
          <p:nvSpPr>
            <p:cNvPr id="10644" name="Freeform 408"/>
            <p:cNvSpPr/>
            <p:nvPr/>
          </p:nvSpPr>
          <p:spPr>
            <a:xfrm>
              <a:off x="3963" y="3292"/>
              <a:ext cx="10" cy="4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92" h="438">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solidFill>
            <a:ln w="9525">
              <a:noFill/>
            </a:ln>
          </p:spPr>
          <p:txBody>
            <a:bodyPr/>
            <a:p>
              <a:endParaRPr lang="zh-CN" altLang="en-US"/>
            </a:p>
          </p:txBody>
        </p:sp>
        <p:sp>
          <p:nvSpPr>
            <p:cNvPr id="10645" name="Freeform 409"/>
            <p:cNvSpPr/>
            <p:nvPr/>
          </p:nvSpPr>
          <p:spPr>
            <a:xfrm>
              <a:off x="3963" y="3296"/>
              <a:ext cx="8"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73" h="347">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solidFill>
            <a:ln w="9525">
              <a:noFill/>
            </a:ln>
          </p:spPr>
          <p:txBody>
            <a:bodyPr/>
            <a:p>
              <a:endParaRPr lang="zh-CN" altLang="en-US"/>
            </a:p>
          </p:txBody>
        </p:sp>
        <p:sp>
          <p:nvSpPr>
            <p:cNvPr id="10646" name="Freeform 410"/>
            <p:cNvSpPr/>
            <p:nvPr/>
          </p:nvSpPr>
          <p:spPr>
            <a:xfrm>
              <a:off x="3964" y="3301"/>
              <a:ext cx="6" cy="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 h="256">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solidFill>
            <a:ln w="9525">
              <a:noFill/>
            </a:ln>
          </p:spPr>
          <p:txBody>
            <a:bodyPr/>
            <a:p>
              <a:endParaRPr lang="zh-CN" altLang="en-US"/>
            </a:p>
          </p:txBody>
        </p:sp>
        <p:sp>
          <p:nvSpPr>
            <p:cNvPr id="10647" name="Freeform 411"/>
            <p:cNvSpPr/>
            <p:nvPr/>
          </p:nvSpPr>
          <p:spPr>
            <a:xfrm>
              <a:off x="4046" y="3273"/>
              <a:ext cx="20" cy="7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76" h="693">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solidFill>
            <a:ln w="9525">
              <a:noFill/>
            </a:ln>
          </p:spPr>
          <p:txBody>
            <a:bodyPr/>
            <a:p>
              <a:endParaRPr lang="zh-CN" altLang="en-US"/>
            </a:p>
          </p:txBody>
        </p:sp>
        <p:sp>
          <p:nvSpPr>
            <p:cNvPr id="10648" name="Freeform 412"/>
            <p:cNvSpPr/>
            <p:nvPr/>
          </p:nvSpPr>
          <p:spPr>
            <a:xfrm>
              <a:off x="4047" y="3279"/>
              <a:ext cx="16" cy="6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9" h="592">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solidFill>
            <a:ln w="9525">
              <a:noFill/>
            </a:ln>
          </p:spPr>
          <p:txBody>
            <a:bodyPr/>
            <a:p>
              <a:endParaRPr lang="zh-CN" altLang="en-US"/>
            </a:p>
          </p:txBody>
        </p:sp>
        <p:sp>
          <p:nvSpPr>
            <p:cNvPr id="10649" name="Freeform 413"/>
            <p:cNvSpPr/>
            <p:nvPr/>
          </p:nvSpPr>
          <p:spPr>
            <a:xfrm>
              <a:off x="4048" y="3284"/>
              <a:ext cx="1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4" h="490">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solidFill>
            <a:ln w="9525">
              <a:noFill/>
            </a:ln>
          </p:spPr>
          <p:txBody>
            <a:bodyPr/>
            <a:p>
              <a:endParaRPr lang="zh-CN" altLang="en-US"/>
            </a:p>
          </p:txBody>
        </p:sp>
        <p:sp>
          <p:nvSpPr>
            <p:cNvPr id="10650" name="Freeform 414"/>
            <p:cNvSpPr/>
            <p:nvPr/>
          </p:nvSpPr>
          <p:spPr>
            <a:xfrm>
              <a:off x="4048" y="3289"/>
              <a:ext cx="11" cy="4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99" h="38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solidFill>
            <a:ln w="9525">
              <a:noFill/>
            </a:ln>
          </p:spPr>
          <p:txBody>
            <a:bodyPr/>
            <a:p>
              <a:endParaRPr lang="zh-CN" altLang="en-US"/>
            </a:p>
          </p:txBody>
        </p:sp>
        <p:sp>
          <p:nvSpPr>
            <p:cNvPr id="10651" name="Freeform 415"/>
            <p:cNvSpPr/>
            <p:nvPr/>
          </p:nvSpPr>
          <p:spPr>
            <a:xfrm>
              <a:off x="4049" y="3295"/>
              <a:ext cx="8" cy="3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72" h="287">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solidFill>
            <a:ln w="9525">
              <a:noFill/>
            </a:ln>
          </p:spPr>
          <p:txBody>
            <a:bodyPr/>
            <a:p>
              <a:endParaRPr lang="zh-CN" altLang="en-US"/>
            </a:p>
          </p:txBody>
        </p:sp>
        <p:sp>
          <p:nvSpPr>
            <p:cNvPr id="10652" name="Rectangle 416"/>
            <p:cNvSpPr/>
            <p:nvPr/>
          </p:nvSpPr>
          <p:spPr>
            <a:xfrm>
              <a:off x="3944" y="3287"/>
              <a:ext cx="3" cy="101"/>
            </a:xfrm>
            <a:prstGeom prst="rect">
              <a:avLst/>
            </a:prstGeom>
            <a:solidFill>
              <a:srgbClr val="DDDDDD"/>
            </a:solidFill>
            <a:ln w="9525">
              <a:noFill/>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653" name="Freeform 417"/>
            <p:cNvSpPr/>
            <p:nvPr/>
          </p:nvSpPr>
          <p:spPr>
            <a:xfrm>
              <a:off x="3980" y="3285"/>
              <a:ext cx="39" cy="4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54" h="418">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solidFill>
            <a:ln w="9525">
              <a:noFill/>
            </a:ln>
          </p:spPr>
          <p:txBody>
            <a:bodyPr/>
            <a:p>
              <a:endParaRPr lang="zh-CN" altLang="en-US"/>
            </a:p>
          </p:txBody>
        </p:sp>
        <p:sp>
          <p:nvSpPr>
            <p:cNvPr id="10654" name="Freeform 418"/>
            <p:cNvSpPr/>
            <p:nvPr/>
          </p:nvSpPr>
          <p:spPr>
            <a:xfrm>
              <a:off x="3925" y="3320"/>
              <a:ext cx="32"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90" h="79">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solidFill>
            <a:ln w="9525">
              <a:noFill/>
            </a:ln>
          </p:spPr>
          <p:txBody>
            <a:bodyPr/>
            <a:p>
              <a:endParaRPr lang="zh-CN" altLang="en-US"/>
            </a:p>
          </p:txBody>
        </p:sp>
        <p:sp>
          <p:nvSpPr>
            <p:cNvPr id="10655" name="Freeform 419"/>
            <p:cNvSpPr/>
            <p:nvPr/>
          </p:nvSpPr>
          <p:spPr>
            <a:xfrm>
              <a:off x="3925" y="3299"/>
              <a:ext cx="32"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90" h="79">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solidFill>
            <a:ln w="9525">
              <a:noFill/>
            </a:ln>
          </p:spPr>
          <p:txBody>
            <a:bodyPr/>
            <a:p>
              <a:endParaRPr lang="zh-CN" altLang="en-US"/>
            </a:p>
          </p:txBody>
        </p:sp>
        <p:sp>
          <p:nvSpPr>
            <p:cNvPr id="10656" name="Freeform 420"/>
            <p:cNvSpPr/>
            <p:nvPr/>
          </p:nvSpPr>
          <p:spPr>
            <a:xfrm>
              <a:off x="3955" y="3289"/>
              <a:ext cx="52"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469" h="868">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solidFill>
            <a:ln w="9525">
              <a:noFill/>
            </a:ln>
          </p:spPr>
          <p:txBody>
            <a:bodyPr/>
            <a:p>
              <a:endParaRPr lang="zh-CN" altLang="en-US"/>
            </a:p>
          </p:txBody>
        </p:sp>
        <p:sp>
          <p:nvSpPr>
            <p:cNvPr id="10657" name="Freeform 421"/>
            <p:cNvSpPr/>
            <p:nvPr/>
          </p:nvSpPr>
          <p:spPr>
            <a:xfrm>
              <a:off x="3981" y="3267"/>
              <a:ext cx="67"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04" h="118">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solidFill>
            <a:ln w="9525">
              <a:noFill/>
            </a:ln>
          </p:spPr>
          <p:txBody>
            <a:bodyPr/>
            <a:p>
              <a:endParaRPr lang="zh-CN" altLang="en-US"/>
            </a:p>
          </p:txBody>
        </p:sp>
        <p:sp>
          <p:nvSpPr>
            <p:cNvPr id="10658" name="Freeform 422"/>
            <p:cNvSpPr/>
            <p:nvPr/>
          </p:nvSpPr>
          <p:spPr>
            <a:xfrm>
              <a:off x="3942" y="3387"/>
              <a:ext cx="113" cy="3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17" h="33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solidFill>
            <a:ln w="9525">
              <a:noFill/>
            </a:ln>
          </p:spPr>
          <p:txBody>
            <a:bodyPr/>
            <a:p>
              <a:endParaRPr lang="zh-CN" altLang="en-US"/>
            </a:p>
          </p:txBody>
        </p:sp>
        <p:sp>
          <p:nvSpPr>
            <p:cNvPr id="10659" name="Freeform 423"/>
            <p:cNvSpPr/>
            <p:nvPr/>
          </p:nvSpPr>
          <p:spPr>
            <a:xfrm>
              <a:off x="3918" y="3397"/>
              <a:ext cx="116" cy="34"/>
            </a:xfrm>
            <a:custGeom>
              <a:avLst/>
              <a:gdLst/>
              <a:ahLst/>
              <a:cxnLst>
                <a:cxn ang="0">
                  <a:pos x="0" y="0"/>
                </a:cxn>
                <a:cxn ang="0">
                  <a:pos x="0" y="0"/>
                </a:cxn>
                <a:cxn ang="0">
                  <a:pos x="0" y="0"/>
                </a:cxn>
                <a:cxn ang="0">
                  <a:pos x="0" y="0"/>
                </a:cxn>
                <a:cxn ang="0">
                  <a:pos x="0" y="0"/>
                </a:cxn>
              </a:cxnLst>
              <a:pathLst>
                <a:path w="1036" h="303">
                  <a:moveTo>
                    <a:pt x="0" y="0"/>
                  </a:moveTo>
                  <a:lnTo>
                    <a:pt x="1013" y="303"/>
                  </a:lnTo>
                  <a:lnTo>
                    <a:pt x="1036" y="303"/>
                  </a:lnTo>
                  <a:lnTo>
                    <a:pt x="31" y="0"/>
                  </a:lnTo>
                  <a:lnTo>
                    <a:pt x="0" y="0"/>
                  </a:lnTo>
                  <a:close/>
                </a:path>
              </a:pathLst>
            </a:custGeom>
            <a:solidFill>
              <a:srgbClr val="DDDDDD"/>
            </a:solidFill>
            <a:ln w="9525">
              <a:noFill/>
            </a:ln>
          </p:spPr>
          <p:txBody>
            <a:bodyPr/>
            <a:p>
              <a:endParaRPr lang="zh-CN" altLang="en-US"/>
            </a:p>
          </p:txBody>
        </p:sp>
        <p:sp>
          <p:nvSpPr>
            <p:cNvPr id="10660" name="Freeform 424"/>
            <p:cNvSpPr/>
            <p:nvPr/>
          </p:nvSpPr>
          <p:spPr>
            <a:xfrm>
              <a:off x="3938" y="3393"/>
              <a:ext cx="113" cy="30"/>
            </a:xfrm>
            <a:custGeom>
              <a:avLst/>
              <a:gdLst/>
              <a:ahLst/>
              <a:cxnLst>
                <a:cxn ang="0">
                  <a:pos x="0" y="0"/>
                </a:cxn>
                <a:cxn ang="0">
                  <a:pos x="0" y="0"/>
                </a:cxn>
                <a:cxn ang="0">
                  <a:pos x="0" y="0"/>
                </a:cxn>
                <a:cxn ang="0">
                  <a:pos x="0" y="0"/>
                </a:cxn>
                <a:cxn ang="0">
                  <a:pos x="0" y="0"/>
                </a:cxn>
              </a:cxnLst>
              <a:pathLst>
                <a:path w="1023" h="270">
                  <a:moveTo>
                    <a:pt x="0" y="1"/>
                  </a:moveTo>
                  <a:lnTo>
                    <a:pt x="1001" y="270"/>
                  </a:lnTo>
                  <a:lnTo>
                    <a:pt x="1023" y="269"/>
                  </a:lnTo>
                  <a:lnTo>
                    <a:pt x="31" y="0"/>
                  </a:lnTo>
                  <a:lnTo>
                    <a:pt x="0" y="1"/>
                  </a:lnTo>
                  <a:close/>
                </a:path>
              </a:pathLst>
            </a:custGeom>
            <a:solidFill>
              <a:srgbClr val="DDDDDD"/>
            </a:solidFill>
            <a:ln w="9525">
              <a:noFill/>
            </a:ln>
          </p:spPr>
          <p:txBody>
            <a:bodyPr/>
            <a:p>
              <a:endParaRPr lang="zh-CN" altLang="en-US"/>
            </a:p>
          </p:txBody>
        </p:sp>
        <p:sp>
          <p:nvSpPr>
            <p:cNvPr id="10661" name="Freeform 425"/>
            <p:cNvSpPr/>
            <p:nvPr/>
          </p:nvSpPr>
          <p:spPr>
            <a:xfrm>
              <a:off x="3929" y="3394"/>
              <a:ext cx="114" cy="33"/>
            </a:xfrm>
            <a:custGeom>
              <a:avLst/>
              <a:gdLst/>
              <a:ahLst/>
              <a:cxnLst>
                <a:cxn ang="0">
                  <a:pos x="0" y="0"/>
                </a:cxn>
                <a:cxn ang="0">
                  <a:pos x="0" y="0"/>
                </a:cxn>
                <a:cxn ang="0">
                  <a:pos x="0" y="0"/>
                </a:cxn>
                <a:cxn ang="0">
                  <a:pos x="0" y="0"/>
                </a:cxn>
                <a:cxn ang="0">
                  <a:pos x="0" y="0"/>
                </a:cxn>
              </a:cxnLst>
              <a:pathLst>
                <a:path w="1028" h="299">
                  <a:moveTo>
                    <a:pt x="0" y="0"/>
                  </a:moveTo>
                  <a:lnTo>
                    <a:pt x="1009" y="299"/>
                  </a:lnTo>
                  <a:lnTo>
                    <a:pt x="1028" y="292"/>
                  </a:lnTo>
                  <a:lnTo>
                    <a:pt x="30" y="0"/>
                  </a:lnTo>
                  <a:lnTo>
                    <a:pt x="0" y="0"/>
                  </a:lnTo>
                  <a:close/>
                </a:path>
              </a:pathLst>
            </a:custGeom>
            <a:solidFill>
              <a:srgbClr val="DDDDDD"/>
            </a:solidFill>
            <a:ln w="9525">
              <a:noFill/>
            </a:ln>
          </p:spPr>
          <p:txBody>
            <a:bodyPr/>
            <a:p>
              <a:endParaRPr lang="zh-CN" altLang="en-US"/>
            </a:p>
          </p:txBody>
        </p:sp>
      </p:grpSp>
      <p:grpSp>
        <p:nvGrpSpPr>
          <p:cNvPr id="10662" name="Group 426"/>
          <p:cNvGrpSpPr/>
          <p:nvPr/>
        </p:nvGrpSpPr>
        <p:grpSpPr>
          <a:xfrm>
            <a:off x="5424488" y="4926013"/>
            <a:ext cx="338137" cy="282575"/>
            <a:chOff x="3899" y="3264"/>
            <a:chExt cx="213" cy="178"/>
          </a:xfrm>
        </p:grpSpPr>
        <p:sp>
          <p:nvSpPr>
            <p:cNvPr id="10663" name="Freeform 427"/>
            <p:cNvSpPr/>
            <p:nvPr/>
          </p:nvSpPr>
          <p:spPr>
            <a:xfrm>
              <a:off x="3899" y="3264"/>
              <a:ext cx="213" cy="17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13" h="1606">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bg2"/>
            </a:solidFill>
            <a:ln w="9525">
              <a:noFill/>
            </a:ln>
          </p:spPr>
          <p:txBody>
            <a:bodyPr/>
            <a:p>
              <a:endParaRPr lang="zh-CN" altLang="en-US"/>
            </a:p>
          </p:txBody>
        </p:sp>
        <p:sp>
          <p:nvSpPr>
            <p:cNvPr id="10664" name="Freeform 428"/>
            <p:cNvSpPr/>
            <p:nvPr/>
          </p:nvSpPr>
          <p:spPr>
            <a:xfrm>
              <a:off x="3977" y="3278"/>
              <a:ext cx="68" cy="7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14" h="697">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solidFill>
            <a:ln w="9525">
              <a:noFill/>
            </a:ln>
          </p:spPr>
          <p:txBody>
            <a:bodyPr/>
            <a:p>
              <a:endParaRPr lang="zh-CN" altLang="en-US"/>
            </a:p>
          </p:txBody>
        </p:sp>
        <p:sp>
          <p:nvSpPr>
            <p:cNvPr id="10665" name="Freeform 429"/>
            <p:cNvSpPr/>
            <p:nvPr/>
          </p:nvSpPr>
          <p:spPr>
            <a:xfrm>
              <a:off x="3984" y="3299"/>
              <a:ext cx="113" cy="7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14" h="693">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solidFill>
            <a:ln w="9525">
              <a:noFill/>
            </a:ln>
          </p:spPr>
          <p:txBody>
            <a:bodyPr/>
            <a:p>
              <a:endParaRPr lang="zh-CN" altLang="en-US"/>
            </a:p>
          </p:txBody>
        </p:sp>
        <p:sp>
          <p:nvSpPr>
            <p:cNvPr id="10666" name="Freeform 430"/>
            <p:cNvSpPr/>
            <p:nvPr/>
          </p:nvSpPr>
          <p:spPr>
            <a:xfrm>
              <a:off x="3970" y="3375"/>
              <a:ext cx="83" cy="27"/>
            </a:xfrm>
            <a:custGeom>
              <a:avLst/>
              <a:gdLst/>
              <a:ahLst/>
              <a:cxnLst>
                <a:cxn ang="0">
                  <a:pos x="0" y="0"/>
                </a:cxn>
                <a:cxn ang="0">
                  <a:pos x="0" y="0"/>
                </a:cxn>
                <a:cxn ang="0">
                  <a:pos x="0" y="0"/>
                </a:cxn>
                <a:cxn ang="0">
                  <a:pos x="0" y="0"/>
                </a:cxn>
                <a:cxn ang="0">
                  <a:pos x="0" y="0"/>
                </a:cxn>
              </a:cxnLst>
              <a:pathLst>
                <a:path w="745" h="240">
                  <a:moveTo>
                    <a:pt x="745" y="86"/>
                  </a:moveTo>
                  <a:lnTo>
                    <a:pt x="11" y="0"/>
                  </a:lnTo>
                  <a:lnTo>
                    <a:pt x="0" y="86"/>
                  </a:lnTo>
                  <a:lnTo>
                    <a:pt x="722" y="240"/>
                  </a:lnTo>
                  <a:lnTo>
                    <a:pt x="745" y="86"/>
                  </a:lnTo>
                  <a:close/>
                </a:path>
              </a:pathLst>
            </a:custGeom>
            <a:solidFill>
              <a:srgbClr val="DDDDDD"/>
            </a:solidFill>
            <a:ln w="9525">
              <a:noFill/>
            </a:ln>
          </p:spPr>
          <p:txBody>
            <a:bodyPr/>
            <a:p>
              <a:endParaRPr lang="zh-CN" altLang="en-US"/>
            </a:p>
          </p:txBody>
        </p:sp>
        <p:sp>
          <p:nvSpPr>
            <p:cNvPr id="10667" name="Freeform 431"/>
            <p:cNvSpPr/>
            <p:nvPr/>
          </p:nvSpPr>
          <p:spPr>
            <a:xfrm>
              <a:off x="4011" y="3384"/>
              <a:ext cx="36" cy="12"/>
            </a:xfrm>
            <a:custGeom>
              <a:avLst/>
              <a:gdLst/>
              <a:ahLst/>
              <a:cxnLst>
                <a:cxn ang="0">
                  <a:pos x="0" y="0"/>
                </a:cxn>
                <a:cxn ang="0">
                  <a:pos x="0" y="0"/>
                </a:cxn>
                <a:cxn ang="0">
                  <a:pos x="0" y="0"/>
                </a:cxn>
                <a:cxn ang="0">
                  <a:pos x="0" y="0"/>
                </a:cxn>
                <a:cxn ang="0">
                  <a:pos x="0" y="0"/>
                </a:cxn>
              </a:cxnLst>
              <a:pathLst>
                <a:path w="319" h="109">
                  <a:moveTo>
                    <a:pt x="319" y="47"/>
                  </a:moveTo>
                  <a:lnTo>
                    <a:pt x="4" y="0"/>
                  </a:lnTo>
                  <a:lnTo>
                    <a:pt x="0" y="45"/>
                  </a:lnTo>
                  <a:lnTo>
                    <a:pt x="309" y="109"/>
                  </a:lnTo>
                  <a:lnTo>
                    <a:pt x="319" y="47"/>
                  </a:lnTo>
                  <a:close/>
                </a:path>
              </a:pathLst>
            </a:custGeom>
            <a:solidFill>
              <a:srgbClr val="DDDDDD"/>
            </a:solidFill>
            <a:ln w="9525">
              <a:noFill/>
            </a:ln>
          </p:spPr>
          <p:txBody>
            <a:bodyPr/>
            <a:p>
              <a:endParaRPr lang="zh-CN" altLang="en-US"/>
            </a:p>
          </p:txBody>
        </p:sp>
        <p:sp>
          <p:nvSpPr>
            <p:cNvPr id="10668" name="Freeform 432"/>
            <p:cNvSpPr/>
            <p:nvPr/>
          </p:nvSpPr>
          <p:spPr>
            <a:xfrm>
              <a:off x="3975" y="3378"/>
              <a:ext cx="24" cy="9"/>
            </a:xfrm>
            <a:custGeom>
              <a:avLst/>
              <a:gdLst/>
              <a:ahLst/>
              <a:cxnLst>
                <a:cxn ang="0">
                  <a:pos x="0" y="0"/>
                </a:cxn>
                <a:cxn ang="0">
                  <a:pos x="0" y="0"/>
                </a:cxn>
                <a:cxn ang="0">
                  <a:pos x="0" y="0"/>
                </a:cxn>
                <a:cxn ang="0">
                  <a:pos x="0" y="0"/>
                </a:cxn>
                <a:cxn ang="0">
                  <a:pos x="0" y="0"/>
                </a:cxn>
              </a:cxnLst>
              <a:pathLst>
                <a:path w="213" h="81">
                  <a:moveTo>
                    <a:pt x="213" y="37"/>
                  </a:moveTo>
                  <a:lnTo>
                    <a:pt x="0" y="0"/>
                  </a:lnTo>
                  <a:lnTo>
                    <a:pt x="2" y="39"/>
                  </a:lnTo>
                  <a:lnTo>
                    <a:pt x="206" y="81"/>
                  </a:lnTo>
                  <a:lnTo>
                    <a:pt x="213" y="37"/>
                  </a:lnTo>
                  <a:close/>
                </a:path>
              </a:pathLst>
            </a:custGeom>
            <a:solidFill>
              <a:srgbClr val="DDDDDD"/>
            </a:solidFill>
            <a:ln w="9525">
              <a:noFill/>
            </a:ln>
          </p:spPr>
          <p:txBody>
            <a:bodyPr/>
            <a:p>
              <a:endParaRPr lang="zh-CN" altLang="en-US"/>
            </a:p>
          </p:txBody>
        </p:sp>
        <p:sp>
          <p:nvSpPr>
            <p:cNvPr id="10669" name="Freeform 433"/>
            <p:cNvSpPr/>
            <p:nvPr/>
          </p:nvSpPr>
          <p:spPr>
            <a:xfrm>
              <a:off x="3916" y="3386"/>
              <a:ext cx="139" cy="4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54" h="415">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solidFill>
            <a:ln w="9525">
              <a:noFill/>
            </a:ln>
          </p:spPr>
          <p:txBody>
            <a:bodyPr/>
            <a:p>
              <a:endParaRPr lang="zh-CN" altLang="en-US"/>
            </a:p>
          </p:txBody>
        </p:sp>
        <p:sp>
          <p:nvSpPr>
            <p:cNvPr id="10670" name="Freeform 434"/>
            <p:cNvSpPr/>
            <p:nvPr/>
          </p:nvSpPr>
          <p:spPr>
            <a:xfrm>
              <a:off x="4055" y="3381"/>
              <a:ext cx="49" cy="22"/>
            </a:xfrm>
            <a:custGeom>
              <a:avLst/>
              <a:gdLst/>
              <a:ahLst/>
              <a:cxnLst>
                <a:cxn ang="0">
                  <a:pos x="0" y="0"/>
                </a:cxn>
                <a:cxn ang="0">
                  <a:pos x="0" y="0"/>
                </a:cxn>
                <a:cxn ang="0">
                  <a:pos x="0" y="0"/>
                </a:cxn>
                <a:cxn ang="0">
                  <a:pos x="0" y="0"/>
                </a:cxn>
                <a:cxn ang="0">
                  <a:pos x="0" y="0"/>
                </a:cxn>
                <a:cxn ang="0">
                  <a:pos x="0" y="0"/>
                </a:cxn>
              </a:cxnLst>
              <a:pathLst>
                <a:path w="447" h="198">
                  <a:moveTo>
                    <a:pt x="45" y="198"/>
                  </a:moveTo>
                  <a:lnTo>
                    <a:pt x="447" y="79"/>
                  </a:lnTo>
                  <a:lnTo>
                    <a:pt x="203" y="0"/>
                  </a:lnTo>
                  <a:lnTo>
                    <a:pt x="5" y="22"/>
                  </a:lnTo>
                  <a:lnTo>
                    <a:pt x="0" y="187"/>
                  </a:lnTo>
                  <a:lnTo>
                    <a:pt x="45" y="198"/>
                  </a:lnTo>
                  <a:close/>
                </a:path>
              </a:pathLst>
            </a:custGeom>
            <a:solidFill>
              <a:srgbClr val="DDDDDD"/>
            </a:solidFill>
            <a:ln w="9525">
              <a:noFill/>
            </a:ln>
          </p:spPr>
          <p:txBody>
            <a:bodyPr/>
            <a:p>
              <a:endParaRPr lang="zh-CN" altLang="en-US"/>
            </a:p>
          </p:txBody>
        </p:sp>
        <p:sp>
          <p:nvSpPr>
            <p:cNvPr id="10671" name="Freeform 435"/>
            <p:cNvSpPr/>
            <p:nvPr/>
          </p:nvSpPr>
          <p:spPr>
            <a:xfrm>
              <a:off x="3926" y="3287"/>
              <a:ext cx="27" cy="10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38" h="947">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solidFill>
            <a:ln w="9525">
              <a:noFill/>
            </a:ln>
          </p:spPr>
          <p:txBody>
            <a:bodyPr/>
            <a:p>
              <a:endParaRPr lang="zh-CN" altLang="en-US"/>
            </a:p>
          </p:txBody>
        </p:sp>
        <p:sp>
          <p:nvSpPr>
            <p:cNvPr id="10672" name="Freeform 436"/>
            <p:cNvSpPr/>
            <p:nvPr/>
          </p:nvSpPr>
          <p:spPr>
            <a:xfrm>
              <a:off x="3927" y="3288"/>
              <a:ext cx="23" cy="8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03" h="799">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solidFill>
            <a:ln w="9525">
              <a:noFill/>
            </a:ln>
          </p:spPr>
          <p:txBody>
            <a:bodyPr/>
            <a:p>
              <a:endParaRPr lang="zh-CN" altLang="en-US"/>
            </a:p>
          </p:txBody>
        </p:sp>
        <p:sp>
          <p:nvSpPr>
            <p:cNvPr id="10673" name="Freeform 437"/>
            <p:cNvSpPr/>
            <p:nvPr/>
          </p:nvSpPr>
          <p:spPr>
            <a:xfrm>
              <a:off x="3928" y="3289"/>
              <a:ext cx="19" cy="7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71" h="650">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solidFill>
            <a:ln w="9525">
              <a:noFill/>
            </a:ln>
          </p:spPr>
          <p:txBody>
            <a:bodyPr/>
            <a:p>
              <a:endParaRPr lang="zh-CN" altLang="en-US"/>
            </a:p>
          </p:txBody>
        </p:sp>
        <p:sp>
          <p:nvSpPr>
            <p:cNvPr id="10674" name="Freeform 438"/>
            <p:cNvSpPr/>
            <p:nvPr/>
          </p:nvSpPr>
          <p:spPr>
            <a:xfrm>
              <a:off x="3929" y="3289"/>
              <a:ext cx="15"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38" h="502">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solidFill>
            <a:ln w="9525">
              <a:noFill/>
            </a:ln>
          </p:spPr>
          <p:txBody>
            <a:bodyPr/>
            <a:p>
              <a:endParaRPr lang="zh-CN" altLang="en-US"/>
            </a:p>
          </p:txBody>
        </p:sp>
        <p:sp>
          <p:nvSpPr>
            <p:cNvPr id="10675" name="Freeform 439"/>
            <p:cNvSpPr/>
            <p:nvPr/>
          </p:nvSpPr>
          <p:spPr>
            <a:xfrm>
              <a:off x="3929" y="3290"/>
              <a:ext cx="12" cy="4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4" h="353">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solidFill>
            <a:ln w="9525">
              <a:noFill/>
            </a:ln>
          </p:spPr>
          <p:txBody>
            <a:bodyPr/>
            <a:p>
              <a:endParaRPr lang="zh-CN" altLang="en-US"/>
            </a:p>
          </p:txBody>
        </p:sp>
        <p:sp>
          <p:nvSpPr>
            <p:cNvPr id="10676" name="Freeform 440"/>
            <p:cNvSpPr/>
            <p:nvPr/>
          </p:nvSpPr>
          <p:spPr>
            <a:xfrm>
              <a:off x="3930" y="3291"/>
              <a:ext cx="8" cy="2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72" h="204">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solidFill>
            <a:ln w="9525">
              <a:noFill/>
            </a:ln>
          </p:spPr>
          <p:txBody>
            <a:bodyPr/>
            <a:p>
              <a:endParaRPr lang="zh-CN" altLang="en-US"/>
            </a:p>
          </p:txBody>
        </p:sp>
        <p:sp>
          <p:nvSpPr>
            <p:cNvPr id="10677" name="Freeform 441"/>
            <p:cNvSpPr/>
            <p:nvPr/>
          </p:nvSpPr>
          <p:spPr>
            <a:xfrm>
              <a:off x="4025" y="3357"/>
              <a:ext cx="12" cy="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4" h="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solidFill>
            <a:ln w="9525">
              <a:noFill/>
            </a:ln>
          </p:spPr>
          <p:txBody>
            <a:bodyPr/>
            <a:p>
              <a:endParaRPr lang="zh-CN" altLang="en-US"/>
            </a:p>
          </p:txBody>
        </p:sp>
        <p:sp>
          <p:nvSpPr>
            <p:cNvPr id="10678" name="Freeform 442"/>
            <p:cNvSpPr/>
            <p:nvPr/>
          </p:nvSpPr>
          <p:spPr>
            <a:xfrm>
              <a:off x="3990" y="3357"/>
              <a:ext cx="6" cy="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 h="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solidFill>
            <a:ln w="9525">
              <a:noFill/>
            </a:ln>
          </p:spPr>
          <p:txBody>
            <a:bodyPr/>
            <a:p>
              <a:endParaRPr lang="zh-CN" altLang="en-US"/>
            </a:p>
          </p:txBody>
        </p:sp>
        <p:sp>
          <p:nvSpPr>
            <p:cNvPr id="10679" name="Freeform 443"/>
            <p:cNvSpPr/>
            <p:nvPr/>
          </p:nvSpPr>
          <p:spPr>
            <a:xfrm>
              <a:off x="4000" y="3357"/>
              <a:ext cx="5" cy="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 h="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solidFill>
            <a:ln w="9525">
              <a:noFill/>
            </a:ln>
          </p:spPr>
          <p:txBody>
            <a:bodyPr/>
            <a:p>
              <a:endParaRPr lang="zh-CN" altLang="en-US"/>
            </a:p>
          </p:txBody>
        </p:sp>
        <p:sp>
          <p:nvSpPr>
            <p:cNvPr id="10680" name="Freeform 444"/>
            <p:cNvSpPr/>
            <p:nvPr/>
          </p:nvSpPr>
          <p:spPr>
            <a:xfrm>
              <a:off x="3961" y="3278"/>
              <a:ext cx="16"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8" h="712">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solidFill>
            <a:ln w="9525">
              <a:noFill/>
            </a:ln>
          </p:spPr>
          <p:txBody>
            <a:bodyPr/>
            <a:p>
              <a:endParaRPr lang="zh-CN" altLang="en-US"/>
            </a:p>
          </p:txBody>
        </p:sp>
        <p:sp>
          <p:nvSpPr>
            <p:cNvPr id="10681" name="Freeform 445"/>
            <p:cNvSpPr/>
            <p:nvPr/>
          </p:nvSpPr>
          <p:spPr>
            <a:xfrm>
              <a:off x="4045" y="3268"/>
              <a:ext cx="23" cy="8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01" h="795">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solidFill>
            <a:ln w="9525">
              <a:noFill/>
            </a:ln>
          </p:spPr>
          <p:txBody>
            <a:bodyPr/>
            <a:p>
              <a:endParaRPr lang="zh-CN" altLang="en-US"/>
            </a:p>
          </p:txBody>
        </p:sp>
        <p:sp>
          <p:nvSpPr>
            <p:cNvPr id="10682" name="Freeform 446"/>
            <p:cNvSpPr/>
            <p:nvPr/>
          </p:nvSpPr>
          <p:spPr>
            <a:xfrm>
              <a:off x="3961" y="3282"/>
              <a:ext cx="15" cy="6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9" h="622">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solidFill>
            <a:ln w="9525">
              <a:noFill/>
            </a:ln>
          </p:spPr>
          <p:txBody>
            <a:bodyPr/>
            <a:p>
              <a:endParaRPr lang="zh-CN" altLang="en-US"/>
            </a:p>
          </p:txBody>
        </p:sp>
        <p:sp>
          <p:nvSpPr>
            <p:cNvPr id="10683" name="Freeform 447"/>
            <p:cNvSpPr/>
            <p:nvPr/>
          </p:nvSpPr>
          <p:spPr>
            <a:xfrm>
              <a:off x="3962" y="3287"/>
              <a:ext cx="12" cy="5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0" h="531">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solidFill>
            <a:ln w="9525">
              <a:noFill/>
            </a:ln>
          </p:spPr>
          <p:txBody>
            <a:bodyPr/>
            <a:p>
              <a:endParaRPr lang="zh-CN" altLang="en-US"/>
            </a:p>
          </p:txBody>
        </p:sp>
        <p:sp>
          <p:nvSpPr>
            <p:cNvPr id="10684" name="Freeform 448"/>
            <p:cNvSpPr/>
            <p:nvPr/>
          </p:nvSpPr>
          <p:spPr>
            <a:xfrm>
              <a:off x="3963" y="3292"/>
              <a:ext cx="10" cy="4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92" h="438">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solidFill>
            <a:ln w="9525">
              <a:noFill/>
            </a:ln>
          </p:spPr>
          <p:txBody>
            <a:bodyPr/>
            <a:p>
              <a:endParaRPr lang="zh-CN" altLang="en-US"/>
            </a:p>
          </p:txBody>
        </p:sp>
        <p:sp>
          <p:nvSpPr>
            <p:cNvPr id="10685" name="Freeform 449"/>
            <p:cNvSpPr/>
            <p:nvPr/>
          </p:nvSpPr>
          <p:spPr>
            <a:xfrm>
              <a:off x="3963" y="3296"/>
              <a:ext cx="8"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73" h="347">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solidFill>
            <a:ln w="9525">
              <a:noFill/>
            </a:ln>
          </p:spPr>
          <p:txBody>
            <a:bodyPr/>
            <a:p>
              <a:endParaRPr lang="zh-CN" altLang="en-US"/>
            </a:p>
          </p:txBody>
        </p:sp>
        <p:sp>
          <p:nvSpPr>
            <p:cNvPr id="10686" name="Freeform 450"/>
            <p:cNvSpPr/>
            <p:nvPr/>
          </p:nvSpPr>
          <p:spPr>
            <a:xfrm>
              <a:off x="3964" y="3301"/>
              <a:ext cx="6" cy="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 h="256">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solidFill>
            <a:ln w="9525">
              <a:noFill/>
            </a:ln>
          </p:spPr>
          <p:txBody>
            <a:bodyPr/>
            <a:p>
              <a:endParaRPr lang="zh-CN" altLang="en-US"/>
            </a:p>
          </p:txBody>
        </p:sp>
        <p:sp>
          <p:nvSpPr>
            <p:cNvPr id="10687" name="Freeform 451"/>
            <p:cNvSpPr/>
            <p:nvPr/>
          </p:nvSpPr>
          <p:spPr>
            <a:xfrm>
              <a:off x="4046" y="3273"/>
              <a:ext cx="20" cy="7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76" h="693">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solidFill>
            <a:ln w="9525">
              <a:noFill/>
            </a:ln>
          </p:spPr>
          <p:txBody>
            <a:bodyPr/>
            <a:p>
              <a:endParaRPr lang="zh-CN" altLang="en-US"/>
            </a:p>
          </p:txBody>
        </p:sp>
        <p:sp>
          <p:nvSpPr>
            <p:cNvPr id="10688" name="Freeform 452"/>
            <p:cNvSpPr/>
            <p:nvPr/>
          </p:nvSpPr>
          <p:spPr>
            <a:xfrm>
              <a:off x="4047" y="3279"/>
              <a:ext cx="16" cy="6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9" h="592">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solidFill>
            <a:ln w="9525">
              <a:noFill/>
            </a:ln>
          </p:spPr>
          <p:txBody>
            <a:bodyPr/>
            <a:p>
              <a:endParaRPr lang="zh-CN" altLang="en-US"/>
            </a:p>
          </p:txBody>
        </p:sp>
        <p:sp>
          <p:nvSpPr>
            <p:cNvPr id="10689" name="Freeform 453"/>
            <p:cNvSpPr/>
            <p:nvPr/>
          </p:nvSpPr>
          <p:spPr>
            <a:xfrm>
              <a:off x="4048" y="3284"/>
              <a:ext cx="1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4" h="490">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solidFill>
            <a:ln w="9525">
              <a:noFill/>
            </a:ln>
          </p:spPr>
          <p:txBody>
            <a:bodyPr/>
            <a:p>
              <a:endParaRPr lang="zh-CN" altLang="en-US"/>
            </a:p>
          </p:txBody>
        </p:sp>
        <p:sp>
          <p:nvSpPr>
            <p:cNvPr id="10690" name="Freeform 454"/>
            <p:cNvSpPr/>
            <p:nvPr/>
          </p:nvSpPr>
          <p:spPr>
            <a:xfrm>
              <a:off x="4048" y="3289"/>
              <a:ext cx="11" cy="4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99" h="38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solidFill>
            <a:ln w="9525">
              <a:noFill/>
            </a:ln>
          </p:spPr>
          <p:txBody>
            <a:bodyPr/>
            <a:p>
              <a:endParaRPr lang="zh-CN" altLang="en-US"/>
            </a:p>
          </p:txBody>
        </p:sp>
        <p:sp>
          <p:nvSpPr>
            <p:cNvPr id="10691" name="Freeform 455"/>
            <p:cNvSpPr/>
            <p:nvPr/>
          </p:nvSpPr>
          <p:spPr>
            <a:xfrm>
              <a:off x="4049" y="3295"/>
              <a:ext cx="8" cy="3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72" h="287">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solidFill>
            <a:ln w="9525">
              <a:noFill/>
            </a:ln>
          </p:spPr>
          <p:txBody>
            <a:bodyPr/>
            <a:p>
              <a:endParaRPr lang="zh-CN" altLang="en-US"/>
            </a:p>
          </p:txBody>
        </p:sp>
        <p:sp>
          <p:nvSpPr>
            <p:cNvPr id="10692" name="Rectangle 456"/>
            <p:cNvSpPr/>
            <p:nvPr/>
          </p:nvSpPr>
          <p:spPr>
            <a:xfrm>
              <a:off x="3944" y="3287"/>
              <a:ext cx="3" cy="101"/>
            </a:xfrm>
            <a:prstGeom prst="rect">
              <a:avLst/>
            </a:prstGeom>
            <a:solidFill>
              <a:srgbClr val="DDDDDD"/>
            </a:solidFill>
            <a:ln w="9525">
              <a:noFill/>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693" name="Freeform 457"/>
            <p:cNvSpPr/>
            <p:nvPr/>
          </p:nvSpPr>
          <p:spPr>
            <a:xfrm>
              <a:off x="3980" y="3285"/>
              <a:ext cx="39" cy="4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54" h="418">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solidFill>
            <a:ln w="9525">
              <a:noFill/>
            </a:ln>
          </p:spPr>
          <p:txBody>
            <a:bodyPr/>
            <a:p>
              <a:endParaRPr lang="zh-CN" altLang="en-US"/>
            </a:p>
          </p:txBody>
        </p:sp>
        <p:sp>
          <p:nvSpPr>
            <p:cNvPr id="10694" name="Freeform 458"/>
            <p:cNvSpPr/>
            <p:nvPr/>
          </p:nvSpPr>
          <p:spPr>
            <a:xfrm>
              <a:off x="3925" y="3320"/>
              <a:ext cx="32"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90" h="79">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solidFill>
            <a:ln w="9525">
              <a:noFill/>
            </a:ln>
          </p:spPr>
          <p:txBody>
            <a:bodyPr/>
            <a:p>
              <a:endParaRPr lang="zh-CN" altLang="en-US"/>
            </a:p>
          </p:txBody>
        </p:sp>
        <p:sp>
          <p:nvSpPr>
            <p:cNvPr id="10695" name="Freeform 459"/>
            <p:cNvSpPr/>
            <p:nvPr/>
          </p:nvSpPr>
          <p:spPr>
            <a:xfrm>
              <a:off x="3925" y="3299"/>
              <a:ext cx="32"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90" h="79">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solidFill>
            <a:ln w="9525">
              <a:noFill/>
            </a:ln>
          </p:spPr>
          <p:txBody>
            <a:bodyPr/>
            <a:p>
              <a:endParaRPr lang="zh-CN" altLang="en-US"/>
            </a:p>
          </p:txBody>
        </p:sp>
        <p:sp>
          <p:nvSpPr>
            <p:cNvPr id="10696" name="Freeform 460"/>
            <p:cNvSpPr/>
            <p:nvPr/>
          </p:nvSpPr>
          <p:spPr>
            <a:xfrm>
              <a:off x="3955" y="3289"/>
              <a:ext cx="52"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469" h="868">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solidFill>
            <a:ln w="9525">
              <a:noFill/>
            </a:ln>
          </p:spPr>
          <p:txBody>
            <a:bodyPr/>
            <a:p>
              <a:endParaRPr lang="zh-CN" altLang="en-US"/>
            </a:p>
          </p:txBody>
        </p:sp>
        <p:sp>
          <p:nvSpPr>
            <p:cNvPr id="10697" name="Freeform 461"/>
            <p:cNvSpPr/>
            <p:nvPr/>
          </p:nvSpPr>
          <p:spPr>
            <a:xfrm>
              <a:off x="3981" y="3267"/>
              <a:ext cx="67"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04" h="118">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solidFill>
            <a:ln w="9525">
              <a:noFill/>
            </a:ln>
          </p:spPr>
          <p:txBody>
            <a:bodyPr/>
            <a:p>
              <a:endParaRPr lang="zh-CN" altLang="en-US"/>
            </a:p>
          </p:txBody>
        </p:sp>
        <p:sp>
          <p:nvSpPr>
            <p:cNvPr id="10698" name="Freeform 462"/>
            <p:cNvSpPr/>
            <p:nvPr/>
          </p:nvSpPr>
          <p:spPr>
            <a:xfrm>
              <a:off x="3942" y="3387"/>
              <a:ext cx="113" cy="3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17" h="33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solidFill>
            <a:ln w="9525">
              <a:noFill/>
            </a:ln>
          </p:spPr>
          <p:txBody>
            <a:bodyPr/>
            <a:p>
              <a:endParaRPr lang="zh-CN" altLang="en-US"/>
            </a:p>
          </p:txBody>
        </p:sp>
        <p:sp>
          <p:nvSpPr>
            <p:cNvPr id="10699" name="Freeform 463"/>
            <p:cNvSpPr/>
            <p:nvPr/>
          </p:nvSpPr>
          <p:spPr>
            <a:xfrm>
              <a:off x="3918" y="3397"/>
              <a:ext cx="116" cy="34"/>
            </a:xfrm>
            <a:custGeom>
              <a:avLst/>
              <a:gdLst/>
              <a:ahLst/>
              <a:cxnLst>
                <a:cxn ang="0">
                  <a:pos x="0" y="0"/>
                </a:cxn>
                <a:cxn ang="0">
                  <a:pos x="0" y="0"/>
                </a:cxn>
                <a:cxn ang="0">
                  <a:pos x="0" y="0"/>
                </a:cxn>
                <a:cxn ang="0">
                  <a:pos x="0" y="0"/>
                </a:cxn>
                <a:cxn ang="0">
                  <a:pos x="0" y="0"/>
                </a:cxn>
              </a:cxnLst>
              <a:pathLst>
                <a:path w="1036" h="303">
                  <a:moveTo>
                    <a:pt x="0" y="0"/>
                  </a:moveTo>
                  <a:lnTo>
                    <a:pt x="1013" y="303"/>
                  </a:lnTo>
                  <a:lnTo>
                    <a:pt x="1036" y="303"/>
                  </a:lnTo>
                  <a:lnTo>
                    <a:pt x="31" y="0"/>
                  </a:lnTo>
                  <a:lnTo>
                    <a:pt x="0" y="0"/>
                  </a:lnTo>
                  <a:close/>
                </a:path>
              </a:pathLst>
            </a:custGeom>
            <a:solidFill>
              <a:srgbClr val="DDDDDD"/>
            </a:solidFill>
            <a:ln w="9525">
              <a:noFill/>
            </a:ln>
          </p:spPr>
          <p:txBody>
            <a:bodyPr/>
            <a:p>
              <a:endParaRPr lang="zh-CN" altLang="en-US"/>
            </a:p>
          </p:txBody>
        </p:sp>
        <p:sp>
          <p:nvSpPr>
            <p:cNvPr id="10700" name="Freeform 464"/>
            <p:cNvSpPr/>
            <p:nvPr/>
          </p:nvSpPr>
          <p:spPr>
            <a:xfrm>
              <a:off x="3938" y="3393"/>
              <a:ext cx="113" cy="30"/>
            </a:xfrm>
            <a:custGeom>
              <a:avLst/>
              <a:gdLst/>
              <a:ahLst/>
              <a:cxnLst>
                <a:cxn ang="0">
                  <a:pos x="0" y="0"/>
                </a:cxn>
                <a:cxn ang="0">
                  <a:pos x="0" y="0"/>
                </a:cxn>
                <a:cxn ang="0">
                  <a:pos x="0" y="0"/>
                </a:cxn>
                <a:cxn ang="0">
                  <a:pos x="0" y="0"/>
                </a:cxn>
                <a:cxn ang="0">
                  <a:pos x="0" y="0"/>
                </a:cxn>
              </a:cxnLst>
              <a:pathLst>
                <a:path w="1023" h="270">
                  <a:moveTo>
                    <a:pt x="0" y="1"/>
                  </a:moveTo>
                  <a:lnTo>
                    <a:pt x="1001" y="270"/>
                  </a:lnTo>
                  <a:lnTo>
                    <a:pt x="1023" y="269"/>
                  </a:lnTo>
                  <a:lnTo>
                    <a:pt x="31" y="0"/>
                  </a:lnTo>
                  <a:lnTo>
                    <a:pt x="0" y="1"/>
                  </a:lnTo>
                  <a:close/>
                </a:path>
              </a:pathLst>
            </a:custGeom>
            <a:solidFill>
              <a:srgbClr val="DDDDDD"/>
            </a:solidFill>
            <a:ln w="9525">
              <a:noFill/>
            </a:ln>
          </p:spPr>
          <p:txBody>
            <a:bodyPr/>
            <a:p>
              <a:endParaRPr lang="zh-CN" altLang="en-US"/>
            </a:p>
          </p:txBody>
        </p:sp>
        <p:sp>
          <p:nvSpPr>
            <p:cNvPr id="10701" name="Freeform 465"/>
            <p:cNvSpPr/>
            <p:nvPr/>
          </p:nvSpPr>
          <p:spPr>
            <a:xfrm>
              <a:off x="3929" y="3394"/>
              <a:ext cx="114" cy="33"/>
            </a:xfrm>
            <a:custGeom>
              <a:avLst/>
              <a:gdLst/>
              <a:ahLst/>
              <a:cxnLst>
                <a:cxn ang="0">
                  <a:pos x="0" y="0"/>
                </a:cxn>
                <a:cxn ang="0">
                  <a:pos x="0" y="0"/>
                </a:cxn>
                <a:cxn ang="0">
                  <a:pos x="0" y="0"/>
                </a:cxn>
                <a:cxn ang="0">
                  <a:pos x="0" y="0"/>
                </a:cxn>
                <a:cxn ang="0">
                  <a:pos x="0" y="0"/>
                </a:cxn>
              </a:cxnLst>
              <a:pathLst>
                <a:path w="1028" h="299">
                  <a:moveTo>
                    <a:pt x="0" y="0"/>
                  </a:moveTo>
                  <a:lnTo>
                    <a:pt x="1009" y="299"/>
                  </a:lnTo>
                  <a:lnTo>
                    <a:pt x="1028" y="292"/>
                  </a:lnTo>
                  <a:lnTo>
                    <a:pt x="30" y="0"/>
                  </a:lnTo>
                  <a:lnTo>
                    <a:pt x="0" y="0"/>
                  </a:lnTo>
                  <a:close/>
                </a:path>
              </a:pathLst>
            </a:custGeom>
            <a:solidFill>
              <a:srgbClr val="DDDDDD"/>
            </a:solidFill>
            <a:ln w="9525">
              <a:noFill/>
            </a:ln>
          </p:spPr>
          <p:txBody>
            <a:bodyPr/>
            <a:p>
              <a:endParaRPr lang="zh-CN" altLang="en-US"/>
            </a:p>
          </p:txBody>
        </p:sp>
      </p:grpSp>
      <p:grpSp>
        <p:nvGrpSpPr>
          <p:cNvPr id="10702" name="Group 466"/>
          <p:cNvGrpSpPr/>
          <p:nvPr/>
        </p:nvGrpSpPr>
        <p:grpSpPr>
          <a:xfrm>
            <a:off x="5588000" y="4610100"/>
            <a:ext cx="338138" cy="282575"/>
            <a:chOff x="3899" y="3264"/>
            <a:chExt cx="213" cy="178"/>
          </a:xfrm>
        </p:grpSpPr>
        <p:sp>
          <p:nvSpPr>
            <p:cNvPr id="10703" name="Freeform 467"/>
            <p:cNvSpPr/>
            <p:nvPr/>
          </p:nvSpPr>
          <p:spPr>
            <a:xfrm>
              <a:off x="3899" y="3264"/>
              <a:ext cx="213" cy="17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13" h="1606">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bg2"/>
            </a:solidFill>
            <a:ln w="9525">
              <a:noFill/>
            </a:ln>
          </p:spPr>
          <p:txBody>
            <a:bodyPr/>
            <a:p>
              <a:endParaRPr lang="zh-CN" altLang="en-US"/>
            </a:p>
          </p:txBody>
        </p:sp>
        <p:sp>
          <p:nvSpPr>
            <p:cNvPr id="10704" name="Freeform 468"/>
            <p:cNvSpPr/>
            <p:nvPr/>
          </p:nvSpPr>
          <p:spPr>
            <a:xfrm>
              <a:off x="3977" y="3278"/>
              <a:ext cx="68" cy="7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14" h="697">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solidFill>
            <a:ln w="9525">
              <a:noFill/>
            </a:ln>
          </p:spPr>
          <p:txBody>
            <a:bodyPr/>
            <a:p>
              <a:endParaRPr lang="zh-CN" altLang="en-US"/>
            </a:p>
          </p:txBody>
        </p:sp>
        <p:sp>
          <p:nvSpPr>
            <p:cNvPr id="10705" name="Freeform 469"/>
            <p:cNvSpPr/>
            <p:nvPr/>
          </p:nvSpPr>
          <p:spPr>
            <a:xfrm>
              <a:off x="3984" y="3299"/>
              <a:ext cx="113" cy="7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14" h="693">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solidFill>
            <a:ln w="9525">
              <a:noFill/>
            </a:ln>
          </p:spPr>
          <p:txBody>
            <a:bodyPr/>
            <a:p>
              <a:endParaRPr lang="zh-CN" altLang="en-US"/>
            </a:p>
          </p:txBody>
        </p:sp>
        <p:sp>
          <p:nvSpPr>
            <p:cNvPr id="10706" name="Freeform 470"/>
            <p:cNvSpPr/>
            <p:nvPr/>
          </p:nvSpPr>
          <p:spPr>
            <a:xfrm>
              <a:off x="3970" y="3375"/>
              <a:ext cx="83" cy="27"/>
            </a:xfrm>
            <a:custGeom>
              <a:avLst/>
              <a:gdLst/>
              <a:ahLst/>
              <a:cxnLst>
                <a:cxn ang="0">
                  <a:pos x="0" y="0"/>
                </a:cxn>
                <a:cxn ang="0">
                  <a:pos x="0" y="0"/>
                </a:cxn>
                <a:cxn ang="0">
                  <a:pos x="0" y="0"/>
                </a:cxn>
                <a:cxn ang="0">
                  <a:pos x="0" y="0"/>
                </a:cxn>
                <a:cxn ang="0">
                  <a:pos x="0" y="0"/>
                </a:cxn>
              </a:cxnLst>
              <a:pathLst>
                <a:path w="745" h="240">
                  <a:moveTo>
                    <a:pt x="745" y="86"/>
                  </a:moveTo>
                  <a:lnTo>
                    <a:pt x="11" y="0"/>
                  </a:lnTo>
                  <a:lnTo>
                    <a:pt x="0" y="86"/>
                  </a:lnTo>
                  <a:lnTo>
                    <a:pt x="722" y="240"/>
                  </a:lnTo>
                  <a:lnTo>
                    <a:pt x="745" y="86"/>
                  </a:lnTo>
                  <a:close/>
                </a:path>
              </a:pathLst>
            </a:custGeom>
            <a:solidFill>
              <a:srgbClr val="DDDDDD"/>
            </a:solidFill>
            <a:ln w="9525">
              <a:noFill/>
            </a:ln>
          </p:spPr>
          <p:txBody>
            <a:bodyPr/>
            <a:p>
              <a:endParaRPr lang="zh-CN" altLang="en-US"/>
            </a:p>
          </p:txBody>
        </p:sp>
        <p:sp>
          <p:nvSpPr>
            <p:cNvPr id="10707" name="Freeform 471"/>
            <p:cNvSpPr/>
            <p:nvPr/>
          </p:nvSpPr>
          <p:spPr>
            <a:xfrm>
              <a:off x="4011" y="3384"/>
              <a:ext cx="36" cy="12"/>
            </a:xfrm>
            <a:custGeom>
              <a:avLst/>
              <a:gdLst/>
              <a:ahLst/>
              <a:cxnLst>
                <a:cxn ang="0">
                  <a:pos x="0" y="0"/>
                </a:cxn>
                <a:cxn ang="0">
                  <a:pos x="0" y="0"/>
                </a:cxn>
                <a:cxn ang="0">
                  <a:pos x="0" y="0"/>
                </a:cxn>
                <a:cxn ang="0">
                  <a:pos x="0" y="0"/>
                </a:cxn>
                <a:cxn ang="0">
                  <a:pos x="0" y="0"/>
                </a:cxn>
              </a:cxnLst>
              <a:pathLst>
                <a:path w="319" h="109">
                  <a:moveTo>
                    <a:pt x="319" y="47"/>
                  </a:moveTo>
                  <a:lnTo>
                    <a:pt x="4" y="0"/>
                  </a:lnTo>
                  <a:lnTo>
                    <a:pt x="0" y="45"/>
                  </a:lnTo>
                  <a:lnTo>
                    <a:pt x="309" y="109"/>
                  </a:lnTo>
                  <a:lnTo>
                    <a:pt x="319" y="47"/>
                  </a:lnTo>
                  <a:close/>
                </a:path>
              </a:pathLst>
            </a:custGeom>
            <a:solidFill>
              <a:srgbClr val="DDDDDD"/>
            </a:solidFill>
            <a:ln w="9525">
              <a:noFill/>
            </a:ln>
          </p:spPr>
          <p:txBody>
            <a:bodyPr/>
            <a:p>
              <a:endParaRPr lang="zh-CN" altLang="en-US"/>
            </a:p>
          </p:txBody>
        </p:sp>
        <p:sp>
          <p:nvSpPr>
            <p:cNvPr id="10708" name="Freeform 472"/>
            <p:cNvSpPr/>
            <p:nvPr/>
          </p:nvSpPr>
          <p:spPr>
            <a:xfrm>
              <a:off x="3975" y="3378"/>
              <a:ext cx="24" cy="9"/>
            </a:xfrm>
            <a:custGeom>
              <a:avLst/>
              <a:gdLst/>
              <a:ahLst/>
              <a:cxnLst>
                <a:cxn ang="0">
                  <a:pos x="0" y="0"/>
                </a:cxn>
                <a:cxn ang="0">
                  <a:pos x="0" y="0"/>
                </a:cxn>
                <a:cxn ang="0">
                  <a:pos x="0" y="0"/>
                </a:cxn>
                <a:cxn ang="0">
                  <a:pos x="0" y="0"/>
                </a:cxn>
                <a:cxn ang="0">
                  <a:pos x="0" y="0"/>
                </a:cxn>
              </a:cxnLst>
              <a:pathLst>
                <a:path w="213" h="81">
                  <a:moveTo>
                    <a:pt x="213" y="37"/>
                  </a:moveTo>
                  <a:lnTo>
                    <a:pt x="0" y="0"/>
                  </a:lnTo>
                  <a:lnTo>
                    <a:pt x="2" y="39"/>
                  </a:lnTo>
                  <a:lnTo>
                    <a:pt x="206" y="81"/>
                  </a:lnTo>
                  <a:lnTo>
                    <a:pt x="213" y="37"/>
                  </a:lnTo>
                  <a:close/>
                </a:path>
              </a:pathLst>
            </a:custGeom>
            <a:solidFill>
              <a:srgbClr val="DDDDDD"/>
            </a:solidFill>
            <a:ln w="9525">
              <a:noFill/>
            </a:ln>
          </p:spPr>
          <p:txBody>
            <a:bodyPr/>
            <a:p>
              <a:endParaRPr lang="zh-CN" altLang="en-US"/>
            </a:p>
          </p:txBody>
        </p:sp>
        <p:sp>
          <p:nvSpPr>
            <p:cNvPr id="10709" name="Freeform 473"/>
            <p:cNvSpPr/>
            <p:nvPr/>
          </p:nvSpPr>
          <p:spPr>
            <a:xfrm>
              <a:off x="3916" y="3386"/>
              <a:ext cx="139" cy="4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54" h="415">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solidFill>
            <a:ln w="9525">
              <a:noFill/>
            </a:ln>
          </p:spPr>
          <p:txBody>
            <a:bodyPr/>
            <a:p>
              <a:endParaRPr lang="zh-CN" altLang="en-US"/>
            </a:p>
          </p:txBody>
        </p:sp>
        <p:sp>
          <p:nvSpPr>
            <p:cNvPr id="10710" name="Freeform 474"/>
            <p:cNvSpPr/>
            <p:nvPr/>
          </p:nvSpPr>
          <p:spPr>
            <a:xfrm>
              <a:off x="4055" y="3381"/>
              <a:ext cx="49" cy="22"/>
            </a:xfrm>
            <a:custGeom>
              <a:avLst/>
              <a:gdLst/>
              <a:ahLst/>
              <a:cxnLst>
                <a:cxn ang="0">
                  <a:pos x="0" y="0"/>
                </a:cxn>
                <a:cxn ang="0">
                  <a:pos x="0" y="0"/>
                </a:cxn>
                <a:cxn ang="0">
                  <a:pos x="0" y="0"/>
                </a:cxn>
                <a:cxn ang="0">
                  <a:pos x="0" y="0"/>
                </a:cxn>
                <a:cxn ang="0">
                  <a:pos x="0" y="0"/>
                </a:cxn>
                <a:cxn ang="0">
                  <a:pos x="0" y="0"/>
                </a:cxn>
              </a:cxnLst>
              <a:pathLst>
                <a:path w="447" h="198">
                  <a:moveTo>
                    <a:pt x="45" y="198"/>
                  </a:moveTo>
                  <a:lnTo>
                    <a:pt x="447" y="79"/>
                  </a:lnTo>
                  <a:lnTo>
                    <a:pt x="203" y="0"/>
                  </a:lnTo>
                  <a:lnTo>
                    <a:pt x="5" y="22"/>
                  </a:lnTo>
                  <a:lnTo>
                    <a:pt x="0" y="187"/>
                  </a:lnTo>
                  <a:lnTo>
                    <a:pt x="45" y="198"/>
                  </a:lnTo>
                  <a:close/>
                </a:path>
              </a:pathLst>
            </a:custGeom>
            <a:solidFill>
              <a:srgbClr val="DDDDDD"/>
            </a:solidFill>
            <a:ln w="9525">
              <a:noFill/>
            </a:ln>
          </p:spPr>
          <p:txBody>
            <a:bodyPr/>
            <a:p>
              <a:endParaRPr lang="zh-CN" altLang="en-US"/>
            </a:p>
          </p:txBody>
        </p:sp>
        <p:sp>
          <p:nvSpPr>
            <p:cNvPr id="10711" name="Freeform 475"/>
            <p:cNvSpPr/>
            <p:nvPr/>
          </p:nvSpPr>
          <p:spPr>
            <a:xfrm>
              <a:off x="3926" y="3287"/>
              <a:ext cx="27" cy="10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38" h="947">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solidFill>
            <a:ln w="9525">
              <a:noFill/>
            </a:ln>
          </p:spPr>
          <p:txBody>
            <a:bodyPr/>
            <a:p>
              <a:endParaRPr lang="zh-CN" altLang="en-US"/>
            </a:p>
          </p:txBody>
        </p:sp>
        <p:sp>
          <p:nvSpPr>
            <p:cNvPr id="10712" name="Freeform 476"/>
            <p:cNvSpPr/>
            <p:nvPr/>
          </p:nvSpPr>
          <p:spPr>
            <a:xfrm>
              <a:off x="3927" y="3288"/>
              <a:ext cx="23" cy="8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03" h="799">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solidFill>
            <a:ln w="9525">
              <a:noFill/>
            </a:ln>
          </p:spPr>
          <p:txBody>
            <a:bodyPr/>
            <a:p>
              <a:endParaRPr lang="zh-CN" altLang="en-US"/>
            </a:p>
          </p:txBody>
        </p:sp>
        <p:sp>
          <p:nvSpPr>
            <p:cNvPr id="10713" name="Freeform 477"/>
            <p:cNvSpPr/>
            <p:nvPr/>
          </p:nvSpPr>
          <p:spPr>
            <a:xfrm>
              <a:off x="3928" y="3289"/>
              <a:ext cx="19" cy="7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71" h="650">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solidFill>
            <a:ln w="9525">
              <a:noFill/>
            </a:ln>
          </p:spPr>
          <p:txBody>
            <a:bodyPr/>
            <a:p>
              <a:endParaRPr lang="zh-CN" altLang="en-US"/>
            </a:p>
          </p:txBody>
        </p:sp>
        <p:sp>
          <p:nvSpPr>
            <p:cNvPr id="10714" name="Freeform 478"/>
            <p:cNvSpPr/>
            <p:nvPr/>
          </p:nvSpPr>
          <p:spPr>
            <a:xfrm>
              <a:off x="3929" y="3289"/>
              <a:ext cx="15"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38" h="502">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solidFill>
            <a:ln w="9525">
              <a:noFill/>
            </a:ln>
          </p:spPr>
          <p:txBody>
            <a:bodyPr/>
            <a:p>
              <a:endParaRPr lang="zh-CN" altLang="en-US"/>
            </a:p>
          </p:txBody>
        </p:sp>
        <p:sp>
          <p:nvSpPr>
            <p:cNvPr id="10715" name="Freeform 479"/>
            <p:cNvSpPr/>
            <p:nvPr/>
          </p:nvSpPr>
          <p:spPr>
            <a:xfrm>
              <a:off x="3929" y="3290"/>
              <a:ext cx="12" cy="4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4" h="353">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solidFill>
            <a:ln w="9525">
              <a:noFill/>
            </a:ln>
          </p:spPr>
          <p:txBody>
            <a:bodyPr/>
            <a:p>
              <a:endParaRPr lang="zh-CN" altLang="en-US"/>
            </a:p>
          </p:txBody>
        </p:sp>
        <p:sp>
          <p:nvSpPr>
            <p:cNvPr id="10716" name="Freeform 480"/>
            <p:cNvSpPr/>
            <p:nvPr/>
          </p:nvSpPr>
          <p:spPr>
            <a:xfrm>
              <a:off x="3930" y="3291"/>
              <a:ext cx="8" cy="2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72" h="204">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solidFill>
            <a:ln w="9525">
              <a:noFill/>
            </a:ln>
          </p:spPr>
          <p:txBody>
            <a:bodyPr/>
            <a:p>
              <a:endParaRPr lang="zh-CN" altLang="en-US"/>
            </a:p>
          </p:txBody>
        </p:sp>
        <p:sp>
          <p:nvSpPr>
            <p:cNvPr id="10717" name="Freeform 481"/>
            <p:cNvSpPr/>
            <p:nvPr/>
          </p:nvSpPr>
          <p:spPr>
            <a:xfrm>
              <a:off x="4025" y="3357"/>
              <a:ext cx="12" cy="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4" h="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solidFill>
            <a:ln w="9525">
              <a:noFill/>
            </a:ln>
          </p:spPr>
          <p:txBody>
            <a:bodyPr/>
            <a:p>
              <a:endParaRPr lang="zh-CN" altLang="en-US"/>
            </a:p>
          </p:txBody>
        </p:sp>
        <p:sp>
          <p:nvSpPr>
            <p:cNvPr id="10718" name="Freeform 482"/>
            <p:cNvSpPr/>
            <p:nvPr/>
          </p:nvSpPr>
          <p:spPr>
            <a:xfrm>
              <a:off x="3990" y="3357"/>
              <a:ext cx="6" cy="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 h="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solidFill>
            <a:ln w="9525">
              <a:noFill/>
            </a:ln>
          </p:spPr>
          <p:txBody>
            <a:bodyPr/>
            <a:p>
              <a:endParaRPr lang="zh-CN" altLang="en-US"/>
            </a:p>
          </p:txBody>
        </p:sp>
        <p:sp>
          <p:nvSpPr>
            <p:cNvPr id="10719" name="Freeform 483"/>
            <p:cNvSpPr/>
            <p:nvPr/>
          </p:nvSpPr>
          <p:spPr>
            <a:xfrm>
              <a:off x="4000" y="3357"/>
              <a:ext cx="5" cy="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 h="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solidFill>
            <a:ln w="9525">
              <a:noFill/>
            </a:ln>
          </p:spPr>
          <p:txBody>
            <a:bodyPr/>
            <a:p>
              <a:endParaRPr lang="zh-CN" altLang="en-US"/>
            </a:p>
          </p:txBody>
        </p:sp>
        <p:sp>
          <p:nvSpPr>
            <p:cNvPr id="10720" name="Freeform 484"/>
            <p:cNvSpPr/>
            <p:nvPr/>
          </p:nvSpPr>
          <p:spPr>
            <a:xfrm>
              <a:off x="3961" y="3278"/>
              <a:ext cx="16"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8" h="712">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solidFill>
            <a:ln w="9525">
              <a:noFill/>
            </a:ln>
          </p:spPr>
          <p:txBody>
            <a:bodyPr/>
            <a:p>
              <a:endParaRPr lang="zh-CN" altLang="en-US"/>
            </a:p>
          </p:txBody>
        </p:sp>
        <p:sp>
          <p:nvSpPr>
            <p:cNvPr id="10721" name="Freeform 485"/>
            <p:cNvSpPr/>
            <p:nvPr/>
          </p:nvSpPr>
          <p:spPr>
            <a:xfrm>
              <a:off x="4045" y="3268"/>
              <a:ext cx="23" cy="8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01" h="795">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solidFill>
            <a:ln w="9525">
              <a:noFill/>
            </a:ln>
          </p:spPr>
          <p:txBody>
            <a:bodyPr/>
            <a:p>
              <a:endParaRPr lang="zh-CN" altLang="en-US"/>
            </a:p>
          </p:txBody>
        </p:sp>
        <p:sp>
          <p:nvSpPr>
            <p:cNvPr id="10722" name="Freeform 486"/>
            <p:cNvSpPr/>
            <p:nvPr/>
          </p:nvSpPr>
          <p:spPr>
            <a:xfrm>
              <a:off x="3961" y="3282"/>
              <a:ext cx="15" cy="6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9" h="622">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solidFill>
            <a:ln w="9525">
              <a:noFill/>
            </a:ln>
          </p:spPr>
          <p:txBody>
            <a:bodyPr/>
            <a:p>
              <a:endParaRPr lang="zh-CN" altLang="en-US"/>
            </a:p>
          </p:txBody>
        </p:sp>
        <p:sp>
          <p:nvSpPr>
            <p:cNvPr id="10723" name="Freeform 487"/>
            <p:cNvSpPr/>
            <p:nvPr/>
          </p:nvSpPr>
          <p:spPr>
            <a:xfrm>
              <a:off x="3962" y="3287"/>
              <a:ext cx="12" cy="5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0" h="531">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solidFill>
            <a:ln w="9525">
              <a:noFill/>
            </a:ln>
          </p:spPr>
          <p:txBody>
            <a:bodyPr/>
            <a:p>
              <a:endParaRPr lang="zh-CN" altLang="en-US"/>
            </a:p>
          </p:txBody>
        </p:sp>
        <p:sp>
          <p:nvSpPr>
            <p:cNvPr id="10724" name="Freeform 488"/>
            <p:cNvSpPr/>
            <p:nvPr/>
          </p:nvSpPr>
          <p:spPr>
            <a:xfrm>
              <a:off x="3963" y="3292"/>
              <a:ext cx="10" cy="4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92" h="438">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solidFill>
            <a:ln w="9525">
              <a:noFill/>
            </a:ln>
          </p:spPr>
          <p:txBody>
            <a:bodyPr/>
            <a:p>
              <a:endParaRPr lang="zh-CN" altLang="en-US"/>
            </a:p>
          </p:txBody>
        </p:sp>
        <p:sp>
          <p:nvSpPr>
            <p:cNvPr id="10725" name="Freeform 489"/>
            <p:cNvSpPr/>
            <p:nvPr/>
          </p:nvSpPr>
          <p:spPr>
            <a:xfrm>
              <a:off x="3963" y="3296"/>
              <a:ext cx="8"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73" h="347">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solidFill>
            <a:ln w="9525">
              <a:noFill/>
            </a:ln>
          </p:spPr>
          <p:txBody>
            <a:bodyPr/>
            <a:p>
              <a:endParaRPr lang="zh-CN" altLang="en-US"/>
            </a:p>
          </p:txBody>
        </p:sp>
        <p:sp>
          <p:nvSpPr>
            <p:cNvPr id="10726" name="Freeform 490"/>
            <p:cNvSpPr/>
            <p:nvPr/>
          </p:nvSpPr>
          <p:spPr>
            <a:xfrm>
              <a:off x="3964" y="3301"/>
              <a:ext cx="6" cy="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 h="256">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solidFill>
            <a:ln w="9525">
              <a:noFill/>
            </a:ln>
          </p:spPr>
          <p:txBody>
            <a:bodyPr/>
            <a:p>
              <a:endParaRPr lang="zh-CN" altLang="en-US"/>
            </a:p>
          </p:txBody>
        </p:sp>
        <p:sp>
          <p:nvSpPr>
            <p:cNvPr id="10727" name="Freeform 491"/>
            <p:cNvSpPr/>
            <p:nvPr/>
          </p:nvSpPr>
          <p:spPr>
            <a:xfrm>
              <a:off x="4046" y="3273"/>
              <a:ext cx="20" cy="7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76" h="693">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solidFill>
            <a:ln w="9525">
              <a:noFill/>
            </a:ln>
          </p:spPr>
          <p:txBody>
            <a:bodyPr/>
            <a:p>
              <a:endParaRPr lang="zh-CN" altLang="en-US"/>
            </a:p>
          </p:txBody>
        </p:sp>
        <p:sp>
          <p:nvSpPr>
            <p:cNvPr id="10728" name="Freeform 492"/>
            <p:cNvSpPr/>
            <p:nvPr/>
          </p:nvSpPr>
          <p:spPr>
            <a:xfrm>
              <a:off x="4047" y="3279"/>
              <a:ext cx="16" cy="6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9" h="592">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solidFill>
            <a:ln w="9525">
              <a:noFill/>
            </a:ln>
          </p:spPr>
          <p:txBody>
            <a:bodyPr/>
            <a:p>
              <a:endParaRPr lang="zh-CN" altLang="en-US"/>
            </a:p>
          </p:txBody>
        </p:sp>
        <p:sp>
          <p:nvSpPr>
            <p:cNvPr id="10729" name="Freeform 493"/>
            <p:cNvSpPr/>
            <p:nvPr/>
          </p:nvSpPr>
          <p:spPr>
            <a:xfrm>
              <a:off x="4048" y="3284"/>
              <a:ext cx="1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4" h="490">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solidFill>
            <a:ln w="9525">
              <a:noFill/>
            </a:ln>
          </p:spPr>
          <p:txBody>
            <a:bodyPr/>
            <a:p>
              <a:endParaRPr lang="zh-CN" altLang="en-US"/>
            </a:p>
          </p:txBody>
        </p:sp>
        <p:sp>
          <p:nvSpPr>
            <p:cNvPr id="10730" name="Freeform 494"/>
            <p:cNvSpPr/>
            <p:nvPr/>
          </p:nvSpPr>
          <p:spPr>
            <a:xfrm>
              <a:off x="4048" y="3289"/>
              <a:ext cx="11" cy="4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99" h="38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solidFill>
            <a:ln w="9525">
              <a:noFill/>
            </a:ln>
          </p:spPr>
          <p:txBody>
            <a:bodyPr/>
            <a:p>
              <a:endParaRPr lang="zh-CN" altLang="en-US"/>
            </a:p>
          </p:txBody>
        </p:sp>
        <p:sp>
          <p:nvSpPr>
            <p:cNvPr id="10731" name="Freeform 495"/>
            <p:cNvSpPr/>
            <p:nvPr/>
          </p:nvSpPr>
          <p:spPr>
            <a:xfrm>
              <a:off x="4049" y="3295"/>
              <a:ext cx="8" cy="3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72" h="287">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solidFill>
            <a:ln w="9525">
              <a:noFill/>
            </a:ln>
          </p:spPr>
          <p:txBody>
            <a:bodyPr/>
            <a:p>
              <a:endParaRPr lang="zh-CN" altLang="en-US"/>
            </a:p>
          </p:txBody>
        </p:sp>
        <p:sp>
          <p:nvSpPr>
            <p:cNvPr id="10732" name="Rectangle 496"/>
            <p:cNvSpPr/>
            <p:nvPr/>
          </p:nvSpPr>
          <p:spPr>
            <a:xfrm>
              <a:off x="3944" y="3287"/>
              <a:ext cx="3" cy="101"/>
            </a:xfrm>
            <a:prstGeom prst="rect">
              <a:avLst/>
            </a:prstGeom>
            <a:solidFill>
              <a:srgbClr val="DDDDDD"/>
            </a:solidFill>
            <a:ln w="9525">
              <a:noFill/>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733" name="Freeform 497"/>
            <p:cNvSpPr/>
            <p:nvPr/>
          </p:nvSpPr>
          <p:spPr>
            <a:xfrm>
              <a:off x="3980" y="3285"/>
              <a:ext cx="39" cy="4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54" h="418">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solidFill>
            <a:ln w="9525">
              <a:noFill/>
            </a:ln>
          </p:spPr>
          <p:txBody>
            <a:bodyPr/>
            <a:p>
              <a:endParaRPr lang="zh-CN" altLang="en-US"/>
            </a:p>
          </p:txBody>
        </p:sp>
        <p:sp>
          <p:nvSpPr>
            <p:cNvPr id="10734" name="Freeform 498"/>
            <p:cNvSpPr/>
            <p:nvPr/>
          </p:nvSpPr>
          <p:spPr>
            <a:xfrm>
              <a:off x="3925" y="3320"/>
              <a:ext cx="32"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90" h="79">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solidFill>
            <a:ln w="9525">
              <a:noFill/>
            </a:ln>
          </p:spPr>
          <p:txBody>
            <a:bodyPr/>
            <a:p>
              <a:endParaRPr lang="zh-CN" altLang="en-US"/>
            </a:p>
          </p:txBody>
        </p:sp>
        <p:sp>
          <p:nvSpPr>
            <p:cNvPr id="10735" name="Freeform 499"/>
            <p:cNvSpPr/>
            <p:nvPr/>
          </p:nvSpPr>
          <p:spPr>
            <a:xfrm>
              <a:off x="3925" y="3299"/>
              <a:ext cx="32"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90" h="79">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solidFill>
            <a:ln w="9525">
              <a:noFill/>
            </a:ln>
          </p:spPr>
          <p:txBody>
            <a:bodyPr/>
            <a:p>
              <a:endParaRPr lang="zh-CN" altLang="en-US"/>
            </a:p>
          </p:txBody>
        </p:sp>
        <p:sp>
          <p:nvSpPr>
            <p:cNvPr id="10736" name="Freeform 500"/>
            <p:cNvSpPr/>
            <p:nvPr/>
          </p:nvSpPr>
          <p:spPr>
            <a:xfrm>
              <a:off x="3955" y="3289"/>
              <a:ext cx="52"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469" h="868">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solidFill>
            <a:ln w="9525">
              <a:noFill/>
            </a:ln>
          </p:spPr>
          <p:txBody>
            <a:bodyPr/>
            <a:p>
              <a:endParaRPr lang="zh-CN" altLang="en-US"/>
            </a:p>
          </p:txBody>
        </p:sp>
        <p:sp>
          <p:nvSpPr>
            <p:cNvPr id="10737" name="Freeform 501"/>
            <p:cNvSpPr/>
            <p:nvPr/>
          </p:nvSpPr>
          <p:spPr>
            <a:xfrm>
              <a:off x="3981" y="3267"/>
              <a:ext cx="67"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04" h="118">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solidFill>
            <a:ln w="9525">
              <a:noFill/>
            </a:ln>
          </p:spPr>
          <p:txBody>
            <a:bodyPr/>
            <a:p>
              <a:endParaRPr lang="zh-CN" altLang="en-US"/>
            </a:p>
          </p:txBody>
        </p:sp>
        <p:sp>
          <p:nvSpPr>
            <p:cNvPr id="10738" name="Freeform 502"/>
            <p:cNvSpPr/>
            <p:nvPr/>
          </p:nvSpPr>
          <p:spPr>
            <a:xfrm>
              <a:off x="3942" y="3387"/>
              <a:ext cx="113" cy="3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17" h="33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solidFill>
            <a:ln w="9525">
              <a:noFill/>
            </a:ln>
          </p:spPr>
          <p:txBody>
            <a:bodyPr/>
            <a:p>
              <a:endParaRPr lang="zh-CN" altLang="en-US"/>
            </a:p>
          </p:txBody>
        </p:sp>
        <p:sp>
          <p:nvSpPr>
            <p:cNvPr id="10739" name="Freeform 503"/>
            <p:cNvSpPr/>
            <p:nvPr/>
          </p:nvSpPr>
          <p:spPr>
            <a:xfrm>
              <a:off x="3918" y="3397"/>
              <a:ext cx="116" cy="34"/>
            </a:xfrm>
            <a:custGeom>
              <a:avLst/>
              <a:gdLst/>
              <a:ahLst/>
              <a:cxnLst>
                <a:cxn ang="0">
                  <a:pos x="0" y="0"/>
                </a:cxn>
                <a:cxn ang="0">
                  <a:pos x="0" y="0"/>
                </a:cxn>
                <a:cxn ang="0">
                  <a:pos x="0" y="0"/>
                </a:cxn>
                <a:cxn ang="0">
                  <a:pos x="0" y="0"/>
                </a:cxn>
                <a:cxn ang="0">
                  <a:pos x="0" y="0"/>
                </a:cxn>
              </a:cxnLst>
              <a:pathLst>
                <a:path w="1036" h="303">
                  <a:moveTo>
                    <a:pt x="0" y="0"/>
                  </a:moveTo>
                  <a:lnTo>
                    <a:pt x="1013" y="303"/>
                  </a:lnTo>
                  <a:lnTo>
                    <a:pt x="1036" y="303"/>
                  </a:lnTo>
                  <a:lnTo>
                    <a:pt x="31" y="0"/>
                  </a:lnTo>
                  <a:lnTo>
                    <a:pt x="0" y="0"/>
                  </a:lnTo>
                  <a:close/>
                </a:path>
              </a:pathLst>
            </a:custGeom>
            <a:solidFill>
              <a:srgbClr val="DDDDDD"/>
            </a:solidFill>
            <a:ln w="9525">
              <a:noFill/>
            </a:ln>
          </p:spPr>
          <p:txBody>
            <a:bodyPr/>
            <a:p>
              <a:endParaRPr lang="zh-CN" altLang="en-US"/>
            </a:p>
          </p:txBody>
        </p:sp>
        <p:sp>
          <p:nvSpPr>
            <p:cNvPr id="10740" name="Freeform 504"/>
            <p:cNvSpPr/>
            <p:nvPr/>
          </p:nvSpPr>
          <p:spPr>
            <a:xfrm>
              <a:off x="3938" y="3393"/>
              <a:ext cx="113" cy="30"/>
            </a:xfrm>
            <a:custGeom>
              <a:avLst/>
              <a:gdLst/>
              <a:ahLst/>
              <a:cxnLst>
                <a:cxn ang="0">
                  <a:pos x="0" y="0"/>
                </a:cxn>
                <a:cxn ang="0">
                  <a:pos x="0" y="0"/>
                </a:cxn>
                <a:cxn ang="0">
                  <a:pos x="0" y="0"/>
                </a:cxn>
                <a:cxn ang="0">
                  <a:pos x="0" y="0"/>
                </a:cxn>
                <a:cxn ang="0">
                  <a:pos x="0" y="0"/>
                </a:cxn>
              </a:cxnLst>
              <a:pathLst>
                <a:path w="1023" h="270">
                  <a:moveTo>
                    <a:pt x="0" y="1"/>
                  </a:moveTo>
                  <a:lnTo>
                    <a:pt x="1001" y="270"/>
                  </a:lnTo>
                  <a:lnTo>
                    <a:pt x="1023" y="269"/>
                  </a:lnTo>
                  <a:lnTo>
                    <a:pt x="31" y="0"/>
                  </a:lnTo>
                  <a:lnTo>
                    <a:pt x="0" y="1"/>
                  </a:lnTo>
                  <a:close/>
                </a:path>
              </a:pathLst>
            </a:custGeom>
            <a:solidFill>
              <a:srgbClr val="DDDDDD"/>
            </a:solidFill>
            <a:ln w="9525">
              <a:noFill/>
            </a:ln>
          </p:spPr>
          <p:txBody>
            <a:bodyPr/>
            <a:p>
              <a:endParaRPr lang="zh-CN" altLang="en-US"/>
            </a:p>
          </p:txBody>
        </p:sp>
        <p:sp>
          <p:nvSpPr>
            <p:cNvPr id="10741" name="Freeform 505"/>
            <p:cNvSpPr/>
            <p:nvPr/>
          </p:nvSpPr>
          <p:spPr>
            <a:xfrm>
              <a:off x="3929" y="3394"/>
              <a:ext cx="114" cy="33"/>
            </a:xfrm>
            <a:custGeom>
              <a:avLst/>
              <a:gdLst/>
              <a:ahLst/>
              <a:cxnLst>
                <a:cxn ang="0">
                  <a:pos x="0" y="0"/>
                </a:cxn>
                <a:cxn ang="0">
                  <a:pos x="0" y="0"/>
                </a:cxn>
                <a:cxn ang="0">
                  <a:pos x="0" y="0"/>
                </a:cxn>
                <a:cxn ang="0">
                  <a:pos x="0" y="0"/>
                </a:cxn>
                <a:cxn ang="0">
                  <a:pos x="0" y="0"/>
                </a:cxn>
              </a:cxnLst>
              <a:pathLst>
                <a:path w="1028" h="299">
                  <a:moveTo>
                    <a:pt x="0" y="0"/>
                  </a:moveTo>
                  <a:lnTo>
                    <a:pt x="1009" y="299"/>
                  </a:lnTo>
                  <a:lnTo>
                    <a:pt x="1028" y="292"/>
                  </a:lnTo>
                  <a:lnTo>
                    <a:pt x="30" y="0"/>
                  </a:lnTo>
                  <a:lnTo>
                    <a:pt x="0" y="0"/>
                  </a:lnTo>
                  <a:close/>
                </a:path>
              </a:pathLst>
            </a:custGeom>
            <a:solidFill>
              <a:srgbClr val="DDDDDD"/>
            </a:solidFill>
            <a:ln w="9525">
              <a:noFill/>
            </a:ln>
          </p:spPr>
          <p:txBody>
            <a:bodyPr/>
            <a:p>
              <a:endParaRPr lang="zh-CN" altLang="en-US"/>
            </a:p>
          </p:txBody>
        </p:sp>
      </p:grpSp>
      <p:grpSp>
        <p:nvGrpSpPr>
          <p:cNvPr id="10742" name="Group 506"/>
          <p:cNvGrpSpPr/>
          <p:nvPr/>
        </p:nvGrpSpPr>
        <p:grpSpPr>
          <a:xfrm>
            <a:off x="5792788" y="3178175"/>
            <a:ext cx="338137" cy="282575"/>
            <a:chOff x="3899" y="3264"/>
            <a:chExt cx="213" cy="178"/>
          </a:xfrm>
        </p:grpSpPr>
        <p:sp>
          <p:nvSpPr>
            <p:cNvPr id="10743" name="Freeform 507"/>
            <p:cNvSpPr/>
            <p:nvPr/>
          </p:nvSpPr>
          <p:spPr>
            <a:xfrm>
              <a:off x="3899" y="3264"/>
              <a:ext cx="213" cy="17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13" h="1606">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bg2"/>
            </a:solidFill>
            <a:ln w="9525">
              <a:noFill/>
            </a:ln>
          </p:spPr>
          <p:txBody>
            <a:bodyPr/>
            <a:p>
              <a:endParaRPr lang="zh-CN" altLang="en-US"/>
            </a:p>
          </p:txBody>
        </p:sp>
        <p:sp>
          <p:nvSpPr>
            <p:cNvPr id="10744" name="Freeform 508"/>
            <p:cNvSpPr/>
            <p:nvPr/>
          </p:nvSpPr>
          <p:spPr>
            <a:xfrm>
              <a:off x="3977" y="3278"/>
              <a:ext cx="68" cy="7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14" h="697">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solidFill>
            <a:ln w="9525">
              <a:noFill/>
            </a:ln>
          </p:spPr>
          <p:txBody>
            <a:bodyPr/>
            <a:p>
              <a:endParaRPr lang="zh-CN" altLang="en-US"/>
            </a:p>
          </p:txBody>
        </p:sp>
        <p:sp>
          <p:nvSpPr>
            <p:cNvPr id="10745" name="Freeform 509"/>
            <p:cNvSpPr/>
            <p:nvPr/>
          </p:nvSpPr>
          <p:spPr>
            <a:xfrm>
              <a:off x="3984" y="3299"/>
              <a:ext cx="113" cy="7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14" h="693">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solidFill>
            <a:ln w="9525">
              <a:noFill/>
            </a:ln>
          </p:spPr>
          <p:txBody>
            <a:bodyPr/>
            <a:p>
              <a:endParaRPr lang="zh-CN" altLang="en-US"/>
            </a:p>
          </p:txBody>
        </p:sp>
        <p:sp>
          <p:nvSpPr>
            <p:cNvPr id="10746" name="Freeform 510"/>
            <p:cNvSpPr/>
            <p:nvPr/>
          </p:nvSpPr>
          <p:spPr>
            <a:xfrm>
              <a:off x="3970" y="3375"/>
              <a:ext cx="83" cy="27"/>
            </a:xfrm>
            <a:custGeom>
              <a:avLst/>
              <a:gdLst/>
              <a:ahLst/>
              <a:cxnLst>
                <a:cxn ang="0">
                  <a:pos x="0" y="0"/>
                </a:cxn>
                <a:cxn ang="0">
                  <a:pos x="0" y="0"/>
                </a:cxn>
                <a:cxn ang="0">
                  <a:pos x="0" y="0"/>
                </a:cxn>
                <a:cxn ang="0">
                  <a:pos x="0" y="0"/>
                </a:cxn>
                <a:cxn ang="0">
                  <a:pos x="0" y="0"/>
                </a:cxn>
              </a:cxnLst>
              <a:pathLst>
                <a:path w="745" h="240">
                  <a:moveTo>
                    <a:pt x="745" y="86"/>
                  </a:moveTo>
                  <a:lnTo>
                    <a:pt x="11" y="0"/>
                  </a:lnTo>
                  <a:lnTo>
                    <a:pt x="0" y="86"/>
                  </a:lnTo>
                  <a:lnTo>
                    <a:pt x="722" y="240"/>
                  </a:lnTo>
                  <a:lnTo>
                    <a:pt x="745" y="86"/>
                  </a:lnTo>
                  <a:close/>
                </a:path>
              </a:pathLst>
            </a:custGeom>
            <a:solidFill>
              <a:srgbClr val="DDDDDD"/>
            </a:solidFill>
            <a:ln w="9525">
              <a:noFill/>
            </a:ln>
          </p:spPr>
          <p:txBody>
            <a:bodyPr/>
            <a:p>
              <a:endParaRPr lang="zh-CN" altLang="en-US"/>
            </a:p>
          </p:txBody>
        </p:sp>
        <p:sp>
          <p:nvSpPr>
            <p:cNvPr id="10747" name="Freeform 511"/>
            <p:cNvSpPr/>
            <p:nvPr/>
          </p:nvSpPr>
          <p:spPr>
            <a:xfrm>
              <a:off x="4011" y="3384"/>
              <a:ext cx="36" cy="12"/>
            </a:xfrm>
            <a:custGeom>
              <a:avLst/>
              <a:gdLst/>
              <a:ahLst/>
              <a:cxnLst>
                <a:cxn ang="0">
                  <a:pos x="0" y="0"/>
                </a:cxn>
                <a:cxn ang="0">
                  <a:pos x="0" y="0"/>
                </a:cxn>
                <a:cxn ang="0">
                  <a:pos x="0" y="0"/>
                </a:cxn>
                <a:cxn ang="0">
                  <a:pos x="0" y="0"/>
                </a:cxn>
                <a:cxn ang="0">
                  <a:pos x="0" y="0"/>
                </a:cxn>
              </a:cxnLst>
              <a:pathLst>
                <a:path w="319" h="109">
                  <a:moveTo>
                    <a:pt x="319" y="47"/>
                  </a:moveTo>
                  <a:lnTo>
                    <a:pt x="4" y="0"/>
                  </a:lnTo>
                  <a:lnTo>
                    <a:pt x="0" y="45"/>
                  </a:lnTo>
                  <a:lnTo>
                    <a:pt x="309" y="109"/>
                  </a:lnTo>
                  <a:lnTo>
                    <a:pt x="319" y="47"/>
                  </a:lnTo>
                  <a:close/>
                </a:path>
              </a:pathLst>
            </a:custGeom>
            <a:solidFill>
              <a:srgbClr val="DDDDDD"/>
            </a:solidFill>
            <a:ln w="9525">
              <a:noFill/>
            </a:ln>
          </p:spPr>
          <p:txBody>
            <a:bodyPr/>
            <a:p>
              <a:endParaRPr lang="zh-CN" altLang="en-US"/>
            </a:p>
          </p:txBody>
        </p:sp>
        <p:sp>
          <p:nvSpPr>
            <p:cNvPr id="10748" name="Freeform 512"/>
            <p:cNvSpPr/>
            <p:nvPr/>
          </p:nvSpPr>
          <p:spPr>
            <a:xfrm>
              <a:off x="3975" y="3378"/>
              <a:ext cx="24" cy="9"/>
            </a:xfrm>
            <a:custGeom>
              <a:avLst/>
              <a:gdLst/>
              <a:ahLst/>
              <a:cxnLst>
                <a:cxn ang="0">
                  <a:pos x="0" y="0"/>
                </a:cxn>
                <a:cxn ang="0">
                  <a:pos x="0" y="0"/>
                </a:cxn>
                <a:cxn ang="0">
                  <a:pos x="0" y="0"/>
                </a:cxn>
                <a:cxn ang="0">
                  <a:pos x="0" y="0"/>
                </a:cxn>
                <a:cxn ang="0">
                  <a:pos x="0" y="0"/>
                </a:cxn>
              </a:cxnLst>
              <a:pathLst>
                <a:path w="213" h="81">
                  <a:moveTo>
                    <a:pt x="213" y="37"/>
                  </a:moveTo>
                  <a:lnTo>
                    <a:pt x="0" y="0"/>
                  </a:lnTo>
                  <a:lnTo>
                    <a:pt x="2" y="39"/>
                  </a:lnTo>
                  <a:lnTo>
                    <a:pt x="206" y="81"/>
                  </a:lnTo>
                  <a:lnTo>
                    <a:pt x="213" y="37"/>
                  </a:lnTo>
                  <a:close/>
                </a:path>
              </a:pathLst>
            </a:custGeom>
            <a:solidFill>
              <a:srgbClr val="DDDDDD"/>
            </a:solidFill>
            <a:ln w="9525">
              <a:noFill/>
            </a:ln>
          </p:spPr>
          <p:txBody>
            <a:bodyPr/>
            <a:p>
              <a:endParaRPr lang="zh-CN" altLang="en-US"/>
            </a:p>
          </p:txBody>
        </p:sp>
        <p:sp>
          <p:nvSpPr>
            <p:cNvPr id="10749" name="Freeform 513"/>
            <p:cNvSpPr/>
            <p:nvPr/>
          </p:nvSpPr>
          <p:spPr>
            <a:xfrm>
              <a:off x="3916" y="3386"/>
              <a:ext cx="139" cy="4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54" h="415">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solidFill>
            <a:ln w="9525">
              <a:noFill/>
            </a:ln>
          </p:spPr>
          <p:txBody>
            <a:bodyPr/>
            <a:p>
              <a:endParaRPr lang="zh-CN" altLang="en-US"/>
            </a:p>
          </p:txBody>
        </p:sp>
        <p:sp>
          <p:nvSpPr>
            <p:cNvPr id="10750" name="Freeform 514"/>
            <p:cNvSpPr/>
            <p:nvPr/>
          </p:nvSpPr>
          <p:spPr>
            <a:xfrm>
              <a:off x="4055" y="3381"/>
              <a:ext cx="49" cy="22"/>
            </a:xfrm>
            <a:custGeom>
              <a:avLst/>
              <a:gdLst/>
              <a:ahLst/>
              <a:cxnLst>
                <a:cxn ang="0">
                  <a:pos x="0" y="0"/>
                </a:cxn>
                <a:cxn ang="0">
                  <a:pos x="0" y="0"/>
                </a:cxn>
                <a:cxn ang="0">
                  <a:pos x="0" y="0"/>
                </a:cxn>
                <a:cxn ang="0">
                  <a:pos x="0" y="0"/>
                </a:cxn>
                <a:cxn ang="0">
                  <a:pos x="0" y="0"/>
                </a:cxn>
                <a:cxn ang="0">
                  <a:pos x="0" y="0"/>
                </a:cxn>
              </a:cxnLst>
              <a:pathLst>
                <a:path w="447" h="198">
                  <a:moveTo>
                    <a:pt x="45" y="198"/>
                  </a:moveTo>
                  <a:lnTo>
                    <a:pt x="447" y="79"/>
                  </a:lnTo>
                  <a:lnTo>
                    <a:pt x="203" y="0"/>
                  </a:lnTo>
                  <a:lnTo>
                    <a:pt x="5" y="22"/>
                  </a:lnTo>
                  <a:lnTo>
                    <a:pt x="0" y="187"/>
                  </a:lnTo>
                  <a:lnTo>
                    <a:pt x="45" y="198"/>
                  </a:lnTo>
                  <a:close/>
                </a:path>
              </a:pathLst>
            </a:custGeom>
            <a:solidFill>
              <a:srgbClr val="DDDDDD"/>
            </a:solidFill>
            <a:ln w="9525">
              <a:noFill/>
            </a:ln>
          </p:spPr>
          <p:txBody>
            <a:bodyPr/>
            <a:p>
              <a:endParaRPr lang="zh-CN" altLang="en-US"/>
            </a:p>
          </p:txBody>
        </p:sp>
        <p:sp>
          <p:nvSpPr>
            <p:cNvPr id="10751" name="Freeform 515"/>
            <p:cNvSpPr/>
            <p:nvPr/>
          </p:nvSpPr>
          <p:spPr>
            <a:xfrm>
              <a:off x="3926" y="3287"/>
              <a:ext cx="27" cy="10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38" h="947">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solidFill>
            <a:ln w="9525">
              <a:noFill/>
            </a:ln>
          </p:spPr>
          <p:txBody>
            <a:bodyPr/>
            <a:p>
              <a:endParaRPr lang="zh-CN" altLang="en-US"/>
            </a:p>
          </p:txBody>
        </p:sp>
        <p:sp>
          <p:nvSpPr>
            <p:cNvPr id="10752" name="Freeform 516"/>
            <p:cNvSpPr/>
            <p:nvPr/>
          </p:nvSpPr>
          <p:spPr>
            <a:xfrm>
              <a:off x="3927" y="3288"/>
              <a:ext cx="23" cy="8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03" h="799">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solidFill>
            <a:ln w="9525">
              <a:noFill/>
            </a:ln>
          </p:spPr>
          <p:txBody>
            <a:bodyPr/>
            <a:p>
              <a:endParaRPr lang="zh-CN" altLang="en-US"/>
            </a:p>
          </p:txBody>
        </p:sp>
        <p:sp>
          <p:nvSpPr>
            <p:cNvPr id="10753" name="Freeform 517"/>
            <p:cNvSpPr/>
            <p:nvPr/>
          </p:nvSpPr>
          <p:spPr>
            <a:xfrm>
              <a:off x="3928" y="3289"/>
              <a:ext cx="19" cy="7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71" h="650">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solidFill>
            <a:ln w="9525">
              <a:noFill/>
            </a:ln>
          </p:spPr>
          <p:txBody>
            <a:bodyPr/>
            <a:p>
              <a:endParaRPr lang="zh-CN" altLang="en-US"/>
            </a:p>
          </p:txBody>
        </p:sp>
        <p:sp>
          <p:nvSpPr>
            <p:cNvPr id="10754" name="Freeform 518"/>
            <p:cNvSpPr/>
            <p:nvPr/>
          </p:nvSpPr>
          <p:spPr>
            <a:xfrm>
              <a:off x="3929" y="3289"/>
              <a:ext cx="15"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38" h="502">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solidFill>
            <a:ln w="9525">
              <a:noFill/>
            </a:ln>
          </p:spPr>
          <p:txBody>
            <a:bodyPr/>
            <a:p>
              <a:endParaRPr lang="zh-CN" altLang="en-US"/>
            </a:p>
          </p:txBody>
        </p:sp>
        <p:sp>
          <p:nvSpPr>
            <p:cNvPr id="10755" name="Freeform 519"/>
            <p:cNvSpPr/>
            <p:nvPr/>
          </p:nvSpPr>
          <p:spPr>
            <a:xfrm>
              <a:off x="3929" y="3290"/>
              <a:ext cx="12" cy="4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4" h="353">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solidFill>
            <a:ln w="9525">
              <a:noFill/>
            </a:ln>
          </p:spPr>
          <p:txBody>
            <a:bodyPr/>
            <a:p>
              <a:endParaRPr lang="zh-CN" altLang="en-US"/>
            </a:p>
          </p:txBody>
        </p:sp>
        <p:sp>
          <p:nvSpPr>
            <p:cNvPr id="10756" name="Freeform 520"/>
            <p:cNvSpPr/>
            <p:nvPr/>
          </p:nvSpPr>
          <p:spPr>
            <a:xfrm>
              <a:off x="3930" y="3291"/>
              <a:ext cx="8" cy="2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72" h="204">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solidFill>
            <a:ln w="9525">
              <a:noFill/>
            </a:ln>
          </p:spPr>
          <p:txBody>
            <a:bodyPr/>
            <a:p>
              <a:endParaRPr lang="zh-CN" altLang="en-US"/>
            </a:p>
          </p:txBody>
        </p:sp>
        <p:sp>
          <p:nvSpPr>
            <p:cNvPr id="10757" name="Freeform 521"/>
            <p:cNvSpPr/>
            <p:nvPr/>
          </p:nvSpPr>
          <p:spPr>
            <a:xfrm>
              <a:off x="4025" y="3357"/>
              <a:ext cx="12" cy="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4" h="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solidFill>
            <a:ln w="9525">
              <a:noFill/>
            </a:ln>
          </p:spPr>
          <p:txBody>
            <a:bodyPr/>
            <a:p>
              <a:endParaRPr lang="zh-CN" altLang="en-US"/>
            </a:p>
          </p:txBody>
        </p:sp>
        <p:sp>
          <p:nvSpPr>
            <p:cNvPr id="10758" name="Freeform 522"/>
            <p:cNvSpPr/>
            <p:nvPr/>
          </p:nvSpPr>
          <p:spPr>
            <a:xfrm>
              <a:off x="3990" y="3357"/>
              <a:ext cx="6" cy="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 h="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solidFill>
            <a:ln w="9525">
              <a:noFill/>
            </a:ln>
          </p:spPr>
          <p:txBody>
            <a:bodyPr/>
            <a:p>
              <a:endParaRPr lang="zh-CN" altLang="en-US"/>
            </a:p>
          </p:txBody>
        </p:sp>
        <p:sp>
          <p:nvSpPr>
            <p:cNvPr id="10759" name="Freeform 523"/>
            <p:cNvSpPr/>
            <p:nvPr/>
          </p:nvSpPr>
          <p:spPr>
            <a:xfrm>
              <a:off x="4000" y="3357"/>
              <a:ext cx="5" cy="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 h="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solidFill>
            <a:ln w="9525">
              <a:noFill/>
            </a:ln>
          </p:spPr>
          <p:txBody>
            <a:bodyPr/>
            <a:p>
              <a:endParaRPr lang="zh-CN" altLang="en-US"/>
            </a:p>
          </p:txBody>
        </p:sp>
        <p:sp>
          <p:nvSpPr>
            <p:cNvPr id="10760" name="Freeform 524"/>
            <p:cNvSpPr/>
            <p:nvPr/>
          </p:nvSpPr>
          <p:spPr>
            <a:xfrm>
              <a:off x="3961" y="3278"/>
              <a:ext cx="16"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8" h="712">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solidFill>
            <a:ln w="9525">
              <a:noFill/>
            </a:ln>
          </p:spPr>
          <p:txBody>
            <a:bodyPr/>
            <a:p>
              <a:endParaRPr lang="zh-CN" altLang="en-US"/>
            </a:p>
          </p:txBody>
        </p:sp>
        <p:sp>
          <p:nvSpPr>
            <p:cNvPr id="10761" name="Freeform 525"/>
            <p:cNvSpPr/>
            <p:nvPr/>
          </p:nvSpPr>
          <p:spPr>
            <a:xfrm>
              <a:off x="4045" y="3268"/>
              <a:ext cx="23" cy="8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01" h="795">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solidFill>
            <a:ln w="9525">
              <a:noFill/>
            </a:ln>
          </p:spPr>
          <p:txBody>
            <a:bodyPr/>
            <a:p>
              <a:endParaRPr lang="zh-CN" altLang="en-US"/>
            </a:p>
          </p:txBody>
        </p:sp>
        <p:sp>
          <p:nvSpPr>
            <p:cNvPr id="10762" name="Freeform 526"/>
            <p:cNvSpPr/>
            <p:nvPr/>
          </p:nvSpPr>
          <p:spPr>
            <a:xfrm>
              <a:off x="3961" y="3282"/>
              <a:ext cx="15" cy="6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9" h="622">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solidFill>
            <a:ln w="9525">
              <a:noFill/>
            </a:ln>
          </p:spPr>
          <p:txBody>
            <a:bodyPr/>
            <a:p>
              <a:endParaRPr lang="zh-CN" altLang="en-US"/>
            </a:p>
          </p:txBody>
        </p:sp>
        <p:sp>
          <p:nvSpPr>
            <p:cNvPr id="10763" name="Freeform 527"/>
            <p:cNvSpPr/>
            <p:nvPr/>
          </p:nvSpPr>
          <p:spPr>
            <a:xfrm>
              <a:off x="3962" y="3287"/>
              <a:ext cx="12" cy="5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0" h="531">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solidFill>
            <a:ln w="9525">
              <a:noFill/>
            </a:ln>
          </p:spPr>
          <p:txBody>
            <a:bodyPr/>
            <a:p>
              <a:endParaRPr lang="zh-CN" altLang="en-US"/>
            </a:p>
          </p:txBody>
        </p:sp>
        <p:sp>
          <p:nvSpPr>
            <p:cNvPr id="10764" name="Freeform 528"/>
            <p:cNvSpPr/>
            <p:nvPr/>
          </p:nvSpPr>
          <p:spPr>
            <a:xfrm>
              <a:off x="3963" y="3292"/>
              <a:ext cx="10" cy="4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92" h="438">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solidFill>
            <a:ln w="9525">
              <a:noFill/>
            </a:ln>
          </p:spPr>
          <p:txBody>
            <a:bodyPr/>
            <a:p>
              <a:endParaRPr lang="zh-CN" altLang="en-US"/>
            </a:p>
          </p:txBody>
        </p:sp>
        <p:sp>
          <p:nvSpPr>
            <p:cNvPr id="10765" name="Freeform 529"/>
            <p:cNvSpPr/>
            <p:nvPr/>
          </p:nvSpPr>
          <p:spPr>
            <a:xfrm>
              <a:off x="3963" y="3296"/>
              <a:ext cx="8"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73" h="347">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solidFill>
            <a:ln w="9525">
              <a:noFill/>
            </a:ln>
          </p:spPr>
          <p:txBody>
            <a:bodyPr/>
            <a:p>
              <a:endParaRPr lang="zh-CN" altLang="en-US"/>
            </a:p>
          </p:txBody>
        </p:sp>
        <p:sp>
          <p:nvSpPr>
            <p:cNvPr id="10766" name="Freeform 530"/>
            <p:cNvSpPr/>
            <p:nvPr/>
          </p:nvSpPr>
          <p:spPr>
            <a:xfrm>
              <a:off x="3964" y="3301"/>
              <a:ext cx="6" cy="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 h="256">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solidFill>
            <a:ln w="9525">
              <a:noFill/>
            </a:ln>
          </p:spPr>
          <p:txBody>
            <a:bodyPr/>
            <a:p>
              <a:endParaRPr lang="zh-CN" altLang="en-US"/>
            </a:p>
          </p:txBody>
        </p:sp>
        <p:sp>
          <p:nvSpPr>
            <p:cNvPr id="10767" name="Freeform 531"/>
            <p:cNvSpPr/>
            <p:nvPr/>
          </p:nvSpPr>
          <p:spPr>
            <a:xfrm>
              <a:off x="4046" y="3273"/>
              <a:ext cx="20" cy="7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76" h="693">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solidFill>
            <a:ln w="9525">
              <a:noFill/>
            </a:ln>
          </p:spPr>
          <p:txBody>
            <a:bodyPr/>
            <a:p>
              <a:endParaRPr lang="zh-CN" altLang="en-US"/>
            </a:p>
          </p:txBody>
        </p:sp>
        <p:sp>
          <p:nvSpPr>
            <p:cNvPr id="10768" name="Freeform 532"/>
            <p:cNvSpPr/>
            <p:nvPr/>
          </p:nvSpPr>
          <p:spPr>
            <a:xfrm>
              <a:off x="4047" y="3279"/>
              <a:ext cx="16" cy="6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9" h="592">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solidFill>
            <a:ln w="9525">
              <a:noFill/>
            </a:ln>
          </p:spPr>
          <p:txBody>
            <a:bodyPr/>
            <a:p>
              <a:endParaRPr lang="zh-CN" altLang="en-US"/>
            </a:p>
          </p:txBody>
        </p:sp>
        <p:sp>
          <p:nvSpPr>
            <p:cNvPr id="10769" name="Freeform 533"/>
            <p:cNvSpPr/>
            <p:nvPr/>
          </p:nvSpPr>
          <p:spPr>
            <a:xfrm>
              <a:off x="4048" y="3284"/>
              <a:ext cx="1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4" h="490">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solidFill>
            <a:ln w="9525">
              <a:noFill/>
            </a:ln>
          </p:spPr>
          <p:txBody>
            <a:bodyPr/>
            <a:p>
              <a:endParaRPr lang="zh-CN" altLang="en-US"/>
            </a:p>
          </p:txBody>
        </p:sp>
        <p:sp>
          <p:nvSpPr>
            <p:cNvPr id="10770" name="Freeform 534"/>
            <p:cNvSpPr/>
            <p:nvPr/>
          </p:nvSpPr>
          <p:spPr>
            <a:xfrm>
              <a:off x="4048" y="3289"/>
              <a:ext cx="11" cy="4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99" h="38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solidFill>
            <a:ln w="9525">
              <a:noFill/>
            </a:ln>
          </p:spPr>
          <p:txBody>
            <a:bodyPr/>
            <a:p>
              <a:endParaRPr lang="zh-CN" altLang="en-US"/>
            </a:p>
          </p:txBody>
        </p:sp>
        <p:sp>
          <p:nvSpPr>
            <p:cNvPr id="10771" name="Freeform 535"/>
            <p:cNvSpPr/>
            <p:nvPr/>
          </p:nvSpPr>
          <p:spPr>
            <a:xfrm>
              <a:off x="4049" y="3295"/>
              <a:ext cx="8" cy="3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72" h="287">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solidFill>
            <a:ln w="9525">
              <a:noFill/>
            </a:ln>
          </p:spPr>
          <p:txBody>
            <a:bodyPr/>
            <a:p>
              <a:endParaRPr lang="zh-CN" altLang="en-US"/>
            </a:p>
          </p:txBody>
        </p:sp>
        <p:sp>
          <p:nvSpPr>
            <p:cNvPr id="10772" name="Rectangle 536"/>
            <p:cNvSpPr/>
            <p:nvPr/>
          </p:nvSpPr>
          <p:spPr>
            <a:xfrm>
              <a:off x="3944" y="3287"/>
              <a:ext cx="3" cy="101"/>
            </a:xfrm>
            <a:prstGeom prst="rect">
              <a:avLst/>
            </a:prstGeom>
            <a:solidFill>
              <a:srgbClr val="DDDDDD"/>
            </a:solidFill>
            <a:ln w="9525">
              <a:noFill/>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773" name="Freeform 537"/>
            <p:cNvSpPr/>
            <p:nvPr/>
          </p:nvSpPr>
          <p:spPr>
            <a:xfrm>
              <a:off x="3980" y="3285"/>
              <a:ext cx="39" cy="4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54" h="418">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solidFill>
            <a:ln w="9525">
              <a:noFill/>
            </a:ln>
          </p:spPr>
          <p:txBody>
            <a:bodyPr/>
            <a:p>
              <a:endParaRPr lang="zh-CN" altLang="en-US"/>
            </a:p>
          </p:txBody>
        </p:sp>
        <p:sp>
          <p:nvSpPr>
            <p:cNvPr id="10774" name="Freeform 538"/>
            <p:cNvSpPr/>
            <p:nvPr/>
          </p:nvSpPr>
          <p:spPr>
            <a:xfrm>
              <a:off x="3925" y="3320"/>
              <a:ext cx="32"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90" h="79">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solidFill>
            <a:ln w="9525">
              <a:noFill/>
            </a:ln>
          </p:spPr>
          <p:txBody>
            <a:bodyPr/>
            <a:p>
              <a:endParaRPr lang="zh-CN" altLang="en-US"/>
            </a:p>
          </p:txBody>
        </p:sp>
        <p:sp>
          <p:nvSpPr>
            <p:cNvPr id="10775" name="Freeform 539"/>
            <p:cNvSpPr/>
            <p:nvPr/>
          </p:nvSpPr>
          <p:spPr>
            <a:xfrm>
              <a:off x="3925" y="3299"/>
              <a:ext cx="32"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90" h="79">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solidFill>
            <a:ln w="9525">
              <a:noFill/>
            </a:ln>
          </p:spPr>
          <p:txBody>
            <a:bodyPr/>
            <a:p>
              <a:endParaRPr lang="zh-CN" altLang="en-US"/>
            </a:p>
          </p:txBody>
        </p:sp>
        <p:sp>
          <p:nvSpPr>
            <p:cNvPr id="10776" name="Freeform 540"/>
            <p:cNvSpPr/>
            <p:nvPr/>
          </p:nvSpPr>
          <p:spPr>
            <a:xfrm>
              <a:off x="3955" y="3289"/>
              <a:ext cx="52"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469" h="868">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solidFill>
            <a:ln w="9525">
              <a:noFill/>
            </a:ln>
          </p:spPr>
          <p:txBody>
            <a:bodyPr/>
            <a:p>
              <a:endParaRPr lang="zh-CN" altLang="en-US"/>
            </a:p>
          </p:txBody>
        </p:sp>
        <p:sp>
          <p:nvSpPr>
            <p:cNvPr id="10777" name="Freeform 541"/>
            <p:cNvSpPr/>
            <p:nvPr/>
          </p:nvSpPr>
          <p:spPr>
            <a:xfrm>
              <a:off x="3981" y="3267"/>
              <a:ext cx="67"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04" h="118">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solidFill>
            <a:ln w="9525">
              <a:noFill/>
            </a:ln>
          </p:spPr>
          <p:txBody>
            <a:bodyPr/>
            <a:p>
              <a:endParaRPr lang="zh-CN" altLang="en-US"/>
            </a:p>
          </p:txBody>
        </p:sp>
        <p:sp>
          <p:nvSpPr>
            <p:cNvPr id="10778" name="Freeform 542"/>
            <p:cNvSpPr/>
            <p:nvPr/>
          </p:nvSpPr>
          <p:spPr>
            <a:xfrm>
              <a:off x="3942" y="3387"/>
              <a:ext cx="113" cy="3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17" h="33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solidFill>
            <a:ln w="9525">
              <a:noFill/>
            </a:ln>
          </p:spPr>
          <p:txBody>
            <a:bodyPr/>
            <a:p>
              <a:endParaRPr lang="zh-CN" altLang="en-US"/>
            </a:p>
          </p:txBody>
        </p:sp>
        <p:sp>
          <p:nvSpPr>
            <p:cNvPr id="10779" name="Freeform 543"/>
            <p:cNvSpPr/>
            <p:nvPr/>
          </p:nvSpPr>
          <p:spPr>
            <a:xfrm>
              <a:off x="3918" y="3397"/>
              <a:ext cx="116" cy="34"/>
            </a:xfrm>
            <a:custGeom>
              <a:avLst/>
              <a:gdLst/>
              <a:ahLst/>
              <a:cxnLst>
                <a:cxn ang="0">
                  <a:pos x="0" y="0"/>
                </a:cxn>
                <a:cxn ang="0">
                  <a:pos x="0" y="0"/>
                </a:cxn>
                <a:cxn ang="0">
                  <a:pos x="0" y="0"/>
                </a:cxn>
                <a:cxn ang="0">
                  <a:pos x="0" y="0"/>
                </a:cxn>
                <a:cxn ang="0">
                  <a:pos x="0" y="0"/>
                </a:cxn>
              </a:cxnLst>
              <a:pathLst>
                <a:path w="1036" h="303">
                  <a:moveTo>
                    <a:pt x="0" y="0"/>
                  </a:moveTo>
                  <a:lnTo>
                    <a:pt x="1013" y="303"/>
                  </a:lnTo>
                  <a:lnTo>
                    <a:pt x="1036" y="303"/>
                  </a:lnTo>
                  <a:lnTo>
                    <a:pt x="31" y="0"/>
                  </a:lnTo>
                  <a:lnTo>
                    <a:pt x="0" y="0"/>
                  </a:lnTo>
                  <a:close/>
                </a:path>
              </a:pathLst>
            </a:custGeom>
            <a:solidFill>
              <a:srgbClr val="DDDDDD"/>
            </a:solidFill>
            <a:ln w="9525">
              <a:noFill/>
            </a:ln>
          </p:spPr>
          <p:txBody>
            <a:bodyPr/>
            <a:p>
              <a:endParaRPr lang="zh-CN" altLang="en-US"/>
            </a:p>
          </p:txBody>
        </p:sp>
        <p:sp>
          <p:nvSpPr>
            <p:cNvPr id="10780" name="Freeform 544"/>
            <p:cNvSpPr/>
            <p:nvPr/>
          </p:nvSpPr>
          <p:spPr>
            <a:xfrm>
              <a:off x="3938" y="3393"/>
              <a:ext cx="113" cy="30"/>
            </a:xfrm>
            <a:custGeom>
              <a:avLst/>
              <a:gdLst/>
              <a:ahLst/>
              <a:cxnLst>
                <a:cxn ang="0">
                  <a:pos x="0" y="0"/>
                </a:cxn>
                <a:cxn ang="0">
                  <a:pos x="0" y="0"/>
                </a:cxn>
                <a:cxn ang="0">
                  <a:pos x="0" y="0"/>
                </a:cxn>
                <a:cxn ang="0">
                  <a:pos x="0" y="0"/>
                </a:cxn>
                <a:cxn ang="0">
                  <a:pos x="0" y="0"/>
                </a:cxn>
              </a:cxnLst>
              <a:pathLst>
                <a:path w="1023" h="270">
                  <a:moveTo>
                    <a:pt x="0" y="1"/>
                  </a:moveTo>
                  <a:lnTo>
                    <a:pt x="1001" y="270"/>
                  </a:lnTo>
                  <a:lnTo>
                    <a:pt x="1023" y="269"/>
                  </a:lnTo>
                  <a:lnTo>
                    <a:pt x="31" y="0"/>
                  </a:lnTo>
                  <a:lnTo>
                    <a:pt x="0" y="1"/>
                  </a:lnTo>
                  <a:close/>
                </a:path>
              </a:pathLst>
            </a:custGeom>
            <a:solidFill>
              <a:srgbClr val="DDDDDD"/>
            </a:solidFill>
            <a:ln w="9525">
              <a:noFill/>
            </a:ln>
          </p:spPr>
          <p:txBody>
            <a:bodyPr/>
            <a:p>
              <a:endParaRPr lang="zh-CN" altLang="en-US"/>
            </a:p>
          </p:txBody>
        </p:sp>
        <p:sp>
          <p:nvSpPr>
            <p:cNvPr id="10781" name="Freeform 545"/>
            <p:cNvSpPr/>
            <p:nvPr/>
          </p:nvSpPr>
          <p:spPr>
            <a:xfrm>
              <a:off x="3929" y="3394"/>
              <a:ext cx="114" cy="33"/>
            </a:xfrm>
            <a:custGeom>
              <a:avLst/>
              <a:gdLst/>
              <a:ahLst/>
              <a:cxnLst>
                <a:cxn ang="0">
                  <a:pos x="0" y="0"/>
                </a:cxn>
                <a:cxn ang="0">
                  <a:pos x="0" y="0"/>
                </a:cxn>
                <a:cxn ang="0">
                  <a:pos x="0" y="0"/>
                </a:cxn>
                <a:cxn ang="0">
                  <a:pos x="0" y="0"/>
                </a:cxn>
                <a:cxn ang="0">
                  <a:pos x="0" y="0"/>
                </a:cxn>
              </a:cxnLst>
              <a:pathLst>
                <a:path w="1028" h="299">
                  <a:moveTo>
                    <a:pt x="0" y="0"/>
                  </a:moveTo>
                  <a:lnTo>
                    <a:pt x="1009" y="299"/>
                  </a:lnTo>
                  <a:lnTo>
                    <a:pt x="1028" y="292"/>
                  </a:lnTo>
                  <a:lnTo>
                    <a:pt x="30" y="0"/>
                  </a:lnTo>
                  <a:lnTo>
                    <a:pt x="0" y="0"/>
                  </a:lnTo>
                  <a:close/>
                </a:path>
              </a:pathLst>
            </a:custGeom>
            <a:solidFill>
              <a:srgbClr val="DDDDDD"/>
            </a:solidFill>
            <a:ln w="9525">
              <a:noFill/>
            </a:ln>
          </p:spPr>
          <p:txBody>
            <a:bodyPr/>
            <a:p>
              <a:endParaRPr lang="zh-CN" altLang="en-US"/>
            </a:p>
          </p:txBody>
        </p:sp>
      </p:grpSp>
      <p:sp>
        <p:nvSpPr>
          <p:cNvPr id="10782" name="AutoShape 546"/>
          <p:cNvSpPr>
            <a:spLocks noChangeAspect="1" noTextEdit="1"/>
          </p:cNvSpPr>
          <p:nvPr/>
        </p:nvSpPr>
        <p:spPr>
          <a:xfrm>
            <a:off x="5494338" y="3140075"/>
            <a:ext cx="260350" cy="268288"/>
          </a:xfrm>
          <a:prstGeom prst="rect">
            <a:avLst/>
          </a:prstGeom>
          <a:noFill/>
          <a:ln w="9525">
            <a:noFill/>
          </a:ln>
        </p:spPr>
        <p:txBody>
          <a:bodyPr anchor="t" anchorCtr="0"/>
          <a:p>
            <a:pPr eaLnBrk="0" hangingPunct="0"/>
            <a:endParaRPr lang="zh-CN" altLang="en-US">
              <a:latin typeface="Comic Sans MS" panose="030F0702030302020204" pitchFamily="66" charset="0"/>
            </a:endParaRPr>
          </a:p>
        </p:txBody>
      </p:sp>
      <p:sp>
        <p:nvSpPr>
          <p:cNvPr id="10783" name="Freeform 547"/>
          <p:cNvSpPr/>
          <p:nvPr/>
        </p:nvSpPr>
        <p:spPr>
          <a:xfrm>
            <a:off x="5495925" y="3140075"/>
            <a:ext cx="258763" cy="268288"/>
          </a:xfrm>
          <a:custGeom>
            <a:avLst/>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894" h="1904">
                <a:moveTo>
                  <a:pt x="651" y="0"/>
                </a:moveTo>
                <a:lnTo>
                  <a:pt x="653" y="0"/>
                </a:lnTo>
                <a:lnTo>
                  <a:pt x="659" y="0"/>
                </a:lnTo>
                <a:lnTo>
                  <a:pt x="668" y="0"/>
                </a:lnTo>
                <a:lnTo>
                  <a:pt x="682" y="0"/>
                </a:lnTo>
                <a:lnTo>
                  <a:pt x="699" y="1"/>
                </a:lnTo>
                <a:lnTo>
                  <a:pt x="720" y="1"/>
                </a:lnTo>
                <a:lnTo>
                  <a:pt x="742" y="3"/>
                </a:lnTo>
                <a:lnTo>
                  <a:pt x="769" y="4"/>
                </a:lnTo>
                <a:lnTo>
                  <a:pt x="799" y="6"/>
                </a:lnTo>
                <a:lnTo>
                  <a:pt x="831" y="8"/>
                </a:lnTo>
                <a:lnTo>
                  <a:pt x="865" y="10"/>
                </a:lnTo>
                <a:lnTo>
                  <a:pt x="902" y="13"/>
                </a:lnTo>
                <a:lnTo>
                  <a:pt x="941" y="17"/>
                </a:lnTo>
                <a:lnTo>
                  <a:pt x="982" y="21"/>
                </a:lnTo>
                <a:lnTo>
                  <a:pt x="1025" y="26"/>
                </a:lnTo>
                <a:lnTo>
                  <a:pt x="1070" y="32"/>
                </a:lnTo>
                <a:lnTo>
                  <a:pt x="1116" y="38"/>
                </a:lnTo>
                <a:lnTo>
                  <a:pt x="1164" y="46"/>
                </a:lnTo>
                <a:lnTo>
                  <a:pt x="1213" y="55"/>
                </a:lnTo>
                <a:lnTo>
                  <a:pt x="1263" y="63"/>
                </a:lnTo>
                <a:lnTo>
                  <a:pt x="1315" y="73"/>
                </a:lnTo>
                <a:lnTo>
                  <a:pt x="1366" y="85"/>
                </a:lnTo>
                <a:lnTo>
                  <a:pt x="1418" y="97"/>
                </a:lnTo>
                <a:lnTo>
                  <a:pt x="1472" y="111"/>
                </a:lnTo>
                <a:lnTo>
                  <a:pt x="1525" y="125"/>
                </a:lnTo>
                <a:lnTo>
                  <a:pt x="1579" y="141"/>
                </a:lnTo>
                <a:lnTo>
                  <a:pt x="1632" y="159"/>
                </a:lnTo>
                <a:lnTo>
                  <a:pt x="1685" y="177"/>
                </a:lnTo>
                <a:lnTo>
                  <a:pt x="1739" y="197"/>
                </a:lnTo>
                <a:lnTo>
                  <a:pt x="1791" y="218"/>
                </a:lnTo>
                <a:lnTo>
                  <a:pt x="1843" y="241"/>
                </a:lnTo>
                <a:lnTo>
                  <a:pt x="1894" y="266"/>
                </a:lnTo>
                <a:lnTo>
                  <a:pt x="1729" y="1139"/>
                </a:lnTo>
                <a:lnTo>
                  <a:pt x="1733" y="1140"/>
                </a:lnTo>
                <a:lnTo>
                  <a:pt x="1742" y="1146"/>
                </a:lnTo>
                <a:lnTo>
                  <a:pt x="1755" y="1156"/>
                </a:lnTo>
                <a:lnTo>
                  <a:pt x="1768" y="1173"/>
                </a:lnTo>
                <a:lnTo>
                  <a:pt x="1778" y="1199"/>
                </a:lnTo>
                <a:lnTo>
                  <a:pt x="1781" y="1234"/>
                </a:lnTo>
                <a:lnTo>
                  <a:pt x="1777" y="1281"/>
                </a:lnTo>
                <a:lnTo>
                  <a:pt x="1760" y="1341"/>
                </a:lnTo>
                <a:lnTo>
                  <a:pt x="1472" y="1765"/>
                </a:lnTo>
                <a:lnTo>
                  <a:pt x="1432" y="1765"/>
                </a:lnTo>
                <a:lnTo>
                  <a:pt x="1324" y="1904"/>
                </a:lnTo>
                <a:lnTo>
                  <a:pt x="1322" y="1904"/>
                </a:lnTo>
                <a:lnTo>
                  <a:pt x="1315" y="1903"/>
                </a:lnTo>
                <a:lnTo>
                  <a:pt x="1304" y="1902"/>
                </a:lnTo>
                <a:lnTo>
                  <a:pt x="1290" y="1900"/>
                </a:lnTo>
                <a:lnTo>
                  <a:pt x="1270" y="1897"/>
                </a:lnTo>
                <a:lnTo>
                  <a:pt x="1249" y="1894"/>
                </a:lnTo>
                <a:lnTo>
                  <a:pt x="1223" y="1891"/>
                </a:lnTo>
                <a:lnTo>
                  <a:pt x="1194" y="1887"/>
                </a:lnTo>
                <a:lnTo>
                  <a:pt x="1162" y="1881"/>
                </a:lnTo>
                <a:lnTo>
                  <a:pt x="1128" y="1876"/>
                </a:lnTo>
                <a:lnTo>
                  <a:pt x="1091" y="1869"/>
                </a:lnTo>
                <a:lnTo>
                  <a:pt x="1050" y="1862"/>
                </a:lnTo>
                <a:lnTo>
                  <a:pt x="1008" y="1854"/>
                </a:lnTo>
                <a:lnTo>
                  <a:pt x="964" y="1845"/>
                </a:lnTo>
                <a:lnTo>
                  <a:pt x="918" y="1835"/>
                </a:lnTo>
                <a:lnTo>
                  <a:pt x="870" y="1824"/>
                </a:lnTo>
                <a:lnTo>
                  <a:pt x="820" y="1813"/>
                </a:lnTo>
                <a:lnTo>
                  <a:pt x="769" y="1800"/>
                </a:lnTo>
                <a:lnTo>
                  <a:pt x="717" y="1786"/>
                </a:lnTo>
                <a:lnTo>
                  <a:pt x="664" y="1772"/>
                </a:lnTo>
                <a:lnTo>
                  <a:pt x="610" y="1755"/>
                </a:lnTo>
                <a:lnTo>
                  <a:pt x="555" y="1738"/>
                </a:lnTo>
                <a:lnTo>
                  <a:pt x="501" y="1720"/>
                </a:lnTo>
                <a:lnTo>
                  <a:pt x="445" y="1701"/>
                </a:lnTo>
                <a:lnTo>
                  <a:pt x="390" y="1681"/>
                </a:lnTo>
                <a:lnTo>
                  <a:pt x="334" y="1659"/>
                </a:lnTo>
                <a:lnTo>
                  <a:pt x="280" y="1636"/>
                </a:lnTo>
                <a:lnTo>
                  <a:pt x="225" y="1611"/>
                </a:lnTo>
                <a:lnTo>
                  <a:pt x="172" y="1585"/>
                </a:lnTo>
                <a:lnTo>
                  <a:pt x="119" y="1559"/>
                </a:lnTo>
                <a:lnTo>
                  <a:pt x="67" y="1530"/>
                </a:lnTo>
                <a:lnTo>
                  <a:pt x="17" y="1500"/>
                </a:lnTo>
                <a:lnTo>
                  <a:pt x="16" y="1495"/>
                </a:lnTo>
                <a:lnTo>
                  <a:pt x="12" y="1480"/>
                </a:lnTo>
                <a:lnTo>
                  <a:pt x="8" y="1457"/>
                </a:lnTo>
                <a:lnTo>
                  <a:pt x="4" y="1430"/>
                </a:lnTo>
                <a:lnTo>
                  <a:pt x="0" y="1401"/>
                </a:lnTo>
                <a:lnTo>
                  <a:pt x="0" y="1370"/>
                </a:lnTo>
                <a:lnTo>
                  <a:pt x="4" y="1343"/>
                </a:lnTo>
                <a:lnTo>
                  <a:pt x="12" y="1319"/>
                </a:lnTo>
                <a:lnTo>
                  <a:pt x="388" y="965"/>
                </a:lnTo>
                <a:lnTo>
                  <a:pt x="387" y="961"/>
                </a:lnTo>
                <a:lnTo>
                  <a:pt x="386" y="952"/>
                </a:lnTo>
                <a:lnTo>
                  <a:pt x="386" y="936"/>
                </a:lnTo>
                <a:lnTo>
                  <a:pt x="390" y="917"/>
                </a:lnTo>
                <a:lnTo>
                  <a:pt x="397" y="893"/>
                </a:lnTo>
                <a:lnTo>
                  <a:pt x="412" y="868"/>
                </a:lnTo>
                <a:lnTo>
                  <a:pt x="435" y="841"/>
                </a:lnTo>
                <a:lnTo>
                  <a:pt x="468" y="814"/>
                </a:lnTo>
                <a:lnTo>
                  <a:pt x="651" y="0"/>
                </a:lnTo>
                <a:close/>
              </a:path>
            </a:pathLst>
          </a:custGeom>
          <a:solidFill>
            <a:schemeClr val="folHlink"/>
          </a:solidFill>
          <a:ln w="9525" cap="flat" cmpd="sng">
            <a:solidFill>
              <a:schemeClr val="bg2"/>
            </a:solidFill>
            <a:prstDash val="solid"/>
            <a:round/>
            <a:headEnd type="none" w="med" len="med"/>
            <a:tailEnd type="none" w="med" len="med"/>
          </a:ln>
        </p:spPr>
        <p:txBody>
          <a:bodyPr/>
          <a:p>
            <a:endParaRPr lang="zh-CN" altLang="en-US"/>
          </a:p>
        </p:txBody>
      </p:sp>
      <p:sp>
        <p:nvSpPr>
          <p:cNvPr id="10784" name="Freeform 548"/>
          <p:cNvSpPr/>
          <p:nvPr/>
        </p:nvSpPr>
        <p:spPr>
          <a:xfrm>
            <a:off x="5527675" y="3309938"/>
            <a:ext cx="150813" cy="46037"/>
          </a:xfrm>
          <a:custGeom>
            <a:avLst/>
            <a:gdLst/>
            <a:ahLst/>
            <a:cxnLst>
              <a:cxn ang="0">
                <a:pos x="2147483646" y="0"/>
              </a:cxn>
              <a:cxn ang="0">
                <a:pos x="2147483646" y="2147483646"/>
              </a:cxn>
              <a:cxn ang="0">
                <a:pos x="2147483646" y="2147483646"/>
              </a:cxn>
              <a:cxn ang="0">
                <a:pos x="0" y="2147483646"/>
              </a:cxn>
              <a:cxn ang="0">
                <a:pos x="2147483646" y="0"/>
              </a:cxn>
            </a:cxnLst>
            <a:pathLst>
              <a:path w="1106" h="331">
                <a:moveTo>
                  <a:pt x="40" y="0"/>
                </a:moveTo>
                <a:lnTo>
                  <a:pt x="1106" y="277"/>
                </a:lnTo>
                <a:lnTo>
                  <a:pt x="1071" y="331"/>
                </a:lnTo>
                <a:lnTo>
                  <a:pt x="0" y="36"/>
                </a:lnTo>
                <a:lnTo>
                  <a:pt x="40" y="0"/>
                </a:lnTo>
                <a:close/>
              </a:path>
            </a:pathLst>
          </a:custGeom>
          <a:solidFill>
            <a:srgbClr val="7F7F7F"/>
          </a:solidFill>
          <a:ln w="9525">
            <a:noFill/>
          </a:ln>
        </p:spPr>
        <p:txBody>
          <a:bodyPr/>
          <a:p>
            <a:endParaRPr lang="zh-CN" altLang="en-US"/>
          </a:p>
        </p:txBody>
      </p:sp>
      <p:sp>
        <p:nvSpPr>
          <p:cNvPr id="10785" name="Freeform 549"/>
          <p:cNvSpPr/>
          <p:nvPr/>
        </p:nvSpPr>
        <p:spPr>
          <a:xfrm>
            <a:off x="5502275" y="3330575"/>
            <a:ext cx="176213" cy="71438"/>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85" h="505">
                <a:moveTo>
                  <a:pt x="1284" y="391"/>
                </a:moveTo>
                <a:lnTo>
                  <a:pt x="1282" y="391"/>
                </a:lnTo>
                <a:lnTo>
                  <a:pt x="1275" y="390"/>
                </a:lnTo>
                <a:lnTo>
                  <a:pt x="1264" y="389"/>
                </a:lnTo>
                <a:lnTo>
                  <a:pt x="1250" y="387"/>
                </a:lnTo>
                <a:lnTo>
                  <a:pt x="1232" y="385"/>
                </a:lnTo>
                <a:lnTo>
                  <a:pt x="1209" y="382"/>
                </a:lnTo>
                <a:lnTo>
                  <a:pt x="1183" y="378"/>
                </a:lnTo>
                <a:lnTo>
                  <a:pt x="1155" y="374"/>
                </a:lnTo>
                <a:lnTo>
                  <a:pt x="1124" y="369"/>
                </a:lnTo>
                <a:lnTo>
                  <a:pt x="1089" y="362"/>
                </a:lnTo>
                <a:lnTo>
                  <a:pt x="1052" y="355"/>
                </a:lnTo>
                <a:lnTo>
                  <a:pt x="1013" y="349"/>
                </a:lnTo>
                <a:lnTo>
                  <a:pt x="971" y="340"/>
                </a:lnTo>
                <a:lnTo>
                  <a:pt x="926" y="332"/>
                </a:lnTo>
                <a:lnTo>
                  <a:pt x="881" y="322"/>
                </a:lnTo>
                <a:lnTo>
                  <a:pt x="834" y="311"/>
                </a:lnTo>
                <a:lnTo>
                  <a:pt x="785" y="299"/>
                </a:lnTo>
                <a:lnTo>
                  <a:pt x="735" y="287"/>
                </a:lnTo>
                <a:lnTo>
                  <a:pt x="684" y="273"/>
                </a:lnTo>
                <a:lnTo>
                  <a:pt x="632" y="259"/>
                </a:lnTo>
                <a:lnTo>
                  <a:pt x="579" y="244"/>
                </a:lnTo>
                <a:lnTo>
                  <a:pt x="526" y="228"/>
                </a:lnTo>
                <a:lnTo>
                  <a:pt x="472" y="209"/>
                </a:lnTo>
                <a:lnTo>
                  <a:pt x="419" y="191"/>
                </a:lnTo>
                <a:lnTo>
                  <a:pt x="364" y="171"/>
                </a:lnTo>
                <a:lnTo>
                  <a:pt x="311" y="150"/>
                </a:lnTo>
                <a:lnTo>
                  <a:pt x="259" y="128"/>
                </a:lnTo>
                <a:lnTo>
                  <a:pt x="206" y="105"/>
                </a:lnTo>
                <a:lnTo>
                  <a:pt x="155" y="81"/>
                </a:lnTo>
                <a:lnTo>
                  <a:pt x="104" y="55"/>
                </a:lnTo>
                <a:lnTo>
                  <a:pt x="55" y="28"/>
                </a:lnTo>
                <a:lnTo>
                  <a:pt x="7" y="0"/>
                </a:lnTo>
                <a:lnTo>
                  <a:pt x="6" y="4"/>
                </a:lnTo>
                <a:lnTo>
                  <a:pt x="4" y="15"/>
                </a:lnTo>
                <a:lnTo>
                  <a:pt x="2" y="32"/>
                </a:lnTo>
                <a:lnTo>
                  <a:pt x="0" y="53"/>
                </a:lnTo>
                <a:lnTo>
                  <a:pt x="0" y="76"/>
                </a:lnTo>
                <a:lnTo>
                  <a:pt x="2" y="98"/>
                </a:lnTo>
                <a:lnTo>
                  <a:pt x="8" y="120"/>
                </a:lnTo>
                <a:lnTo>
                  <a:pt x="18" y="137"/>
                </a:lnTo>
                <a:lnTo>
                  <a:pt x="19" y="139"/>
                </a:lnTo>
                <a:lnTo>
                  <a:pt x="22" y="141"/>
                </a:lnTo>
                <a:lnTo>
                  <a:pt x="28" y="144"/>
                </a:lnTo>
                <a:lnTo>
                  <a:pt x="37" y="148"/>
                </a:lnTo>
                <a:lnTo>
                  <a:pt x="47" y="155"/>
                </a:lnTo>
                <a:lnTo>
                  <a:pt x="59" y="162"/>
                </a:lnTo>
                <a:lnTo>
                  <a:pt x="75" y="170"/>
                </a:lnTo>
                <a:lnTo>
                  <a:pt x="92" y="180"/>
                </a:lnTo>
                <a:lnTo>
                  <a:pt x="112" y="190"/>
                </a:lnTo>
                <a:lnTo>
                  <a:pt x="134" y="200"/>
                </a:lnTo>
                <a:lnTo>
                  <a:pt x="159" y="212"/>
                </a:lnTo>
                <a:lnTo>
                  <a:pt x="186" y="225"/>
                </a:lnTo>
                <a:lnTo>
                  <a:pt x="215" y="238"/>
                </a:lnTo>
                <a:lnTo>
                  <a:pt x="247" y="252"/>
                </a:lnTo>
                <a:lnTo>
                  <a:pt x="281" y="267"/>
                </a:lnTo>
                <a:lnTo>
                  <a:pt x="318" y="281"/>
                </a:lnTo>
                <a:lnTo>
                  <a:pt x="358" y="296"/>
                </a:lnTo>
                <a:lnTo>
                  <a:pt x="399" y="311"/>
                </a:lnTo>
                <a:lnTo>
                  <a:pt x="443" y="326"/>
                </a:lnTo>
                <a:lnTo>
                  <a:pt x="491" y="341"/>
                </a:lnTo>
                <a:lnTo>
                  <a:pt x="540" y="357"/>
                </a:lnTo>
                <a:lnTo>
                  <a:pt x="592" y="372"/>
                </a:lnTo>
                <a:lnTo>
                  <a:pt x="647" y="387"/>
                </a:lnTo>
                <a:lnTo>
                  <a:pt x="703" y="402"/>
                </a:lnTo>
                <a:lnTo>
                  <a:pt x="764" y="416"/>
                </a:lnTo>
                <a:lnTo>
                  <a:pt x="826" y="431"/>
                </a:lnTo>
                <a:lnTo>
                  <a:pt x="890" y="444"/>
                </a:lnTo>
                <a:lnTo>
                  <a:pt x="958" y="459"/>
                </a:lnTo>
                <a:lnTo>
                  <a:pt x="1028" y="472"/>
                </a:lnTo>
                <a:lnTo>
                  <a:pt x="1101" y="483"/>
                </a:lnTo>
                <a:lnTo>
                  <a:pt x="1177" y="494"/>
                </a:lnTo>
                <a:lnTo>
                  <a:pt x="1255" y="505"/>
                </a:lnTo>
                <a:lnTo>
                  <a:pt x="1256" y="503"/>
                </a:lnTo>
                <a:lnTo>
                  <a:pt x="1260" y="497"/>
                </a:lnTo>
                <a:lnTo>
                  <a:pt x="1265" y="487"/>
                </a:lnTo>
                <a:lnTo>
                  <a:pt x="1272" y="473"/>
                </a:lnTo>
                <a:lnTo>
                  <a:pt x="1278" y="456"/>
                </a:lnTo>
                <a:lnTo>
                  <a:pt x="1282" y="437"/>
                </a:lnTo>
                <a:lnTo>
                  <a:pt x="1285" y="415"/>
                </a:lnTo>
                <a:lnTo>
                  <a:pt x="1284" y="391"/>
                </a:lnTo>
                <a:close/>
              </a:path>
            </a:pathLst>
          </a:custGeom>
          <a:solidFill>
            <a:schemeClr val="folHlink"/>
          </a:solidFill>
          <a:ln w="9525">
            <a:noFill/>
          </a:ln>
        </p:spPr>
        <p:txBody>
          <a:bodyPr/>
          <a:p>
            <a:endParaRPr lang="zh-CN" altLang="en-US"/>
          </a:p>
        </p:txBody>
      </p:sp>
      <p:sp>
        <p:nvSpPr>
          <p:cNvPr id="10786" name="AutoShape 550"/>
          <p:cNvSpPr>
            <a:spLocks noChangeAspect="1" noTextEdit="1"/>
          </p:cNvSpPr>
          <p:nvPr/>
        </p:nvSpPr>
        <p:spPr>
          <a:xfrm>
            <a:off x="5449888" y="3044825"/>
            <a:ext cx="284162" cy="319088"/>
          </a:xfrm>
          <a:prstGeom prst="rect">
            <a:avLst/>
          </a:prstGeom>
          <a:noFill/>
          <a:ln w="9525">
            <a:noFill/>
          </a:ln>
        </p:spPr>
        <p:txBody>
          <a:bodyPr anchor="t" anchorCtr="0"/>
          <a:p>
            <a:pPr eaLnBrk="0" hangingPunct="0"/>
            <a:endParaRPr lang="zh-CN" altLang="en-US">
              <a:latin typeface="Comic Sans MS" panose="030F0702030302020204" pitchFamily="66" charset="0"/>
            </a:endParaRPr>
          </a:p>
        </p:txBody>
      </p:sp>
      <p:sp>
        <p:nvSpPr>
          <p:cNvPr id="10787" name="Freeform 551"/>
          <p:cNvSpPr/>
          <p:nvPr/>
        </p:nvSpPr>
        <p:spPr>
          <a:xfrm>
            <a:off x="5508625" y="3065463"/>
            <a:ext cx="41275" cy="52387"/>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79" h="216">
                <a:moveTo>
                  <a:pt x="63" y="28"/>
                </a:moveTo>
                <a:lnTo>
                  <a:pt x="49" y="37"/>
                </a:lnTo>
                <a:lnTo>
                  <a:pt x="38" y="47"/>
                </a:lnTo>
                <a:lnTo>
                  <a:pt x="27" y="59"/>
                </a:lnTo>
                <a:lnTo>
                  <a:pt x="18" y="72"/>
                </a:lnTo>
                <a:lnTo>
                  <a:pt x="10" y="86"/>
                </a:lnTo>
                <a:lnTo>
                  <a:pt x="5" y="101"/>
                </a:lnTo>
                <a:lnTo>
                  <a:pt x="2" y="117"/>
                </a:lnTo>
                <a:lnTo>
                  <a:pt x="0" y="133"/>
                </a:lnTo>
                <a:lnTo>
                  <a:pt x="2" y="155"/>
                </a:lnTo>
                <a:lnTo>
                  <a:pt x="10" y="173"/>
                </a:lnTo>
                <a:lnTo>
                  <a:pt x="23" y="190"/>
                </a:lnTo>
                <a:lnTo>
                  <a:pt x="40" y="201"/>
                </a:lnTo>
                <a:lnTo>
                  <a:pt x="59" y="211"/>
                </a:lnTo>
                <a:lnTo>
                  <a:pt x="79" y="215"/>
                </a:lnTo>
                <a:lnTo>
                  <a:pt x="100" y="216"/>
                </a:lnTo>
                <a:lnTo>
                  <a:pt x="120" y="213"/>
                </a:lnTo>
                <a:lnTo>
                  <a:pt x="124" y="213"/>
                </a:lnTo>
                <a:lnTo>
                  <a:pt x="128" y="211"/>
                </a:lnTo>
                <a:lnTo>
                  <a:pt x="131" y="208"/>
                </a:lnTo>
                <a:lnTo>
                  <a:pt x="132" y="203"/>
                </a:lnTo>
                <a:lnTo>
                  <a:pt x="130" y="198"/>
                </a:lnTo>
                <a:lnTo>
                  <a:pt x="126" y="194"/>
                </a:lnTo>
                <a:lnTo>
                  <a:pt x="121" y="190"/>
                </a:lnTo>
                <a:lnTo>
                  <a:pt x="116" y="187"/>
                </a:lnTo>
                <a:lnTo>
                  <a:pt x="105" y="184"/>
                </a:lnTo>
                <a:lnTo>
                  <a:pt x="95" y="182"/>
                </a:lnTo>
                <a:lnTo>
                  <a:pt x="84" y="180"/>
                </a:lnTo>
                <a:lnTo>
                  <a:pt x="75" y="178"/>
                </a:lnTo>
                <a:lnTo>
                  <a:pt x="65" y="175"/>
                </a:lnTo>
                <a:lnTo>
                  <a:pt x="56" y="170"/>
                </a:lnTo>
                <a:lnTo>
                  <a:pt x="47" y="165"/>
                </a:lnTo>
                <a:lnTo>
                  <a:pt x="39" y="156"/>
                </a:lnTo>
                <a:lnTo>
                  <a:pt x="36" y="120"/>
                </a:lnTo>
                <a:lnTo>
                  <a:pt x="44" y="90"/>
                </a:lnTo>
                <a:lnTo>
                  <a:pt x="61" y="67"/>
                </a:lnTo>
                <a:lnTo>
                  <a:pt x="84" y="47"/>
                </a:lnTo>
                <a:lnTo>
                  <a:pt x="109" y="32"/>
                </a:lnTo>
                <a:lnTo>
                  <a:pt x="136" y="21"/>
                </a:lnTo>
                <a:lnTo>
                  <a:pt x="160" y="12"/>
                </a:lnTo>
                <a:lnTo>
                  <a:pt x="179" y="5"/>
                </a:lnTo>
                <a:lnTo>
                  <a:pt x="167" y="1"/>
                </a:lnTo>
                <a:lnTo>
                  <a:pt x="154" y="0"/>
                </a:lnTo>
                <a:lnTo>
                  <a:pt x="140" y="2"/>
                </a:lnTo>
                <a:lnTo>
                  <a:pt x="124" y="5"/>
                </a:lnTo>
                <a:lnTo>
                  <a:pt x="108" y="10"/>
                </a:lnTo>
                <a:lnTo>
                  <a:pt x="92" y="15"/>
                </a:lnTo>
                <a:lnTo>
                  <a:pt x="77" y="22"/>
                </a:lnTo>
                <a:lnTo>
                  <a:pt x="63" y="28"/>
                </a:lnTo>
                <a:close/>
              </a:path>
            </a:pathLst>
          </a:custGeom>
          <a:solidFill>
            <a:srgbClr val="C9E8FF"/>
          </a:solidFill>
          <a:ln w="9525" cap="flat" cmpd="sng">
            <a:solidFill>
              <a:srgbClr val="FF3300"/>
            </a:solidFill>
            <a:prstDash val="solid"/>
            <a:round/>
            <a:headEnd type="none" w="med" len="med"/>
            <a:tailEnd type="none" w="med" len="med"/>
          </a:ln>
        </p:spPr>
        <p:txBody>
          <a:bodyPr/>
          <a:p>
            <a:endParaRPr lang="zh-CN" altLang="en-US"/>
          </a:p>
        </p:txBody>
      </p:sp>
      <p:sp>
        <p:nvSpPr>
          <p:cNvPr id="10788" name="Freeform 552"/>
          <p:cNvSpPr/>
          <p:nvPr/>
        </p:nvSpPr>
        <p:spPr>
          <a:xfrm>
            <a:off x="5576888" y="3063875"/>
            <a:ext cx="25400" cy="39688"/>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14" h="168">
                <a:moveTo>
                  <a:pt x="96" y="55"/>
                </a:moveTo>
                <a:lnTo>
                  <a:pt x="101" y="72"/>
                </a:lnTo>
                <a:lnTo>
                  <a:pt x="100" y="88"/>
                </a:lnTo>
                <a:lnTo>
                  <a:pt x="92" y="101"/>
                </a:lnTo>
                <a:lnTo>
                  <a:pt x="82" y="112"/>
                </a:lnTo>
                <a:lnTo>
                  <a:pt x="69" y="123"/>
                </a:lnTo>
                <a:lnTo>
                  <a:pt x="54" y="134"/>
                </a:lnTo>
                <a:lnTo>
                  <a:pt x="40" y="143"/>
                </a:lnTo>
                <a:lnTo>
                  <a:pt x="27" y="153"/>
                </a:lnTo>
                <a:lnTo>
                  <a:pt x="25" y="156"/>
                </a:lnTo>
                <a:lnTo>
                  <a:pt x="24" y="158"/>
                </a:lnTo>
                <a:lnTo>
                  <a:pt x="24" y="162"/>
                </a:lnTo>
                <a:lnTo>
                  <a:pt x="25" y="165"/>
                </a:lnTo>
                <a:lnTo>
                  <a:pt x="28" y="167"/>
                </a:lnTo>
                <a:lnTo>
                  <a:pt x="31" y="168"/>
                </a:lnTo>
                <a:lnTo>
                  <a:pt x="33" y="168"/>
                </a:lnTo>
                <a:lnTo>
                  <a:pt x="37" y="167"/>
                </a:lnTo>
                <a:lnTo>
                  <a:pt x="53" y="157"/>
                </a:lnTo>
                <a:lnTo>
                  <a:pt x="69" y="147"/>
                </a:lnTo>
                <a:lnTo>
                  <a:pt x="84" y="135"/>
                </a:lnTo>
                <a:lnTo>
                  <a:pt x="97" y="121"/>
                </a:lnTo>
                <a:lnTo>
                  <a:pt x="107" y="106"/>
                </a:lnTo>
                <a:lnTo>
                  <a:pt x="113" y="89"/>
                </a:lnTo>
                <a:lnTo>
                  <a:pt x="114" y="71"/>
                </a:lnTo>
                <a:lnTo>
                  <a:pt x="110" y="51"/>
                </a:lnTo>
                <a:lnTo>
                  <a:pt x="101" y="36"/>
                </a:lnTo>
                <a:lnTo>
                  <a:pt x="87" y="24"/>
                </a:lnTo>
                <a:lnTo>
                  <a:pt x="70" y="14"/>
                </a:lnTo>
                <a:lnTo>
                  <a:pt x="51" y="7"/>
                </a:lnTo>
                <a:lnTo>
                  <a:pt x="32" y="2"/>
                </a:lnTo>
                <a:lnTo>
                  <a:pt x="17" y="0"/>
                </a:lnTo>
                <a:lnTo>
                  <a:pt x="5" y="0"/>
                </a:lnTo>
                <a:lnTo>
                  <a:pt x="0" y="3"/>
                </a:lnTo>
                <a:lnTo>
                  <a:pt x="12" y="9"/>
                </a:lnTo>
                <a:lnTo>
                  <a:pt x="26" y="13"/>
                </a:lnTo>
                <a:lnTo>
                  <a:pt x="41" y="17"/>
                </a:lnTo>
                <a:lnTo>
                  <a:pt x="54" y="22"/>
                </a:lnTo>
                <a:lnTo>
                  <a:pt x="68" y="27"/>
                </a:lnTo>
                <a:lnTo>
                  <a:pt x="80" y="34"/>
                </a:lnTo>
                <a:lnTo>
                  <a:pt x="89" y="43"/>
                </a:lnTo>
                <a:lnTo>
                  <a:pt x="96" y="55"/>
                </a:lnTo>
                <a:close/>
              </a:path>
            </a:pathLst>
          </a:custGeom>
          <a:solidFill>
            <a:srgbClr val="C9E8FF"/>
          </a:solidFill>
          <a:ln w="9525">
            <a:noFill/>
          </a:ln>
        </p:spPr>
        <p:txBody>
          <a:bodyPr/>
          <a:p>
            <a:endParaRPr lang="zh-CN" altLang="en-US"/>
          </a:p>
        </p:txBody>
      </p:sp>
      <p:sp>
        <p:nvSpPr>
          <p:cNvPr id="10789" name="Freeform 553"/>
          <p:cNvSpPr/>
          <p:nvPr/>
        </p:nvSpPr>
        <p:spPr>
          <a:xfrm>
            <a:off x="5483225" y="3054350"/>
            <a:ext cx="66675" cy="85725"/>
          </a:xfrm>
          <a:custGeom>
            <a:avLst/>
            <a:gdLst/>
            <a:ahLst/>
            <a:cxnLst>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Lst>
            <a:pathLst>
              <a:path w="289" h="351">
                <a:moveTo>
                  <a:pt x="112" y="46"/>
                </a:moveTo>
                <a:lnTo>
                  <a:pt x="90" y="65"/>
                </a:lnTo>
                <a:lnTo>
                  <a:pt x="68" y="84"/>
                </a:lnTo>
                <a:lnTo>
                  <a:pt x="48" y="106"/>
                </a:lnTo>
                <a:lnTo>
                  <a:pt x="30" y="130"/>
                </a:lnTo>
                <a:lnTo>
                  <a:pt x="15" y="155"/>
                </a:lnTo>
                <a:lnTo>
                  <a:pt x="5" y="181"/>
                </a:lnTo>
                <a:lnTo>
                  <a:pt x="0" y="210"/>
                </a:lnTo>
                <a:lnTo>
                  <a:pt x="1" y="240"/>
                </a:lnTo>
                <a:lnTo>
                  <a:pt x="3" y="248"/>
                </a:lnTo>
                <a:lnTo>
                  <a:pt x="5" y="256"/>
                </a:lnTo>
                <a:lnTo>
                  <a:pt x="8" y="262"/>
                </a:lnTo>
                <a:lnTo>
                  <a:pt x="12" y="270"/>
                </a:lnTo>
                <a:lnTo>
                  <a:pt x="17" y="276"/>
                </a:lnTo>
                <a:lnTo>
                  <a:pt x="24" y="283"/>
                </a:lnTo>
                <a:lnTo>
                  <a:pt x="29" y="288"/>
                </a:lnTo>
                <a:lnTo>
                  <a:pt x="36" y="292"/>
                </a:lnTo>
                <a:lnTo>
                  <a:pt x="50" y="301"/>
                </a:lnTo>
                <a:lnTo>
                  <a:pt x="64" y="308"/>
                </a:lnTo>
                <a:lnTo>
                  <a:pt x="77" y="315"/>
                </a:lnTo>
                <a:lnTo>
                  <a:pt x="92" y="320"/>
                </a:lnTo>
                <a:lnTo>
                  <a:pt x="107" y="326"/>
                </a:lnTo>
                <a:lnTo>
                  <a:pt x="121" y="330"/>
                </a:lnTo>
                <a:lnTo>
                  <a:pt x="136" y="334"/>
                </a:lnTo>
                <a:lnTo>
                  <a:pt x="151" y="337"/>
                </a:lnTo>
                <a:lnTo>
                  <a:pt x="167" y="341"/>
                </a:lnTo>
                <a:lnTo>
                  <a:pt x="181" y="343"/>
                </a:lnTo>
                <a:lnTo>
                  <a:pt x="197" y="345"/>
                </a:lnTo>
                <a:lnTo>
                  <a:pt x="213" y="347"/>
                </a:lnTo>
                <a:lnTo>
                  <a:pt x="228" y="348"/>
                </a:lnTo>
                <a:lnTo>
                  <a:pt x="243" y="349"/>
                </a:lnTo>
                <a:lnTo>
                  <a:pt x="259" y="350"/>
                </a:lnTo>
                <a:lnTo>
                  <a:pt x="274" y="351"/>
                </a:lnTo>
                <a:lnTo>
                  <a:pt x="279" y="351"/>
                </a:lnTo>
                <a:lnTo>
                  <a:pt x="283" y="349"/>
                </a:lnTo>
                <a:lnTo>
                  <a:pt x="286" y="345"/>
                </a:lnTo>
                <a:lnTo>
                  <a:pt x="289" y="341"/>
                </a:lnTo>
                <a:lnTo>
                  <a:pt x="289" y="335"/>
                </a:lnTo>
                <a:lnTo>
                  <a:pt x="286" y="331"/>
                </a:lnTo>
                <a:lnTo>
                  <a:pt x="282" y="328"/>
                </a:lnTo>
                <a:lnTo>
                  <a:pt x="277" y="326"/>
                </a:lnTo>
                <a:lnTo>
                  <a:pt x="263" y="322"/>
                </a:lnTo>
                <a:lnTo>
                  <a:pt x="250" y="320"/>
                </a:lnTo>
                <a:lnTo>
                  <a:pt x="236" y="317"/>
                </a:lnTo>
                <a:lnTo>
                  <a:pt x="221" y="315"/>
                </a:lnTo>
                <a:lnTo>
                  <a:pt x="208" y="313"/>
                </a:lnTo>
                <a:lnTo>
                  <a:pt x="194" y="311"/>
                </a:lnTo>
                <a:lnTo>
                  <a:pt x="179" y="308"/>
                </a:lnTo>
                <a:lnTo>
                  <a:pt x="166" y="305"/>
                </a:lnTo>
                <a:lnTo>
                  <a:pt x="152" y="303"/>
                </a:lnTo>
                <a:lnTo>
                  <a:pt x="138" y="300"/>
                </a:lnTo>
                <a:lnTo>
                  <a:pt x="125" y="296"/>
                </a:lnTo>
                <a:lnTo>
                  <a:pt x="111" y="292"/>
                </a:lnTo>
                <a:lnTo>
                  <a:pt x="98" y="287"/>
                </a:lnTo>
                <a:lnTo>
                  <a:pt x="85" y="282"/>
                </a:lnTo>
                <a:lnTo>
                  <a:pt x="72" y="276"/>
                </a:lnTo>
                <a:lnTo>
                  <a:pt x="59" y="269"/>
                </a:lnTo>
                <a:lnTo>
                  <a:pt x="49" y="261"/>
                </a:lnTo>
                <a:lnTo>
                  <a:pt x="41" y="252"/>
                </a:lnTo>
                <a:lnTo>
                  <a:pt x="34" y="241"/>
                </a:lnTo>
                <a:lnTo>
                  <a:pt x="31" y="228"/>
                </a:lnTo>
                <a:lnTo>
                  <a:pt x="30" y="215"/>
                </a:lnTo>
                <a:lnTo>
                  <a:pt x="31" y="201"/>
                </a:lnTo>
                <a:lnTo>
                  <a:pt x="34" y="186"/>
                </a:lnTo>
                <a:lnTo>
                  <a:pt x="38" y="174"/>
                </a:lnTo>
                <a:lnTo>
                  <a:pt x="46" y="158"/>
                </a:lnTo>
                <a:lnTo>
                  <a:pt x="54" y="142"/>
                </a:lnTo>
                <a:lnTo>
                  <a:pt x="64" y="128"/>
                </a:lnTo>
                <a:lnTo>
                  <a:pt x="74" y="115"/>
                </a:lnTo>
                <a:lnTo>
                  <a:pt x="85" y="102"/>
                </a:lnTo>
                <a:lnTo>
                  <a:pt x="96" y="89"/>
                </a:lnTo>
                <a:lnTo>
                  <a:pt x="110" y="77"/>
                </a:lnTo>
                <a:lnTo>
                  <a:pt x="124" y="64"/>
                </a:lnTo>
                <a:lnTo>
                  <a:pt x="137" y="53"/>
                </a:lnTo>
                <a:lnTo>
                  <a:pt x="155" y="43"/>
                </a:lnTo>
                <a:lnTo>
                  <a:pt x="175" y="35"/>
                </a:lnTo>
                <a:lnTo>
                  <a:pt x="195" y="26"/>
                </a:lnTo>
                <a:lnTo>
                  <a:pt x="213" y="19"/>
                </a:lnTo>
                <a:lnTo>
                  <a:pt x="228" y="12"/>
                </a:lnTo>
                <a:lnTo>
                  <a:pt x="237" y="6"/>
                </a:lnTo>
                <a:lnTo>
                  <a:pt x="240" y="2"/>
                </a:lnTo>
                <a:lnTo>
                  <a:pt x="230" y="0"/>
                </a:lnTo>
                <a:lnTo>
                  <a:pt x="215" y="1"/>
                </a:lnTo>
                <a:lnTo>
                  <a:pt x="198" y="4"/>
                </a:lnTo>
                <a:lnTo>
                  <a:pt x="180" y="9"/>
                </a:lnTo>
                <a:lnTo>
                  <a:pt x="161" y="17"/>
                </a:lnTo>
                <a:lnTo>
                  <a:pt x="144" y="25"/>
                </a:lnTo>
                <a:lnTo>
                  <a:pt x="127" y="35"/>
                </a:lnTo>
                <a:lnTo>
                  <a:pt x="112" y="46"/>
                </a:lnTo>
                <a:close/>
              </a:path>
            </a:pathLst>
          </a:custGeom>
          <a:solidFill>
            <a:srgbClr val="C9E8FF"/>
          </a:solidFill>
          <a:ln w="9525">
            <a:noFill/>
          </a:ln>
        </p:spPr>
        <p:txBody>
          <a:bodyPr/>
          <a:p>
            <a:endParaRPr lang="zh-CN" altLang="en-US"/>
          </a:p>
        </p:txBody>
      </p:sp>
      <p:sp>
        <p:nvSpPr>
          <p:cNvPr id="10790" name="Freeform 554"/>
          <p:cNvSpPr/>
          <p:nvPr/>
        </p:nvSpPr>
        <p:spPr>
          <a:xfrm>
            <a:off x="5573713" y="3051175"/>
            <a:ext cx="57150" cy="5715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54" h="234">
                <a:moveTo>
                  <a:pt x="210" y="71"/>
                </a:moveTo>
                <a:lnTo>
                  <a:pt x="222" y="84"/>
                </a:lnTo>
                <a:lnTo>
                  <a:pt x="229" y="99"/>
                </a:lnTo>
                <a:lnTo>
                  <a:pt x="232" y="115"/>
                </a:lnTo>
                <a:lnTo>
                  <a:pt x="232" y="132"/>
                </a:lnTo>
                <a:lnTo>
                  <a:pt x="230" y="146"/>
                </a:lnTo>
                <a:lnTo>
                  <a:pt x="226" y="158"/>
                </a:lnTo>
                <a:lnTo>
                  <a:pt x="219" y="170"/>
                </a:lnTo>
                <a:lnTo>
                  <a:pt x="211" y="179"/>
                </a:lnTo>
                <a:lnTo>
                  <a:pt x="202" y="190"/>
                </a:lnTo>
                <a:lnTo>
                  <a:pt x="193" y="199"/>
                </a:lnTo>
                <a:lnTo>
                  <a:pt x="183" y="208"/>
                </a:lnTo>
                <a:lnTo>
                  <a:pt x="174" y="218"/>
                </a:lnTo>
                <a:lnTo>
                  <a:pt x="172" y="221"/>
                </a:lnTo>
                <a:lnTo>
                  <a:pt x="172" y="224"/>
                </a:lnTo>
                <a:lnTo>
                  <a:pt x="172" y="227"/>
                </a:lnTo>
                <a:lnTo>
                  <a:pt x="174" y="231"/>
                </a:lnTo>
                <a:lnTo>
                  <a:pt x="177" y="233"/>
                </a:lnTo>
                <a:lnTo>
                  <a:pt x="181" y="234"/>
                </a:lnTo>
                <a:lnTo>
                  <a:pt x="184" y="233"/>
                </a:lnTo>
                <a:lnTo>
                  <a:pt x="187" y="231"/>
                </a:lnTo>
                <a:lnTo>
                  <a:pt x="208" y="217"/>
                </a:lnTo>
                <a:lnTo>
                  <a:pt x="226" y="199"/>
                </a:lnTo>
                <a:lnTo>
                  <a:pt x="240" y="178"/>
                </a:lnTo>
                <a:lnTo>
                  <a:pt x="249" y="155"/>
                </a:lnTo>
                <a:lnTo>
                  <a:pt x="254" y="131"/>
                </a:lnTo>
                <a:lnTo>
                  <a:pt x="251" y="107"/>
                </a:lnTo>
                <a:lnTo>
                  <a:pt x="243" y="84"/>
                </a:lnTo>
                <a:lnTo>
                  <a:pt x="226" y="64"/>
                </a:lnTo>
                <a:lnTo>
                  <a:pt x="214" y="53"/>
                </a:lnTo>
                <a:lnTo>
                  <a:pt x="199" y="45"/>
                </a:lnTo>
                <a:lnTo>
                  <a:pt x="183" y="36"/>
                </a:lnTo>
                <a:lnTo>
                  <a:pt x="165" y="29"/>
                </a:lnTo>
                <a:lnTo>
                  <a:pt x="147" y="21"/>
                </a:lnTo>
                <a:lnTo>
                  <a:pt x="129" y="16"/>
                </a:lnTo>
                <a:lnTo>
                  <a:pt x="111" y="12"/>
                </a:lnTo>
                <a:lnTo>
                  <a:pt x="93" y="7"/>
                </a:lnTo>
                <a:lnTo>
                  <a:pt x="75" y="4"/>
                </a:lnTo>
                <a:lnTo>
                  <a:pt x="59" y="2"/>
                </a:lnTo>
                <a:lnTo>
                  <a:pt x="43" y="0"/>
                </a:lnTo>
                <a:lnTo>
                  <a:pt x="31" y="0"/>
                </a:lnTo>
                <a:lnTo>
                  <a:pt x="19" y="0"/>
                </a:lnTo>
                <a:lnTo>
                  <a:pt x="10" y="0"/>
                </a:lnTo>
                <a:lnTo>
                  <a:pt x="3" y="2"/>
                </a:lnTo>
                <a:lnTo>
                  <a:pt x="0" y="4"/>
                </a:lnTo>
                <a:lnTo>
                  <a:pt x="11" y="6"/>
                </a:lnTo>
                <a:lnTo>
                  <a:pt x="21" y="7"/>
                </a:lnTo>
                <a:lnTo>
                  <a:pt x="34" y="9"/>
                </a:lnTo>
                <a:lnTo>
                  <a:pt x="46" y="12"/>
                </a:lnTo>
                <a:lnTo>
                  <a:pt x="59" y="15"/>
                </a:lnTo>
                <a:lnTo>
                  <a:pt x="74" y="17"/>
                </a:lnTo>
                <a:lnTo>
                  <a:pt x="87" y="20"/>
                </a:lnTo>
                <a:lnTo>
                  <a:pt x="102" y="23"/>
                </a:lnTo>
                <a:lnTo>
                  <a:pt x="116" y="28"/>
                </a:lnTo>
                <a:lnTo>
                  <a:pt x="131" y="32"/>
                </a:lnTo>
                <a:lnTo>
                  <a:pt x="145" y="36"/>
                </a:lnTo>
                <a:lnTo>
                  <a:pt x="159" y="42"/>
                </a:lnTo>
                <a:lnTo>
                  <a:pt x="173" y="48"/>
                </a:lnTo>
                <a:lnTo>
                  <a:pt x="186" y="55"/>
                </a:lnTo>
                <a:lnTo>
                  <a:pt x="199" y="63"/>
                </a:lnTo>
                <a:lnTo>
                  <a:pt x="210" y="71"/>
                </a:lnTo>
                <a:close/>
              </a:path>
            </a:pathLst>
          </a:custGeom>
          <a:solidFill>
            <a:srgbClr val="C9E8FF"/>
          </a:solidFill>
          <a:ln w="9525">
            <a:noFill/>
          </a:ln>
        </p:spPr>
        <p:txBody>
          <a:bodyPr/>
          <a:p>
            <a:endParaRPr lang="zh-CN" altLang="en-US"/>
          </a:p>
        </p:txBody>
      </p:sp>
      <p:sp>
        <p:nvSpPr>
          <p:cNvPr id="10791" name="Freeform 555"/>
          <p:cNvSpPr/>
          <p:nvPr/>
        </p:nvSpPr>
        <p:spPr>
          <a:xfrm>
            <a:off x="5461000" y="3078163"/>
            <a:ext cx="22225" cy="52387"/>
          </a:xfrm>
          <a:custGeom>
            <a:avLst/>
            <a:gdLst/>
            <a:ahLst/>
            <a:cxnLst>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pathLst>
              <a:path w="103" h="221">
                <a:moveTo>
                  <a:pt x="0" y="121"/>
                </a:moveTo>
                <a:lnTo>
                  <a:pt x="0" y="139"/>
                </a:lnTo>
                <a:lnTo>
                  <a:pt x="4" y="156"/>
                </a:lnTo>
                <a:lnTo>
                  <a:pt x="12" y="172"/>
                </a:lnTo>
                <a:lnTo>
                  <a:pt x="22" y="186"/>
                </a:lnTo>
                <a:lnTo>
                  <a:pt x="35" y="197"/>
                </a:lnTo>
                <a:lnTo>
                  <a:pt x="50" y="208"/>
                </a:lnTo>
                <a:lnTo>
                  <a:pt x="66" y="216"/>
                </a:lnTo>
                <a:lnTo>
                  <a:pt x="83" y="220"/>
                </a:lnTo>
                <a:lnTo>
                  <a:pt x="89" y="221"/>
                </a:lnTo>
                <a:lnTo>
                  <a:pt x="94" y="219"/>
                </a:lnTo>
                <a:lnTo>
                  <a:pt x="98" y="216"/>
                </a:lnTo>
                <a:lnTo>
                  <a:pt x="100" y="211"/>
                </a:lnTo>
                <a:lnTo>
                  <a:pt x="100" y="206"/>
                </a:lnTo>
                <a:lnTo>
                  <a:pt x="99" y="201"/>
                </a:lnTo>
                <a:lnTo>
                  <a:pt x="96" y="196"/>
                </a:lnTo>
                <a:lnTo>
                  <a:pt x="91" y="194"/>
                </a:lnTo>
                <a:lnTo>
                  <a:pt x="74" y="188"/>
                </a:lnTo>
                <a:lnTo>
                  <a:pt x="58" y="179"/>
                </a:lnTo>
                <a:lnTo>
                  <a:pt x="45" y="168"/>
                </a:lnTo>
                <a:lnTo>
                  <a:pt x="36" y="155"/>
                </a:lnTo>
                <a:lnTo>
                  <a:pt x="30" y="139"/>
                </a:lnTo>
                <a:lnTo>
                  <a:pt x="27" y="122"/>
                </a:lnTo>
                <a:lnTo>
                  <a:pt x="27" y="103"/>
                </a:lnTo>
                <a:lnTo>
                  <a:pt x="32" y="84"/>
                </a:lnTo>
                <a:lnTo>
                  <a:pt x="38" y="70"/>
                </a:lnTo>
                <a:lnTo>
                  <a:pt x="46" y="57"/>
                </a:lnTo>
                <a:lnTo>
                  <a:pt x="56" y="46"/>
                </a:lnTo>
                <a:lnTo>
                  <a:pt x="66" y="35"/>
                </a:lnTo>
                <a:lnTo>
                  <a:pt x="76" y="25"/>
                </a:lnTo>
                <a:lnTo>
                  <a:pt x="86" y="17"/>
                </a:lnTo>
                <a:lnTo>
                  <a:pt x="96" y="8"/>
                </a:lnTo>
                <a:lnTo>
                  <a:pt x="103" y="1"/>
                </a:lnTo>
                <a:lnTo>
                  <a:pt x="96" y="0"/>
                </a:lnTo>
                <a:lnTo>
                  <a:pt x="84" y="5"/>
                </a:lnTo>
                <a:lnTo>
                  <a:pt x="69" y="17"/>
                </a:lnTo>
                <a:lnTo>
                  <a:pt x="51" y="33"/>
                </a:lnTo>
                <a:lnTo>
                  <a:pt x="34" y="53"/>
                </a:lnTo>
                <a:lnTo>
                  <a:pt x="18" y="75"/>
                </a:lnTo>
                <a:lnTo>
                  <a:pt x="7" y="98"/>
                </a:lnTo>
                <a:lnTo>
                  <a:pt x="0" y="121"/>
                </a:lnTo>
                <a:close/>
              </a:path>
            </a:pathLst>
          </a:custGeom>
          <a:solidFill>
            <a:srgbClr val="C9E8FF"/>
          </a:solidFill>
          <a:ln w="9525">
            <a:noFill/>
          </a:ln>
        </p:spPr>
        <p:txBody>
          <a:bodyPr/>
          <a:p>
            <a:endParaRPr lang="zh-CN" altLang="en-US"/>
          </a:p>
        </p:txBody>
      </p:sp>
      <p:sp>
        <p:nvSpPr>
          <p:cNvPr id="10792" name="Freeform 556"/>
          <p:cNvSpPr/>
          <p:nvPr/>
        </p:nvSpPr>
        <p:spPr>
          <a:xfrm>
            <a:off x="5619750" y="3048000"/>
            <a:ext cx="49213" cy="6985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21" h="288">
                <a:moveTo>
                  <a:pt x="179" y="108"/>
                </a:moveTo>
                <a:lnTo>
                  <a:pt x="186" y="115"/>
                </a:lnTo>
                <a:lnTo>
                  <a:pt x="193" y="124"/>
                </a:lnTo>
                <a:lnTo>
                  <a:pt x="197" y="133"/>
                </a:lnTo>
                <a:lnTo>
                  <a:pt x="201" y="143"/>
                </a:lnTo>
                <a:lnTo>
                  <a:pt x="202" y="153"/>
                </a:lnTo>
                <a:lnTo>
                  <a:pt x="202" y="163"/>
                </a:lnTo>
                <a:lnTo>
                  <a:pt x="199" y="174"/>
                </a:lnTo>
                <a:lnTo>
                  <a:pt x="195" y="184"/>
                </a:lnTo>
                <a:lnTo>
                  <a:pt x="187" y="194"/>
                </a:lnTo>
                <a:lnTo>
                  <a:pt x="179" y="204"/>
                </a:lnTo>
                <a:lnTo>
                  <a:pt x="170" y="212"/>
                </a:lnTo>
                <a:lnTo>
                  <a:pt x="159" y="221"/>
                </a:lnTo>
                <a:lnTo>
                  <a:pt x="150" y="229"/>
                </a:lnTo>
                <a:lnTo>
                  <a:pt x="139" y="237"/>
                </a:lnTo>
                <a:lnTo>
                  <a:pt x="129" y="246"/>
                </a:lnTo>
                <a:lnTo>
                  <a:pt x="119" y="255"/>
                </a:lnTo>
                <a:lnTo>
                  <a:pt x="116" y="258"/>
                </a:lnTo>
                <a:lnTo>
                  <a:pt x="114" y="263"/>
                </a:lnTo>
                <a:lnTo>
                  <a:pt x="112" y="267"/>
                </a:lnTo>
                <a:lnTo>
                  <a:pt x="110" y="271"/>
                </a:lnTo>
                <a:lnTo>
                  <a:pt x="109" y="276"/>
                </a:lnTo>
                <a:lnTo>
                  <a:pt x="109" y="280"/>
                </a:lnTo>
                <a:lnTo>
                  <a:pt x="110" y="284"/>
                </a:lnTo>
                <a:lnTo>
                  <a:pt x="113" y="287"/>
                </a:lnTo>
                <a:lnTo>
                  <a:pt x="117" y="288"/>
                </a:lnTo>
                <a:lnTo>
                  <a:pt x="121" y="288"/>
                </a:lnTo>
                <a:lnTo>
                  <a:pt x="125" y="287"/>
                </a:lnTo>
                <a:lnTo>
                  <a:pt x="129" y="284"/>
                </a:lnTo>
                <a:lnTo>
                  <a:pt x="139" y="272"/>
                </a:lnTo>
                <a:lnTo>
                  <a:pt x="151" y="261"/>
                </a:lnTo>
                <a:lnTo>
                  <a:pt x="162" y="250"/>
                </a:lnTo>
                <a:lnTo>
                  <a:pt x="175" y="239"/>
                </a:lnTo>
                <a:lnTo>
                  <a:pt x="186" y="229"/>
                </a:lnTo>
                <a:lnTo>
                  <a:pt x="197" y="217"/>
                </a:lnTo>
                <a:lnTo>
                  <a:pt x="207" y="204"/>
                </a:lnTo>
                <a:lnTo>
                  <a:pt x="215" y="190"/>
                </a:lnTo>
                <a:lnTo>
                  <a:pt x="220" y="174"/>
                </a:lnTo>
                <a:lnTo>
                  <a:pt x="221" y="158"/>
                </a:lnTo>
                <a:lnTo>
                  <a:pt x="218" y="142"/>
                </a:lnTo>
                <a:lnTo>
                  <a:pt x="213" y="127"/>
                </a:lnTo>
                <a:lnTo>
                  <a:pt x="204" y="112"/>
                </a:lnTo>
                <a:lnTo>
                  <a:pt x="194" y="99"/>
                </a:lnTo>
                <a:lnTo>
                  <a:pt x="181" y="87"/>
                </a:lnTo>
                <a:lnTo>
                  <a:pt x="169" y="77"/>
                </a:lnTo>
                <a:lnTo>
                  <a:pt x="159" y="69"/>
                </a:lnTo>
                <a:lnTo>
                  <a:pt x="149" y="63"/>
                </a:lnTo>
                <a:lnTo>
                  <a:pt x="137" y="55"/>
                </a:lnTo>
                <a:lnTo>
                  <a:pt x="125" y="48"/>
                </a:lnTo>
                <a:lnTo>
                  <a:pt x="114" y="40"/>
                </a:lnTo>
                <a:lnTo>
                  <a:pt x="101" y="33"/>
                </a:lnTo>
                <a:lnTo>
                  <a:pt x="89" y="27"/>
                </a:lnTo>
                <a:lnTo>
                  <a:pt x="77" y="20"/>
                </a:lnTo>
                <a:lnTo>
                  <a:pt x="66" y="15"/>
                </a:lnTo>
                <a:lnTo>
                  <a:pt x="54" y="9"/>
                </a:lnTo>
                <a:lnTo>
                  <a:pt x="42" y="6"/>
                </a:lnTo>
                <a:lnTo>
                  <a:pt x="32" y="3"/>
                </a:lnTo>
                <a:lnTo>
                  <a:pt x="22" y="1"/>
                </a:lnTo>
                <a:lnTo>
                  <a:pt x="14" y="0"/>
                </a:lnTo>
                <a:lnTo>
                  <a:pt x="7" y="1"/>
                </a:lnTo>
                <a:lnTo>
                  <a:pt x="0" y="3"/>
                </a:lnTo>
                <a:lnTo>
                  <a:pt x="8" y="5"/>
                </a:lnTo>
                <a:lnTo>
                  <a:pt x="16" y="8"/>
                </a:lnTo>
                <a:lnTo>
                  <a:pt x="26" y="13"/>
                </a:lnTo>
                <a:lnTo>
                  <a:pt x="35" y="17"/>
                </a:lnTo>
                <a:lnTo>
                  <a:pt x="47" y="22"/>
                </a:lnTo>
                <a:lnTo>
                  <a:pt x="58" y="28"/>
                </a:lnTo>
                <a:lnTo>
                  <a:pt x="71" y="34"/>
                </a:lnTo>
                <a:lnTo>
                  <a:pt x="83" y="40"/>
                </a:lnTo>
                <a:lnTo>
                  <a:pt x="96" y="48"/>
                </a:lnTo>
                <a:lnTo>
                  <a:pt x="109" y="55"/>
                </a:lnTo>
                <a:lnTo>
                  <a:pt x="121" y="64"/>
                </a:lnTo>
                <a:lnTo>
                  <a:pt x="134" y="72"/>
                </a:lnTo>
                <a:lnTo>
                  <a:pt x="146" y="81"/>
                </a:lnTo>
                <a:lnTo>
                  <a:pt x="158" y="90"/>
                </a:lnTo>
                <a:lnTo>
                  <a:pt x="169" y="98"/>
                </a:lnTo>
                <a:lnTo>
                  <a:pt x="179" y="108"/>
                </a:lnTo>
                <a:close/>
              </a:path>
            </a:pathLst>
          </a:custGeom>
          <a:solidFill>
            <a:srgbClr val="C9E8FF"/>
          </a:solidFill>
          <a:ln w="9525">
            <a:noFill/>
          </a:ln>
        </p:spPr>
        <p:txBody>
          <a:bodyPr/>
          <a:p>
            <a:endParaRPr lang="zh-CN" altLang="en-US"/>
          </a:p>
        </p:txBody>
      </p:sp>
      <p:sp>
        <p:nvSpPr>
          <p:cNvPr id="10793" name="Freeform 557"/>
          <p:cNvSpPr/>
          <p:nvPr/>
        </p:nvSpPr>
        <p:spPr>
          <a:xfrm>
            <a:off x="5567363" y="3128963"/>
            <a:ext cx="15875" cy="42862"/>
          </a:xfrm>
          <a:custGeom>
            <a:avLst/>
            <a:gdLst/>
            <a:ahLst/>
            <a:cxnLst>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74" h="174">
                <a:moveTo>
                  <a:pt x="28" y="12"/>
                </a:moveTo>
                <a:lnTo>
                  <a:pt x="26" y="7"/>
                </a:lnTo>
                <a:lnTo>
                  <a:pt x="23" y="3"/>
                </a:lnTo>
                <a:lnTo>
                  <a:pt x="17" y="1"/>
                </a:lnTo>
                <a:lnTo>
                  <a:pt x="12" y="0"/>
                </a:lnTo>
                <a:lnTo>
                  <a:pt x="7" y="2"/>
                </a:lnTo>
                <a:lnTo>
                  <a:pt x="3" y="5"/>
                </a:lnTo>
                <a:lnTo>
                  <a:pt x="0" y="10"/>
                </a:lnTo>
                <a:lnTo>
                  <a:pt x="0" y="16"/>
                </a:lnTo>
                <a:lnTo>
                  <a:pt x="5" y="39"/>
                </a:lnTo>
                <a:lnTo>
                  <a:pt x="13" y="66"/>
                </a:lnTo>
                <a:lnTo>
                  <a:pt x="24" y="92"/>
                </a:lnTo>
                <a:lnTo>
                  <a:pt x="36" y="118"/>
                </a:lnTo>
                <a:lnTo>
                  <a:pt x="49" y="141"/>
                </a:lnTo>
                <a:lnTo>
                  <a:pt x="61" y="159"/>
                </a:lnTo>
                <a:lnTo>
                  <a:pt x="69" y="171"/>
                </a:lnTo>
                <a:lnTo>
                  <a:pt x="74" y="174"/>
                </a:lnTo>
                <a:lnTo>
                  <a:pt x="72" y="162"/>
                </a:lnTo>
                <a:lnTo>
                  <a:pt x="67" y="147"/>
                </a:lnTo>
                <a:lnTo>
                  <a:pt x="61" y="128"/>
                </a:lnTo>
                <a:lnTo>
                  <a:pt x="53" y="105"/>
                </a:lnTo>
                <a:lnTo>
                  <a:pt x="46" y="82"/>
                </a:lnTo>
                <a:lnTo>
                  <a:pt x="38" y="58"/>
                </a:lnTo>
                <a:lnTo>
                  <a:pt x="32" y="35"/>
                </a:lnTo>
                <a:lnTo>
                  <a:pt x="28" y="12"/>
                </a:lnTo>
                <a:close/>
              </a:path>
            </a:pathLst>
          </a:custGeom>
          <a:solidFill>
            <a:srgbClr val="000000"/>
          </a:solidFill>
          <a:ln w="9525">
            <a:noFill/>
          </a:ln>
        </p:spPr>
        <p:txBody>
          <a:bodyPr/>
          <a:p>
            <a:endParaRPr lang="zh-CN" altLang="en-US"/>
          </a:p>
        </p:txBody>
      </p:sp>
      <p:sp>
        <p:nvSpPr>
          <p:cNvPr id="10794" name="Freeform 558"/>
          <p:cNvSpPr/>
          <p:nvPr/>
        </p:nvSpPr>
        <p:spPr>
          <a:xfrm>
            <a:off x="5559425" y="3106738"/>
            <a:ext cx="9525" cy="20637"/>
          </a:xfrm>
          <a:custGeom>
            <a:avLst/>
            <a:gdLst/>
            <a:ahLst/>
            <a:cxnLst>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39" h="87">
                <a:moveTo>
                  <a:pt x="20" y="9"/>
                </a:moveTo>
                <a:lnTo>
                  <a:pt x="19" y="5"/>
                </a:lnTo>
                <a:lnTo>
                  <a:pt x="16" y="2"/>
                </a:lnTo>
                <a:lnTo>
                  <a:pt x="13" y="0"/>
                </a:lnTo>
                <a:lnTo>
                  <a:pt x="8" y="0"/>
                </a:lnTo>
                <a:lnTo>
                  <a:pt x="5" y="1"/>
                </a:lnTo>
                <a:lnTo>
                  <a:pt x="2" y="3"/>
                </a:lnTo>
                <a:lnTo>
                  <a:pt x="0" y="6"/>
                </a:lnTo>
                <a:lnTo>
                  <a:pt x="0" y="10"/>
                </a:lnTo>
                <a:lnTo>
                  <a:pt x="0" y="22"/>
                </a:lnTo>
                <a:lnTo>
                  <a:pt x="3" y="35"/>
                </a:lnTo>
                <a:lnTo>
                  <a:pt x="7" y="48"/>
                </a:lnTo>
                <a:lnTo>
                  <a:pt x="13" y="60"/>
                </a:lnTo>
                <a:lnTo>
                  <a:pt x="19" y="72"/>
                </a:lnTo>
                <a:lnTo>
                  <a:pt x="25" y="81"/>
                </a:lnTo>
                <a:lnTo>
                  <a:pt x="33" y="86"/>
                </a:lnTo>
                <a:lnTo>
                  <a:pt x="38" y="87"/>
                </a:lnTo>
                <a:lnTo>
                  <a:pt x="39" y="70"/>
                </a:lnTo>
                <a:lnTo>
                  <a:pt x="34" y="50"/>
                </a:lnTo>
                <a:lnTo>
                  <a:pt x="27" y="29"/>
                </a:lnTo>
                <a:lnTo>
                  <a:pt x="20" y="9"/>
                </a:lnTo>
                <a:close/>
              </a:path>
            </a:pathLst>
          </a:custGeom>
          <a:solidFill>
            <a:srgbClr val="000000"/>
          </a:solidFill>
          <a:ln w="9525">
            <a:noFill/>
          </a:ln>
        </p:spPr>
        <p:txBody>
          <a:bodyPr/>
          <a:p>
            <a:endParaRPr lang="zh-CN" altLang="en-US"/>
          </a:p>
        </p:txBody>
      </p:sp>
      <p:sp>
        <p:nvSpPr>
          <p:cNvPr id="10795" name="Freeform 559"/>
          <p:cNvSpPr/>
          <p:nvPr/>
        </p:nvSpPr>
        <p:spPr>
          <a:xfrm>
            <a:off x="5553075" y="3092450"/>
            <a:ext cx="6350" cy="111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34" h="51">
                <a:moveTo>
                  <a:pt x="18" y="7"/>
                </a:moveTo>
                <a:lnTo>
                  <a:pt x="18" y="8"/>
                </a:lnTo>
                <a:lnTo>
                  <a:pt x="17" y="5"/>
                </a:lnTo>
                <a:lnTo>
                  <a:pt x="14" y="1"/>
                </a:lnTo>
                <a:lnTo>
                  <a:pt x="11" y="0"/>
                </a:lnTo>
                <a:lnTo>
                  <a:pt x="7" y="0"/>
                </a:lnTo>
                <a:lnTo>
                  <a:pt x="4" y="1"/>
                </a:lnTo>
                <a:lnTo>
                  <a:pt x="1" y="5"/>
                </a:lnTo>
                <a:lnTo>
                  <a:pt x="0" y="8"/>
                </a:lnTo>
                <a:lnTo>
                  <a:pt x="0" y="11"/>
                </a:lnTo>
                <a:lnTo>
                  <a:pt x="1" y="16"/>
                </a:lnTo>
                <a:lnTo>
                  <a:pt x="4" y="23"/>
                </a:lnTo>
                <a:lnTo>
                  <a:pt x="8" y="30"/>
                </a:lnTo>
                <a:lnTo>
                  <a:pt x="13" y="37"/>
                </a:lnTo>
                <a:lnTo>
                  <a:pt x="18" y="43"/>
                </a:lnTo>
                <a:lnTo>
                  <a:pt x="25" y="47"/>
                </a:lnTo>
                <a:lnTo>
                  <a:pt x="30" y="51"/>
                </a:lnTo>
                <a:lnTo>
                  <a:pt x="34" y="51"/>
                </a:lnTo>
                <a:lnTo>
                  <a:pt x="33" y="40"/>
                </a:lnTo>
                <a:lnTo>
                  <a:pt x="29" y="27"/>
                </a:lnTo>
                <a:lnTo>
                  <a:pt x="23" y="15"/>
                </a:lnTo>
                <a:lnTo>
                  <a:pt x="18" y="7"/>
                </a:lnTo>
                <a:close/>
              </a:path>
            </a:pathLst>
          </a:custGeom>
          <a:solidFill>
            <a:srgbClr val="000000"/>
          </a:solidFill>
          <a:ln w="9525">
            <a:noFill/>
          </a:ln>
        </p:spPr>
        <p:txBody>
          <a:bodyPr/>
          <a:p>
            <a:endParaRPr lang="zh-CN" altLang="en-US"/>
          </a:p>
        </p:txBody>
      </p:sp>
      <p:sp>
        <p:nvSpPr>
          <p:cNvPr id="10796" name="Freeform 560"/>
          <p:cNvSpPr/>
          <p:nvPr/>
        </p:nvSpPr>
        <p:spPr>
          <a:xfrm>
            <a:off x="5545138" y="3081338"/>
            <a:ext cx="11112" cy="7937"/>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46" h="33">
                <a:moveTo>
                  <a:pt x="37" y="24"/>
                </a:moveTo>
                <a:lnTo>
                  <a:pt x="41" y="22"/>
                </a:lnTo>
                <a:lnTo>
                  <a:pt x="45" y="19"/>
                </a:lnTo>
                <a:lnTo>
                  <a:pt x="46" y="15"/>
                </a:lnTo>
                <a:lnTo>
                  <a:pt x="46" y="10"/>
                </a:lnTo>
                <a:lnTo>
                  <a:pt x="44" y="5"/>
                </a:lnTo>
                <a:lnTo>
                  <a:pt x="41" y="2"/>
                </a:lnTo>
                <a:lnTo>
                  <a:pt x="37" y="0"/>
                </a:lnTo>
                <a:lnTo>
                  <a:pt x="32" y="0"/>
                </a:lnTo>
                <a:lnTo>
                  <a:pt x="29" y="0"/>
                </a:lnTo>
                <a:lnTo>
                  <a:pt x="25" y="1"/>
                </a:lnTo>
                <a:lnTo>
                  <a:pt x="19" y="3"/>
                </a:lnTo>
                <a:lnTo>
                  <a:pt x="12" y="7"/>
                </a:lnTo>
                <a:lnTo>
                  <a:pt x="5" y="14"/>
                </a:lnTo>
                <a:lnTo>
                  <a:pt x="2" y="20"/>
                </a:lnTo>
                <a:lnTo>
                  <a:pt x="0" y="26"/>
                </a:lnTo>
                <a:lnTo>
                  <a:pt x="0" y="29"/>
                </a:lnTo>
                <a:lnTo>
                  <a:pt x="3" y="31"/>
                </a:lnTo>
                <a:lnTo>
                  <a:pt x="7" y="33"/>
                </a:lnTo>
                <a:lnTo>
                  <a:pt x="12" y="33"/>
                </a:lnTo>
                <a:lnTo>
                  <a:pt x="16" y="33"/>
                </a:lnTo>
                <a:lnTo>
                  <a:pt x="21" y="31"/>
                </a:lnTo>
                <a:lnTo>
                  <a:pt x="26" y="30"/>
                </a:lnTo>
                <a:lnTo>
                  <a:pt x="32" y="28"/>
                </a:lnTo>
                <a:lnTo>
                  <a:pt x="37" y="24"/>
                </a:lnTo>
                <a:close/>
              </a:path>
            </a:pathLst>
          </a:custGeom>
          <a:solidFill>
            <a:srgbClr val="000000"/>
          </a:solidFill>
          <a:ln w="9525">
            <a:noFill/>
          </a:ln>
        </p:spPr>
        <p:txBody>
          <a:bodyPr/>
          <a:p>
            <a:endParaRPr lang="zh-CN" altLang="en-US"/>
          </a:p>
        </p:txBody>
      </p:sp>
      <p:sp>
        <p:nvSpPr>
          <p:cNvPr id="10797" name="Freeform 561"/>
          <p:cNvSpPr/>
          <p:nvPr/>
        </p:nvSpPr>
        <p:spPr>
          <a:xfrm>
            <a:off x="5497513" y="3068638"/>
            <a:ext cx="41275" cy="52387"/>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77" h="219">
                <a:moveTo>
                  <a:pt x="65" y="33"/>
                </a:moveTo>
                <a:lnTo>
                  <a:pt x="52" y="43"/>
                </a:lnTo>
                <a:lnTo>
                  <a:pt x="41" y="54"/>
                </a:lnTo>
                <a:lnTo>
                  <a:pt x="29" y="66"/>
                </a:lnTo>
                <a:lnTo>
                  <a:pt x="20" y="79"/>
                </a:lnTo>
                <a:lnTo>
                  <a:pt x="12" y="93"/>
                </a:lnTo>
                <a:lnTo>
                  <a:pt x="6" y="107"/>
                </a:lnTo>
                <a:lnTo>
                  <a:pt x="2" y="121"/>
                </a:lnTo>
                <a:lnTo>
                  <a:pt x="0" y="136"/>
                </a:lnTo>
                <a:lnTo>
                  <a:pt x="2" y="158"/>
                </a:lnTo>
                <a:lnTo>
                  <a:pt x="10" y="177"/>
                </a:lnTo>
                <a:lnTo>
                  <a:pt x="23" y="193"/>
                </a:lnTo>
                <a:lnTo>
                  <a:pt x="38" y="204"/>
                </a:lnTo>
                <a:lnTo>
                  <a:pt x="57" y="213"/>
                </a:lnTo>
                <a:lnTo>
                  <a:pt x="78" y="218"/>
                </a:lnTo>
                <a:lnTo>
                  <a:pt x="98" y="219"/>
                </a:lnTo>
                <a:lnTo>
                  <a:pt x="118" y="216"/>
                </a:lnTo>
                <a:lnTo>
                  <a:pt x="123" y="216"/>
                </a:lnTo>
                <a:lnTo>
                  <a:pt x="127" y="214"/>
                </a:lnTo>
                <a:lnTo>
                  <a:pt x="130" y="210"/>
                </a:lnTo>
                <a:lnTo>
                  <a:pt x="131" y="205"/>
                </a:lnTo>
                <a:lnTo>
                  <a:pt x="130" y="203"/>
                </a:lnTo>
                <a:lnTo>
                  <a:pt x="127" y="203"/>
                </a:lnTo>
                <a:lnTo>
                  <a:pt x="123" y="202"/>
                </a:lnTo>
                <a:lnTo>
                  <a:pt x="117" y="202"/>
                </a:lnTo>
                <a:lnTo>
                  <a:pt x="111" y="202"/>
                </a:lnTo>
                <a:lnTo>
                  <a:pt x="106" y="202"/>
                </a:lnTo>
                <a:lnTo>
                  <a:pt x="100" y="202"/>
                </a:lnTo>
                <a:lnTo>
                  <a:pt x="97" y="202"/>
                </a:lnTo>
                <a:lnTo>
                  <a:pt x="87" y="201"/>
                </a:lnTo>
                <a:lnTo>
                  <a:pt x="77" y="200"/>
                </a:lnTo>
                <a:lnTo>
                  <a:pt x="67" y="199"/>
                </a:lnTo>
                <a:lnTo>
                  <a:pt x="56" y="196"/>
                </a:lnTo>
                <a:lnTo>
                  <a:pt x="46" y="193"/>
                </a:lnTo>
                <a:lnTo>
                  <a:pt x="35" y="185"/>
                </a:lnTo>
                <a:lnTo>
                  <a:pt x="26" y="175"/>
                </a:lnTo>
                <a:lnTo>
                  <a:pt x="15" y="162"/>
                </a:lnTo>
                <a:lnTo>
                  <a:pt x="13" y="146"/>
                </a:lnTo>
                <a:lnTo>
                  <a:pt x="14" y="131"/>
                </a:lnTo>
                <a:lnTo>
                  <a:pt x="19" y="116"/>
                </a:lnTo>
                <a:lnTo>
                  <a:pt x="25" y="102"/>
                </a:lnTo>
                <a:lnTo>
                  <a:pt x="34" y="89"/>
                </a:lnTo>
                <a:lnTo>
                  <a:pt x="45" y="76"/>
                </a:lnTo>
                <a:lnTo>
                  <a:pt x="56" y="65"/>
                </a:lnTo>
                <a:lnTo>
                  <a:pt x="70" y="55"/>
                </a:lnTo>
                <a:lnTo>
                  <a:pt x="84" y="45"/>
                </a:lnTo>
                <a:lnTo>
                  <a:pt x="98" y="37"/>
                </a:lnTo>
                <a:lnTo>
                  <a:pt x="113" y="29"/>
                </a:lnTo>
                <a:lnTo>
                  <a:pt x="127" y="23"/>
                </a:lnTo>
                <a:lnTo>
                  <a:pt x="141" y="17"/>
                </a:lnTo>
                <a:lnTo>
                  <a:pt x="154" y="12"/>
                </a:lnTo>
                <a:lnTo>
                  <a:pt x="167" y="9"/>
                </a:lnTo>
                <a:lnTo>
                  <a:pt x="177" y="7"/>
                </a:lnTo>
                <a:lnTo>
                  <a:pt x="170" y="2"/>
                </a:lnTo>
                <a:lnTo>
                  <a:pt x="158" y="0"/>
                </a:lnTo>
                <a:lnTo>
                  <a:pt x="145" y="2"/>
                </a:lnTo>
                <a:lnTo>
                  <a:pt x="129" y="6"/>
                </a:lnTo>
                <a:lnTo>
                  <a:pt x="111" y="11"/>
                </a:lnTo>
                <a:lnTo>
                  <a:pt x="94" y="17"/>
                </a:lnTo>
                <a:lnTo>
                  <a:pt x="78" y="26"/>
                </a:lnTo>
                <a:lnTo>
                  <a:pt x="65" y="33"/>
                </a:lnTo>
                <a:close/>
              </a:path>
            </a:pathLst>
          </a:custGeom>
          <a:solidFill>
            <a:srgbClr val="000000"/>
          </a:solidFill>
          <a:ln w="9525">
            <a:noFill/>
          </a:ln>
        </p:spPr>
        <p:txBody>
          <a:bodyPr/>
          <a:p>
            <a:endParaRPr lang="zh-CN" altLang="en-US"/>
          </a:p>
        </p:txBody>
      </p:sp>
      <p:sp>
        <p:nvSpPr>
          <p:cNvPr id="10798" name="Freeform 562"/>
          <p:cNvSpPr/>
          <p:nvPr/>
        </p:nvSpPr>
        <p:spPr>
          <a:xfrm>
            <a:off x="5565775" y="3067050"/>
            <a:ext cx="25400" cy="4127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15" h="170">
                <a:moveTo>
                  <a:pt x="97" y="57"/>
                </a:moveTo>
                <a:lnTo>
                  <a:pt x="100" y="75"/>
                </a:lnTo>
                <a:lnTo>
                  <a:pt x="98" y="90"/>
                </a:lnTo>
                <a:lnTo>
                  <a:pt x="91" y="103"/>
                </a:lnTo>
                <a:lnTo>
                  <a:pt x="80" y="114"/>
                </a:lnTo>
                <a:lnTo>
                  <a:pt x="68" y="125"/>
                </a:lnTo>
                <a:lnTo>
                  <a:pt x="54" y="135"/>
                </a:lnTo>
                <a:lnTo>
                  <a:pt x="39" y="145"/>
                </a:lnTo>
                <a:lnTo>
                  <a:pt x="27" y="155"/>
                </a:lnTo>
                <a:lnTo>
                  <a:pt x="25" y="158"/>
                </a:lnTo>
                <a:lnTo>
                  <a:pt x="23" y="160"/>
                </a:lnTo>
                <a:lnTo>
                  <a:pt x="23" y="164"/>
                </a:lnTo>
                <a:lnTo>
                  <a:pt x="26" y="167"/>
                </a:lnTo>
                <a:lnTo>
                  <a:pt x="28" y="169"/>
                </a:lnTo>
                <a:lnTo>
                  <a:pt x="31" y="170"/>
                </a:lnTo>
                <a:lnTo>
                  <a:pt x="34" y="170"/>
                </a:lnTo>
                <a:lnTo>
                  <a:pt x="37" y="169"/>
                </a:lnTo>
                <a:lnTo>
                  <a:pt x="53" y="159"/>
                </a:lnTo>
                <a:lnTo>
                  <a:pt x="69" y="149"/>
                </a:lnTo>
                <a:lnTo>
                  <a:pt x="83" y="137"/>
                </a:lnTo>
                <a:lnTo>
                  <a:pt x="97" y="123"/>
                </a:lnTo>
                <a:lnTo>
                  <a:pt x="106" y="108"/>
                </a:lnTo>
                <a:lnTo>
                  <a:pt x="113" y="91"/>
                </a:lnTo>
                <a:lnTo>
                  <a:pt x="115" y="73"/>
                </a:lnTo>
                <a:lnTo>
                  <a:pt x="111" y="53"/>
                </a:lnTo>
                <a:lnTo>
                  <a:pt x="101" y="39"/>
                </a:lnTo>
                <a:lnTo>
                  <a:pt x="89" y="26"/>
                </a:lnTo>
                <a:lnTo>
                  <a:pt x="72" y="15"/>
                </a:lnTo>
                <a:lnTo>
                  <a:pt x="55" y="8"/>
                </a:lnTo>
                <a:lnTo>
                  <a:pt x="37" y="2"/>
                </a:lnTo>
                <a:lnTo>
                  <a:pt x="21" y="0"/>
                </a:lnTo>
                <a:lnTo>
                  <a:pt x="9" y="1"/>
                </a:lnTo>
                <a:lnTo>
                  <a:pt x="0" y="5"/>
                </a:lnTo>
                <a:lnTo>
                  <a:pt x="15" y="10"/>
                </a:lnTo>
                <a:lnTo>
                  <a:pt x="30" y="13"/>
                </a:lnTo>
                <a:lnTo>
                  <a:pt x="43" y="16"/>
                </a:lnTo>
                <a:lnTo>
                  <a:pt x="57" y="20"/>
                </a:lnTo>
                <a:lnTo>
                  <a:pt x="70" y="26"/>
                </a:lnTo>
                <a:lnTo>
                  <a:pt x="81" y="33"/>
                </a:lnTo>
                <a:lnTo>
                  <a:pt x="91" y="43"/>
                </a:lnTo>
                <a:lnTo>
                  <a:pt x="97" y="57"/>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799" name="Freeform 563"/>
          <p:cNvSpPr/>
          <p:nvPr/>
        </p:nvSpPr>
        <p:spPr>
          <a:xfrm>
            <a:off x="5473700" y="3059113"/>
            <a:ext cx="63500" cy="84137"/>
          </a:xfrm>
          <a:custGeom>
            <a:avLst/>
            <a:gdLst/>
            <a:ahLst/>
            <a:cxnLst>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Lst>
            <a:pathLst>
              <a:path w="289" h="352">
                <a:moveTo>
                  <a:pt x="113" y="47"/>
                </a:moveTo>
                <a:lnTo>
                  <a:pt x="90" y="65"/>
                </a:lnTo>
                <a:lnTo>
                  <a:pt x="68" y="85"/>
                </a:lnTo>
                <a:lnTo>
                  <a:pt x="48" y="106"/>
                </a:lnTo>
                <a:lnTo>
                  <a:pt x="31" y="130"/>
                </a:lnTo>
                <a:lnTo>
                  <a:pt x="16" y="156"/>
                </a:lnTo>
                <a:lnTo>
                  <a:pt x="5" y="182"/>
                </a:lnTo>
                <a:lnTo>
                  <a:pt x="0" y="211"/>
                </a:lnTo>
                <a:lnTo>
                  <a:pt x="1" y="241"/>
                </a:lnTo>
                <a:lnTo>
                  <a:pt x="3" y="249"/>
                </a:lnTo>
                <a:lnTo>
                  <a:pt x="6" y="257"/>
                </a:lnTo>
                <a:lnTo>
                  <a:pt x="10" y="264"/>
                </a:lnTo>
                <a:lnTo>
                  <a:pt x="14" y="271"/>
                </a:lnTo>
                <a:lnTo>
                  <a:pt x="19" y="277"/>
                </a:lnTo>
                <a:lnTo>
                  <a:pt x="24" y="284"/>
                </a:lnTo>
                <a:lnTo>
                  <a:pt x="31" y="289"/>
                </a:lnTo>
                <a:lnTo>
                  <a:pt x="37" y="293"/>
                </a:lnTo>
                <a:lnTo>
                  <a:pt x="51" y="302"/>
                </a:lnTo>
                <a:lnTo>
                  <a:pt x="64" y="309"/>
                </a:lnTo>
                <a:lnTo>
                  <a:pt x="78" y="316"/>
                </a:lnTo>
                <a:lnTo>
                  <a:pt x="93" y="321"/>
                </a:lnTo>
                <a:lnTo>
                  <a:pt x="107" y="327"/>
                </a:lnTo>
                <a:lnTo>
                  <a:pt x="122" y="331"/>
                </a:lnTo>
                <a:lnTo>
                  <a:pt x="137" y="335"/>
                </a:lnTo>
                <a:lnTo>
                  <a:pt x="151" y="338"/>
                </a:lnTo>
                <a:lnTo>
                  <a:pt x="167" y="342"/>
                </a:lnTo>
                <a:lnTo>
                  <a:pt x="183" y="344"/>
                </a:lnTo>
                <a:lnTo>
                  <a:pt x="198" y="346"/>
                </a:lnTo>
                <a:lnTo>
                  <a:pt x="213" y="348"/>
                </a:lnTo>
                <a:lnTo>
                  <a:pt x="229" y="349"/>
                </a:lnTo>
                <a:lnTo>
                  <a:pt x="245" y="350"/>
                </a:lnTo>
                <a:lnTo>
                  <a:pt x="260" y="351"/>
                </a:lnTo>
                <a:lnTo>
                  <a:pt x="275" y="352"/>
                </a:lnTo>
                <a:lnTo>
                  <a:pt x="280" y="352"/>
                </a:lnTo>
                <a:lnTo>
                  <a:pt x="284" y="349"/>
                </a:lnTo>
                <a:lnTo>
                  <a:pt x="287" y="346"/>
                </a:lnTo>
                <a:lnTo>
                  <a:pt x="289" y="340"/>
                </a:lnTo>
                <a:lnTo>
                  <a:pt x="289" y="335"/>
                </a:lnTo>
                <a:lnTo>
                  <a:pt x="287" y="331"/>
                </a:lnTo>
                <a:lnTo>
                  <a:pt x="283" y="328"/>
                </a:lnTo>
                <a:lnTo>
                  <a:pt x="279" y="327"/>
                </a:lnTo>
                <a:lnTo>
                  <a:pt x="264" y="327"/>
                </a:lnTo>
                <a:lnTo>
                  <a:pt x="250" y="327"/>
                </a:lnTo>
                <a:lnTo>
                  <a:pt x="235" y="326"/>
                </a:lnTo>
                <a:lnTo>
                  <a:pt x="222" y="324"/>
                </a:lnTo>
                <a:lnTo>
                  <a:pt x="207" y="323"/>
                </a:lnTo>
                <a:lnTo>
                  <a:pt x="192" y="321"/>
                </a:lnTo>
                <a:lnTo>
                  <a:pt x="179" y="319"/>
                </a:lnTo>
                <a:lnTo>
                  <a:pt x="164" y="317"/>
                </a:lnTo>
                <a:lnTo>
                  <a:pt x="150" y="314"/>
                </a:lnTo>
                <a:lnTo>
                  <a:pt x="136" y="311"/>
                </a:lnTo>
                <a:lnTo>
                  <a:pt x="122" y="306"/>
                </a:lnTo>
                <a:lnTo>
                  <a:pt x="108" y="302"/>
                </a:lnTo>
                <a:lnTo>
                  <a:pt x="95" y="298"/>
                </a:lnTo>
                <a:lnTo>
                  <a:pt x="82" y="291"/>
                </a:lnTo>
                <a:lnTo>
                  <a:pt x="68" y="285"/>
                </a:lnTo>
                <a:lnTo>
                  <a:pt x="56" y="278"/>
                </a:lnTo>
                <a:lnTo>
                  <a:pt x="45" y="271"/>
                </a:lnTo>
                <a:lnTo>
                  <a:pt x="37" y="260"/>
                </a:lnTo>
                <a:lnTo>
                  <a:pt x="32" y="250"/>
                </a:lnTo>
                <a:lnTo>
                  <a:pt x="27" y="237"/>
                </a:lnTo>
                <a:lnTo>
                  <a:pt x="27" y="222"/>
                </a:lnTo>
                <a:lnTo>
                  <a:pt x="30" y="203"/>
                </a:lnTo>
                <a:lnTo>
                  <a:pt x="34" y="183"/>
                </a:lnTo>
                <a:lnTo>
                  <a:pt x="38" y="169"/>
                </a:lnTo>
                <a:lnTo>
                  <a:pt x="45" y="153"/>
                </a:lnTo>
                <a:lnTo>
                  <a:pt x="54" y="140"/>
                </a:lnTo>
                <a:lnTo>
                  <a:pt x="61" y="127"/>
                </a:lnTo>
                <a:lnTo>
                  <a:pt x="71" y="115"/>
                </a:lnTo>
                <a:lnTo>
                  <a:pt x="80" y="103"/>
                </a:lnTo>
                <a:lnTo>
                  <a:pt x="90" y="93"/>
                </a:lnTo>
                <a:lnTo>
                  <a:pt x="102" y="82"/>
                </a:lnTo>
                <a:lnTo>
                  <a:pt x="116" y="70"/>
                </a:lnTo>
                <a:lnTo>
                  <a:pt x="129" y="59"/>
                </a:lnTo>
                <a:lnTo>
                  <a:pt x="145" y="49"/>
                </a:lnTo>
                <a:lnTo>
                  <a:pt x="162" y="38"/>
                </a:lnTo>
                <a:lnTo>
                  <a:pt x="180" y="28"/>
                </a:lnTo>
                <a:lnTo>
                  <a:pt x="197" y="20"/>
                </a:lnTo>
                <a:lnTo>
                  <a:pt x="212" y="12"/>
                </a:lnTo>
                <a:lnTo>
                  <a:pt x="227" y="6"/>
                </a:lnTo>
                <a:lnTo>
                  <a:pt x="240" y="1"/>
                </a:lnTo>
                <a:lnTo>
                  <a:pt x="228" y="0"/>
                </a:lnTo>
                <a:lnTo>
                  <a:pt x="213" y="1"/>
                </a:lnTo>
                <a:lnTo>
                  <a:pt x="198" y="5"/>
                </a:lnTo>
                <a:lnTo>
                  <a:pt x="180" y="10"/>
                </a:lnTo>
                <a:lnTo>
                  <a:pt x="162" y="18"/>
                </a:lnTo>
                <a:lnTo>
                  <a:pt x="144" y="26"/>
                </a:lnTo>
                <a:lnTo>
                  <a:pt x="127" y="36"/>
                </a:lnTo>
                <a:lnTo>
                  <a:pt x="113" y="47"/>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00" name="Freeform 564"/>
          <p:cNvSpPr/>
          <p:nvPr/>
        </p:nvSpPr>
        <p:spPr>
          <a:xfrm>
            <a:off x="5562600" y="3054350"/>
            <a:ext cx="57150" cy="58738"/>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52" h="235">
                <a:moveTo>
                  <a:pt x="210" y="72"/>
                </a:moveTo>
                <a:lnTo>
                  <a:pt x="222" y="85"/>
                </a:lnTo>
                <a:lnTo>
                  <a:pt x="228" y="100"/>
                </a:lnTo>
                <a:lnTo>
                  <a:pt x="232" y="116"/>
                </a:lnTo>
                <a:lnTo>
                  <a:pt x="232" y="133"/>
                </a:lnTo>
                <a:lnTo>
                  <a:pt x="230" y="147"/>
                </a:lnTo>
                <a:lnTo>
                  <a:pt x="226" y="159"/>
                </a:lnTo>
                <a:lnTo>
                  <a:pt x="218" y="171"/>
                </a:lnTo>
                <a:lnTo>
                  <a:pt x="211" y="180"/>
                </a:lnTo>
                <a:lnTo>
                  <a:pt x="202" y="191"/>
                </a:lnTo>
                <a:lnTo>
                  <a:pt x="192" y="200"/>
                </a:lnTo>
                <a:lnTo>
                  <a:pt x="183" y="209"/>
                </a:lnTo>
                <a:lnTo>
                  <a:pt x="173" y="219"/>
                </a:lnTo>
                <a:lnTo>
                  <a:pt x="171" y="222"/>
                </a:lnTo>
                <a:lnTo>
                  <a:pt x="170" y="225"/>
                </a:lnTo>
                <a:lnTo>
                  <a:pt x="171" y="229"/>
                </a:lnTo>
                <a:lnTo>
                  <a:pt x="173" y="232"/>
                </a:lnTo>
                <a:lnTo>
                  <a:pt x="176" y="234"/>
                </a:lnTo>
                <a:lnTo>
                  <a:pt x="180" y="235"/>
                </a:lnTo>
                <a:lnTo>
                  <a:pt x="184" y="234"/>
                </a:lnTo>
                <a:lnTo>
                  <a:pt x="187" y="232"/>
                </a:lnTo>
                <a:lnTo>
                  <a:pt x="208" y="218"/>
                </a:lnTo>
                <a:lnTo>
                  <a:pt x="225" y="200"/>
                </a:lnTo>
                <a:lnTo>
                  <a:pt x="239" y="178"/>
                </a:lnTo>
                <a:lnTo>
                  <a:pt x="249" y="156"/>
                </a:lnTo>
                <a:lnTo>
                  <a:pt x="252" y="131"/>
                </a:lnTo>
                <a:lnTo>
                  <a:pt x="250" y="108"/>
                </a:lnTo>
                <a:lnTo>
                  <a:pt x="242" y="85"/>
                </a:lnTo>
                <a:lnTo>
                  <a:pt x="225" y="65"/>
                </a:lnTo>
                <a:lnTo>
                  <a:pt x="212" y="54"/>
                </a:lnTo>
                <a:lnTo>
                  <a:pt x="197" y="45"/>
                </a:lnTo>
                <a:lnTo>
                  <a:pt x="181" y="36"/>
                </a:lnTo>
                <a:lnTo>
                  <a:pt x="164" y="29"/>
                </a:lnTo>
                <a:lnTo>
                  <a:pt x="146" y="22"/>
                </a:lnTo>
                <a:lnTo>
                  <a:pt x="127" y="17"/>
                </a:lnTo>
                <a:lnTo>
                  <a:pt x="109" y="12"/>
                </a:lnTo>
                <a:lnTo>
                  <a:pt x="90" y="7"/>
                </a:lnTo>
                <a:lnTo>
                  <a:pt x="73" y="4"/>
                </a:lnTo>
                <a:lnTo>
                  <a:pt x="57" y="2"/>
                </a:lnTo>
                <a:lnTo>
                  <a:pt x="42" y="0"/>
                </a:lnTo>
                <a:lnTo>
                  <a:pt x="28" y="0"/>
                </a:lnTo>
                <a:lnTo>
                  <a:pt x="17" y="0"/>
                </a:lnTo>
                <a:lnTo>
                  <a:pt x="8" y="1"/>
                </a:lnTo>
                <a:lnTo>
                  <a:pt x="3" y="3"/>
                </a:lnTo>
                <a:lnTo>
                  <a:pt x="0" y="5"/>
                </a:lnTo>
                <a:lnTo>
                  <a:pt x="10" y="7"/>
                </a:lnTo>
                <a:lnTo>
                  <a:pt x="22" y="8"/>
                </a:lnTo>
                <a:lnTo>
                  <a:pt x="33" y="11"/>
                </a:lnTo>
                <a:lnTo>
                  <a:pt x="46" y="13"/>
                </a:lnTo>
                <a:lnTo>
                  <a:pt x="60" y="15"/>
                </a:lnTo>
                <a:lnTo>
                  <a:pt x="73" y="17"/>
                </a:lnTo>
                <a:lnTo>
                  <a:pt x="87" y="20"/>
                </a:lnTo>
                <a:lnTo>
                  <a:pt x="102" y="23"/>
                </a:lnTo>
                <a:lnTo>
                  <a:pt x="115" y="28"/>
                </a:lnTo>
                <a:lnTo>
                  <a:pt x="130" y="32"/>
                </a:lnTo>
                <a:lnTo>
                  <a:pt x="145" y="37"/>
                </a:lnTo>
                <a:lnTo>
                  <a:pt x="159" y="43"/>
                </a:lnTo>
                <a:lnTo>
                  <a:pt x="172" y="49"/>
                </a:lnTo>
                <a:lnTo>
                  <a:pt x="186" y="55"/>
                </a:lnTo>
                <a:lnTo>
                  <a:pt x="198" y="64"/>
                </a:lnTo>
                <a:lnTo>
                  <a:pt x="210" y="72"/>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01" name="Freeform 565"/>
          <p:cNvSpPr/>
          <p:nvPr/>
        </p:nvSpPr>
        <p:spPr>
          <a:xfrm>
            <a:off x="5451475" y="3086100"/>
            <a:ext cx="23813" cy="53975"/>
          </a:xfrm>
          <a:custGeom>
            <a:avLst/>
            <a:gdLst/>
            <a:ahLst/>
            <a:cxnLst>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pathLst>
              <a:path w="103" h="220">
                <a:moveTo>
                  <a:pt x="0" y="120"/>
                </a:moveTo>
                <a:lnTo>
                  <a:pt x="0" y="138"/>
                </a:lnTo>
                <a:lnTo>
                  <a:pt x="4" y="155"/>
                </a:lnTo>
                <a:lnTo>
                  <a:pt x="12" y="171"/>
                </a:lnTo>
                <a:lnTo>
                  <a:pt x="22" y="185"/>
                </a:lnTo>
                <a:lnTo>
                  <a:pt x="35" y="197"/>
                </a:lnTo>
                <a:lnTo>
                  <a:pt x="50" y="207"/>
                </a:lnTo>
                <a:lnTo>
                  <a:pt x="66" y="215"/>
                </a:lnTo>
                <a:lnTo>
                  <a:pt x="83" y="219"/>
                </a:lnTo>
                <a:lnTo>
                  <a:pt x="89" y="220"/>
                </a:lnTo>
                <a:lnTo>
                  <a:pt x="94" y="218"/>
                </a:lnTo>
                <a:lnTo>
                  <a:pt x="98" y="215"/>
                </a:lnTo>
                <a:lnTo>
                  <a:pt x="100" y="211"/>
                </a:lnTo>
                <a:lnTo>
                  <a:pt x="100" y="205"/>
                </a:lnTo>
                <a:lnTo>
                  <a:pt x="99" y="200"/>
                </a:lnTo>
                <a:lnTo>
                  <a:pt x="96" y="196"/>
                </a:lnTo>
                <a:lnTo>
                  <a:pt x="91" y="193"/>
                </a:lnTo>
                <a:lnTo>
                  <a:pt x="74" y="187"/>
                </a:lnTo>
                <a:lnTo>
                  <a:pt x="58" y="178"/>
                </a:lnTo>
                <a:lnTo>
                  <a:pt x="45" y="167"/>
                </a:lnTo>
                <a:lnTo>
                  <a:pt x="36" y="154"/>
                </a:lnTo>
                <a:lnTo>
                  <a:pt x="30" y="138"/>
                </a:lnTo>
                <a:lnTo>
                  <a:pt x="27" y="121"/>
                </a:lnTo>
                <a:lnTo>
                  <a:pt x="27" y="103"/>
                </a:lnTo>
                <a:lnTo>
                  <a:pt x="32" y="83"/>
                </a:lnTo>
                <a:lnTo>
                  <a:pt x="39" y="69"/>
                </a:lnTo>
                <a:lnTo>
                  <a:pt x="51" y="56"/>
                </a:lnTo>
                <a:lnTo>
                  <a:pt x="63" y="43"/>
                </a:lnTo>
                <a:lnTo>
                  <a:pt x="77" y="31"/>
                </a:lnTo>
                <a:lnTo>
                  <a:pt x="89" y="21"/>
                </a:lnTo>
                <a:lnTo>
                  <a:pt x="98" y="12"/>
                </a:lnTo>
                <a:lnTo>
                  <a:pt x="103" y="5"/>
                </a:lnTo>
                <a:lnTo>
                  <a:pt x="103" y="0"/>
                </a:lnTo>
                <a:lnTo>
                  <a:pt x="92" y="4"/>
                </a:lnTo>
                <a:lnTo>
                  <a:pt x="77" y="12"/>
                </a:lnTo>
                <a:lnTo>
                  <a:pt x="61" y="25"/>
                </a:lnTo>
                <a:lnTo>
                  <a:pt x="44" y="40"/>
                </a:lnTo>
                <a:lnTo>
                  <a:pt x="29" y="57"/>
                </a:lnTo>
                <a:lnTo>
                  <a:pt x="16" y="77"/>
                </a:lnTo>
                <a:lnTo>
                  <a:pt x="6" y="98"/>
                </a:lnTo>
                <a:lnTo>
                  <a:pt x="0" y="120"/>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02" name="Freeform 566"/>
          <p:cNvSpPr/>
          <p:nvPr/>
        </p:nvSpPr>
        <p:spPr>
          <a:xfrm>
            <a:off x="5608638" y="3051175"/>
            <a:ext cx="50800" cy="6985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20" h="288">
                <a:moveTo>
                  <a:pt x="179" y="108"/>
                </a:moveTo>
                <a:lnTo>
                  <a:pt x="186" y="115"/>
                </a:lnTo>
                <a:lnTo>
                  <a:pt x="191" y="124"/>
                </a:lnTo>
                <a:lnTo>
                  <a:pt x="196" y="133"/>
                </a:lnTo>
                <a:lnTo>
                  <a:pt x="200" y="143"/>
                </a:lnTo>
                <a:lnTo>
                  <a:pt x="202" y="153"/>
                </a:lnTo>
                <a:lnTo>
                  <a:pt x="201" y="163"/>
                </a:lnTo>
                <a:lnTo>
                  <a:pt x="199" y="174"/>
                </a:lnTo>
                <a:lnTo>
                  <a:pt x="193" y="184"/>
                </a:lnTo>
                <a:lnTo>
                  <a:pt x="186" y="194"/>
                </a:lnTo>
                <a:lnTo>
                  <a:pt x="178" y="204"/>
                </a:lnTo>
                <a:lnTo>
                  <a:pt x="168" y="213"/>
                </a:lnTo>
                <a:lnTo>
                  <a:pt x="159" y="221"/>
                </a:lnTo>
                <a:lnTo>
                  <a:pt x="148" y="229"/>
                </a:lnTo>
                <a:lnTo>
                  <a:pt x="138" y="237"/>
                </a:lnTo>
                <a:lnTo>
                  <a:pt x="127" y="246"/>
                </a:lnTo>
                <a:lnTo>
                  <a:pt x="118" y="255"/>
                </a:lnTo>
                <a:lnTo>
                  <a:pt x="115" y="258"/>
                </a:lnTo>
                <a:lnTo>
                  <a:pt x="112" y="263"/>
                </a:lnTo>
                <a:lnTo>
                  <a:pt x="110" y="267"/>
                </a:lnTo>
                <a:lnTo>
                  <a:pt x="108" y="271"/>
                </a:lnTo>
                <a:lnTo>
                  <a:pt x="107" y="276"/>
                </a:lnTo>
                <a:lnTo>
                  <a:pt x="107" y="280"/>
                </a:lnTo>
                <a:lnTo>
                  <a:pt x="109" y="284"/>
                </a:lnTo>
                <a:lnTo>
                  <a:pt x="112" y="287"/>
                </a:lnTo>
                <a:lnTo>
                  <a:pt x="117" y="288"/>
                </a:lnTo>
                <a:lnTo>
                  <a:pt x="121" y="288"/>
                </a:lnTo>
                <a:lnTo>
                  <a:pt x="124" y="287"/>
                </a:lnTo>
                <a:lnTo>
                  <a:pt x="127" y="284"/>
                </a:lnTo>
                <a:lnTo>
                  <a:pt x="138" y="271"/>
                </a:lnTo>
                <a:lnTo>
                  <a:pt x="149" y="261"/>
                </a:lnTo>
                <a:lnTo>
                  <a:pt x="161" y="250"/>
                </a:lnTo>
                <a:lnTo>
                  <a:pt x="173" y="239"/>
                </a:lnTo>
                <a:lnTo>
                  <a:pt x="185" y="229"/>
                </a:lnTo>
                <a:lnTo>
                  <a:pt x="196" y="217"/>
                </a:lnTo>
                <a:lnTo>
                  <a:pt x="206" y="204"/>
                </a:lnTo>
                <a:lnTo>
                  <a:pt x="213" y="190"/>
                </a:lnTo>
                <a:lnTo>
                  <a:pt x="219" y="173"/>
                </a:lnTo>
                <a:lnTo>
                  <a:pt x="220" y="157"/>
                </a:lnTo>
                <a:lnTo>
                  <a:pt x="218" y="141"/>
                </a:lnTo>
                <a:lnTo>
                  <a:pt x="212" y="125"/>
                </a:lnTo>
                <a:lnTo>
                  <a:pt x="204" y="111"/>
                </a:lnTo>
                <a:lnTo>
                  <a:pt x="194" y="97"/>
                </a:lnTo>
                <a:lnTo>
                  <a:pt x="182" y="86"/>
                </a:lnTo>
                <a:lnTo>
                  <a:pt x="168" y="77"/>
                </a:lnTo>
                <a:lnTo>
                  <a:pt x="158" y="70"/>
                </a:lnTo>
                <a:lnTo>
                  <a:pt x="146" y="64"/>
                </a:lnTo>
                <a:lnTo>
                  <a:pt x="134" y="56"/>
                </a:lnTo>
                <a:lnTo>
                  <a:pt x="122" y="50"/>
                </a:lnTo>
                <a:lnTo>
                  <a:pt x="109" y="43"/>
                </a:lnTo>
                <a:lnTo>
                  <a:pt x="96" y="36"/>
                </a:lnTo>
                <a:lnTo>
                  <a:pt x="83" y="29"/>
                </a:lnTo>
                <a:lnTo>
                  <a:pt x="70" y="22"/>
                </a:lnTo>
                <a:lnTo>
                  <a:pt x="59" y="17"/>
                </a:lnTo>
                <a:lnTo>
                  <a:pt x="47" y="12"/>
                </a:lnTo>
                <a:lnTo>
                  <a:pt x="36" y="7"/>
                </a:lnTo>
                <a:lnTo>
                  <a:pt x="26" y="4"/>
                </a:lnTo>
                <a:lnTo>
                  <a:pt x="18" y="1"/>
                </a:lnTo>
                <a:lnTo>
                  <a:pt x="10" y="0"/>
                </a:lnTo>
                <a:lnTo>
                  <a:pt x="4" y="0"/>
                </a:lnTo>
                <a:lnTo>
                  <a:pt x="0" y="2"/>
                </a:lnTo>
                <a:lnTo>
                  <a:pt x="9" y="7"/>
                </a:lnTo>
                <a:lnTo>
                  <a:pt x="20" y="13"/>
                </a:lnTo>
                <a:lnTo>
                  <a:pt x="31" y="18"/>
                </a:lnTo>
                <a:lnTo>
                  <a:pt x="42" y="23"/>
                </a:lnTo>
                <a:lnTo>
                  <a:pt x="54" y="29"/>
                </a:lnTo>
                <a:lnTo>
                  <a:pt x="65" y="34"/>
                </a:lnTo>
                <a:lnTo>
                  <a:pt x="77" y="40"/>
                </a:lnTo>
                <a:lnTo>
                  <a:pt x="88" y="47"/>
                </a:lnTo>
                <a:lnTo>
                  <a:pt x="101" y="53"/>
                </a:lnTo>
                <a:lnTo>
                  <a:pt x="112" y="60"/>
                </a:lnTo>
                <a:lnTo>
                  <a:pt x="124" y="66"/>
                </a:lnTo>
                <a:lnTo>
                  <a:pt x="136" y="74"/>
                </a:lnTo>
                <a:lnTo>
                  <a:pt x="147" y="82"/>
                </a:lnTo>
                <a:lnTo>
                  <a:pt x="158" y="90"/>
                </a:lnTo>
                <a:lnTo>
                  <a:pt x="168" y="98"/>
                </a:lnTo>
                <a:lnTo>
                  <a:pt x="179" y="108"/>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03" name="Freeform 567"/>
          <p:cNvSpPr/>
          <p:nvPr/>
        </p:nvSpPr>
        <p:spPr>
          <a:xfrm>
            <a:off x="5561013" y="3157538"/>
            <a:ext cx="190500" cy="120650"/>
          </a:xfrm>
          <a:custGeom>
            <a:avLst/>
            <a:gdLst/>
            <a:ahLst/>
            <a:cxnLst>
              <a:cxn ang="0">
                <a:pos x="2147483646" y="0"/>
              </a:cxn>
              <a:cxn ang="0">
                <a:pos x="2147483646" y="2147483646"/>
              </a:cxn>
              <a:cxn ang="0">
                <a:pos x="2147483646" y="2147483646"/>
              </a:cxn>
              <a:cxn ang="0">
                <a:pos x="0" y="2147483646"/>
              </a:cxn>
              <a:cxn ang="0">
                <a:pos x="2147483646" y="0"/>
              </a:cxn>
            </a:cxnLst>
            <a:pathLst>
              <a:path w="1070" h="844">
                <a:moveTo>
                  <a:pt x="141" y="0"/>
                </a:moveTo>
                <a:lnTo>
                  <a:pt x="1070" y="194"/>
                </a:lnTo>
                <a:lnTo>
                  <a:pt x="919" y="844"/>
                </a:lnTo>
                <a:lnTo>
                  <a:pt x="0" y="624"/>
                </a:lnTo>
                <a:lnTo>
                  <a:pt x="141" y="0"/>
                </a:lnTo>
                <a:close/>
              </a:path>
            </a:pathLst>
          </a:custGeom>
          <a:solidFill>
            <a:schemeClr val="folHlink"/>
          </a:solidFill>
          <a:ln w="9525">
            <a:noFill/>
          </a:ln>
        </p:spPr>
        <p:txBody>
          <a:bodyPr/>
          <a:p>
            <a:endParaRPr lang="zh-CN" altLang="en-US"/>
          </a:p>
        </p:txBody>
      </p:sp>
      <p:sp>
        <p:nvSpPr>
          <p:cNvPr id="10804" name="Freeform 568"/>
          <p:cNvSpPr/>
          <p:nvPr/>
        </p:nvSpPr>
        <p:spPr>
          <a:xfrm>
            <a:off x="5576888" y="3160713"/>
            <a:ext cx="146050" cy="47625"/>
          </a:xfrm>
          <a:custGeom>
            <a:avLst/>
            <a:gdLst/>
            <a:ahLst/>
            <a:cxnLst>
              <a:cxn ang="0">
                <a:pos x="2147483646" y="0"/>
              </a:cxn>
              <a:cxn ang="0">
                <a:pos x="2147483646" y="2147483646"/>
              </a:cxn>
              <a:cxn ang="0">
                <a:pos x="2147483646" y="2147483646"/>
              </a:cxn>
              <a:cxn ang="0">
                <a:pos x="0" y="2147483646"/>
              </a:cxn>
              <a:cxn ang="0">
                <a:pos x="2147483646" y="0"/>
              </a:cxn>
            </a:cxnLst>
            <a:pathLst>
              <a:path w="819" h="333">
                <a:moveTo>
                  <a:pt x="97" y="0"/>
                </a:moveTo>
                <a:lnTo>
                  <a:pt x="819" y="139"/>
                </a:lnTo>
                <a:lnTo>
                  <a:pt x="172" y="98"/>
                </a:lnTo>
                <a:lnTo>
                  <a:pt x="0" y="333"/>
                </a:lnTo>
                <a:lnTo>
                  <a:pt x="97" y="0"/>
                </a:lnTo>
                <a:close/>
              </a:path>
            </a:pathLst>
          </a:custGeom>
          <a:solidFill>
            <a:srgbClr val="FFFFFF"/>
          </a:solidFill>
          <a:ln w="9525">
            <a:noFill/>
          </a:ln>
        </p:spPr>
        <p:txBody>
          <a:bodyPr/>
          <a:p>
            <a:endParaRPr lang="zh-CN" altLang="en-US"/>
          </a:p>
        </p:txBody>
      </p:sp>
      <p:sp>
        <p:nvSpPr>
          <p:cNvPr id="10805" name="Freeform 569"/>
          <p:cNvSpPr/>
          <p:nvPr/>
        </p:nvSpPr>
        <p:spPr>
          <a:xfrm>
            <a:off x="5541963" y="3302000"/>
            <a:ext cx="192087" cy="44450"/>
          </a:xfrm>
          <a:custGeom>
            <a:avLst/>
            <a:gdLst/>
            <a:ahLst/>
            <a:cxnLst>
              <a:cxn ang="0">
                <a:pos x="2147483646" y="0"/>
              </a:cxn>
              <a:cxn ang="0">
                <a:pos x="2147483646" y="2147483646"/>
              </a:cxn>
              <a:cxn ang="0">
                <a:pos x="2147483646" y="2147483646"/>
              </a:cxn>
              <a:cxn ang="0">
                <a:pos x="0" y="2147483646"/>
              </a:cxn>
              <a:cxn ang="0">
                <a:pos x="2147483646" y="0"/>
              </a:cxn>
            </a:cxnLst>
            <a:pathLst>
              <a:path w="1083" h="306">
                <a:moveTo>
                  <a:pt x="34" y="0"/>
                </a:moveTo>
                <a:lnTo>
                  <a:pt x="1083" y="261"/>
                </a:lnTo>
                <a:lnTo>
                  <a:pt x="1055" y="306"/>
                </a:lnTo>
                <a:lnTo>
                  <a:pt x="0" y="28"/>
                </a:lnTo>
                <a:lnTo>
                  <a:pt x="34" y="0"/>
                </a:lnTo>
                <a:close/>
              </a:path>
            </a:pathLst>
          </a:custGeom>
          <a:solidFill>
            <a:srgbClr val="7F7F7F"/>
          </a:solidFill>
          <a:ln w="9525">
            <a:noFill/>
          </a:ln>
        </p:spPr>
        <p:txBody>
          <a:bodyPr/>
          <a:p>
            <a:endParaRPr lang="zh-CN" altLang="en-US"/>
          </a:p>
        </p:txBody>
      </p:sp>
      <p:sp>
        <p:nvSpPr>
          <p:cNvPr id="10806" name="Freeform 570"/>
          <p:cNvSpPr/>
          <p:nvPr/>
        </p:nvSpPr>
        <p:spPr>
          <a:xfrm>
            <a:off x="5524500" y="3314700"/>
            <a:ext cx="193675" cy="44450"/>
          </a:xfrm>
          <a:custGeom>
            <a:avLst/>
            <a:gdLst/>
            <a:ahLst/>
            <a:cxnLst>
              <a:cxn ang="0">
                <a:pos x="2147483646" y="0"/>
              </a:cxn>
              <a:cxn ang="0">
                <a:pos x="2147483646" y="2147483646"/>
              </a:cxn>
              <a:cxn ang="0">
                <a:pos x="2147483646" y="2147483646"/>
              </a:cxn>
              <a:cxn ang="0">
                <a:pos x="0" y="2147483646"/>
              </a:cxn>
              <a:cxn ang="0">
                <a:pos x="2147483646" y="0"/>
              </a:cxn>
            </a:cxnLst>
            <a:pathLst>
              <a:path w="1088" h="311">
                <a:moveTo>
                  <a:pt x="39" y="0"/>
                </a:moveTo>
                <a:lnTo>
                  <a:pt x="1088" y="260"/>
                </a:lnTo>
                <a:lnTo>
                  <a:pt x="1055" y="311"/>
                </a:lnTo>
                <a:lnTo>
                  <a:pt x="0" y="34"/>
                </a:lnTo>
                <a:lnTo>
                  <a:pt x="39" y="0"/>
                </a:lnTo>
                <a:close/>
              </a:path>
            </a:pathLst>
          </a:custGeom>
          <a:solidFill>
            <a:srgbClr val="7F7F7F"/>
          </a:solidFill>
          <a:ln w="9525">
            <a:noFill/>
          </a:ln>
        </p:spPr>
        <p:txBody>
          <a:bodyPr/>
          <a:p>
            <a:endParaRPr lang="zh-CN" altLang="en-US"/>
          </a:p>
        </p:txBody>
      </p:sp>
      <p:sp>
        <p:nvSpPr>
          <p:cNvPr id="10807" name="Freeform 571"/>
          <p:cNvSpPr/>
          <p:nvPr/>
        </p:nvSpPr>
        <p:spPr>
          <a:xfrm>
            <a:off x="5554663" y="3355975"/>
            <a:ext cx="28575" cy="9525"/>
          </a:xfrm>
          <a:custGeom>
            <a:avLst/>
            <a:gdLst/>
            <a:ahLst/>
            <a:cxnLst>
              <a:cxn ang="0">
                <a:pos x="2147483646" y="2147483646"/>
              </a:cxn>
              <a:cxn ang="0">
                <a:pos x="2147483646" y="2147483646"/>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Lst>
            <a:pathLst>
              <a:path w="164" h="72">
                <a:moveTo>
                  <a:pt x="16" y="1"/>
                </a:moveTo>
                <a:lnTo>
                  <a:pt x="21" y="1"/>
                </a:lnTo>
                <a:lnTo>
                  <a:pt x="35" y="0"/>
                </a:lnTo>
                <a:lnTo>
                  <a:pt x="54" y="0"/>
                </a:lnTo>
                <a:lnTo>
                  <a:pt x="78" y="2"/>
                </a:lnTo>
                <a:lnTo>
                  <a:pt x="104" y="7"/>
                </a:lnTo>
                <a:lnTo>
                  <a:pt x="128" y="17"/>
                </a:lnTo>
                <a:lnTo>
                  <a:pt x="149" y="31"/>
                </a:lnTo>
                <a:lnTo>
                  <a:pt x="164" y="51"/>
                </a:lnTo>
                <a:lnTo>
                  <a:pt x="164" y="52"/>
                </a:lnTo>
                <a:lnTo>
                  <a:pt x="164" y="57"/>
                </a:lnTo>
                <a:lnTo>
                  <a:pt x="163" y="62"/>
                </a:lnTo>
                <a:lnTo>
                  <a:pt x="161" y="67"/>
                </a:lnTo>
                <a:lnTo>
                  <a:pt x="156" y="71"/>
                </a:lnTo>
                <a:lnTo>
                  <a:pt x="149" y="72"/>
                </a:lnTo>
                <a:lnTo>
                  <a:pt x="138" y="71"/>
                </a:lnTo>
                <a:lnTo>
                  <a:pt x="124" y="65"/>
                </a:lnTo>
                <a:lnTo>
                  <a:pt x="124" y="63"/>
                </a:lnTo>
                <a:lnTo>
                  <a:pt x="123" y="59"/>
                </a:lnTo>
                <a:lnTo>
                  <a:pt x="120" y="52"/>
                </a:lnTo>
                <a:lnTo>
                  <a:pt x="113" y="45"/>
                </a:lnTo>
                <a:lnTo>
                  <a:pt x="100" y="38"/>
                </a:lnTo>
                <a:lnTo>
                  <a:pt x="81" y="32"/>
                </a:lnTo>
                <a:lnTo>
                  <a:pt x="55" y="29"/>
                </a:lnTo>
                <a:lnTo>
                  <a:pt x="20" y="29"/>
                </a:lnTo>
                <a:lnTo>
                  <a:pt x="18" y="29"/>
                </a:lnTo>
                <a:lnTo>
                  <a:pt x="14" y="27"/>
                </a:lnTo>
                <a:lnTo>
                  <a:pt x="9" y="25"/>
                </a:lnTo>
                <a:lnTo>
                  <a:pt x="4" y="22"/>
                </a:lnTo>
                <a:lnTo>
                  <a:pt x="0" y="18"/>
                </a:lnTo>
                <a:lnTo>
                  <a:pt x="0" y="14"/>
                </a:lnTo>
                <a:lnTo>
                  <a:pt x="5" y="7"/>
                </a:lnTo>
                <a:lnTo>
                  <a:pt x="16" y="1"/>
                </a:lnTo>
                <a:close/>
              </a:path>
            </a:pathLst>
          </a:custGeom>
          <a:solidFill>
            <a:srgbClr val="BFBFBF"/>
          </a:solidFill>
          <a:ln w="9525">
            <a:noFill/>
          </a:ln>
        </p:spPr>
        <p:txBody>
          <a:bodyPr/>
          <a:p>
            <a:endParaRPr lang="zh-CN" altLang="en-US"/>
          </a:p>
        </p:txBody>
      </p:sp>
      <p:sp>
        <p:nvSpPr>
          <p:cNvPr id="10808" name="Freeform 572"/>
          <p:cNvSpPr/>
          <p:nvPr/>
        </p:nvSpPr>
        <p:spPr>
          <a:xfrm>
            <a:off x="5559425" y="3282950"/>
            <a:ext cx="26988" cy="15875"/>
          </a:xfrm>
          <a:custGeom>
            <a:avLst/>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pathLst>
              <a:path w="146" h="109">
                <a:moveTo>
                  <a:pt x="45" y="0"/>
                </a:moveTo>
                <a:lnTo>
                  <a:pt x="42" y="0"/>
                </a:lnTo>
                <a:lnTo>
                  <a:pt x="35" y="3"/>
                </a:lnTo>
                <a:lnTo>
                  <a:pt x="26" y="7"/>
                </a:lnTo>
                <a:lnTo>
                  <a:pt x="15" y="14"/>
                </a:lnTo>
                <a:lnTo>
                  <a:pt x="6" y="24"/>
                </a:lnTo>
                <a:lnTo>
                  <a:pt x="1" y="39"/>
                </a:lnTo>
                <a:lnTo>
                  <a:pt x="0" y="59"/>
                </a:lnTo>
                <a:lnTo>
                  <a:pt x="6" y="85"/>
                </a:lnTo>
                <a:lnTo>
                  <a:pt x="85" y="109"/>
                </a:lnTo>
                <a:lnTo>
                  <a:pt x="84" y="104"/>
                </a:lnTo>
                <a:lnTo>
                  <a:pt x="84" y="93"/>
                </a:lnTo>
                <a:lnTo>
                  <a:pt x="84" y="76"/>
                </a:lnTo>
                <a:lnTo>
                  <a:pt x="87" y="58"/>
                </a:lnTo>
                <a:lnTo>
                  <a:pt x="93" y="40"/>
                </a:lnTo>
                <a:lnTo>
                  <a:pt x="104" y="27"/>
                </a:lnTo>
                <a:lnTo>
                  <a:pt x="121" y="20"/>
                </a:lnTo>
                <a:lnTo>
                  <a:pt x="146" y="23"/>
                </a:lnTo>
                <a:lnTo>
                  <a:pt x="45" y="0"/>
                </a:lnTo>
                <a:close/>
              </a:path>
            </a:pathLst>
          </a:custGeom>
          <a:solidFill>
            <a:srgbClr val="F2E5BF"/>
          </a:solidFill>
          <a:ln w="9525">
            <a:noFill/>
          </a:ln>
        </p:spPr>
        <p:txBody>
          <a:bodyPr/>
          <a:p>
            <a:endParaRPr lang="zh-CN" altLang="en-US"/>
          </a:p>
        </p:txBody>
      </p:sp>
      <p:sp>
        <p:nvSpPr>
          <p:cNvPr id="10809" name="Freeform 573"/>
          <p:cNvSpPr/>
          <p:nvPr/>
        </p:nvSpPr>
        <p:spPr>
          <a:xfrm>
            <a:off x="5707063" y="3309938"/>
            <a:ext cx="26987" cy="15875"/>
          </a:xfrm>
          <a:custGeom>
            <a:avLst/>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pathLst>
              <a:path w="146" h="107">
                <a:moveTo>
                  <a:pt x="45" y="0"/>
                </a:moveTo>
                <a:lnTo>
                  <a:pt x="42" y="0"/>
                </a:lnTo>
                <a:lnTo>
                  <a:pt x="35" y="2"/>
                </a:lnTo>
                <a:lnTo>
                  <a:pt x="25" y="6"/>
                </a:lnTo>
                <a:lnTo>
                  <a:pt x="15" y="12"/>
                </a:lnTo>
                <a:lnTo>
                  <a:pt x="6" y="23"/>
                </a:lnTo>
                <a:lnTo>
                  <a:pt x="0" y="38"/>
                </a:lnTo>
                <a:lnTo>
                  <a:pt x="0" y="58"/>
                </a:lnTo>
                <a:lnTo>
                  <a:pt x="6" y="85"/>
                </a:lnTo>
                <a:lnTo>
                  <a:pt x="84" y="107"/>
                </a:lnTo>
                <a:lnTo>
                  <a:pt x="83" y="103"/>
                </a:lnTo>
                <a:lnTo>
                  <a:pt x="83" y="91"/>
                </a:lnTo>
                <a:lnTo>
                  <a:pt x="83" y="75"/>
                </a:lnTo>
                <a:lnTo>
                  <a:pt x="86" y="56"/>
                </a:lnTo>
                <a:lnTo>
                  <a:pt x="92" y="40"/>
                </a:lnTo>
                <a:lnTo>
                  <a:pt x="103" y="27"/>
                </a:lnTo>
                <a:lnTo>
                  <a:pt x="121" y="19"/>
                </a:lnTo>
                <a:lnTo>
                  <a:pt x="146" y="23"/>
                </a:lnTo>
                <a:lnTo>
                  <a:pt x="45" y="0"/>
                </a:lnTo>
                <a:close/>
              </a:path>
            </a:pathLst>
          </a:custGeom>
          <a:solidFill>
            <a:srgbClr val="F2E5BF"/>
          </a:solidFill>
          <a:ln w="9525">
            <a:noFill/>
          </a:ln>
        </p:spPr>
        <p:txBody>
          <a:bodyPr/>
          <a:p>
            <a:endParaRPr lang="zh-CN" altLang="en-US"/>
          </a:p>
        </p:txBody>
      </p:sp>
      <p:sp>
        <p:nvSpPr>
          <p:cNvPr id="10810" name="Freeform 574"/>
          <p:cNvSpPr/>
          <p:nvPr/>
        </p:nvSpPr>
        <p:spPr>
          <a:xfrm>
            <a:off x="5588000" y="3286125"/>
            <a:ext cx="111125" cy="26988"/>
          </a:xfrm>
          <a:custGeom>
            <a:avLst/>
            <a:gdLst/>
            <a:ahLst/>
            <a:cxnLst>
              <a:cxn ang="0">
                <a:pos x="0" y="2147483646"/>
              </a:cxn>
              <a:cxn ang="0">
                <a:pos x="2147483646" y="2147483646"/>
              </a:cxn>
              <a:cxn ang="0">
                <a:pos x="2147483646" y="2147483646"/>
              </a:cxn>
              <a:cxn ang="0">
                <a:pos x="2147483646" y="0"/>
              </a:cxn>
              <a:cxn ang="0">
                <a:pos x="0" y="2147483646"/>
              </a:cxn>
            </a:cxnLst>
            <a:pathLst>
              <a:path w="629" h="182">
                <a:moveTo>
                  <a:pt x="0" y="40"/>
                </a:moveTo>
                <a:lnTo>
                  <a:pt x="601" y="182"/>
                </a:lnTo>
                <a:lnTo>
                  <a:pt x="629" y="142"/>
                </a:lnTo>
                <a:lnTo>
                  <a:pt x="29" y="0"/>
                </a:lnTo>
                <a:lnTo>
                  <a:pt x="0" y="40"/>
                </a:lnTo>
                <a:close/>
              </a:path>
            </a:pathLst>
          </a:custGeom>
          <a:solidFill>
            <a:schemeClr val="folHlink"/>
          </a:solidFill>
          <a:ln w="9525">
            <a:noFill/>
          </a:ln>
        </p:spPr>
        <p:txBody>
          <a:bodyPr/>
          <a:p>
            <a:endParaRPr lang="zh-CN" altLang="en-US"/>
          </a:p>
        </p:txBody>
      </p:sp>
      <p:sp>
        <p:nvSpPr>
          <p:cNvPr id="10811" name="Freeform 575"/>
          <p:cNvSpPr/>
          <p:nvPr/>
        </p:nvSpPr>
        <p:spPr>
          <a:xfrm>
            <a:off x="5588000" y="3298825"/>
            <a:ext cx="106363" cy="23813"/>
          </a:xfrm>
          <a:custGeom>
            <a:avLst/>
            <a:gdLst/>
            <a:ahLst/>
            <a:cxnLst>
              <a:cxn ang="0">
                <a:pos x="0" y="2147483646"/>
              </a:cxn>
              <a:cxn ang="0">
                <a:pos x="2147483646" y="2147483646"/>
              </a:cxn>
              <a:cxn ang="0">
                <a:pos x="2147483646" y="2147483646"/>
              </a:cxn>
              <a:cxn ang="0">
                <a:pos x="2147483646" y="0"/>
              </a:cxn>
              <a:cxn ang="0">
                <a:pos x="0" y="2147483646"/>
              </a:cxn>
            </a:cxnLst>
            <a:pathLst>
              <a:path w="606" h="170">
                <a:moveTo>
                  <a:pt x="0" y="28"/>
                </a:moveTo>
                <a:lnTo>
                  <a:pt x="600" y="170"/>
                </a:lnTo>
                <a:lnTo>
                  <a:pt x="606" y="142"/>
                </a:lnTo>
                <a:lnTo>
                  <a:pt x="5" y="0"/>
                </a:lnTo>
                <a:lnTo>
                  <a:pt x="0" y="28"/>
                </a:lnTo>
                <a:close/>
              </a:path>
            </a:pathLst>
          </a:custGeom>
          <a:solidFill>
            <a:srgbClr val="F2E5BF"/>
          </a:solidFill>
          <a:ln w="9525">
            <a:noFill/>
          </a:ln>
        </p:spPr>
        <p:txBody>
          <a:bodyPr/>
          <a:p>
            <a:endParaRPr lang="zh-CN" altLang="en-US"/>
          </a:p>
        </p:txBody>
      </p:sp>
      <p:sp>
        <p:nvSpPr>
          <p:cNvPr id="10812" name="Freeform 576"/>
          <p:cNvSpPr/>
          <p:nvPr/>
        </p:nvSpPr>
        <p:spPr>
          <a:xfrm>
            <a:off x="5588000" y="3281363"/>
            <a:ext cx="106363" cy="23812"/>
          </a:xfrm>
          <a:custGeom>
            <a:avLst/>
            <a:gdLst/>
            <a:ahLst/>
            <a:cxnLst>
              <a:cxn ang="0">
                <a:pos x="0" y="2147483646"/>
              </a:cxn>
              <a:cxn ang="0">
                <a:pos x="2147483646" y="2147483646"/>
              </a:cxn>
              <a:cxn ang="0">
                <a:pos x="2147483646" y="2147483646"/>
              </a:cxn>
              <a:cxn ang="0">
                <a:pos x="2147483646" y="0"/>
              </a:cxn>
              <a:cxn ang="0">
                <a:pos x="0" y="2147483646"/>
              </a:cxn>
            </a:cxnLst>
            <a:pathLst>
              <a:path w="606" h="170">
                <a:moveTo>
                  <a:pt x="0" y="28"/>
                </a:moveTo>
                <a:lnTo>
                  <a:pt x="600" y="170"/>
                </a:lnTo>
                <a:lnTo>
                  <a:pt x="606" y="142"/>
                </a:lnTo>
                <a:lnTo>
                  <a:pt x="5" y="0"/>
                </a:lnTo>
                <a:lnTo>
                  <a:pt x="0" y="28"/>
                </a:lnTo>
                <a:close/>
              </a:path>
            </a:pathLst>
          </a:custGeom>
          <a:solidFill>
            <a:srgbClr val="F2E5BF"/>
          </a:solidFill>
          <a:ln w="9525">
            <a:noFill/>
          </a:ln>
        </p:spPr>
        <p:txBody>
          <a:bodyPr/>
          <a:p>
            <a:endParaRPr lang="zh-CN" altLang="en-US"/>
          </a:p>
        </p:txBody>
      </p:sp>
      <p:sp>
        <p:nvSpPr>
          <p:cNvPr id="10813" name="AutoShape 577"/>
          <p:cNvSpPr>
            <a:spLocks noChangeAspect="1" noTextEdit="1"/>
          </p:cNvSpPr>
          <p:nvPr/>
        </p:nvSpPr>
        <p:spPr>
          <a:xfrm>
            <a:off x="6194425" y="1831975"/>
            <a:ext cx="295275" cy="293688"/>
          </a:xfrm>
          <a:prstGeom prst="rect">
            <a:avLst/>
          </a:prstGeom>
          <a:noFill/>
          <a:ln w="9525">
            <a:noFill/>
          </a:ln>
        </p:spPr>
        <p:txBody>
          <a:bodyPr anchor="t" anchorCtr="0"/>
          <a:p>
            <a:pPr eaLnBrk="0" hangingPunct="0"/>
            <a:endParaRPr lang="zh-CN" altLang="en-US">
              <a:latin typeface="Comic Sans MS" panose="030F0702030302020204" pitchFamily="66" charset="0"/>
            </a:endParaRPr>
          </a:p>
        </p:txBody>
      </p:sp>
      <p:sp>
        <p:nvSpPr>
          <p:cNvPr id="10814" name="Freeform 578"/>
          <p:cNvSpPr/>
          <p:nvPr/>
        </p:nvSpPr>
        <p:spPr>
          <a:xfrm>
            <a:off x="6196013" y="1831975"/>
            <a:ext cx="293687" cy="293688"/>
          </a:xfrm>
          <a:custGeom>
            <a:avLst/>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894" h="1904">
                <a:moveTo>
                  <a:pt x="651" y="0"/>
                </a:moveTo>
                <a:lnTo>
                  <a:pt x="653" y="0"/>
                </a:lnTo>
                <a:lnTo>
                  <a:pt x="659" y="0"/>
                </a:lnTo>
                <a:lnTo>
                  <a:pt x="668" y="0"/>
                </a:lnTo>
                <a:lnTo>
                  <a:pt x="682" y="0"/>
                </a:lnTo>
                <a:lnTo>
                  <a:pt x="699" y="1"/>
                </a:lnTo>
                <a:lnTo>
                  <a:pt x="720" y="1"/>
                </a:lnTo>
                <a:lnTo>
                  <a:pt x="742" y="3"/>
                </a:lnTo>
                <a:lnTo>
                  <a:pt x="769" y="4"/>
                </a:lnTo>
                <a:lnTo>
                  <a:pt x="799" y="6"/>
                </a:lnTo>
                <a:lnTo>
                  <a:pt x="831" y="8"/>
                </a:lnTo>
                <a:lnTo>
                  <a:pt x="865" y="10"/>
                </a:lnTo>
                <a:lnTo>
                  <a:pt x="902" y="13"/>
                </a:lnTo>
                <a:lnTo>
                  <a:pt x="941" y="17"/>
                </a:lnTo>
                <a:lnTo>
                  <a:pt x="982" y="21"/>
                </a:lnTo>
                <a:lnTo>
                  <a:pt x="1025" y="26"/>
                </a:lnTo>
                <a:lnTo>
                  <a:pt x="1070" y="32"/>
                </a:lnTo>
                <a:lnTo>
                  <a:pt x="1116" y="38"/>
                </a:lnTo>
                <a:lnTo>
                  <a:pt x="1164" y="46"/>
                </a:lnTo>
                <a:lnTo>
                  <a:pt x="1213" y="55"/>
                </a:lnTo>
                <a:lnTo>
                  <a:pt x="1263" y="63"/>
                </a:lnTo>
                <a:lnTo>
                  <a:pt x="1315" y="73"/>
                </a:lnTo>
                <a:lnTo>
                  <a:pt x="1366" y="85"/>
                </a:lnTo>
                <a:lnTo>
                  <a:pt x="1418" y="97"/>
                </a:lnTo>
                <a:lnTo>
                  <a:pt x="1472" y="111"/>
                </a:lnTo>
                <a:lnTo>
                  <a:pt x="1525" y="125"/>
                </a:lnTo>
                <a:lnTo>
                  <a:pt x="1579" y="141"/>
                </a:lnTo>
                <a:lnTo>
                  <a:pt x="1632" y="159"/>
                </a:lnTo>
                <a:lnTo>
                  <a:pt x="1685" y="177"/>
                </a:lnTo>
                <a:lnTo>
                  <a:pt x="1739" y="197"/>
                </a:lnTo>
                <a:lnTo>
                  <a:pt x="1791" y="218"/>
                </a:lnTo>
                <a:lnTo>
                  <a:pt x="1843" y="241"/>
                </a:lnTo>
                <a:lnTo>
                  <a:pt x="1894" y="266"/>
                </a:lnTo>
                <a:lnTo>
                  <a:pt x="1729" y="1139"/>
                </a:lnTo>
                <a:lnTo>
                  <a:pt x="1733" y="1140"/>
                </a:lnTo>
                <a:lnTo>
                  <a:pt x="1742" y="1146"/>
                </a:lnTo>
                <a:lnTo>
                  <a:pt x="1755" y="1156"/>
                </a:lnTo>
                <a:lnTo>
                  <a:pt x="1768" y="1173"/>
                </a:lnTo>
                <a:lnTo>
                  <a:pt x="1778" y="1199"/>
                </a:lnTo>
                <a:lnTo>
                  <a:pt x="1781" y="1234"/>
                </a:lnTo>
                <a:lnTo>
                  <a:pt x="1777" y="1281"/>
                </a:lnTo>
                <a:lnTo>
                  <a:pt x="1760" y="1341"/>
                </a:lnTo>
                <a:lnTo>
                  <a:pt x="1472" y="1765"/>
                </a:lnTo>
                <a:lnTo>
                  <a:pt x="1432" y="1765"/>
                </a:lnTo>
                <a:lnTo>
                  <a:pt x="1324" y="1904"/>
                </a:lnTo>
                <a:lnTo>
                  <a:pt x="1322" y="1904"/>
                </a:lnTo>
                <a:lnTo>
                  <a:pt x="1315" y="1903"/>
                </a:lnTo>
                <a:lnTo>
                  <a:pt x="1304" y="1902"/>
                </a:lnTo>
                <a:lnTo>
                  <a:pt x="1290" y="1900"/>
                </a:lnTo>
                <a:lnTo>
                  <a:pt x="1270" y="1897"/>
                </a:lnTo>
                <a:lnTo>
                  <a:pt x="1249" y="1894"/>
                </a:lnTo>
                <a:lnTo>
                  <a:pt x="1223" y="1891"/>
                </a:lnTo>
                <a:lnTo>
                  <a:pt x="1194" y="1887"/>
                </a:lnTo>
                <a:lnTo>
                  <a:pt x="1162" y="1881"/>
                </a:lnTo>
                <a:lnTo>
                  <a:pt x="1128" y="1876"/>
                </a:lnTo>
                <a:lnTo>
                  <a:pt x="1091" y="1869"/>
                </a:lnTo>
                <a:lnTo>
                  <a:pt x="1050" y="1862"/>
                </a:lnTo>
                <a:lnTo>
                  <a:pt x="1008" y="1854"/>
                </a:lnTo>
                <a:lnTo>
                  <a:pt x="964" y="1845"/>
                </a:lnTo>
                <a:lnTo>
                  <a:pt x="918" y="1835"/>
                </a:lnTo>
                <a:lnTo>
                  <a:pt x="870" y="1824"/>
                </a:lnTo>
                <a:lnTo>
                  <a:pt x="820" y="1813"/>
                </a:lnTo>
                <a:lnTo>
                  <a:pt x="769" y="1800"/>
                </a:lnTo>
                <a:lnTo>
                  <a:pt x="717" y="1786"/>
                </a:lnTo>
                <a:lnTo>
                  <a:pt x="664" y="1772"/>
                </a:lnTo>
                <a:lnTo>
                  <a:pt x="610" y="1755"/>
                </a:lnTo>
                <a:lnTo>
                  <a:pt x="555" y="1738"/>
                </a:lnTo>
                <a:lnTo>
                  <a:pt x="501" y="1720"/>
                </a:lnTo>
                <a:lnTo>
                  <a:pt x="445" y="1701"/>
                </a:lnTo>
                <a:lnTo>
                  <a:pt x="390" y="1681"/>
                </a:lnTo>
                <a:lnTo>
                  <a:pt x="334" y="1659"/>
                </a:lnTo>
                <a:lnTo>
                  <a:pt x="280" y="1636"/>
                </a:lnTo>
                <a:lnTo>
                  <a:pt x="225" y="1611"/>
                </a:lnTo>
                <a:lnTo>
                  <a:pt x="172" y="1585"/>
                </a:lnTo>
                <a:lnTo>
                  <a:pt x="119" y="1559"/>
                </a:lnTo>
                <a:lnTo>
                  <a:pt x="67" y="1530"/>
                </a:lnTo>
                <a:lnTo>
                  <a:pt x="17" y="1500"/>
                </a:lnTo>
                <a:lnTo>
                  <a:pt x="16" y="1495"/>
                </a:lnTo>
                <a:lnTo>
                  <a:pt x="12" y="1480"/>
                </a:lnTo>
                <a:lnTo>
                  <a:pt x="8" y="1457"/>
                </a:lnTo>
                <a:lnTo>
                  <a:pt x="4" y="1430"/>
                </a:lnTo>
                <a:lnTo>
                  <a:pt x="0" y="1401"/>
                </a:lnTo>
                <a:lnTo>
                  <a:pt x="0" y="1370"/>
                </a:lnTo>
                <a:lnTo>
                  <a:pt x="4" y="1343"/>
                </a:lnTo>
                <a:lnTo>
                  <a:pt x="12" y="1319"/>
                </a:lnTo>
                <a:lnTo>
                  <a:pt x="388" y="965"/>
                </a:lnTo>
                <a:lnTo>
                  <a:pt x="387" y="961"/>
                </a:lnTo>
                <a:lnTo>
                  <a:pt x="386" y="952"/>
                </a:lnTo>
                <a:lnTo>
                  <a:pt x="386" y="936"/>
                </a:lnTo>
                <a:lnTo>
                  <a:pt x="390" y="917"/>
                </a:lnTo>
                <a:lnTo>
                  <a:pt x="397" y="893"/>
                </a:lnTo>
                <a:lnTo>
                  <a:pt x="412" y="868"/>
                </a:lnTo>
                <a:lnTo>
                  <a:pt x="435" y="841"/>
                </a:lnTo>
                <a:lnTo>
                  <a:pt x="468" y="814"/>
                </a:lnTo>
                <a:lnTo>
                  <a:pt x="651" y="0"/>
                </a:lnTo>
                <a:close/>
              </a:path>
            </a:pathLst>
          </a:custGeom>
          <a:solidFill>
            <a:schemeClr val="folHlink"/>
          </a:solidFill>
          <a:ln w="9525" cap="flat" cmpd="sng">
            <a:solidFill>
              <a:schemeClr val="bg2"/>
            </a:solidFill>
            <a:prstDash val="solid"/>
            <a:round/>
            <a:headEnd type="none" w="med" len="med"/>
            <a:tailEnd type="none" w="med" len="med"/>
          </a:ln>
        </p:spPr>
        <p:txBody>
          <a:bodyPr/>
          <a:p>
            <a:endParaRPr lang="zh-CN" altLang="en-US"/>
          </a:p>
        </p:txBody>
      </p:sp>
      <p:sp>
        <p:nvSpPr>
          <p:cNvPr id="10815" name="Freeform 579"/>
          <p:cNvSpPr/>
          <p:nvPr/>
        </p:nvSpPr>
        <p:spPr>
          <a:xfrm>
            <a:off x="6232525" y="2019300"/>
            <a:ext cx="171450" cy="49213"/>
          </a:xfrm>
          <a:custGeom>
            <a:avLst/>
            <a:gdLst/>
            <a:ahLst/>
            <a:cxnLst>
              <a:cxn ang="0">
                <a:pos x="2147483646" y="0"/>
              </a:cxn>
              <a:cxn ang="0">
                <a:pos x="2147483646" y="2147483646"/>
              </a:cxn>
              <a:cxn ang="0">
                <a:pos x="2147483646" y="2147483646"/>
              </a:cxn>
              <a:cxn ang="0">
                <a:pos x="0" y="2147483646"/>
              </a:cxn>
              <a:cxn ang="0">
                <a:pos x="2147483646" y="0"/>
              </a:cxn>
            </a:cxnLst>
            <a:pathLst>
              <a:path w="1106" h="331">
                <a:moveTo>
                  <a:pt x="40" y="0"/>
                </a:moveTo>
                <a:lnTo>
                  <a:pt x="1106" y="277"/>
                </a:lnTo>
                <a:lnTo>
                  <a:pt x="1071" y="331"/>
                </a:lnTo>
                <a:lnTo>
                  <a:pt x="0" y="36"/>
                </a:lnTo>
                <a:lnTo>
                  <a:pt x="40" y="0"/>
                </a:lnTo>
                <a:close/>
              </a:path>
            </a:pathLst>
          </a:custGeom>
          <a:solidFill>
            <a:srgbClr val="7F7F7F"/>
          </a:solidFill>
          <a:ln w="9525">
            <a:noFill/>
          </a:ln>
        </p:spPr>
        <p:txBody>
          <a:bodyPr/>
          <a:p>
            <a:endParaRPr lang="zh-CN" altLang="en-US"/>
          </a:p>
        </p:txBody>
      </p:sp>
      <p:sp>
        <p:nvSpPr>
          <p:cNvPr id="10816" name="Freeform 580"/>
          <p:cNvSpPr/>
          <p:nvPr/>
        </p:nvSpPr>
        <p:spPr>
          <a:xfrm>
            <a:off x="6203950" y="2041525"/>
            <a:ext cx="200025" cy="7620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85" h="505">
                <a:moveTo>
                  <a:pt x="1284" y="391"/>
                </a:moveTo>
                <a:lnTo>
                  <a:pt x="1282" y="391"/>
                </a:lnTo>
                <a:lnTo>
                  <a:pt x="1275" y="390"/>
                </a:lnTo>
                <a:lnTo>
                  <a:pt x="1264" y="389"/>
                </a:lnTo>
                <a:lnTo>
                  <a:pt x="1250" y="387"/>
                </a:lnTo>
                <a:lnTo>
                  <a:pt x="1232" y="385"/>
                </a:lnTo>
                <a:lnTo>
                  <a:pt x="1209" y="382"/>
                </a:lnTo>
                <a:lnTo>
                  <a:pt x="1183" y="378"/>
                </a:lnTo>
                <a:lnTo>
                  <a:pt x="1155" y="374"/>
                </a:lnTo>
                <a:lnTo>
                  <a:pt x="1124" y="369"/>
                </a:lnTo>
                <a:lnTo>
                  <a:pt x="1089" y="362"/>
                </a:lnTo>
                <a:lnTo>
                  <a:pt x="1052" y="355"/>
                </a:lnTo>
                <a:lnTo>
                  <a:pt x="1013" y="349"/>
                </a:lnTo>
                <a:lnTo>
                  <a:pt x="971" y="340"/>
                </a:lnTo>
                <a:lnTo>
                  <a:pt x="926" y="332"/>
                </a:lnTo>
                <a:lnTo>
                  <a:pt x="881" y="322"/>
                </a:lnTo>
                <a:lnTo>
                  <a:pt x="834" y="311"/>
                </a:lnTo>
                <a:lnTo>
                  <a:pt x="785" y="299"/>
                </a:lnTo>
                <a:lnTo>
                  <a:pt x="735" y="287"/>
                </a:lnTo>
                <a:lnTo>
                  <a:pt x="684" y="273"/>
                </a:lnTo>
                <a:lnTo>
                  <a:pt x="632" y="259"/>
                </a:lnTo>
                <a:lnTo>
                  <a:pt x="579" y="244"/>
                </a:lnTo>
                <a:lnTo>
                  <a:pt x="526" y="228"/>
                </a:lnTo>
                <a:lnTo>
                  <a:pt x="472" y="209"/>
                </a:lnTo>
                <a:lnTo>
                  <a:pt x="419" y="191"/>
                </a:lnTo>
                <a:lnTo>
                  <a:pt x="364" y="171"/>
                </a:lnTo>
                <a:lnTo>
                  <a:pt x="311" y="150"/>
                </a:lnTo>
                <a:lnTo>
                  <a:pt x="259" y="128"/>
                </a:lnTo>
                <a:lnTo>
                  <a:pt x="206" y="105"/>
                </a:lnTo>
                <a:lnTo>
                  <a:pt x="155" y="81"/>
                </a:lnTo>
                <a:lnTo>
                  <a:pt x="104" y="55"/>
                </a:lnTo>
                <a:lnTo>
                  <a:pt x="55" y="28"/>
                </a:lnTo>
                <a:lnTo>
                  <a:pt x="7" y="0"/>
                </a:lnTo>
                <a:lnTo>
                  <a:pt x="6" y="4"/>
                </a:lnTo>
                <a:lnTo>
                  <a:pt x="4" y="15"/>
                </a:lnTo>
                <a:lnTo>
                  <a:pt x="2" y="32"/>
                </a:lnTo>
                <a:lnTo>
                  <a:pt x="0" y="53"/>
                </a:lnTo>
                <a:lnTo>
                  <a:pt x="0" y="76"/>
                </a:lnTo>
                <a:lnTo>
                  <a:pt x="2" y="98"/>
                </a:lnTo>
                <a:lnTo>
                  <a:pt x="8" y="120"/>
                </a:lnTo>
                <a:lnTo>
                  <a:pt x="18" y="137"/>
                </a:lnTo>
                <a:lnTo>
                  <a:pt x="19" y="139"/>
                </a:lnTo>
                <a:lnTo>
                  <a:pt x="22" y="141"/>
                </a:lnTo>
                <a:lnTo>
                  <a:pt x="28" y="144"/>
                </a:lnTo>
                <a:lnTo>
                  <a:pt x="37" y="148"/>
                </a:lnTo>
                <a:lnTo>
                  <a:pt x="47" y="155"/>
                </a:lnTo>
                <a:lnTo>
                  <a:pt x="59" y="162"/>
                </a:lnTo>
                <a:lnTo>
                  <a:pt x="75" y="170"/>
                </a:lnTo>
                <a:lnTo>
                  <a:pt x="92" y="180"/>
                </a:lnTo>
                <a:lnTo>
                  <a:pt x="112" y="190"/>
                </a:lnTo>
                <a:lnTo>
                  <a:pt x="134" y="200"/>
                </a:lnTo>
                <a:lnTo>
                  <a:pt x="159" y="212"/>
                </a:lnTo>
                <a:lnTo>
                  <a:pt x="186" y="225"/>
                </a:lnTo>
                <a:lnTo>
                  <a:pt x="215" y="238"/>
                </a:lnTo>
                <a:lnTo>
                  <a:pt x="247" y="252"/>
                </a:lnTo>
                <a:lnTo>
                  <a:pt x="281" y="267"/>
                </a:lnTo>
                <a:lnTo>
                  <a:pt x="318" y="281"/>
                </a:lnTo>
                <a:lnTo>
                  <a:pt x="358" y="296"/>
                </a:lnTo>
                <a:lnTo>
                  <a:pt x="399" y="311"/>
                </a:lnTo>
                <a:lnTo>
                  <a:pt x="443" y="326"/>
                </a:lnTo>
                <a:lnTo>
                  <a:pt x="491" y="341"/>
                </a:lnTo>
                <a:lnTo>
                  <a:pt x="540" y="357"/>
                </a:lnTo>
                <a:lnTo>
                  <a:pt x="592" y="372"/>
                </a:lnTo>
                <a:lnTo>
                  <a:pt x="647" y="387"/>
                </a:lnTo>
                <a:lnTo>
                  <a:pt x="703" y="402"/>
                </a:lnTo>
                <a:lnTo>
                  <a:pt x="764" y="416"/>
                </a:lnTo>
                <a:lnTo>
                  <a:pt x="826" y="431"/>
                </a:lnTo>
                <a:lnTo>
                  <a:pt x="890" y="444"/>
                </a:lnTo>
                <a:lnTo>
                  <a:pt x="958" y="459"/>
                </a:lnTo>
                <a:lnTo>
                  <a:pt x="1028" y="472"/>
                </a:lnTo>
                <a:lnTo>
                  <a:pt x="1101" y="483"/>
                </a:lnTo>
                <a:lnTo>
                  <a:pt x="1177" y="494"/>
                </a:lnTo>
                <a:lnTo>
                  <a:pt x="1255" y="505"/>
                </a:lnTo>
                <a:lnTo>
                  <a:pt x="1256" y="503"/>
                </a:lnTo>
                <a:lnTo>
                  <a:pt x="1260" y="497"/>
                </a:lnTo>
                <a:lnTo>
                  <a:pt x="1265" y="487"/>
                </a:lnTo>
                <a:lnTo>
                  <a:pt x="1272" y="473"/>
                </a:lnTo>
                <a:lnTo>
                  <a:pt x="1278" y="456"/>
                </a:lnTo>
                <a:lnTo>
                  <a:pt x="1282" y="437"/>
                </a:lnTo>
                <a:lnTo>
                  <a:pt x="1285" y="415"/>
                </a:lnTo>
                <a:lnTo>
                  <a:pt x="1284" y="391"/>
                </a:lnTo>
                <a:close/>
              </a:path>
            </a:pathLst>
          </a:custGeom>
          <a:solidFill>
            <a:schemeClr val="folHlink"/>
          </a:solidFill>
          <a:ln w="9525">
            <a:noFill/>
          </a:ln>
        </p:spPr>
        <p:txBody>
          <a:bodyPr/>
          <a:p>
            <a:endParaRPr lang="zh-CN" altLang="en-US"/>
          </a:p>
        </p:txBody>
      </p:sp>
      <p:sp>
        <p:nvSpPr>
          <p:cNvPr id="10817" name="AutoShape 581"/>
          <p:cNvSpPr>
            <a:spLocks noChangeAspect="1" noTextEdit="1"/>
          </p:cNvSpPr>
          <p:nvPr/>
        </p:nvSpPr>
        <p:spPr>
          <a:xfrm>
            <a:off x="6143625" y="1728788"/>
            <a:ext cx="322263" cy="349250"/>
          </a:xfrm>
          <a:prstGeom prst="rect">
            <a:avLst/>
          </a:prstGeom>
          <a:noFill/>
          <a:ln w="9525">
            <a:noFill/>
          </a:ln>
        </p:spPr>
        <p:txBody>
          <a:bodyPr anchor="t" anchorCtr="0"/>
          <a:p>
            <a:pPr eaLnBrk="0" hangingPunct="0"/>
            <a:endParaRPr lang="zh-CN" altLang="en-US">
              <a:latin typeface="Comic Sans MS" panose="030F0702030302020204" pitchFamily="66" charset="0"/>
            </a:endParaRPr>
          </a:p>
        </p:txBody>
      </p:sp>
      <p:sp>
        <p:nvSpPr>
          <p:cNvPr id="10818" name="Freeform 582"/>
          <p:cNvSpPr/>
          <p:nvPr/>
        </p:nvSpPr>
        <p:spPr>
          <a:xfrm>
            <a:off x="6210300" y="1751013"/>
            <a:ext cx="46038" cy="5715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79" h="216">
                <a:moveTo>
                  <a:pt x="63" y="28"/>
                </a:moveTo>
                <a:lnTo>
                  <a:pt x="49" y="37"/>
                </a:lnTo>
                <a:lnTo>
                  <a:pt x="38" y="47"/>
                </a:lnTo>
                <a:lnTo>
                  <a:pt x="27" y="59"/>
                </a:lnTo>
                <a:lnTo>
                  <a:pt x="18" y="72"/>
                </a:lnTo>
                <a:lnTo>
                  <a:pt x="10" y="86"/>
                </a:lnTo>
                <a:lnTo>
                  <a:pt x="5" y="101"/>
                </a:lnTo>
                <a:lnTo>
                  <a:pt x="2" y="117"/>
                </a:lnTo>
                <a:lnTo>
                  <a:pt x="0" y="133"/>
                </a:lnTo>
                <a:lnTo>
                  <a:pt x="2" y="155"/>
                </a:lnTo>
                <a:lnTo>
                  <a:pt x="10" y="173"/>
                </a:lnTo>
                <a:lnTo>
                  <a:pt x="23" y="190"/>
                </a:lnTo>
                <a:lnTo>
                  <a:pt x="40" y="201"/>
                </a:lnTo>
                <a:lnTo>
                  <a:pt x="59" y="211"/>
                </a:lnTo>
                <a:lnTo>
                  <a:pt x="79" y="215"/>
                </a:lnTo>
                <a:lnTo>
                  <a:pt x="100" y="216"/>
                </a:lnTo>
                <a:lnTo>
                  <a:pt x="120" y="213"/>
                </a:lnTo>
                <a:lnTo>
                  <a:pt x="124" y="213"/>
                </a:lnTo>
                <a:lnTo>
                  <a:pt x="128" y="211"/>
                </a:lnTo>
                <a:lnTo>
                  <a:pt x="131" y="208"/>
                </a:lnTo>
                <a:lnTo>
                  <a:pt x="132" y="203"/>
                </a:lnTo>
                <a:lnTo>
                  <a:pt x="130" y="198"/>
                </a:lnTo>
                <a:lnTo>
                  <a:pt x="126" y="194"/>
                </a:lnTo>
                <a:lnTo>
                  <a:pt x="121" y="190"/>
                </a:lnTo>
                <a:lnTo>
                  <a:pt x="116" y="187"/>
                </a:lnTo>
                <a:lnTo>
                  <a:pt x="105" y="184"/>
                </a:lnTo>
                <a:lnTo>
                  <a:pt x="95" y="182"/>
                </a:lnTo>
                <a:lnTo>
                  <a:pt x="84" y="180"/>
                </a:lnTo>
                <a:lnTo>
                  <a:pt x="75" y="178"/>
                </a:lnTo>
                <a:lnTo>
                  <a:pt x="65" y="175"/>
                </a:lnTo>
                <a:lnTo>
                  <a:pt x="56" y="170"/>
                </a:lnTo>
                <a:lnTo>
                  <a:pt x="47" y="165"/>
                </a:lnTo>
                <a:lnTo>
                  <a:pt x="39" y="156"/>
                </a:lnTo>
                <a:lnTo>
                  <a:pt x="36" y="120"/>
                </a:lnTo>
                <a:lnTo>
                  <a:pt x="44" y="90"/>
                </a:lnTo>
                <a:lnTo>
                  <a:pt x="61" y="67"/>
                </a:lnTo>
                <a:lnTo>
                  <a:pt x="84" y="47"/>
                </a:lnTo>
                <a:lnTo>
                  <a:pt x="109" y="32"/>
                </a:lnTo>
                <a:lnTo>
                  <a:pt x="136" y="21"/>
                </a:lnTo>
                <a:lnTo>
                  <a:pt x="160" y="12"/>
                </a:lnTo>
                <a:lnTo>
                  <a:pt x="179" y="5"/>
                </a:lnTo>
                <a:lnTo>
                  <a:pt x="167" y="1"/>
                </a:lnTo>
                <a:lnTo>
                  <a:pt x="154" y="0"/>
                </a:lnTo>
                <a:lnTo>
                  <a:pt x="140" y="2"/>
                </a:lnTo>
                <a:lnTo>
                  <a:pt x="124" y="5"/>
                </a:lnTo>
                <a:lnTo>
                  <a:pt x="108" y="10"/>
                </a:lnTo>
                <a:lnTo>
                  <a:pt x="92" y="15"/>
                </a:lnTo>
                <a:lnTo>
                  <a:pt x="77" y="22"/>
                </a:lnTo>
                <a:lnTo>
                  <a:pt x="63" y="28"/>
                </a:lnTo>
                <a:close/>
              </a:path>
            </a:pathLst>
          </a:custGeom>
          <a:solidFill>
            <a:srgbClr val="C9E8FF"/>
          </a:solidFill>
          <a:ln w="9525" cap="flat" cmpd="sng">
            <a:solidFill>
              <a:srgbClr val="FF3300"/>
            </a:solidFill>
            <a:prstDash val="solid"/>
            <a:round/>
            <a:headEnd type="none" w="med" len="med"/>
            <a:tailEnd type="none" w="med" len="med"/>
          </a:ln>
        </p:spPr>
        <p:txBody>
          <a:bodyPr/>
          <a:p>
            <a:endParaRPr lang="zh-CN" altLang="en-US"/>
          </a:p>
        </p:txBody>
      </p:sp>
      <p:sp>
        <p:nvSpPr>
          <p:cNvPr id="10819" name="Freeform 583"/>
          <p:cNvSpPr/>
          <p:nvPr/>
        </p:nvSpPr>
        <p:spPr>
          <a:xfrm>
            <a:off x="6288088" y="1749425"/>
            <a:ext cx="28575" cy="4445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14" h="168">
                <a:moveTo>
                  <a:pt x="96" y="55"/>
                </a:moveTo>
                <a:lnTo>
                  <a:pt x="101" y="72"/>
                </a:lnTo>
                <a:lnTo>
                  <a:pt x="100" y="88"/>
                </a:lnTo>
                <a:lnTo>
                  <a:pt x="92" y="101"/>
                </a:lnTo>
                <a:lnTo>
                  <a:pt x="82" y="112"/>
                </a:lnTo>
                <a:lnTo>
                  <a:pt x="69" y="123"/>
                </a:lnTo>
                <a:lnTo>
                  <a:pt x="54" y="134"/>
                </a:lnTo>
                <a:lnTo>
                  <a:pt x="40" y="143"/>
                </a:lnTo>
                <a:lnTo>
                  <a:pt x="27" y="153"/>
                </a:lnTo>
                <a:lnTo>
                  <a:pt x="25" y="156"/>
                </a:lnTo>
                <a:lnTo>
                  <a:pt x="24" y="158"/>
                </a:lnTo>
                <a:lnTo>
                  <a:pt x="24" y="162"/>
                </a:lnTo>
                <a:lnTo>
                  <a:pt x="25" y="165"/>
                </a:lnTo>
                <a:lnTo>
                  <a:pt x="28" y="167"/>
                </a:lnTo>
                <a:lnTo>
                  <a:pt x="31" y="168"/>
                </a:lnTo>
                <a:lnTo>
                  <a:pt x="33" y="168"/>
                </a:lnTo>
                <a:lnTo>
                  <a:pt x="37" y="167"/>
                </a:lnTo>
                <a:lnTo>
                  <a:pt x="53" y="157"/>
                </a:lnTo>
                <a:lnTo>
                  <a:pt x="69" y="147"/>
                </a:lnTo>
                <a:lnTo>
                  <a:pt x="84" y="135"/>
                </a:lnTo>
                <a:lnTo>
                  <a:pt x="97" y="121"/>
                </a:lnTo>
                <a:lnTo>
                  <a:pt x="107" y="106"/>
                </a:lnTo>
                <a:lnTo>
                  <a:pt x="113" y="89"/>
                </a:lnTo>
                <a:lnTo>
                  <a:pt x="114" y="71"/>
                </a:lnTo>
                <a:lnTo>
                  <a:pt x="110" y="51"/>
                </a:lnTo>
                <a:lnTo>
                  <a:pt x="101" y="36"/>
                </a:lnTo>
                <a:lnTo>
                  <a:pt x="87" y="24"/>
                </a:lnTo>
                <a:lnTo>
                  <a:pt x="70" y="14"/>
                </a:lnTo>
                <a:lnTo>
                  <a:pt x="51" y="7"/>
                </a:lnTo>
                <a:lnTo>
                  <a:pt x="32" y="2"/>
                </a:lnTo>
                <a:lnTo>
                  <a:pt x="17" y="0"/>
                </a:lnTo>
                <a:lnTo>
                  <a:pt x="5" y="0"/>
                </a:lnTo>
                <a:lnTo>
                  <a:pt x="0" y="3"/>
                </a:lnTo>
                <a:lnTo>
                  <a:pt x="12" y="9"/>
                </a:lnTo>
                <a:lnTo>
                  <a:pt x="26" y="13"/>
                </a:lnTo>
                <a:lnTo>
                  <a:pt x="41" y="17"/>
                </a:lnTo>
                <a:lnTo>
                  <a:pt x="54" y="22"/>
                </a:lnTo>
                <a:lnTo>
                  <a:pt x="68" y="27"/>
                </a:lnTo>
                <a:lnTo>
                  <a:pt x="80" y="34"/>
                </a:lnTo>
                <a:lnTo>
                  <a:pt x="89" y="43"/>
                </a:lnTo>
                <a:lnTo>
                  <a:pt x="96" y="55"/>
                </a:lnTo>
                <a:close/>
              </a:path>
            </a:pathLst>
          </a:custGeom>
          <a:solidFill>
            <a:srgbClr val="C9E8FF"/>
          </a:solidFill>
          <a:ln w="9525">
            <a:noFill/>
          </a:ln>
        </p:spPr>
        <p:txBody>
          <a:bodyPr/>
          <a:p>
            <a:endParaRPr lang="zh-CN" altLang="en-US"/>
          </a:p>
        </p:txBody>
      </p:sp>
      <p:sp>
        <p:nvSpPr>
          <p:cNvPr id="10820" name="Freeform 584"/>
          <p:cNvSpPr/>
          <p:nvPr/>
        </p:nvSpPr>
        <p:spPr>
          <a:xfrm>
            <a:off x="6181725" y="1739900"/>
            <a:ext cx="74613" cy="92075"/>
          </a:xfrm>
          <a:custGeom>
            <a:avLst/>
            <a:gdLst/>
            <a:ahLst/>
            <a:cxnLst>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Lst>
            <a:pathLst>
              <a:path w="289" h="351">
                <a:moveTo>
                  <a:pt x="112" y="46"/>
                </a:moveTo>
                <a:lnTo>
                  <a:pt x="90" y="65"/>
                </a:lnTo>
                <a:lnTo>
                  <a:pt x="68" y="84"/>
                </a:lnTo>
                <a:lnTo>
                  <a:pt x="48" y="106"/>
                </a:lnTo>
                <a:lnTo>
                  <a:pt x="30" y="130"/>
                </a:lnTo>
                <a:lnTo>
                  <a:pt x="15" y="155"/>
                </a:lnTo>
                <a:lnTo>
                  <a:pt x="5" y="181"/>
                </a:lnTo>
                <a:lnTo>
                  <a:pt x="0" y="210"/>
                </a:lnTo>
                <a:lnTo>
                  <a:pt x="1" y="240"/>
                </a:lnTo>
                <a:lnTo>
                  <a:pt x="3" y="248"/>
                </a:lnTo>
                <a:lnTo>
                  <a:pt x="5" y="256"/>
                </a:lnTo>
                <a:lnTo>
                  <a:pt x="8" y="262"/>
                </a:lnTo>
                <a:lnTo>
                  <a:pt x="12" y="270"/>
                </a:lnTo>
                <a:lnTo>
                  <a:pt x="17" y="276"/>
                </a:lnTo>
                <a:lnTo>
                  <a:pt x="24" y="283"/>
                </a:lnTo>
                <a:lnTo>
                  <a:pt x="29" y="288"/>
                </a:lnTo>
                <a:lnTo>
                  <a:pt x="36" y="292"/>
                </a:lnTo>
                <a:lnTo>
                  <a:pt x="50" y="301"/>
                </a:lnTo>
                <a:lnTo>
                  <a:pt x="64" y="308"/>
                </a:lnTo>
                <a:lnTo>
                  <a:pt x="77" y="315"/>
                </a:lnTo>
                <a:lnTo>
                  <a:pt x="92" y="320"/>
                </a:lnTo>
                <a:lnTo>
                  <a:pt x="107" y="326"/>
                </a:lnTo>
                <a:lnTo>
                  <a:pt x="121" y="330"/>
                </a:lnTo>
                <a:lnTo>
                  <a:pt x="136" y="334"/>
                </a:lnTo>
                <a:lnTo>
                  <a:pt x="151" y="337"/>
                </a:lnTo>
                <a:lnTo>
                  <a:pt x="167" y="341"/>
                </a:lnTo>
                <a:lnTo>
                  <a:pt x="181" y="343"/>
                </a:lnTo>
                <a:lnTo>
                  <a:pt x="197" y="345"/>
                </a:lnTo>
                <a:lnTo>
                  <a:pt x="213" y="347"/>
                </a:lnTo>
                <a:lnTo>
                  <a:pt x="228" y="348"/>
                </a:lnTo>
                <a:lnTo>
                  <a:pt x="243" y="349"/>
                </a:lnTo>
                <a:lnTo>
                  <a:pt x="259" y="350"/>
                </a:lnTo>
                <a:lnTo>
                  <a:pt x="274" y="351"/>
                </a:lnTo>
                <a:lnTo>
                  <a:pt x="279" y="351"/>
                </a:lnTo>
                <a:lnTo>
                  <a:pt x="283" y="349"/>
                </a:lnTo>
                <a:lnTo>
                  <a:pt x="286" y="345"/>
                </a:lnTo>
                <a:lnTo>
                  <a:pt x="289" y="341"/>
                </a:lnTo>
                <a:lnTo>
                  <a:pt x="289" y="335"/>
                </a:lnTo>
                <a:lnTo>
                  <a:pt x="286" y="331"/>
                </a:lnTo>
                <a:lnTo>
                  <a:pt x="282" y="328"/>
                </a:lnTo>
                <a:lnTo>
                  <a:pt x="277" y="326"/>
                </a:lnTo>
                <a:lnTo>
                  <a:pt x="263" y="322"/>
                </a:lnTo>
                <a:lnTo>
                  <a:pt x="250" y="320"/>
                </a:lnTo>
                <a:lnTo>
                  <a:pt x="236" y="317"/>
                </a:lnTo>
                <a:lnTo>
                  <a:pt x="221" y="315"/>
                </a:lnTo>
                <a:lnTo>
                  <a:pt x="208" y="313"/>
                </a:lnTo>
                <a:lnTo>
                  <a:pt x="194" y="311"/>
                </a:lnTo>
                <a:lnTo>
                  <a:pt x="179" y="308"/>
                </a:lnTo>
                <a:lnTo>
                  <a:pt x="166" y="305"/>
                </a:lnTo>
                <a:lnTo>
                  <a:pt x="152" y="303"/>
                </a:lnTo>
                <a:lnTo>
                  <a:pt x="138" y="300"/>
                </a:lnTo>
                <a:lnTo>
                  <a:pt x="125" y="296"/>
                </a:lnTo>
                <a:lnTo>
                  <a:pt x="111" y="292"/>
                </a:lnTo>
                <a:lnTo>
                  <a:pt x="98" y="287"/>
                </a:lnTo>
                <a:lnTo>
                  <a:pt x="85" y="282"/>
                </a:lnTo>
                <a:lnTo>
                  <a:pt x="72" y="276"/>
                </a:lnTo>
                <a:lnTo>
                  <a:pt x="59" y="269"/>
                </a:lnTo>
                <a:lnTo>
                  <a:pt x="49" y="261"/>
                </a:lnTo>
                <a:lnTo>
                  <a:pt x="41" y="252"/>
                </a:lnTo>
                <a:lnTo>
                  <a:pt x="34" y="241"/>
                </a:lnTo>
                <a:lnTo>
                  <a:pt x="31" y="228"/>
                </a:lnTo>
                <a:lnTo>
                  <a:pt x="30" y="215"/>
                </a:lnTo>
                <a:lnTo>
                  <a:pt x="31" y="201"/>
                </a:lnTo>
                <a:lnTo>
                  <a:pt x="34" y="186"/>
                </a:lnTo>
                <a:lnTo>
                  <a:pt x="38" y="174"/>
                </a:lnTo>
                <a:lnTo>
                  <a:pt x="46" y="158"/>
                </a:lnTo>
                <a:lnTo>
                  <a:pt x="54" y="142"/>
                </a:lnTo>
                <a:lnTo>
                  <a:pt x="64" y="128"/>
                </a:lnTo>
                <a:lnTo>
                  <a:pt x="74" y="115"/>
                </a:lnTo>
                <a:lnTo>
                  <a:pt x="85" y="102"/>
                </a:lnTo>
                <a:lnTo>
                  <a:pt x="96" y="89"/>
                </a:lnTo>
                <a:lnTo>
                  <a:pt x="110" y="77"/>
                </a:lnTo>
                <a:lnTo>
                  <a:pt x="124" y="64"/>
                </a:lnTo>
                <a:lnTo>
                  <a:pt x="137" y="53"/>
                </a:lnTo>
                <a:lnTo>
                  <a:pt x="155" y="43"/>
                </a:lnTo>
                <a:lnTo>
                  <a:pt x="175" y="35"/>
                </a:lnTo>
                <a:lnTo>
                  <a:pt x="195" y="26"/>
                </a:lnTo>
                <a:lnTo>
                  <a:pt x="213" y="19"/>
                </a:lnTo>
                <a:lnTo>
                  <a:pt x="228" y="12"/>
                </a:lnTo>
                <a:lnTo>
                  <a:pt x="237" y="6"/>
                </a:lnTo>
                <a:lnTo>
                  <a:pt x="240" y="2"/>
                </a:lnTo>
                <a:lnTo>
                  <a:pt x="230" y="0"/>
                </a:lnTo>
                <a:lnTo>
                  <a:pt x="215" y="1"/>
                </a:lnTo>
                <a:lnTo>
                  <a:pt x="198" y="4"/>
                </a:lnTo>
                <a:lnTo>
                  <a:pt x="180" y="9"/>
                </a:lnTo>
                <a:lnTo>
                  <a:pt x="161" y="17"/>
                </a:lnTo>
                <a:lnTo>
                  <a:pt x="144" y="25"/>
                </a:lnTo>
                <a:lnTo>
                  <a:pt x="127" y="35"/>
                </a:lnTo>
                <a:lnTo>
                  <a:pt x="112" y="46"/>
                </a:lnTo>
                <a:close/>
              </a:path>
            </a:pathLst>
          </a:custGeom>
          <a:solidFill>
            <a:srgbClr val="C9E8FF"/>
          </a:solidFill>
          <a:ln w="9525">
            <a:noFill/>
          </a:ln>
        </p:spPr>
        <p:txBody>
          <a:bodyPr/>
          <a:p>
            <a:endParaRPr lang="zh-CN" altLang="en-US"/>
          </a:p>
        </p:txBody>
      </p:sp>
      <p:sp>
        <p:nvSpPr>
          <p:cNvPr id="10821" name="Freeform 585"/>
          <p:cNvSpPr/>
          <p:nvPr/>
        </p:nvSpPr>
        <p:spPr>
          <a:xfrm>
            <a:off x="6284913" y="1736725"/>
            <a:ext cx="63500" cy="619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54" h="234">
                <a:moveTo>
                  <a:pt x="210" y="71"/>
                </a:moveTo>
                <a:lnTo>
                  <a:pt x="222" y="84"/>
                </a:lnTo>
                <a:lnTo>
                  <a:pt x="229" y="99"/>
                </a:lnTo>
                <a:lnTo>
                  <a:pt x="232" y="115"/>
                </a:lnTo>
                <a:lnTo>
                  <a:pt x="232" y="132"/>
                </a:lnTo>
                <a:lnTo>
                  <a:pt x="230" y="146"/>
                </a:lnTo>
                <a:lnTo>
                  <a:pt x="226" y="158"/>
                </a:lnTo>
                <a:lnTo>
                  <a:pt x="219" y="170"/>
                </a:lnTo>
                <a:lnTo>
                  <a:pt x="211" y="179"/>
                </a:lnTo>
                <a:lnTo>
                  <a:pt x="202" y="190"/>
                </a:lnTo>
                <a:lnTo>
                  <a:pt x="193" y="199"/>
                </a:lnTo>
                <a:lnTo>
                  <a:pt x="183" y="208"/>
                </a:lnTo>
                <a:lnTo>
                  <a:pt x="174" y="218"/>
                </a:lnTo>
                <a:lnTo>
                  <a:pt x="172" y="221"/>
                </a:lnTo>
                <a:lnTo>
                  <a:pt x="172" y="224"/>
                </a:lnTo>
                <a:lnTo>
                  <a:pt x="172" y="227"/>
                </a:lnTo>
                <a:lnTo>
                  <a:pt x="174" y="231"/>
                </a:lnTo>
                <a:lnTo>
                  <a:pt x="177" y="233"/>
                </a:lnTo>
                <a:lnTo>
                  <a:pt x="181" y="234"/>
                </a:lnTo>
                <a:lnTo>
                  <a:pt x="184" y="233"/>
                </a:lnTo>
                <a:lnTo>
                  <a:pt x="187" y="231"/>
                </a:lnTo>
                <a:lnTo>
                  <a:pt x="208" y="217"/>
                </a:lnTo>
                <a:lnTo>
                  <a:pt x="226" y="199"/>
                </a:lnTo>
                <a:lnTo>
                  <a:pt x="240" y="178"/>
                </a:lnTo>
                <a:lnTo>
                  <a:pt x="249" y="155"/>
                </a:lnTo>
                <a:lnTo>
                  <a:pt x="254" y="131"/>
                </a:lnTo>
                <a:lnTo>
                  <a:pt x="251" y="107"/>
                </a:lnTo>
                <a:lnTo>
                  <a:pt x="243" y="84"/>
                </a:lnTo>
                <a:lnTo>
                  <a:pt x="226" y="64"/>
                </a:lnTo>
                <a:lnTo>
                  <a:pt x="214" y="53"/>
                </a:lnTo>
                <a:lnTo>
                  <a:pt x="199" y="45"/>
                </a:lnTo>
                <a:lnTo>
                  <a:pt x="183" y="36"/>
                </a:lnTo>
                <a:lnTo>
                  <a:pt x="165" y="29"/>
                </a:lnTo>
                <a:lnTo>
                  <a:pt x="147" y="21"/>
                </a:lnTo>
                <a:lnTo>
                  <a:pt x="129" y="16"/>
                </a:lnTo>
                <a:lnTo>
                  <a:pt x="111" y="12"/>
                </a:lnTo>
                <a:lnTo>
                  <a:pt x="93" y="7"/>
                </a:lnTo>
                <a:lnTo>
                  <a:pt x="75" y="4"/>
                </a:lnTo>
                <a:lnTo>
                  <a:pt x="59" y="2"/>
                </a:lnTo>
                <a:lnTo>
                  <a:pt x="43" y="0"/>
                </a:lnTo>
                <a:lnTo>
                  <a:pt x="31" y="0"/>
                </a:lnTo>
                <a:lnTo>
                  <a:pt x="19" y="0"/>
                </a:lnTo>
                <a:lnTo>
                  <a:pt x="10" y="0"/>
                </a:lnTo>
                <a:lnTo>
                  <a:pt x="3" y="2"/>
                </a:lnTo>
                <a:lnTo>
                  <a:pt x="0" y="4"/>
                </a:lnTo>
                <a:lnTo>
                  <a:pt x="11" y="6"/>
                </a:lnTo>
                <a:lnTo>
                  <a:pt x="21" y="7"/>
                </a:lnTo>
                <a:lnTo>
                  <a:pt x="34" y="9"/>
                </a:lnTo>
                <a:lnTo>
                  <a:pt x="46" y="12"/>
                </a:lnTo>
                <a:lnTo>
                  <a:pt x="59" y="15"/>
                </a:lnTo>
                <a:lnTo>
                  <a:pt x="74" y="17"/>
                </a:lnTo>
                <a:lnTo>
                  <a:pt x="87" y="20"/>
                </a:lnTo>
                <a:lnTo>
                  <a:pt x="102" y="23"/>
                </a:lnTo>
                <a:lnTo>
                  <a:pt x="116" y="28"/>
                </a:lnTo>
                <a:lnTo>
                  <a:pt x="131" y="32"/>
                </a:lnTo>
                <a:lnTo>
                  <a:pt x="145" y="36"/>
                </a:lnTo>
                <a:lnTo>
                  <a:pt x="159" y="42"/>
                </a:lnTo>
                <a:lnTo>
                  <a:pt x="173" y="48"/>
                </a:lnTo>
                <a:lnTo>
                  <a:pt x="186" y="55"/>
                </a:lnTo>
                <a:lnTo>
                  <a:pt x="199" y="63"/>
                </a:lnTo>
                <a:lnTo>
                  <a:pt x="210" y="71"/>
                </a:lnTo>
                <a:close/>
              </a:path>
            </a:pathLst>
          </a:custGeom>
          <a:solidFill>
            <a:srgbClr val="C9E8FF"/>
          </a:solidFill>
          <a:ln w="9525">
            <a:noFill/>
          </a:ln>
        </p:spPr>
        <p:txBody>
          <a:bodyPr/>
          <a:p>
            <a:endParaRPr lang="zh-CN" altLang="en-US"/>
          </a:p>
        </p:txBody>
      </p:sp>
      <p:sp>
        <p:nvSpPr>
          <p:cNvPr id="10822" name="Freeform 586"/>
          <p:cNvSpPr/>
          <p:nvPr/>
        </p:nvSpPr>
        <p:spPr>
          <a:xfrm>
            <a:off x="6156325" y="1765300"/>
            <a:ext cx="25400" cy="57150"/>
          </a:xfrm>
          <a:custGeom>
            <a:avLst/>
            <a:gdLst/>
            <a:ahLst/>
            <a:cxnLst>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pathLst>
              <a:path w="103" h="221">
                <a:moveTo>
                  <a:pt x="0" y="121"/>
                </a:moveTo>
                <a:lnTo>
                  <a:pt x="0" y="139"/>
                </a:lnTo>
                <a:lnTo>
                  <a:pt x="4" y="156"/>
                </a:lnTo>
                <a:lnTo>
                  <a:pt x="12" y="172"/>
                </a:lnTo>
                <a:lnTo>
                  <a:pt x="22" y="186"/>
                </a:lnTo>
                <a:lnTo>
                  <a:pt x="35" y="197"/>
                </a:lnTo>
                <a:lnTo>
                  <a:pt x="50" y="208"/>
                </a:lnTo>
                <a:lnTo>
                  <a:pt x="66" y="216"/>
                </a:lnTo>
                <a:lnTo>
                  <a:pt x="83" y="220"/>
                </a:lnTo>
                <a:lnTo>
                  <a:pt x="89" y="221"/>
                </a:lnTo>
                <a:lnTo>
                  <a:pt x="94" y="219"/>
                </a:lnTo>
                <a:lnTo>
                  <a:pt x="98" y="216"/>
                </a:lnTo>
                <a:lnTo>
                  <a:pt x="100" y="211"/>
                </a:lnTo>
                <a:lnTo>
                  <a:pt x="100" y="206"/>
                </a:lnTo>
                <a:lnTo>
                  <a:pt x="99" y="201"/>
                </a:lnTo>
                <a:lnTo>
                  <a:pt x="96" y="196"/>
                </a:lnTo>
                <a:lnTo>
                  <a:pt x="91" y="194"/>
                </a:lnTo>
                <a:lnTo>
                  <a:pt x="74" y="188"/>
                </a:lnTo>
                <a:lnTo>
                  <a:pt x="58" y="179"/>
                </a:lnTo>
                <a:lnTo>
                  <a:pt x="45" y="168"/>
                </a:lnTo>
                <a:lnTo>
                  <a:pt x="36" y="155"/>
                </a:lnTo>
                <a:lnTo>
                  <a:pt x="30" y="139"/>
                </a:lnTo>
                <a:lnTo>
                  <a:pt x="27" y="122"/>
                </a:lnTo>
                <a:lnTo>
                  <a:pt x="27" y="103"/>
                </a:lnTo>
                <a:lnTo>
                  <a:pt x="32" y="84"/>
                </a:lnTo>
                <a:lnTo>
                  <a:pt x="38" y="70"/>
                </a:lnTo>
                <a:lnTo>
                  <a:pt x="46" y="57"/>
                </a:lnTo>
                <a:lnTo>
                  <a:pt x="56" y="46"/>
                </a:lnTo>
                <a:lnTo>
                  <a:pt x="66" y="35"/>
                </a:lnTo>
                <a:lnTo>
                  <a:pt x="76" y="25"/>
                </a:lnTo>
                <a:lnTo>
                  <a:pt x="86" y="17"/>
                </a:lnTo>
                <a:lnTo>
                  <a:pt x="96" y="8"/>
                </a:lnTo>
                <a:lnTo>
                  <a:pt x="103" y="1"/>
                </a:lnTo>
                <a:lnTo>
                  <a:pt x="96" y="0"/>
                </a:lnTo>
                <a:lnTo>
                  <a:pt x="84" y="5"/>
                </a:lnTo>
                <a:lnTo>
                  <a:pt x="69" y="17"/>
                </a:lnTo>
                <a:lnTo>
                  <a:pt x="51" y="33"/>
                </a:lnTo>
                <a:lnTo>
                  <a:pt x="34" y="53"/>
                </a:lnTo>
                <a:lnTo>
                  <a:pt x="18" y="75"/>
                </a:lnTo>
                <a:lnTo>
                  <a:pt x="7" y="98"/>
                </a:lnTo>
                <a:lnTo>
                  <a:pt x="0" y="121"/>
                </a:lnTo>
                <a:close/>
              </a:path>
            </a:pathLst>
          </a:custGeom>
          <a:solidFill>
            <a:srgbClr val="C9E8FF"/>
          </a:solidFill>
          <a:ln w="9525">
            <a:noFill/>
          </a:ln>
        </p:spPr>
        <p:txBody>
          <a:bodyPr/>
          <a:p>
            <a:endParaRPr lang="zh-CN" altLang="en-US"/>
          </a:p>
        </p:txBody>
      </p:sp>
      <p:sp>
        <p:nvSpPr>
          <p:cNvPr id="10823" name="Freeform 587"/>
          <p:cNvSpPr/>
          <p:nvPr/>
        </p:nvSpPr>
        <p:spPr>
          <a:xfrm>
            <a:off x="6337300" y="1731963"/>
            <a:ext cx="55563" cy="7620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21" h="288">
                <a:moveTo>
                  <a:pt x="179" y="108"/>
                </a:moveTo>
                <a:lnTo>
                  <a:pt x="186" y="115"/>
                </a:lnTo>
                <a:lnTo>
                  <a:pt x="193" y="124"/>
                </a:lnTo>
                <a:lnTo>
                  <a:pt x="197" y="133"/>
                </a:lnTo>
                <a:lnTo>
                  <a:pt x="201" y="143"/>
                </a:lnTo>
                <a:lnTo>
                  <a:pt x="202" y="153"/>
                </a:lnTo>
                <a:lnTo>
                  <a:pt x="202" y="163"/>
                </a:lnTo>
                <a:lnTo>
                  <a:pt x="199" y="174"/>
                </a:lnTo>
                <a:lnTo>
                  <a:pt x="195" y="184"/>
                </a:lnTo>
                <a:lnTo>
                  <a:pt x="187" y="194"/>
                </a:lnTo>
                <a:lnTo>
                  <a:pt x="179" y="204"/>
                </a:lnTo>
                <a:lnTo>
                  <a:pt x="170" y="212"/>
                </a:lnTo>
                <a:lnTo>
                  <a:pt x="159" y="221"/>
                </a:lnTo>
                <a:lnTo>
                  <a:pt x="150" y="229"/>
                </a:lnTo>
                <a:lnTo>
                  <a:pt x="139" y="237"/>
                </a:lnTo>
                <a:lnTo>
                  <a:pt x="129" y="246"/>
                </a:lnTo>
                <a:lnTo>
                  <a:pt x="119" y="255"/>
                </a:lnTo>
                <a:lnTo>
                  <a:pt x="116" y="258"/>
                </a:lnTo>
                <a:lnTo>
                  <a:pt x="114" y="263"/>
                </a:lnTo>
                <a:lnTo>
                  <a:pt x="112" y="267"/>
                </a:lnTo>
                <a:lnTo>
                  <a:pt x="110" y="271"/>
                </a:lnTo>
                <a:lnTo>
                  <a:pt x="109" y="276"/>
                </a:lnTo>
                <a:lnTo>
                  <a:pt x="109" y="280"/>
                </a:lnTo>
                <a:lnTo>
                  <a:pt x="110" y="284"/>
                </a:lnTo>
                <a:lnTo>
                  <a:pt x="113" y="287"/>
                </a:lnTo>
                <a:lnTo>
                  <a:pt x="117" y="288"/>
                </a:lnTo>
                <a:lnTo>
                  <a:pt x="121" y="288"/>
                </a:lnTo>
                <a:lnTo>
                  <a:pt x="125" y="287"/>
                </a:lnTo>
                <a:lnTo>
                  <a:pt x="129" y="284"/>
                </a:lnTo>
                <a:lnTo>
                  <a:pt x="139" y="272"/>
                </a:lnTo>
                <a:lnTo>
                  <a:pt x="151" y="261"/>
                </a:lnTo>
                <a:lnTo>
                  <a:pt x="162" y="250"/>
                </a:lnTo>
                <a:lnTo>
                  <a:pt x="175" y="239"/>
                </a:lnTo>
                <a:lnTo>
                  <a:pt x="186" y="229"/>
                </a:lnTo>
                <a:lnTo>
                  <a:pt x="197" y="217"/>
                </a:lnTo>
                <a:lnTo>
                  <a:pt x="207" y="204"/>
                </a:lnTo>
                <a:lnTo>
                  <a:pt x="215" y="190"/>
                </a:lnTo>
                <a:lnTo>
                  <a:pt x="220" y="174"/>
                </a:lnTo>
                <a:lnTo>
                  <a:pt x="221" y="158"/>
                </a:lnTo>
                <a:lnTo>
                  <a:pt x="218" y="142"/>
                </a:lnTo>
                <a:lnTo>
                  <a:pt x="213" y="127"/>
                </a:lnTo>
                <a:lnTo>
                  <a:pt x="204" y="112"/>
                </a:lnTo>
                <a:lnTo>
                  <a:pt x="194" y="99"/>
                </a:lnTo>
                <a:lnTo>
                  <a:pt x="181" y="87"/>
                </a:lnTo>
                <a:lnTo>
                  <a:pt x="169" y="77"/>
                </a:lnTo>
                <a:lnTo>
                  <a:pt x="159" y="69"/>
                </a:lnTo>
                <a:lnTo>
                  <a:pt x="149" y="63"/>
                </a:lnTo>
                <a:lnTo>
                  <a:pt x="137" y="55"/>
                </a:lnTo>
                <a:lnTo>
                  <a:pt x="125" y="48"/>
                </a:lnTo>
                <a:lnTo>
                  <a:pt x="114" y="40"/>
                </a:lnTo>
                <a:lnTo>
                  <a:pt x="101" y="33"/>
                </a:lnTo>
                <a:lnTo>
                  <a:pt x="89" y="27"/>
                </a:lnTo>
                <a:lnTo>
                  <a:pt x="77" y="20"/>
                </a:lnTo>
                <a:lnTo>
                  <a:pt x="66" y="15"/>
                </a:lnTo>
                <a:lnTo>
                  <a:pt x="54" y="9"/>
                </a:lnTo>
                <a:lnTo>
                  <a:pt x="42" y="6"/>
                </a:lnTo>
                <a:lnTo>
                  <a:pt x="32" y="3"/>
                </a:lnTo>
                <a:lnTo>
                  <a:pt x="22" y="1"/>
                </a:lnTo>
                <a:lnTo>
                  <a:pt x="14" y="0"/>
                </a:lnTo>
                <a:lnTo>
                  <a:pt x="7" y="1"/>
                </a:lnTo>
                <a:lnTo>
                  <a:pt x="0" y="3"/>
                </a:lnTo>
                <a:lnTo>
                  <a:pt x="8" y="5"/>
                </a:lnTo>
                <a:lnTo>
                  <a:pt x="16" y="8"/>
                </a:lnTo>
                <a:lnTo>
                  <a:pt x="26" y="13"/>
                </a:lnTo>
                <a:lnTo>
                  <a:pt x="35" y="17"/>
                </a:lnTo>
                <a:lnTo>
                  <a:pt x="47" y="22"/>
                </a:lnTo>
                <a:lnTo>
                  <a:pt x="58" y="28"/>
                </a:lnTo>
                <a:lnTo>
                  <a:pt x="71" y="34"/>
                </a:lnTo>
                <a:lnTo>
                  <a:pt x="83" y="40"/>
                </a:lnTo>
                <a:lnTo>
                  <a:pt x="96" y="48"/>
                </a:lnTo>
                <a:lnTo>
                  <a:pt x="109" y="55"/>
                </a:lnTo>
                <a:lnTo>
                  <a:pt x="121" y="64"/>
                </a:lnTo>
                <a:lnTo>
                  <a:pt x="134" y="72"/>
                </a:lnTo>
                <a:lnTo>
                  <a:pt x="146" y="81"/>
                </a:lnTo>
                <a:lnTo>
                  <a:pt x="158" y="90"/>
                </a:lnTo>
                <a:lnTo>
                  <a:pt x="169" y="98"/>
                </a:lnTo>
                <a:lnTo>
                  <a:pt x="179" y="108"/>
                </a:lnTo>
                <a:close/>
              </a:path>
            </a:pathLst>
          </a:custGeom>
          <a:solidFill>
            <a:srgbClr val="C9E8FF"/>
          </a:solidFill>
          <a:ln w="9525">
            <a:noFill/>
          </a:ln>
        </p:spPr>
        <p:txBody>
          <a:bodyPr/>
          <a:p>
            <a:endParaRPr lang="zh-CN" altLang="en-US"/>
          </a:p>
        </p:txBody>
      </p:sp>
      <p:sp>
        <p:nvSpPr>
          <p:cNvPr id="10824" name="Freeform 588"/>
          <p:cNvSpPr/>
          <p:nvPr/>
        </p:nvSpPr>
        <p:spPr>
          <a:xfrm>
            <a:off x="6276975" y="1820863"/>
            <a:ext cx="17463" cy="46037"/>
          </a:xfrm>
          <a:custGeom>
            <a:avLst/>
            <a:gdLst/>
            <a:ahLst/>
            <a:cxnLst>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74" h="174">
                <a:moveTo>
                  <a:pt x="28" y="12"/>
                </a:moveTo>
                <a:lnTo>
                  <a:pt x="26" y="7"/>
                </a:lnTo>
                <a:lnTo>
                  <a:pt x="23" y="3"/>
                </a:lnTo>
                <a:lnTo>
                  <a:pt x="17" y="1"/>
                </a:lnTo>
                <a:lnTo>
                  <a:pt x="12" y="0"/>
                </a:lnTo>
                <a:lnTo>
                  <a:pt x="7" y="2"/>
                </a:lnTo>
                <a:lnTo>
                  <a:pt x="3" y="5"/>
                </a:lnTo>
                <a:lnTo>
                  <a:pt x="0" y="10"/>
                </a:lnTo>
                <a:lnTo>
                  <a:pt x="0" y="16"/>
                </a:lnTo>
                <a:lnTo>
                  <a:pt x="5" y="39"/>
                </a:lnTo>
                <a:lnTo>
                  <a:pt x="13" y="66"/>
                </a:lnTo>
                <a:lnTo>
                  <a:pt x="24" y="92"/>
                </a:lnTo>
                <a:lnTo>
                  <a:pt x="36" y="118"/>
                </a:lnTo>
                <a:lnTo>
                  <a:pt x="49" y="141"/>
                </a:lnTo>
                <a:lnTo>
                  <a:pt x="61" y="159"/>
                </a:lnTo>
                <a:lnTo>
                  <a:pt x="69" y="171"/>
                </a:lnTo>
                <a:lnTo>
                  <a:pt x="74" y="174"/>
                </a:lnTo>
                <a:lnTo>
                  <a:pt x="72" y="162"/>
                </a:lnTo>
                <a:lnTo>
                  <a:pt x="67" y="147"/>
                </a:lnTo>
                <a:lnTo>
                  <a:pt x="61" y="128"/>
                </a:lnTo>
                <a:lnTo>
                  <a:pt x="53" y="105"/>
                </a:lnTo>
                <a:lnTo>
                  <a:pt x="46" y="82"/>
                </a:lnTo>
                <a:lnTo>
                  <a:pt x="38" y="58"/>
                </a:lnTo>
                <a:lnTo>
                  <a:pt x="32" y="35"/>
                </a:lnTo>
                <a:lnTo>
                  <a:pt x="28" y="12"/>
                </a:lnTo>
                <a:close/>
              </a:path>
            </a:pathLst>
          </a:custGeom>
          <a:solidFill>
            <a:srgbClr val="000000"/>
          </a:solidFill>
          <a:ln w="9525">
            <a:noFill/>
          </a:ln>
        </p:spPr>
        <p:txBody>
          <a:bodyPr/>
          <a:p>
            <a:endParaRPr lang="zh-CN" altLang="en-US"/>
          </a:p>
        </p:txBody>
      </p:sp>
      <p:sp>
        <p:nvSpPr>
          <p:cNvPr id="10825" name="Freeform 589"/>
          <p:cNvSpPr/>
          <p:nvPr/>
        </p:nvSpPr>
        <p:spPr>
          <a:xfrm>
            <a:off x="6269038" y="1797050"/>
            <a:ext cx="9525" cy="22225"/>
          </a:xfrm>
          <a:custGeom>
            <a:avLst/>
            <a:gdLst/>
            <a:ahLst/>
            <a:cxnLst>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39" h="87">
                <a:moveTo>
                  <a:pt x="20" y="9"/>
                </a:moveTo>
                <a:lnTo>
                  <a:pt x="19" y="5"/>
                </a:lnTo>
                <a:lnTo>
                  <a:pt x="16" y="2"/>
                </a:lnTo>
                <a:lnTo>
                  <a:pt x="13" y="0"/>
                </a:lnTo>
                <a:lnTo>
                  <a:pt x="8" y="0"/>
                </a:lnTo>
                <a:lnTo>
                  <a:pt x="5" y="1"/>
                </a:lnTo>
                <a:lnTo>
                  <a:pt x="2" y="3"/>
                </a:lnTo>
                <a:lnTo>
                  <a:pt x="0" y="6"/>
                </a:lnTo>
                <a:lnTo>
                  <a:pt x="0" y="10"/>
                </a:lnTo>
                <a:lnTo>
                  <a:pt x="0" y="22"/>
                </a:lnTo>
                <a:lnTo>
                  <a:pt x="3" y="35"/>
                </a:lnTo>
                <a:lnTo>
                  <a:pt x="7" y="48"/>
                </a:lnTo>
                <a:lnTo>
                  <a:pt x="13" y="60"/>
                </a:lnTo>
                <a:lnTo>
                  <a:pt x="19" y="72"/>
                </a:lnTo>
                <a:lnTo>
                  <a:pt x="25" y="81"/>
                </a:lnTo>
                <a:lnTo>
                  <a:pt x="33" y="86"/>
                </a:lnTo>
                <a:lnTo>
                  <a:pt x="38" y="87"/>
                </a:lnTo>
                <a:lnTo>
                  <a:pt x="39" y="70"/>
                </a:lnTo>
                <a:lnTo>
                  <a:pt x="34" y="50"/>
                </a:lnTo>
                <a:lnTo>
                  <a:pt x="27" y="29"/>
                </a:lnTo>
                <a:lnTo>
                  <a:pt x="20" y="9"/>
                </a:lnTo>
                <a:close/>
              </a:path>
            </a:pathLst>
          </a:custGeom>
          <a:solidFill>
            <a:srgbClr val="000000"/>
          </a:solidFill>
          <a:ln w="9525">
            <a:noFill/>
          </a:ln>
        </p:spPr>
        <p:txBody>
          <a:bodyPr/>
          <a:p>
            <a:endParaRPr lang="zh-CN" altLang="en-US"/>
          </a:p>
        </p:txBody>
      </p:sp>
      <p:sp>
        <p:nvSpPr>
          <p:cNvPr id="10826" name="Freeform 590"/>
          <p:cNvSpPr/>
          <p:nvPr/>
        </p:nvSpPr>
        <p:spPr>
          <a:xfrm>
            <a:off x="6261100" y="1781175"/>
            <a:ext cx="7938" cy="1270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34" h="51">
                <a:moveTo>
                  <a:pt x="18" y="7"/>
                </a:moveTo>
                <a:lnTo>
                  <a:pt x="18" y="8"/>
                </a:lnTo>
                <a:lnTo>
                  <a:pt x="17" y="5"/>
                </a:lnTo>
                <a:lnTo>
                  <a:pt x="14" y="1"/>
                </a:lnTo>
                <a:lnTo>
                  <a:pt x="11" y="0"/>
                </a:lnTo>
                <a:lnTo>
                  <a:pt x="7" y="0"/>
                </a:lnTo>
                <a:lnTo>
                  <a:pt x="4" y="1"/>
                </a:lnTo>
                <a:lnTo>
                  <a:pt x="1" y="5"/>
                </a:lnTo>
                <a:lnTo>
                  <a:pt x="0" y="8"/>
                </a:lnTo>
                <a:lnTo>
                  <a:pt x="0" y="11"/>
                </a:lnTo>
                <a:lnTo>
                  <a:pt x="1" y="16"/>
                </a:lnTo>
                <a:lnTo>
                  <a:pt x="4" y="23"/>
                </a:lnTo>
                <a:lnTo>
                  <a:pt x="8" y="30"/>
                </a:lnTo>
                <a:lnTo>
                  <a:pt x="13" y="37"/>
                </a:lnTo>
                <a:lnTo>
                  <a:pt x="18" y="43"/>
                </a:lnTo>
                <a:lnTo>
                  <a:pt x="25" y="47"/>
                </a:lnTo>
                <a:lnTo>
                  <a:pt x="30" y="51"/>
                </a:lnTo>
                <a:lnTo>
                  <a:pt x="34" y="51"/>
                </a:lnTo>
                <a:lnTo>
                  <a:pt x="33" y="40"/>
                </a:lnTo>
                <a:lnTo>
                  <a:pt x="29" y="27"/>
                </a:lnTo>
                <a:lnTo>
                  <a:pt x="23" y="15"/>
                </a:lnTo>
                <a:lnTo>
                  <a:pt x="18" y="7"/>
                </a:lnTo>
                <a:close/>
              </a:path>
            </a:pathLst>
          </a:custGeom>
          <a:solidFill>
            <a:srgbClr val="000000"/>
          </a:solidFill>
          <a:ln w="9525">
            <a:noFill/>
          </a:ln>
        </p:spPr>
        <p:txBody>
          <a:bodyPr/>
          <a:p>
            <a:endParaRPr lang="zh-CN" altLang="en-US"/>
          </a:p>
        </p:txBody>
      </p:sp>
      <p:sp>
        <p:nvSpPr>
          <p:cNvPr id="10827" name="Freeform 591"/>
          <p:cNvSpPr/>
          <p:nvPr/>
        </p:nvSpPr>
        <p:spPr>
          <a:xfrm>
            <a:off x="6251575" y="1770063"/>
            <a:ext cx="12700" cy="635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46" h="33">
                <a:moveTo>
                  <a:pt x="37" y="24"/>
                </a:moveTo>
                <a:lnTo>
                  <a:pt x="41" y="22"/>
                </a:lnTo>
                <a:lnTo>
                  <a:pt x="45" y="19"/>
                </a:lnTo>
                <a:lnTo>
                  <a:pt x="46" y="15"/>
                </a:lnTo>
                <a:lnTo>
                  <a:pt x="46" y="10"/>
                </a:lnTo>
                <a:lnTo>
                  <a:pt x="44" y="5"/>
                </a:lnTo>
                <a:lnTo>
                  <a:pt x="41" y="2"/>
                </a:lnTo>
                <a:lnTo>
                  <a:pt x="37" y="0"/>
                </a:lnTo>
                <a:lnTo>
                  <a:pt x="32" y="0"/>
                </a:lnTo>
                <a:lnTo>
                  <a:pt x="29" y="0"/>
                </a:lnTo>
                <a:lnTo>
                  <a:pt x="25" y="1"/>
                </a:lnTo>
                <a:lnTo>
                  <a:pt x="19" y="3"/>
                </a:lnTo>
                <a:lnTo>
                  <a:pt x="12" y="7"/>
                </a:lnTo>
                <a:lnTo>
                  <a:pt x="5" y="14"/>
                </a:lnTo>
                <a:lnTo>
                  <a:pt x="2" y="20"/>
                </a:lnTo>
                <a:lnTo>
                  <a:pt x="0" y="26"/>
                </a:lnTo>
                <a:lnTo>
                  <a:pt x="0" y="29"/>
                </a:lnTo>
                <a:lnTo>
                  <a:pt x="3" y="31"/>
                </a:lnTo>
                <a:lnTo>
                  <a:pt x="7" y="33"/>
                </a:lnTo>
                <a:lnTo>
                  <a:pt x="12" y="33"/>
                </a:lnTo>
                <a:lnTo>
                  <a:pt x="16" y="33"/>
                </a:lnTo>
                <a:lnTo>
                  <a:pt x="21" y="31"/>
                </a:lnTo>
                <a:lnTo>
                  <a:pt x="26" y="30"/>
                </a:lnTo>
                <a:lnTo>
                  <a:pt x="32" y="28"/>
                </a:lnTo>
                <a:lnTo>
                  <a:pt x="37" y="24"/>
                </a:lnTo>
                <a:close/>
              </a:path>
            </a:pathLst>
          </a:custGeom>
          <a:solidFill>
            <a:srgbClr val="000000"/>
          </a:solidFill>
          <a:ln w="9525">
            <a:noFill/>
          </a:ln>
        </p:spPr>
        <p:txBody>
          <a:bodyPr/>
          <a:p>
            <a:endParaRPr lang="zh-CN" altLang="en-US"/>
          </a:p>
        </p:txBody>
      </p:sp>
      <p:sp>
        <p:nvSpPr>
          <p:cNvPr id="10828" name="Freeform 592"/>
          <p:cNvSpPr/>
          <p:nvPr/>
        </p:nvSpPr>
        <p:spPr>
          <a:xfrm>
            <a:off x="6197600" y="1754188"/>
            <a:ext cx="46038" cy="5715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77" h="219">
                <a:moveTo>
                  <a:pt x="65" y="33"/>
                </a:moveTo>
                <a:lnTo>
                  <a:pt x="52" y="43"/>
                </a:lnTo>
                <a:lnTo>
                  <a:pt x="41" y="54"/>
                </a:lnTo>
                <a:lnTo>
                  <a:pt x="29" y="66"/>
                </a:lnTo>
                <a:lnTo>
                  <a:pt x="20" y="79"/>
                </a:lnTo>
                <a:lnTo>
                  <a:pt x="12" y="93"/>
                </a:lnTo>
                <a:lnTo>
                  <a:pt x="6" y="107"/>
                </a:lnTo>
                <a:lnTo>
                  <a:pt x="2" y="121"/>
                </a:lnTo>
                <a:lnTo>
                  <a:pt x="0" y="136"/>
                </a:lnTo>
                <a:lnTo>
                  <a:pt x="2" y="158"/>
                </a:lnTo>
                <a:lnTo>
                  <a:pt x="10" y="177"/>
                </a:lnTo>
                <a:lnTo>
                  <a:pt x="23" y="193"/>
                </a:lnTo>
                <a:lnTo>
                  <a:pt x="38" y="204"/>
                </a:lnTo>
                <a:lnTo>
                  <a:pt x="57" y="213"/>
                </a:lnTo>
                <a:lnTo>
                  <a:pt x="78" y="218"/>
                </a:lnTo>
                <a:lnTo>
                  <a:pt x="98" y="219"/>
                </a:lnTo>
                <a:lnTo>
                  <a:pt x="118" y="216"/>
                </a:lnTo>
                <a:lnTo>
                  <a:pt x="123" y="216"/>
                </a:lnTo>
                <a:lnTo>
                  <a:pt x="127" y="214"/>
                </a:lnTo>
                <a:lnTo>
                  <a:pt x="130" y="210"/>
                </a:lnTo>
                <a:lnTo>
                  <a:pt x="131" y="205"/>
                </a:lnTo>
                <a:lnTo>
                  <a:pt x="130" y="203"/>
                </a:lnTo>
                <a:lnTo>
                  <a:pt x="127" y="203"/>
                </a:lnTo>
                <a:lnTo>
                  <a:pt x="123" y="202"/>
                </a:lnTo>
                <a:lnTo>
                  <a:pt x="117" y="202"/>
                </a:lnTo>
                <a:lnTo>
                  <a:pt x="111" y="202"/>
                </a:lnTo>
                <a:lnTo>
                  <a:pt x="106" y="202"/>
                </a:lnTo>
                <a:lnTo>
                  <a:pt x="100" y="202"/>
                </a:lnTo>
                <a:lnTo>
                  <a:pt x="97" y="202"/>
                </a:lnTo>
                <a:lnTo>
                  <a:pt x="87" y="201"/>
                </a:lnTo>
                <a:lnTo>
                  <a:pt x="77" y="200"/>
                </a:lnTo>
                <a:lnTo>
                  <a:pt x="67" y="199"/>
                </a:lnTo>
                <a:lnTo>
                  <a:pt x="56" y="196"/>
                </a:lnTo>
                <a:lnTo>
                  <a:pt x="46" y="193"/>
                </a:lnTo>
                <a:lnTo>
                  <a:pt x="35" y="185"/>
                </a:lnTo>
                <a:lnTo>
                  <a:pt x="26" y="175"/>
                </a:lnTo>
                <a:lnTo>
                  <a:pt x="15" y="162"/>
                </a:lnTo>
                <a:lnTo>
                  <a:pt x="13" y="146"/>
                </a:lnTo>
                <a:lnTo>
                  <a:pt x="14" y="131"/>
                </a:lnTo>
                <a:lnTo>
                  <a:pt x="19" y="116"/>
                </a:lnTo>
                <a:lnTo>
                  <a:pt x="25" y="102"/>
                </a:lnTo>
                <a:lnTo>
                  <a:pt x="34" y="89"/>
                </a:lnTo>
                <a:lnTo>
                  <a:pt x="45" y="76"/>
                </a:lnTo>
                <a:lnTo>
                  <a:pt x="56" y="65"/>
                </a:lnTo>
                <a:lnTo>
                  <a:pt x="70" y="55"/>
                </a:lnTo>
                <a:lnTo>
                  <a:pt x="84" y="45"/>
                </a:lnTo>
                <a:lnTo>
                  <a:pt x="98" y="37"/>
                </a:lnTo>
                <a:lnTo>
                  <a:pt x="113" y="29"/>
                </a:lnTo>
                <a:lnTo>
                  <a:pt x="127" y="23"/>
                </a:lnTo>
                <a:lnTo>
                  <a:pt x="141" y="17"/>
                </a:lnTo>
                <a:lnTo>
                  <a:pt x="154" y="12"/>
                </a:lnTo>
                <a:lnTo>
                  <a:pt x="167" y="9"/>
                </a:lnTo>
                <a:lnTo>
                  <a:pt x="177" y="7"/>
                </a:lnTo>
                <a:lnTo>
                  <a:pt x="170" y="2"/>
                </a:lnTo>
                <a:lnTo>
                  <a:pt x="158" y="0"/>
                </a:lnTo>
                <a:lnTo>
                  <a:pt x="145" y="2"/>
                </a:lnTo>
                <a:lnTo>
                  <a:pt x="129" y="6"/>
                </a:lnTo>
                <a:lnTo>
                  <a:pt x="111" y="11"/>
                </a:lnTo>
                <a:lnTo>
                  <a:pt x="94" y="17"/>
                </a:lnTo>
                <a:lnTo>
                  <a:pt x="78" y="26"/>
                </a:lnTo>
                <a:lnTo>
                  <a:pt x="65" y="33"/>
                </a:lnTo>
                <a:close/>
              </a:path>
            </a:pathLst>
          </a:custGeom>
          <a:solidFill>
            <a:srgbClr val="000000"/>
          </a:solidFill>
          <a:ln w="9525">
            <a:noFill/>
          </a:ln>
        </p:spPr>
        <p:txBody>
          <a:bodyPr/>
          <a:p>
            <a:endParaRPr lang="zh-CN" altLang="en-US"/>
          </a:p>
        </p:txBody>
      </p:sp>
      <p:sp>
        <p:nvSpPr>
          <p:cNvPr id="10829" name="Freeform 593"/>
          <p:cNvSpPr/>
          <p:nvPr/>
        </p:nvSpPr>
        <p:spPr>
          <a:xfrm>
            <a:off x="6273800" y="1752600"/>
            <a:ext cx="30163" cy="46038"/>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15" h="170">
                <a:moveTo>
                  <a:pt x="97" y="57"/>
                </a:moveTo>
                <a:lnTo>
                  <a:pt x="100" y="75"/>
                </a:lnTo>
                <a:lnTo>
                  <a:pt x="98" y="90"/>
                </a:lnTo>
                <a:lnTo>
                  <a:pt x="91" y="103"/>
                </a:lnTo>
                <a:lnTo>
                  <a:pt x="80" y="114"/>
                </a:lnTo>
                <a:lnTo>
                  <a:pt x="68" y="125"/>
                </a:lnTo>
                <a:lnTo>
                  <a:pt x="54" y="135"/>
                </a:lnTo>
                <a:lnTo>
                  <a:pt x="39" y="145"/>
                </a:lnTo>
                <a:lnTo>
                  <a:pt x="27" y="155"/>
                </a:lnTo>
                <a:lnTo>
                  <a:pt x="25" y="158"/>
                </a:lnTo>
                <a:lnTo>
                  <a:pt x="23" y="160"/>
                </a:lnTo>
                <a:lnTo>
                  <a:pt x="23" y="164"/>
                </a:lnTo>
                <a:lnTo>
                  <a:pt x="26" y="167"/>
                </a:lnTo>
                <a:lnTo>
                  <a:pt x="28" y="169"/>
                </a:lnTo>
                <a:lnTo>
                  <a:pt x="31" y="170"/>
                </a:lnTo>
                <a:lnTo>
                  <a:pt x="34" y="170"/>
                </a:lnTo>
                <a:lnTo>
                  <a:pt x="37" y="169"/>
                </a:lnTo>
                <a:lnTo>
                  <a:pt x="53" y="159"/>
                </a:lnTo>
                <a:lnTo>
                  <a:pt x="69" y="149"/>
                </a:lnTo>
                <a:lnTo>
                  <a:pt x="83" y="137"/>
                </a:lnTo>
                <a:lnTo>
                  <a:pt x="97" y="123"/>
                </a:lnTo>
                <a:lnTo>
                  <a:pt x="106" y="108"/>
                </a:lnTo>
                <a:lnTo>
                  <a:pt x="113" y="91"/>
                </a:lnTo>
                <a:lnTo>
                  <a:pt x="115" y="73"/>
                </a:lnTo>
                <a:lnTo>
                  <a:pt x="111" y="53"/>
                </a:lnTo>
                <a:lnTo>
                  <a:pt x="101" y="39"/>
                </a:lnTo>
                <a:lnTo>
                  <a:pt x="89" y="26"/>
                </a:lnTo>
                <a:lnTo>
                  <a:pt x="72" y="15"/>
                </a:lnTo>
                <a:lnTo>
                  <a:pt x="55" y="8"/>
                </a:lnTo>
                <a:lnTo>
                  <a:pt x="37" y="2"/>
                </a:lnTo>
                <a:lnTo>
                  <a:pt x="21" y="0"/>
                </a:lnTo>
                <a:lnTo>
                  <a:pt x="9" y="1"/>
                </a:lnTo>
                <a:lnTo>
                  <a:pt x="0" y="5"/>
                </a:lnTo>
                <a:lnTo>
                  <a:pt x="15" y="10"/>
                </a:lnTo>
                <a:lnTo>
                  <a:pt x="30" y="13"/>
                </a:lnTo>
                <a:lnTo>
                  <a:pt x="43" y="16"/>
                </a:lnTo>
                <a:lnTo>
                  <a:pt x="57" y="20"/>
                </a:lnTo>
                <a:lnTo>
                  <a:pt x="70" y="26"/>
                </a:lnTo>
                <a:lnTo>
                  <a:pt x="81" y="33"/>
                </a:lnTo>
                <a:lnTo>
                  <a:pt x="91" y="43"/>
                </a:lnTo>
                <a:lnTo>
                  <a:pt x="97" y="57"/>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30" name="Freeform 594"/>
          <p:cNvSpPr/>
          <p:nvPr/>
        </p:nvSpPr>
        <p:spPr>
          <a:xfrm>
            <a:off x="6169025" y="1743075"/>
            <a:ext cx="73025" cy="92075"/>
          </a:xfrm>
          <a:custGeom>
            <a:avLst/>
            <a:gdLst/>
            <a:ahLst/>
            <a:cxnLst>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Lst>
            <a:pathLst>
              <a:path w="289" h="352">
                <a:moveTo>
                  <a:pt x="113" y="47"/>
                </a:moveTo>
                <a:lnTo>
                  <a:pt x="90" y="65"/>
                </a:lnTo>
                <a:lnTo>
                  <a:pt x="68" y="85"/>
                </a:lnTo>
                <a:lnTo>
                  <a:pt x="48" y="106"/>
                </a:lnTo>
                <a:lnTo>
                  <a:pt x="31" y="130"/>
                </a:lnTo>
                <a:lnTo>
                  <a:pt x="16" y="156"/>
                </a:lnTo>
                <a:lnTo>
                  <a:pt x="5" y="182"/>
                </a:lnTo>
                <a:lnTo>
                  <a:pt x="0" y="211"/>
                </a:lnTo>
                <a:lnTo>
                  <a:pt x="1" y="241"/>
                </a:lnTo>
                <a:lnTo>
                  <a:pt x="3" y="249"/>
                </a:lnTo>
                <a:lnTo>
                  <a:pt x="6" y="257"/>
                </a:lnTo>
                <a:lnTo>
                  <a:pt x="10" y="264"/>
                </a:lnTo>
                <a:lnTo>
                  <a:pt x="14" y="271"/>
                </a:lnTo>
                <a:lnTo>
                  <a:pt x="19" y="277"/>
                </a:lnTo>
                <a:lnTo>
                  <a:pt x="24" y="284"/>
                </a:lnTo>
                <a:lnTo>
                  <a:pt x="31" y="289"/>
                </a:lnTo>
                <a:lnTo>
                  <a:pt x="37" y="293"/>
                </a:lnTo>
                <a:lnTo>
                  <a:pt x="51" y="302"/>
                </a:lnTo>
                <a:lnTo>
                  <a:pt x="64" y="309"/>
                </a:lnTo>
                <a:lnTo>
                  <a:pt x="78" y="316"/>
                </a:lnTo>
                <a:lnTo>
                  <a:pt x="93" y="321"/>
                </a:lnTo>
                <a:lnTo>
                  <a:pt x="107" y="327"/>
                </a:lnTo>
                <a:lnTo>
                  <a:pt x="122" y="331"/>
                </a:lnTo>
                <a:lnTo>
                  <a:pt x="137" y="335"/>
                </a:lnTo>
                <a:lnTo>
                  <a:pt x="151" y="338"/>
                </a:lnTo>
                <a:lnTo>
                  <a:pt x="167" y="342"/>
                </a:lnTo>
                <a:lnTo>
                  <a:pt x="183" y="344"/>
                </a:lnTo>
                <a:lnTo>
                  <a:pt x="198" y="346"/>
                </a:lnTo>
                <a:lnTo>
                  <a:pt x="213" y="348"/>
                </a:lnTo>
                <a:lnTo>
                  <a:pt x="229" y="349"/>
                </a:lnTo>
                <a:lnTo>
                  <a:pt x="245" y="350"/>
                </a:lnTo>
                <a:lnTo>
                  <a:pt x="260" y="351"/>
                </a:lnTo>
                <a:lnTo>
                  <a:pt x="275" y="352"/>
                </a:lnTo>
                <a:lnTo>
                  <a:pt x="280" y="352"/>
                </a:lnTo>
                <a:lnTo>
                  <a:pt x="284" y="349"/>
                </a:lnTo>
                <a:lnTo>
                  <a:pt x="287" y="346"/>
                </a:lnTo>
                <a:lnTo>
                  <a:pt x="289" y="340"/>
                </a:lnTo>
                <a:lnTo>
                  <a:pt x="289" y="335"/>
                </a:lnTo>
                <a:lnTo>
                  <a:pt x="287" y="331"/>
                </a:lnTo>
                <a:lnTo>
                  <a:pt x="283" y="328"/>
                </a:lnTo>
                <a:lnTo>
                  <a:pt x="279" y="327"/>
                </a:lnTo>
                <a:lnTo>
                  <a:pt x="264" y="327"/>
                </a:lnTo>
                <a:lnTo>
                  <a:pt x="250" y="327"/>
                </a:lnTo>
                <a:lnTo>
                  <a:pt x="235" y="326"/>
                </a:lnTo>
                <a:lnTo>
                  <a:pt x="222" y="324"/>
                </a:lnTo>
                <a:lnTo>
                  <a:pt x="207" y="323"/>
                </a:lnTo>
                <a:lnTo>
                  <a:pt x="192" y="321"/>
                </a:lnTo>
                <a:lnTo>
                  <a:pt x="179" y="319"/>
                </a:lnTo>
                <a:lnTo>
                  <a:pt x="164" y="317"/>
                </a:lnTo>
                <a:lnTo>
                  <a:pt x="150" y="314"/>
                </a:lnTo>
                <a:lnTo>
                  <a:pt x="136" y="311"/>
                </a:lnTo>
                <a:lnTo>
                  <a:pt x="122" y="306"/>
                </a:lnTo>
                <a:lnTo>
                  <a:pt x="108" y="302"/>
                </a:lnTo>
                <a:lnTo>
                  <a:pt x="95" y="298"/>
                </a:lnTo>
                <a:lnTo>
                  <a:pt x="82" y="291"/>
                </a:lnTo>
                <a:lnTo>
                  <a:pt x="68" y="285"/>
                </a:lnTo>
                <a:lnTo>
                  <a:pt x="56" y="278"/>
                </a:lnTo>
                <a:lnTo>
                  <a:pt x="45" y="271"/>
                </a:lnTo>
                <a:lnTo>
                  <a:pt x="37" y="260"/>
                </a:lnTo>
                <a:lnTo>
                  <a:pt x="32" y="250"/>
                </a:lnTo>
                <a:lnTo>
                  <a:pt x="27" y="237"/>
                </a:lnTo>
                <a:lnTo>
                  <a:pt x="27" y="222"/>
                </a:lnTo>
                <a:lnTo>
                  <a:pt x="30" y="203"/>
                </a:lnTo>
                <a:lnTo>
                  <a:pt x="34" y="183"/>
                </a:lnTo>
                <a:lnTo>
                  <a:pt x="38" y="169"/>
                </a:lnTo>
                <a:lnTo>
                  <a:pt x="45" y="153"/>
                </a:lnTo>
                <a:lnTo>
                  <a:pt x="54" y="140"/>
                </a:lnTo>
                <a:lnTo>
                  <a:pt x="61" y="127"/>
                </a:lnTo>
                <a:lnTo>
                  <a:pt x="71" y="115"/>
                </a:lnTo>
                <a:lnTo>
                  <a:pt x="80" y="103"/>
                </a:lnTo>
                <a:lnTo>
                  <a:pt x="90" y="93"/>
                </a:lnTo>
                <a:lnTo>
                  <a:pt x="102" y="82"/>
                </a:lnTo>
                <a:lnTo>
                  <a:pt x="116" y="70"/>
                </a:lnTo>
                <a:lnTo>
                  <a:pt x="129" y="59"/>
                </a:lnTo>
                <a:lnTo>
                  <a:pt x="145" y="49"/>
                </a:lnTo>
                <a:lnTo>
                  <a:pt x="162" y="38"/>
                </a:lnTo>
                <a:lnTo>
                  <a:pt x="180" y="28"/>
                </a:lnTo>
                <a:lnTo>
                  <a:pt x="197" y="20"/>
                </a:lnTo>
                <a:lnTo>
                  <a:pt x="212" y="12"/>
                </a:lnTo>
                <a:lnTo>
                  <a:pt x="227" y="6"/>
                </a:lnTo>
                <a:lnTo>
                  <a:pt x="240" y="1"/>
                </a:lnTo>
                <a:lnTo>
                  <a:pt x="228" y="0"/>
                </a:lnTo>
                <a:lnTo>
                  <a:pt x="213" y="1"/>
                </a:lnTo>
                <a:lnTo>
                  <a:pt x="198" y="5"/>
                </a:lnTo>
                <a:lnTo>
                  <a:pt x="180" y="10"/>
                </a:lnTo>
                <a:lnTo>
                  <a:pt x="162" y="18"/>
                </a:lnTo>
                <a:lnTo>
                  <a:pt x="144" y="26"/>
                </a:lnTo>
                <a:lnTo>
                  <a:pt x="127" y="36"/>
                </a:lnTo>
                <a:lnTo>
                  <a:pt x="113" y="47"/>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31" name="Freeform 595"/>
          <p:cNvSpPr/>
          <p:nvPr/>
        </p:nvSpPr>
        <p:spPr>
          <a:xfrm>
            <a:off x="6272213" y="1739900"/>
            <a:ext cx="65087" cy="6350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52" h="235">
                <a:moveTo>
                  <a:pt x="210" y="72"/>
                </a:moveTo>
                <a:lnTo>
                  <a:pt x="222" y="85"/>
                </a:lnTo>
                <a:lnTo>
                  <a:pt x="228" y="100"/>
                </a:lnTo>
                <a:lnTo>
                  <a:pt x="232" y="116"/>
                </a:lnTo>
                <a:lnTo>
                  <a:pt x="232" y="133"/>
                </a:lnTo>
                <a:lnTo>
                  <a:pt x="230" y="147"/>
                </a:lnTo>
                <a:lnTo>
                  <a:pt x="226" y="159"/>
                </a:lnTo>
                <a:lnTo>
                  <a:pt x="218" y="171"/>
                </a:lnTo>
                <a:lnTo>
                  <a:pt x="211" y="180"/>
                </a:lnTo>
                <a:lnTo>
                  <a:pt x="202" y="191"/>
                </a:lnTo>
                <a:lnTo>
                  <a:pt x="192" y="200"/>
                </a:lnTo>
                <a:lnTo>
                  <a:pt x="183" y="209"/>
                </a:lnTo>
                <a:lnTo>
                  <a:pt x="173" y="219"/>
                </a:lnTo>
                <a:lnTo>
                  <a:pt x="171" y="222"/>
                </a:lnTo>
                <a:lnTo>
                  <a:pt x="170" y="225"/>
                </a:lnTo>
                <a:lnTo>
                  <a:pt x="171" y="229"/>
                </a:lnTo>
                <a:lnTo>
                  <a:pt x="173" y="232"/>
                </a:lnTo>
                <a:lnTo>
                  <a:pt x="176" y="234"/>
                </a:lnTo>
                <a:lnTo>
                  <a:pt x="180" y="235"/>
                </a:lnTo>
                <a:lnTo>
                  <a:pt x="184" y="234"/>
                </a:lnTo>
                <a:lnTo>
                  <a:pt x="187" y="232"/>
                </a:lnTo>
                <a:lnTo>
                  <a:pt x="208" y="218"/>
                </a:lnTo>
                <a:lnTo>
                  <a:pt x="225" y="200"/>
                </a:lnTo>
                <a:lnTo>
                  <a:pt x="239" y="178"/>
                </a:lnTo>
                <a:lnTo>
                  <a:pt x="249" y="156"/>
                </a:lnTo>
                <a:lnTo>
                  <a:pt x="252" y="131"/>
                </a:lnTo>
                <a:lnTo>
                  <a:pt x="250" y="108"/>
                </a:lnTo>
                <a:lnTo>
                  <a:pt x="242" y="85"/>
                </a:lnTo>
                <a:lnTo>
                  <a:pt x="225" y="65"/>
                </a:lnTo>
                <a:lnTo>
                  <a:pt x="212" y="54"/>
                </a:lnTo>
                <a:lnTo>
                  <a:pt x="197" y="45"/>
                </a:lnTo>
                <a:lnTo>
                  <a:pt x="181" y="36"/>
                </a:lnTo>
                <a:lnTo>
                  <a:pt x="164" y="29"/>
                </a:lnTo>
                <a:lnTo>
                  <a:pt x="146" y="22"/>
                </a:lnTo>
                <a:lnTo>
                  <a:pt x="127" y="17"/>
                </a:lnTo>
                <a:lnTo>
                  <a:pt x="109" y="12"/>
                </a:lnTo>
                <a:lnTo>
                  <a:pt x="90" y="7"/>
                </a:lnTo>
                <a:lnTo>
                  <a:pt x="73" y="4"/>
                </a:lnTo>
                <a:lnTo>
                  <a:pt x="57" y="2"/>
                </a:lnTo>
                <a:lnTo>
                  <a:pt x="42" y="0"/>
                </a:lnTo>
                <a:lnTo>
                  <a:pt x="28" y="0"/>
                </a:lnTo>
                <a:lnTo>
                  <a:pt x="17" y="0"/>
                </a:lnTo>
                <a:lnTo>
                  <a:pt x="8" y="1"/>
                </a:lnTo>
                <a:lnTo>
                  <a:pt x="3" y="3"/>
                </a:lnTo>
                <a:lnTo>
                  <a:pt x="0" y="5"/>
                </a:lnTo>
                <a:lnTo>
                  <a:pt x="10" y="7"/>
                </a:lnTo>
                <a:lnTo>
                  <a:pt x="22" y="8"/>
                </a:lnTo>
                <a:lnTo>
                  <a:pt x="33" y="11"/>
                </a:lnTo>
                <a:lnTo>
                  <a:pt x="46" y="13"/>
                </a:lnTo>
                <a:lnTo>
                  <a:pt x="60" y="15"/>
                </a:lnTo>
                <a:lnTo>
                  <a:pt x="73" y="17"/>
                </a:lnTo>
                <a:lnTo>
                  <a:pt x="87" y="20"/>
                </a:lnTo>
                <a:lnTo>
                  <a:pt x="102" y="23"/>
                </a:lnTo>
                <a:lnTo>
                  <a:pt x="115" y="28"/>
                </a:lnTo>
                <a:lnTo>
                  <a:pt x="130" y="32"/>
                </a:lnTo>
                <a:lnTo>
                  <a:pt x="145" y="37"/>
                </a:lnTo>
                <a:lnTo>
                  <a:pt x="159" y="43"/>
                </a:lnTo>
                <a:lnTo>
                  <a:pt x="172" y="49"/>
                </a:lnTo>
                <a:lnTo>
                  <a:pt x="186" y="55"/>
                </a:lnTo>
                <a:lnTo>
                  <a:pt x="198" y="64"/>
                </a:lnTo>
                <a:lnTo>
                  <a:pt x="210" y="72"/>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32" name="Freeform 596"/>
          <p:cNvSpPr/>
          <p:nvPr/>
        </p:nvSpPr>
        <p:spPr>
          <a:xfrm>
            <a:off x="6145213" y="1773238"/>
            <a:ext cx="26987" cy="58737"/>
          </a:xfrm>
          <a:custGeom>
            <a:avLst/>
            <a:gdLst/>
            <a:ahLst/>
            <a:cxnLst>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pathLst>
              <a:path w="103" h="220">
                <a:moveTo>
                  <a:pt x="0" y="120"/>
                </a:moveTo>
                <a:lnTo>
                  <a:pt x="0" y="138"/>
                </a:lnTo>
                <a:lnTo>
                  <a:pt x="4" y="155"/>
                </a:lnTo>
                <a:lnTo>
                  <a:pt x="12" y="171"/>
                </a:lnTo>
                <a:lnTo>
                  <a:pt x="22" y="185"/>
                </a:lnTo>
                <a:lnTo>
                  <a:pt x="35" y="197"/>
                </a:lnTo>
                <a:lnTo>
                  <a:pt x="50" y="207"/>
                </a:lnTo>
                <a:lnTo>
                  <a:pt x="66" y="215"/>
                </a:lnTo>
                <a:lnTo>
                  <a:pt x="83" y="219"/>
                </a:lnTo>
                <a:lnTo>
                  <a:pt x="89" y="220"/>
                </a:lnTo>
                <a:lnTo>
                  <a:pt x="94" y="218"/>
                </a:lnTo>
                <a:lnTo>
                  <a:pt x="98" y="215"/>
                </a:lnTo>
                <a:lnTo>
                  <a:pt x="100" y="211"/>
                </a:lnTo>
                <a:lnTo>
                  <a:pt x="100" y="205"/>
                </a:lnTo>
                <a:lnTo>
                  <a:pt x="99" y="200"/>
                </a:lnTo>
                <a:lnTo>
                  <a:pt x="96" y="196"/>
                </a:lnTo>
                <a:lnTo>
                  <a:pt x="91" y="193"/>
                </a:lnTo>
                <a:lnTo>
                  <a:pt x="74" y="187"/>
                </a:lnTo>
                <a:lnTo>
                  <a:pt x="58" y="178"/>
                </a:lnTo>
                <a:lnTo>
                  <a:pt x="45" y="167"/>
                </a:lnTo>
                <a:lnTo>
                  <a:pt x="36" y="154"/>
                </a:lnTo>
                <a:lnTo>
                  <a:pt x="30" y="138"/>
                </a:lnTo>
                <a:lnTo>
                  <a:pt x="27" y="121"/>
                </a:lnTo>
                <a:lnTo>
                  <a:pt x="27" y="103"/>
                </a:lnTo>
                <a:lnTo>
                  <a:pt x="32" y="83"/>
                </a:lnTo>
                <a:lnTo>
                  <a:pt x="39" y="69"/>
                </a:lnTo>
                <a:lnTo>
                  <a:pt x="51" y="56"/>
                </a:lnTo>
                <a:lnTo>
                  <a:pt x="63" y="43"/>
                </a:lnTo>
                <a:lnTo>
                  <a:pt x="77" y="31"/>
                </a:lnTo>
                <a:lnTo>
                  <a:pt x="89" y="21"/>
                </a:lnTo>
                <a:lnTo>
                  <a:pt x="98" y="12"/>
                </a:lnTo>
                <a:lnTo>
                  <a:pt x="103" y="5"/>
                </a:lnTo>
                <a:lnTo>
                  <a:pt x="103" y="0"/>
                </a:lnTo>
                <a:lnTo>
                  <a:pt x="92" y="4"/>
                </a:lnTo>
                <a:lnTo>
                  <a:pt x="77" y="12"/>
                </a:lnTo>
                <a:lnTo>
                  <a:pt x="61" y="25"/>
                </a:lnTo>
                <a:lnTo>
                  <a:pt x="44" y="40"/>
                </a:lnTo>
                <a:lnTo>
                  <a:pt x="29" y="57"/>
                </a:lnTo>
                <a:lnTo>
                  <a:pt x="16" y="77"/>
                </a:lnTo>
                <a:lnTo>
                  <a:pt x="6" y="98"/>
                </a:lnTo>
                <a:lnTo>
                  <a:pt x="0" y="120"/>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33" name="Freeform 597"/>
          <p:cNvSpPr/>
          <p:nvPr/>
        </p:nvSpPr>
        <p:spPr>
          <a:xfrm>
            <a:off x="6324600" y="1736725"/>
            <a:ext cx="57150" cy="746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20" h="288">
                <a:moveTo>
                  <a:pt x="179" y="108"/>
                </a:moveTo>
                <a:lnTo>
                  <a:pt x="186" y="115"/>
                </a:lnTo>
                <a:lnTo>
                  <a:pt x="191" y="124"/>
                </a:lnTo>
                <a:lnTo>
                  <a:pt x="196" y="133"/>
                </a:lnTo>
                <a:lnTo>
                  <a:pt x="200" y="143"/>
                </a:lnTo>
                <a:lnTo>
                  <a:pt x="202" y="153"/>
                </a:lnTo>
                <a:lnTo>
                  <a:pt x="201" y="163"/>
                </a:lnTo>
                <a:lnTo>
                  <a:pt x="199" y="174"/>
                </a:lnTo>
                <a:lnTo>
                  <a:pt x="193" y="184"/>
                </a:lnTo>
                <a:lnTo>
                  <a:pt x="186" y="194"/>
                </a:lnTo>
                <a:lnTo>
                  <a:pt x="178" y="204"/>
                </a:lnTo>
                <a:lnTo>
                  <a:pt x="168" y="213"/>
                </a:lnTo>
                <a:lnTo>
                  <a:pt x="159" y="221"/>
                </a:lnTo>
                <a:lnTo>
                  <a:pt x="148" y="229"/>
                </a:lnTo>
                <a:lnTo>
                  <a:pt x="138" y="237"/>
                </a:lnTo>
                <a:lnTo>
                  <a:pt x="127" y="246"/>
                </a:lnTo>
                <a:lnTo>
                  <a:pt x="118" y="255"/>
                </a:lnTo>
                <a:lnTo>
                  <a:pt x="115" y="258"/>
                </a:lnTo>
                <a:lnTo>
                  <a:pt x="112" y="263"/>
                </a:lnTo>
                <a:lnTo>
                  <a:pt x="110" y="267"/>
                </a:lnTo>
                <a:lnTo>
                  <a:pt x="108" y="271"/>
                </a:lnTo>
                <a:lnTo>
                  <a:pt x="107" y="276"/>
                </a:lnTo>
                <a:lnTo>
                  <a:pt x="107" y="280"/>
                </a:lnTo>
                <a:lnTo>
                  <a:pt x="109" y="284"/>
                </a:lnTo>
                <a:lnTo>
                  <a:pt x="112" y="287"/>
                </a:lnTo>
                <a:lnTo>
                  <a:pt x="117" y="288"/>
                </a:lnTo>
                <a:lnTo>
                  <a:pt x="121" y="288"/>
                </a:lnTo>
                <a:lnTo>
                  <a:pt x="124" y="287"/>
                </a:lnTo>
                <a:lnTo>
                  <a:pt x="127" y="284"/>
                </a:lnTo>
                <a:lnTo>
                  <a:pt x="138" y="271"/>
                </a:lnTo>
                <a:lnTo>
                  <a:pt x="149" y="261"/>
                </a:lnTo>
                <a:lnTo>
                  <a:pt x="161" y="250"/>
                </a:lnTo>
                <a:lnTo>
                  <a:pt x="173" y="239"/>
                </a:lnTo>
                <a:lnTo>
                  <a:pt x="185" y="229"/>
                </a:lnTo>
                <a:lnTo>
                  <a:pt x="196" y="217"/>
                </a:lnTo>
                <a:lnTo>
                  <a:pt x="206" y="204"/>
                </a:lnTo>
                <a:lnTo>
                  <a:pt x="213" y="190"/>
                </a:lnTo>
                <a:lnTo>
                  <a:pt x="219" y="173"/>
                </a:lnTo>
                <a:lnTo>
                  <a:pt x="220" y="157"/>
                </a:lnTo>
                <a:lnTo>
                  <a:pt x="218" y="141"/>
                </a:lnTo>
                <a:lnTo>
                  <a:pt x="212" y="125"/>
                </a:lnTo>
                <a:lnTo>
                  <a:pt x="204" y="111"/>
                </a:lnTo>
                <a:lnTo>
                  <a:pt x="194" y="97"/>
                </a:lnTo>
                <a:lnTo>
                  <a:pt x="182" y="86"/>
                </a:lnTo>
                <a:lnTo>
                  <a:pt x="168" y="77"/>
                </a:lnTo>
                <a:lnTo>
                  <a:pt x="158" y="70"/>
                </a:lnTo>
                <a:lnTo>
                  <a:pt x="146" y="64"/>
                </a:lnTo>
                <a:lnTo>
                  <a:pt x="134" y="56"/>
                </a:lnTo>
                <a:lnTo>
                  <a:pt x="122" y="50"/>
                </a:lnTo>
                <a:lnTo>
                  <a:pt x="109" y="43"/>
                </a:lnTo>
                <a:lnTo>
                  <a:pt x="96" y="36"/>
                </a:lnTo>
                <a:lnTo>
                  <a:pt x="83" y="29"/>
                </a:lnTo>
                <a:lnTo>
                  <a:pt x="70" y="22"/>
                </a:lnTo>
                <a:lnTo>
                  <a:pt x="59" y="17"/>
                </a:lnTo>
                <a:lnTo>
                  <a:pt x="47" y="12"/>
                </a:lnTo>
                <a:lnTo>
                  <a:pt x="36" y="7"/>
                </a:lnTo>
                <a:lnTo>
                  <a:pt x="26" y="4"/>
                </a:lnTo>
                <a:lnTo>
                  <a:pt x="18" y="1"/>
                </a:lnTo>
                <a:lnTo>
                  <a:pt x="10" y="0"/>
                </a:lnTo>
                <a:lnTo>
                  <a:pt x="4" y="0"/>
                </a:lnTo>
                <a:lnTo>
                  <a:pt x="0" y="2"/>
                </a:lnTo>
                <a:lnTo>
                  <a:pt x="9" y="7"/>
                </a:lnTo>
                <a:lnTo>
                  <a:pt x="20" y="13"/>
                </a:lnTo>
                <a:lnTo>
                  <a:pt x="31" y="18"/>
                </a:lnTo>
                <a:lnTo>
                  <a:pt x="42" y="23"/>
                </a:lnTo>
                <a:lnTo>
                  <a:pt x="54" y="29"/>
                </a:lnTo>
                <a:lnTo>
                  <a:pt x="65" y="34"/>
                </a:lnTo>
                <a:lnTo>
                  <a:pt x="77" y="40"/>
                </a:lnTo>
                <a:lnTo>
                  <a:pt x="88" y="47"/>
                </a:lnTo>
                <a:lnTo>
                  <a:pt x="101" y="53"/>
                </a:lnTo>
                <a:lnTo>
                  <a:pt x="112" y="60"/>
                </a:lnTo>
                <a:lnTo>
                  <a:pt x="124" y="66"/>
                </a:lnTo>
                <a:lnTo>
                  <a:pt x="136" y="74"/>
                </a:lnTo>
                <a:lnTo>
                  <a:pt x="147" y="82"/>
                </a:lnTo>
                <a:lnTo>
                  <a:pt x="158" y="90"/>
                </a:lnTo>
                <a:lnTo>
                  <a:pt x="168" y="98"/>
                </a:lnTo>
                <a:lnTo>
                  <a:pt x="179" y="108"/>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34" name="Freeform 598"/>
          <p:cNvSpPr/>
          <p:nvPr/>
        </p:nvSpPr>
        <p:spPr>
          <a:xfrm>
            <a:off x="6270625" y="1852613"/>
            <a:ext cx="214313" cy="130175"/>
          </a:xfrm>
          <a:custGeom>
            <a:avLst/>
            <a:gdLst/>
            <a:ahLst/>
            <a:cxnLst>
              <a:cxn ang="0">
                <a:pos x="2147483646" y="0"/>
              </a:cxn>
              <a:cxn ang="0">
                <a:pos x="2147483646" y="2147483646"/>
              </a:cxn>
              <a:cxn ang="0">
                <a:pos x="2147483646" y="2147483646"/>
              </a:cxn>
              <a:cxn ang="0">
                <a:pos x="0" y="2147483646"/>
              </a:cxn>
              <a:cxn ang="0">
                <a:pos x="2147483646" y="0"/>
              </a:cxn>
            </a:cxnLst>
            <a:pathLst>
              <a:path w="1070" h="844">
                <a:moveTo>
                  <a:pt x="141" y="0"/>
                </a:moveTo>
                <a:lnTo>
                  <a:pt x="1070" y="194"/>
                </a:lnTo>
                <a:lnTo>
                  <a:pt x="919" y="844"/>
                </a:lnTo>
                <a:lnTo>
                  <a:pt x="0" y="624"/>
                </a:lnTo>
                <a:lnTo>
                  <a:pt x="141" y="0"/>
                </a:lnTo>
                <a:close/>
              </a:path>
            </a:pathLst>
          </a:custGeom>
          <a:solidFill>
            <a:schemeClr val="folHlink"/>
          </a:solidFill>
          <a:ln w="9525">
            <a:noFill/>
          </a:ln>
        </p:spPr>
        <p:txBody>
          <a:bodyPr/>
          <a:p>
            <a:endParaRPr lang="zh-CN" altLang="en-US"/>
          </a:p>
        </p:txBody>
      </p:sp>
      <p:sp>
        <p:nvSpPr>
          <p:cNvPr id="10835" name="Freeform 599"/>
          <p:cNvSpPr/>
          <p:nvPr/>
        </p:nvSpPr>
        <p:spPr>
          <a:xfrm>
            <a:off x="6288088" y="1855788"/>
            <a:ext cx="165100" cy="52387"/>
          </a:xfrm>
          <a:custGeom>
            <a:avLst/>
            <a:gdLst/>
            <a:ahLst/>
            <a:cxnLst>
              <a:cxn ang="0">
                <a:pos x="2147483646" y="0"/>
              </a:cxn>
              <a:cxn ang="0">
                <a:pos x="2147483646" y="2147483646"/>
              </a:cxn>
              <a:cxn ang="0">
                <a:pos x="2147483646" y="2147483646"/>
              </a:cxn>
              <a:cxn ang="0">
                <a:pos x="0" y="2147483646"/>
              </a:cxn>
              <a:cxn ang="0">
                <a:pos x="2147483646" y="0"/>
              </a:cxn>
            </a:cxnLst>
            <a:pathLst>
              <a:path w="819" h="333">
                <a:moveTo>
                  <a:pt x="97" y="0"/>
                </a:moveTo>
                <a:lnTo>
                  <a:pt x="819" y="139"/>
                </a:lnTo>
                <a:lnTo>
                  <a:pt x="172" y="98"/>
                </a:lnTo>
                <a:lnTo>
                  <a:pt x="0" y="333"/>
                </a:lnTo>
                <a:lnTo>
                  <a:pt x="97" y="0"/>
                </a:lnTo>
                <a:close/>
              </a:path>
            </a:pathLst>
          </a:custGeom>
          <a:solidFill>
            <a:srgbClr val="FFFFFF"/>
          </a:solidFill>
          <a:ln w="9525">
            <a:noFill/>
          </a:ln>
        </p:spPr>
        <p:txBody>
          <a:bodyPr/>
          <a:p>
            <a:endParaRPr lang="zh-CN" altLang="en-US"/>
          </a:p>
        </p:txBody>
      </p:sp>
      <p:sp>
        <p:nvSpPr>
          <p:cNvPr id="10836" name="Freeform 600"/>
          <p:cNvSpPr/>
          <p:nvPr/>
        </p:nvSpPr>
        <p:spPr>
          <a:xfrm>
            <a:off x="6248400" y="2009775"/>
            <a:ext cx="217488" cy="47625"/>
          </a:xfrm>
          <a:custGeom>
            <a:avLst/>
            <a:gdLst/>
            <a:ahLst/>
            <a:cxnLst>
              <a:cxn ang="0">
                <a:pos x="2147483646" y="0"/>
              </a:cxn>
              <a:cxn ang="0">
                <a:pos x="2147483646" y="2147483646"/>
              </a:cxn>
              <a:cxn ang="0">
                <a:pos x="2147483646" y="2147483646"/>
              </a:cxn>
              <a:cxn ang="0">
                <a:pos x="0" y="2147483646"/>
              </a:cxn>
              <a:cxn ang="0">
                <a:pos x="2147483646" y="0"/>
              </a:cxn>
            </a:cxnLst>
            <a:pathLst>
              <a:path w="1083" h="306">
                <a:moveTo>
                  <a:pt x="34" y="0"/>
                </a:moveTo>
                <a:lnTo>
                  <a:pt x="1083" y="261"/>
                </a:lnTo>
                <a:lnTo>
                  <a:pt x="1055" y="306"/>
                </a:lnTo>
                <a:lnTo>
                  <a:pt x="0" y="28"/>
                </a:lnTo>
                <a:lnTo>
                  <a:pt x="34" y="0"/>
                </a:lnTo>
                <a:close/>
              </a:path>
            </a:pathLst>
          </a:custGeom>
          <a:solidFill>
            <a:srgbClr val="7F7F7F"/>
          </a:solidFill>
          <a:ln w="9525">
            <a:noFill/>
          </a:ln>
        </p:spPr>
        <p:txBody>
          <a:bodyPr/>
          <a:p>
            <a:endParaRPr lang="zh-CN" altLang="en-US"/>
          </a:p>
        </p:txBody>
      </p:sp>
      <p:sp>
        <p:nvSpPr>
          <p:cNvPr id="10837" name="Freeform 601"/>
          <p:cNvSpPr/>
          <p:nvPr/>
        </p:nvSpPr>
        <p:spPr>
          <a:xfrm>
            <a:off x="6227763" y="2024063"/>
            <a:ext cx="219075" cy="47625"/>
          </a:xfrm>
          <a:custGeom>
            <a:avLst/>
            <a:gdLst/>
            <a:ahLst/>
            <a:cxnLst>
              <a:cxn ang="0">
                <a:pos x="2147483646" y="0"/>
              </a:cxn>
              <a:cxn ang="0">
                <a:pos x="2147483646" y="2147483646"/>
              </a:cxn>
              <a:cxn ang="0">
                <a:pos x="2147483646" y="2147483646"/>
              </a:cxn>
              <a:cxn ang="0">
                <a:pos x="0" y="2147483646"/>
              </a:cxn>
              <a:cxn ang="0">
                <a:pos x="2147483646" y="0"/>
              </a:cxn>
            </a:cxnLst>
            <a:pathLst>
              <a:path w="1088" h="311">
                <a:moveTo>
                  <a:pt x="39" y="0"/>
                </a:moveTo>
                <a:lnTo>
                  <a:pt x="1088" y="260"/>
                </a:lnTo>
                <a:lnTo>
                  <a:pt x="1055" y="311"/>
                </a:lnTo>
                <a:lnTo>
                  <a:pt x="0" y="34"/>
                </a:lnTo>
                <a:lnTo>
                  <a:pt x="39" y="0"/>
                </a:lnTo>
                <a:close/>
              </a:path>
            </a:pathLst>
          </a:custGeom>
          <a:solidFill>
            <a:srgbClr val="7F7F7F"/>
          </a:solidFill>
          <a:ln w="9525">
            <a:noFill/>
          </a:ln>
        </p:spPr>
        <p:txBody>
          <a:bodyPr/>
          <a:p>
            <a:endParaRPr lang="zh-CN" altLang="en-US"/>
          </a:p>
        </p:txBody>
      </p:sp>
      <p:sp>
        <p:nvSpPr>
          <p:cNvPr id="10838" name="Freeform 602"/>
          <p:cNvSpPr/>
          <p:nvPr/>
        </p:nvSpPr>
        <p:spPr>
          <a:xfrm>
            <a:off x="6262688" y="2068513"/>
            <a:ext cx="31750" cy="11112"/>
          </a:xfrm>
          <a:custGeom>
            <a:avLst/>
            <a:gdLst/>
            <a:ahLst/>
            <a:cxnLst>
              <a:cxn ang="0">
                <a:pos x="2147483646" y="2147483646"/>
              </a:cxn>
              <a:cxn ang="0">
                <a:pos x="2147483646" y="2147483646"/>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Lst>
            <a:pathLst>
              <a:path w="164" h="72">
                <a:moveTo>
                  <a:pt x="16" y="1"/>
                </a:moveTo>
                <a:lnTo>
                  <a:pt x="21" y="1"/>
                </a:lnTo>
                <a:lnTo>
                  <a:pt x="35" y="0"/>
                </a:lnTo>
                <a:lnTo>
                  <a:pt x="54" y="0"/>
                </a:lnTo>
                <a:lnTo>
                  <a:pt x="78" y="2"/>
                </a:lnTo>
                <a:lnTo>
                  <a:pt x="104" y="7"/>
                </a:lnTo>
                <a:lnTo>
                  <a:pt x="128" y="17"/>
                </a:lnTo>
                <a:lnTo>
                  <a:pt x="149" y="31"/>
                </a:lnTo>
                <a:lnTo>
                  <a:pt x="164" y="51"/>
                </a:lnTo>
                <a:lnTo>
                  <a:pt x="164" y="52"/>
                </a:lnTo>
                <a:lnTo>
                  <a:pt x="164" y="57"/>
                </a:lnTo>
                <a:lnTo>
                  <a:pt x="163" y="62"/>
                </a:lnTo>
                <a:lnTo>
                  <a:pt x="161" y="67"/>
                </a:lnTo>
                <a:lnTo>
                  <a:pt x="156" y="71"/>
                </a:lnTo>
                <a:lnTo>
                  <a:pt x="149" y="72"/>
                </a:lnTo>
                <a:lnTo>
                  <a:pt x="138" y="71"/>
                </a:lnTo>
                <a:lnTo>
                  <a:pt x="124" y="65"/>
                </a:lnTo>
                <a:lnTo>
                  <a:pt x="124" y="63"/>
                </a:lnTo>
                <a:lnTo>
                  <a:pt x="123" y="59"/>
                </a:lnTo>
                <a:lnTo>
                  <a:pt x="120" y="52"/>
                </a:lnTo>
                <a:lnTo>
                  <a:pt x="113" y="45"/>
                </a:lnTo>
                <a:lnTo>
                  <a:pt x="100" y="38"/>
                </a:lnTo>
                <a:lnTo>
                  <a:pt x="81" y="32"/>
                </a:lnTo>
                <a:lnTo>
                  <a:pt x="55" y="29"/>
                </a:lnTo>
                <a:lnTo>
                  <a:pt x="20" y="29"/>
                </a:lnTo>
                <a:lnTo>
                  <a:pt x="18" y="29"/>
                </a:lnTo>
                <a:lnTo>
                  <a:pt x="14" y="27"/>
                </a:lnTo>
                <a:lnTo>
                  <a:pt x="9" y="25"/>
                </a:lnTo>
                <a:lnTo>
                  <a:pt x="4" y="22"/>
                </a:lnTo>
                <a:lnTo>
                  <a:pt x="0" y="18"/>
                </a:lnTo>
                <a:lnTo>
                  <a:pt x="0" y="14"/>
                </a:lnTo>
                <a:lnTo>
                  <a:pt x="5" y="7"/>
                </a:lnTo>
                <a:lnTo>
                  <a:pt x="16" y="1"/>
                </a:lnTo>
                <a:close/>
              </a:path>
            </a:pathLst>
          </a:custGeom>
          <a:solidFill>
            <a:srgbClr val="BFBFBF"/>
          </a:solidFill>
          <a:ln w="9525">
            <a:noFill/>
          </a:ln>
        </p:spPr>
        <p:txBody>
          <a:bodyPr/>
          <a:p>
            <a:endParaRPr lang="zh-CN" altLang="en-US"/>
          </a:p>
        </p:txBody>
      </p:sp>
      <p:sp>
        <p:nvSpPr>
          <p:cNvPr id="10839" name="Freeform 603"/>
          <p:cNvSpPr/>
          <p:nvPr/>
        </p:nvSpPr>
        <p:spPr>
          <a:xfrm>
            <a:off x="6269038" y="1989138"/>
            <a:ext cx="30162" cy="15875"/>
          </a:xfrm>
          <a:custGeom>
            <a:avLst/>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pathLst>
              <a:path w="146" h="109">
                <a:moveTo>
                  <a:pt x="45" y="0"/>
                </a:moveTo>
                <a:lnTo>
                  <a:pt x="42" y="0"/>
                </a:lnTo>
                <a:lnTo>
                  <a:pt x="35" y="3"/>
                </a:lnTo>
                <a:lnTo>
                  <a:pt x="26" y="7"/>
                </a:lnTo>
                <a:lnTo>
                  <a:pt x="15" y="14"/>
                </a:lnTo>
                <a:lnTo>
                  <a:pt x="6" y="24"/>
                </a:lnTo>
                <a:lnTo>
                  <a:pt x="1" y="39"/>
                </a:lnTo>
                <a:lnTo>
                  <a:pt x="0" y="59"/>
                </a:lnTo>
                <a:lnTo>
                  <a:pt x="6" y="85"/>
                </a:lnTo>
                <a:lnTo>
                  <a:pt x="85" y="109"/>
                </a:lnTo>
                <a:lnTo>
                  <a:pt x="84" y="104"/>
                </a:lnTo>
                <a:lnTo>
                  <a:pt x="84" y="93"/>
                </a:lnTo>
                <a:lnTo>
                  <a:pt x="84" y="76"/>
                </a:lnTo>
                <a:lnTo>
                  <a:pt x="87" y="58"/>
                </a:lnTo>
                <a:lnTo>
                  <a:pt x="93" y="40"/>
                </a:lnTo>
                <a:lnTo>
                  <a:pt x="104" y="27"/>
                </a:lnTo>
                <a:lnTo>
                  <a:pt x="121" y="20"/>
                </a:lnTo>
                <a:lnTo>
                  <a:pt x="146" y="23"/>
                </a:lnTo>
                <a:lnTo>
                  <a:pt x="45" y="0"/>
                </a:lnTo>
                <a:close/>
              </a:path>
            </a:pathLst>
          </a:custGeom>
          <a:solidFill>
            <a:srgbClr val="F2E5BF"/>
          </a:solidFill>
          <a:ln w="9525">
            <a:noFill/>
          </a:ln>
        </p:spPr>
        <p:txBody>
          <a:bodyPr/>
          <a:p>
            <a:endParaRPr lang="zh-CN" altLang="en-US"/>
          </a:p>
        </p:txBody>
      </p:sp>
      <p:sp>
        <p:nvSpPr>
          <p:cNvPr id="10840" name="Freeform 604"/>
          <p:cNvSpPr/>
          <p:nvPr/>
        </p:nvSpPr>
        <p:spPr>
          <a:xfrm>
            <a:off x="6435725" y="2019300"/>
            <a:ext cx="30163" cy="15875"/>
          </a:xfrm>
          <a:custGeom>
            <a:avLst/>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pathLst>
              <a:path w="146" h="107">
                <a:moveTo>
                  <a:pt x="45" y="0"/>
                </a:moveTo>
                <a:lnTo>
                  <a:pt x="42" y="0"/>
                </a:lnTo>
                <a:lnTo>
                  <a:pt x="35" y="2"/>
                </a:lnTo>
                <a:lnTo>
                  <a:pt x="25" y="6"/>
                </a:lnTo>
                <a:lnTo>
                  <a:pt x="15" y="12"/>
                </a:lnTo>
                <a:lnTo>
                  <a:pt x="6" y="23"/>
                </a:lnTo>
                <a:lnTo>
                  <a:pt x="0" y="38"/>
                </a:lnTo>
                <a:lnTo>
                  <a:pt x="0" y="58"/>
                </a:lnTo>
                <a:lnTo>
                  <a:pt x="6" y="85"/>
                </a:lnTo>
                <a:lnTo>
                  <a:pt x="84" y="107"/>
                </a:lnTo>
                <a:lnTo>
                  <a:pt x="83" y="103"/>
                </a:lnTo>
                <a:lnTo>
                  <a:pt x="83" y="91"/>
                </a:lnTo>
                <a:lnTo>
                  <a:pt x="83" y="75"/>
                </a:lnTo>
                <a:lnTo>
                  <a:pt x="86" y="56"/>
                </a:lnTo>
                <a:lnTo>
                  <a:pt x="92" y="40"/>
                </a:lnTo>
                <a:lnTo>
                  <a:pt x="103" y="27"/>
                </a:lnTo>
                <a:lnTo>
                  <a:pt x="121" y="19"/>
                </a:lnTo>
                <a:lnTo>
                  <a:pt x="146" y="23"/>
                </a:lnTo>
                <a:lnTo>
                  <a:pt x="45" y="0"/>
                </a:lnTo>
                <a:close/>
              </a:path>
            </a:pathLst>
          </a:custGeom>
          <a:solidFill>
            <a:srgbClr val="F2E5BF"/>
          </a:solidFill>
          <a:ln w="9525">
            <a:noFill/>
          </a:ln>
        </p:spPr>
        <p:txBody>
          <a:bodyPr/>
          <a:p>
            <a:endParaRPr lang="zh-CN" altLang="en-US"/>
          </a:p>
        </p:txBody>
      </p:sp>
      <p:sp>
        <p:nvSpPr>
          <p:cNvPr id="10841" name="Freeform 605"/>
          <p:cNvSpPr/>
          <p:nvPr/>
        </p:nvSpPr>
        <p:spPr>
          <a:xfrm>
            <a:off x="6300788" y="1992313"/>
            <a:ext cx="127000" cy="30162"/>
          </a:xfrm>
          <a:custGeom>
            <a:avLst/>
            <a:gdLst/>
            <a:ahLst/>
            <a:cxnLst>
              <a:cxn ang="0">
                <a:pos x="0" y="2147483646"/>
              </a:cxn>
              <a:cxn ang="0">
                <a:pos x="2147483646" y="2147483646"/>
              </a:cxn>
              <a:cxn ang="0">
                <a:pos x="2147483646" y="2147483646"/>
              </a:cxn>
              <a:cxn ang="0">
                <a:pos x="2147483646" y="0"/>
              </a:cxn>
              <a:cxn ang="0">
                <a:pos x="0" y="2147483646"/>
              </a:cxn>
            </a:cxnLst>
            <a:pathLst>
              <a:path w="629" h="182">
                <a:moveTo>
                  <a:pt x="0" y="40"/>
                </a:moveTo>
                <a:lnTo>
                  <a:pt x="601" y="182"/>
                </a:lnTo>
                <a:lnTo>
                  <a:pt x="629" y="142"/>
                </a:lnTo>
                <a:lnTo>
                  <a:pt x="29" y="0"/>
                </a:lnTo>
                <a:lnTo>
                  <a:pt x="0" y="40"/>
                </a:lnTo>
                <a:close/>
              </a:path>
            </a:pathLst>
          </a:custGeom>
          <a:solidFill>
            <a:schemeClr val="folHlink"/>
          </a:solidFill>
          <a:ln w="9525">
            <a:noFill/>
          </a:ln>
        </p:spPr>
        <p:txBody>
          <a:bodyPr/>
          <a:p>
            <a:endParaRPr lang="zh-CN" altLang="en-US"/>
          </a:p>
        </p:txBody>
      </p:sp>
      <p:sp>
        <p:nvSpPr>
          <p:cNvPr id="10842" name="Freeform 606"/>
          <p:cNvSpPr/>
          <p:nvPr/>
        </p:nvSpPr>
        <p:spPr>
          <a:xfrm>
            <a:off x="6300788" y="2005013"/>
            <a:ext cx="120650" cy="26987"/>
          </a:xfrm>
          <a:custGeom>
            <a:avLst/>
            <a:gdLst/>
            <a:ahLst/>
            <a:cxnLst>
              <a:cxn ang="0">
                <a:pos x="0" y="2147483646"/>
              </a:cxn>
              <a:cxn ang="0">
                <a:pos x="2147483646" y="2147483646"/>
              </a:cxn>
              <a:cxn ang="0">
                <a:pos x="2147483646" y="2147483646"/>
              </a:cxn>
              <a:cxn ang="0">
                <a:pos x="2147483646" y="0"/>
              </a:cxn>
              <a:cxn ang="0">
                <a:pos x="0" y="2147483646"/>
              </a:cxn>
            </a:cxnLst>
            <a:pathLst>
              <a:path w="606" h="170">
                <a:moveTo>
                  <a:pt x="0" y="28"/>
                </a:moveTo>
                <a:lnTo>
                  <a:pt x="600" y="170"/>
                </a:lnTo>
                <a:lnTo>
                  <a:pt x="606" y="142"/>
                </a:lnTo>
                <a:lnTo>
                  <a:pt x="5" y="0"/>
                </a:lnTo>
                <a:lnTo>
                  <a:pt x="0" y="28"/>
                </a:lnTo>
                <a:close/>
              </a:path>
            </a:pathLst>
          </a:custGeom>
          <a:solidFill>
            <a:srgbClr val="F2E5BF"/>
          </a:solidFill>
          <a:ln w="9525">
            <a:noFill/>
          </a:ln>
        </p:spPr>
        <p:txBody>
          <a:bodyPr/>
          <a:p>
            <a:endParaRPr lang="zh-CN" altLang="en-US"/>
          </a:p>
        </p:txBody>
      </p:sp>
      <p:sp>
        <p:nvSpPr>
          <p:cNvPr id="10843" name="Freeform 607"/>
          <p:cNvSpPr/>
          <p:nvPr/>
        </p:nvSpPr>
        <p:spPr>
          <a:xfrm>
            <a:off x="6300788" y="1987550"/>
            <a:ext cx="120650" cy="25400"/>
          </a:xfrm>
          <a:custGeom>
            <a:avLst/>
            <a:gdLst/>
            <a:ahLst/>
            <a:cxnLst>
              <a:cxn ang="0">
                <a:pos x="0" y="2147483646"/>
              </a:cxn>
              <a:cxn ang="0">
                <a:pos x="2147483646" y="2147483646"/>
              </a:cxn>
              <a:cxn ang="0">
                <a:pos x="2147483646" y="2147483646"/>
              </a:cxn>
              <a:cxn ang="0">
                <a:pos x="2147483646" y="0"/>
              </a:cxn>
              <a:cxn ang="0">
                <a:pos x="0" y="2147483646"/>
              </a:cxn>
            </a:cxnLst>
            <a:pathLst>
              <a:path w="606" h="170">
                <a:moveTo>
                  <a:pt x="0" y="28"/>
                </a:moveTo>
                <a:lnTo>
                  <a:pt x="600" y="170"/>
                </a:lnTo>
                <a:lnTo>
                  <a:pt x="606" y="142"/>
                </a:lnTo>
                <a:lnTo>
                  <a:pt x="5" y="0"/>
                </a:lnTo>
                <a:lnTo>
                  <a:pt x="0" y="28"/>
                </a:lnTo>
                <a:close/>
              </a:path>
            </a:pathLst>
          </a:custGeom>
          <a:solidFill>
            <a:srgbClr val="F2E5BF"/>
          </a:solidFill>
          <a:ln w="9525">
            <a:noFill/>
          </a:ln>
        </p:spPr>
        <p:txBody>
          <a:bodyPr/>
          <a:p>
            <a:endParaRPr lang="zh-CN" altLang="en-US"/>
          </a:p>
        </p:txBody>
      </p:sp>
      <p:sp>
        <p:nvSpPr>
          <p:cNvPr id="10844" name="AutoShape 608"/>
          <p:cNvSpPr>
            <a:spLocks noChangeAspect="1" noTextEdit="1"/>
          </p:cNvSpPr>
          <p:nvPr/>
        </p:nvSpPr>
        <p:spPr>
          <a:xfrm flipH="1">
            <a:off x="5227638" y="2174875"/>
            <a:ext cx="517525" cy="180975"/>
          </a:xfrm>
          <a:prstGeom prst="rect">
            <a:avLst/>
          </a:prstGeom>
          <a:noFill/>
          <a:ln w="9525">
            <a:noFill/>
          </a:ln>
        </p:spPr>
        <p:txBody>
          <a:bodyPr anchor="t" anchorCtr="0"/>
          <a:p>
            <a:pPr eaLnBrk="0" hangingPunct="0"/>
            <a:endParaRPr lang="zh-CN" altLang="en-US">
              <a:latin typeface="Comic Sans MS" panose="030F0702030302020204" pitchFamily="66" charset="0"/>
            </a:endParaRPr>
          </a:p>
        </p:txBody>
      </p:sp>
      <p:sp>
        <p:nvSpPr>
          <p:cNvPr id="10845" name="Freeform 609"/>
          <p:cNvSpPr/>
          <p:nvPr/>
        </p:nvSpPr>
        <p:spPr>
          <a:xfrm>
            <a:off x="5637213" y="1844675"/>
            <a:ext cx="46037" cy="5715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77" h="219">
                <a:moveTo>
                  <a:pt x="65" y="33"/>
                </a:moveTo>
                <a:lnTo>
                  <a:pt x="52" y="43"/>
                </a:lnTo>
                <a:lnTo>
                  <a:pt x="41" y="54"/>
                </a:lnTo>
                <a:lnTo>
                  <a:pt x="29" y="66"/>
                </a:lnTo>
                <a:lnTo>
                  <a:pt x="20" y="79"/>
                </a:lnTo>
                <a:lnTo>
                  <a:pt x="12" y="93"/>
                </a:lnTo>
                <a:lnTo>
                  <a:pt x="6" y="107"/>
                </a:lnTo>
                <a:lnTo>
                  <a:pt x="2" y="121"/>
                </a:lnTo>
                <a:lnTo>
                  <a:pt x="0" y="136"/>
                </a:lnTo>
                <a:lnTo>
                  <a:pt x="2" y="158"/>
                </a:lnTo>
                <a:lnTo>
                  <a:pt x="10" y="177"/>
                </a:lnTo>
                <a:lnTo>
                  <a:pt x="23" y="193"/>
                </a:lnTo>
                <a:lnTo>
                  <a:pt x="38" y="204"/>
                </a:lnTo>
                <a:lnTo>
                  <a:pt x="57" y="213"/>
                </a:lnTo>
                <a:lnTo>
                  <a:pt x="78" y="218"/>
                </a:lnTo>
                <a:lnTo>
                  <a:pt x="98" y="219"/>
                </a:lnTo>
                <a:lnTo>
                  <a:pt x="118" y="216"/>
                </a:lnTo>
                <a:lnTo>
                  <a:pt x="123" y="216"/>
                </a:lnTo>
                <a:lnTo>
                  <a:pt x="127" y="214"/>
                </a:lnTo>
                <a:lnTo>
                  <a:pt x="130" y="210"/>
                </a:lnTo>
                <a:lnTo>
                  <a:pt x="131" y="205"/>
                </a:lnTo>
                <a:lnTo>
                  <a:pt x="130" y="203"/>
                </a:lnTo>
                <a:lnTo>
                  <a:pt x="127" y="203"/>
                </a:lnTo>
                <a:lnTo>
                  <a:pt x="123" y="202"/>
                </a:lnTo>
                <a:lnTo>
                  <a:pt x="117" y="202"/>
                </a:lnTo>
                <a:lnTo>
                  <a:pt x="111" y="202"/>
                </a:lnTo>
                <a:lnTo>
                  <a:pt x="106" y="202"/>
                </a:lnTo>
                <a:lnTo>
                  <a:pt x="100" y="202"/>
                </a:lnTo>
                <a:lnTo>
                  <a:pt x="97" y="202"/>
                </a:lnTo>
                <a:lnTo>
                  <a:pt x="87" y="201"/>
                </a:lnTo>
                <a:lnTo>
                  <a:pt x="77" y="200"/>
                </a:lnTo>
                <a:lnTo>
                  <a:pt x="67" y="199"/>
                </a:lnTo>
                <a:lnTo>
                  <a:pt x="56" y="196"/>
                </a:lnTo>
                <a:lnTo>
                  <a:pt x="46" y="193"/>
                </a:lnTo>
                <a:lnTo>
                  <a:pt x="35" y="185"/>
                </a:lnTo>
                <a:lnTo>
                  <a:pt x="26" y="175"/>
                </a:lnTo>
                <a:lnTo>
                  <a:pt x="15" y="162"/>
                </a:lnTo>
                <a:lnTo>
                  <a:pt x="13" y="146"/>
                </a:lnTo>
                <a:lnTo>
                  <a:pt x="14" y="131"/>
                </a:lnTo>
                <a:lnTo>
                  <a:pt x="19" y="116"/>
                </a:lnTo>
                <a:lnTo>
                  <a:pt x="25" y="102"/>
                </a:lnTo>
                <a:lnTo>
                  <a:pt x="34" y="89"/>
                </a:lnTo>
                <a:lnTo>
                  <a:pt x="45" y="76"/>
                </a:lnTo>
                <a:lnTo>
                  <a:pt x="56" y="65"/>
                </a:lnTo>
                <a:lnTo>
                  <a:pt x="70" y="55"/>
                </a:lnTo>
                <a:lnTo>
                  <a:pt x="84" y="45"/>
                </a:lnTo>
                <a:lnTo>
                  <a:pt x="98" y="37"/>
                </a:lnTo>
                <a:lnTo>
                  <a:pt x="113" y="29"/>
                </a:lnTo>
                <a:lnTo>
                  <a:pt x="127" y="23"/>
                </a:lnTo>
                <a:lnTo>
                  <a:pt x="141" y="17"/>
                </a:lnTo>
                <a:lnTo>
                  <a:pt x="154" y="12"/>
                </a:lnTo>
                <a:lnTo>
                  <a:pt x="167" y="9"/>
                </a:lnTo>
                <a:lnTo>
                  <a:pt x="177" y="7"/>
                </a:lnTo>
                <a:lnTo>
                  <a:pt x="170" y="2"/>
                </a:lnTo>
                <a:lnTo>
                  <a:pt x="158" y="0"/>
                </a:lnTo>
                <a:lnTo>
                  <a:pt x="145" y="2"/>
                </a:lnTo>
                <a:lnTo>
                  <a:pt x="129" y="6"/>
                </a:lnTo>
                <a:lnTo>
                  <a:pt x="111" y="11"/>
                </a:lnTo>
                <a:lnTo>
                  <a:pt x="94" y="17"/>
                </a:lnTo>
                <a:lnTo>
                  <a:pt x="78" y="26"/>
                </a:lnTo>
                <a:lnTo>
                  <a:pt x="65" y="33"/>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46" name="Freeform 610"/>
          <p:cNvSpPr/>
          <p:nvPr/>
        </p:nvSpPr>
        <p:spPr>
          <a:xfrm>
            <a:off x="5713413" y="1843088"/>
            <a:ext cx="30162" cy="46037"/>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15" h="170">
                <a:moveTo>
                  <a:pt x="97" y="57"/>
                </a:moveTo>
                <a:lnTo>
                  <a:pt x="100" y="75"/>
                </a:lnTo>
                <a:lnTo>
                  <a:pt x="98" y="90"/>
                </a:lnTo>
                <a:lnTo>
                  <a:pt x="91" y="103"/>
                </a:lnTo>
                <a:lnTo>
                  <a:pt x="80" y="114"/>
                </a:lnTo>
                <a:lnTo>
                  <a:pt x="68" y="125"/>
                </a:lnTo>
                <a:lnTo>
                  <a:pt x="54" y="135"/>
                </a:lnTo>
                <a:lnTo>
                  <a:pt x="39" y="145"/>
                </a:lnTo>
                <a:lnTo>
                  <a:pt x="27" y="155"/>
                </a:lnTo>
                <a:lnTo>
                  <a:pt x="25" y="158"/>
                </a:lnTo>
                <a:lnTo>
                  <a:pt x="23" y="160"/>
                </a:lnTo>
                <a:lnTo>
                  <a:pt x="23" y="164"/>
                </a:lnTo>
                <a:lnTo>
                  <a:pt x="26" y="167"/>
                </a:lnTo>
                <a:lnTo>
                  <a:pt x="28" y="169"/>
                </a:lnTo>
                <a:lnTo>
                  <a:pt x="31" y="170"/>
                </a:lnTo>
                <a:lnTo>
                  <a:pt x="34" y="170"/>
                </a:lnTo>
                <a:lnTo>
                  <a:pt x="37" y="169"/>
                </a:lnTo>
                <a:lnTo>
                  <a:pt x="53" y="159"/>
                </a:lnTo>
                <a:lnTo>
                  <a:pt x="69" y="149"/>
                </a:lnTo>
                <a:lnTo>
                  <a:pt x="83" y="137"/>
                </a:lnTo>
                <a:lnTo>
                  <a:pt x="97" y="123"/>
                </a:lnTo>
                <a:lnTo>
                  <a:pt x="106" y="108"/>
                </a:lnTo>
                <a:lnTo>
                  <a:pt x="113" y="91"/>
                </a:lnTo>
                <a:lnTo>
                  <a:pt x="115" y="73"/>
                </a:lnTo>
                <a:lnTo>
                  <a:pt x="111" y="53"/>
                </a:lnTo>
                <a:lnTo>
                  <a:pt x="101" y="39"/>
                </a:lnTo>
                <a:lnTo>
                  <a:pt x="89" y="26"/>
                </a:lnTo>
                <a:lnTo>
                  <a:pt x="72" y="15"/>
                </a:lnTo>
                <a:lnTo>
                  <a:pt x="55" y="8"/>
                </a:lnTo>
                <a:lnTo>
                  <a:pt x="37" y="2"/>
                </a:lnTo>
                <a:lnTo>
                  <a:pt x="21" y="0"/>
                </a:lnTo>
                <a:lnTo>
                  <a:pt x="9" y="1"/>
                </a:lnTo>
                <a:lnTo>
                  <a:pt x="0" y="5"/>
                </a:lnTo>
                <a:lnTo>
                  <a:pt x="15" y="10"/>
                </a:lnTo>
                <a:lnTo>
                  <a:pt x="30" y="13"/>
                </a:lnTo>
                <a:lnTo>
                  <a:pt x="43" y="16"/>
                </a:lnTo>
                <a:lnTo>
                  <a:pt x="57" y="20"/>
                </a:lnTo>
                <a:lnTo>
                  <a:pt x="70" y="26"/>
                </a:lnTo>
                <a:lnTo>
                  <a:pt x="81" y="33"/>
                </a:lnTo>
                <a:lnTo>
                  <a:pt x="91" y="43"/>
                </a:lnTo>
                <a:lnTo>
                  <a:pt x="97" y="57"/>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47" name="Freeform 611"/>
          <p:cNvSpPr/>
          <p:nvPr/>
        </p:nvSpPr>
        <p:spPr>
          <a:xfrm>
            <a:off x="5608638" y="1833563"/>
            <a:ext cx="73025" cy="92075"/>
          </a:xfrm>
          <a:custGeom>
            <a:avLst/>
            <a:gdLst/>
            <a:ahLst/>
            <a:cxnLst>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Lst>
            <a:pathLst>
              <a:path w="289" h="352">
                <a:moveTo>
                  <a:pt x="113" y="47"/>
                </a:moveTo>
                <a:lnTo>
                  <a:pt x="90" y="65"/>
                </a:lnTo>
                <a:lnTo>
                  <a:pt x="68" y="85"/>
                </a:lnTo>
                <a:lnTo>
                  <a:pt x="48" y="106"/>
                </a:lnTo>
                <a:lnTo>
                  <a:pt x="31" y="130"/>
                </a:lnTo>
                <a:lnTo>
                  <a:pt x="16" y="156"/>
                </a:lnTo>
                <a:lnTo>
                  <a:pt x="5" y="182"/>
                </a:lnTo>
                <a:lnTo>
                  <a:pt x="0" y="211"/>
                </a:lnTo>
                <a:lnTo>
                  <a:pt x="1" y="241"/>
                </a:lnTo>
                <a:lnTo>
                  <a:pt x="3" y="249"/>
                </a:lnTo>
                <a:lnTo>
                  <a:pt x="6" y="257"/>
                </a:lnTo>
                <a:lnTo>
                  <a:pt x="10" y="264"/>
                </a:lnTo>
                <a:lnTo>
                  <a:pt x="14" y="271"/>
                </a:lnTo>
                <a:lnTo>
                  <a:pt x="19" y="277"/>
                </a:lnTo>
                <a:lnTo>
                  <a:pt x="24" y="284"/>
                </a:lnTo>
                <a:lnTo>
                  <a:pt x="31" y="289"/>
                </a:lnTo>
                <a:lnTo>
                  <a:pt x="37" y="293"/>
                </a:lnTo>
                <a:lnTo>
                  <a:pt x="51" y="302"/>
                </a:lnTo>
                <a:lnTo>
                  <a:pt x="64" y="309"/>
                </a:lnTo>
                <a:lnTo>
                  <a:pt x="78" y="316"/>
                </a:lnTo>
                <a:lnTo>
                  <a:pt x="93" y="321"/>
                </a:lnTo>
                <a:lnTo>
                  <a:pt x="107" y="327"/>
                </a:lnTo>
                <a:lnTo>
                  <a:pt x="122" y="331"/>
                </a:lnTo>
                <a:lnTo>
                  <a:pt x="137" y="335"/>
                </a:lnTo>
                <a:lnTo>
                  <a:pt x="151" y="338"/>
                </a:lnTo>
                <a:lnTo>
                  <a:pt x="167" y="342"/>
                </a:lnTo>
                <a:lnTo>
                  <a:pt x="183" y="344"/>
                </a:lnTo>
                <a:lnTo>
                  <a:pt x="198" y="346"/>
                </a:lnTo>
                <a:lnTo>
                  <a:pt x="213" y="348"/>
                </a:lnTo>
                <a:lnTo>
                  <a:pt x="229" y="349"/>
                </a:lnTo>
                <a:lnTo>
                  <a:pt x="245" y="350"/>
                </a:lnTo>
                <a:lnTo>
                  <a:pt x="260" y="351"/>
                </a:lnTo>
                <a:lnTo>
                  <a:pt x="275" y="352"/>
                </a:lnTo>
                <a:lnTo>
                  <a:pt x="280" y="352"/>
                </a:lnTo>
                <a:lnTo>
                  <a:pt x="284" y="349"/>
                </a:lnTo>
                <a:lnTo>
                  <a:pt x="287" y="346"/>
                </a:lnTo>
                <a:lnTo>
                  <a:pt x="289" y="340"/>
                </a:lnTo>
                <a:lnTo>
                  <a:pt x="289" y="335"/>
                </a:lnTo>
                <a:lnTo>
                  <a:pt x="287" y="331"/>
                </a:lnTo>
                <a:lnTo>
                  <a:pt x="283" y="328"/>
                </a:lnTo>
                <a:lnTo>
                  <a:pt x="279" y="327"/>
                </a:lnTo>
                <a:lnTo>
                  <a:pt x="264" y="327"/>
                </a:lnTo>
                <a:lnTo>
                  <a:pt x="250" y="327"/>
                </a:lnTo>
                <a:lnTo>
                  <a:pt x="235" y="326"/>
                </a:lnTo>
                <a:lnTo>
                  <a:pt x="222" y="324"/>
                </a:lnTo>
                <a:lnTo>
                  <a:pt x="207" y="323"/>
                </a:lnTo>
                <a:lnTo>
                  <a:pt x="192" y="321"/>
                </a:lnTo>
                <a:lnTo>
                  <a:pt x="179" y="319"/>
                </a:lnTo>
                <a:lnTo>
                  <a:pt x="164" y="317"/>
                </a:lnTo>
                <a:lnTo>
                  <a:pt x="150" y="314"/>
                </a:lnTo>
                <a:lnTo>
                  <a:pt x="136" y="311"/>
                </a:lnTo>
                <a:lnTo>
                  <a:pt x="122" y="306"/>
                </a:lnTo>
                <a:lnTo>
                  <a:pt x="108" y="302"/>
                </a:lnTo>
                <a:lnTo>
                  <a:pt x="95" y="298"/>
                </a:lnTo>
                <a:lnTo>
                  <a:pt x="82" y="291"/>
                </a:lnTo>
                <a:lnTo>
                  <a:pt x="68" y="285"/>
                </a:lnTo>
                <a:lnTo>
                  <a:pt x="56" y="278"/>
                </a:lnTo>
                <a:lnTo>
                  <a:pt x="45" y="271"/>
                </a:lnTo>
                <a:lnTo>
                  <a:pt x="37" y="260"/>
                </a:lnTo>
                <a:lnTo>
                  <a:pt x="32" y="250"/>
                </a:lnTo>
                <a:lnTo>
                  <a:pt x="27" y="237"/>
                </a:lnTo>
                <a:lnTo>
                  <a:pt x="27" y="222"/>
                </a:lnTo>
                <a:lnTo>
                  <a:pt x="30" y="203"/>
                </a:lnTo>
                <a:lnTo>
                  <a:pt x="34" y="183"/>
                </a:lnTo>
                <a:lnTo>
                  <a:pt x="38" y="169"/>
                </a:lnTo>
                <a:lnTo>
                  <a:pt x="45" y="153"/>
                </a:lnTo>
                <a:lnTo>
                  <a:pt x="54" y="140"/>
                </a:lnTo>
                <a:lnTo>
                  <a:pt x="61" y="127"/>
                </a:lnTo>
                <a:lnTo>
                  <a:pt x="71" y="115"/>
                </a:lnTo>
                <a:lnTo>
                  <a:pt x="80" y="103"/>
                </a:lnTo>
                <a:lnTo>
                  <a:pt x="90" y="93"/>
                </a:lnTo>
                <a:lnTo>
                  <a:pt x="102" y="82"/>
                </a:lnTo>
                <a:lnTo>
                  <a:pt x="116" y="70"/>
                </a:lnTo>
                <a:lnTo>
                  <a:pt x="129" y="59"/>
                </a:lnTo>
                <a:lnTo>
                  <a:pt x="145" y="49"/>
                </a:lnTo>
                <a:lnTo>
                  <a:pt x="162" y="38"/>
                </a:lnTo>
                <a:lnTo>
                  <a:pt x="180" y="28"/>
                </a:lnTo>
                <a:lnTo>
                  <a:pt x="197" y="20"/>
                </a:lnTo>
                <a:lnTo>
                  <a:pt x="212" y="12"/>
                </a:lnTo>
                <a:lnTo>
                  <a:pt x="227" y="6"/>
                </a:lnTo>
                <a:lnTo>
                  <a:pt x="240" y="1"/>
                </a:lnTo>
                <a:lnTo>
                  <a:pt x="228" y="0"/>
                </a:lnTo>
                <a:lnTo>
                  <a:pt x="213" y="1"/>
                </a:lnTo>
                <a:lnTo>
                  <a:pt x="198" y="5"/>
                </a:lnTo>
                <a:lnTo>
                  <a:pt x="180" y="10"/>
                </a:lnTo>
                <a:lnTo>
                  <a:pt x="162" y="18"/>
                </a:lnTo>
                <a:lnTo>
                  <a:pt x="144" y="26"/>
                </a:lnTo>
                <a:lnTo>
                  <a:pt x="127" y="36"/>
                </a:lnTo>
                <a:lnTo>
                  <a:pt x="113" y="47"/>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48" name="Freeform 612"/>
          <p:cNvSpPr/>
          <p:nvPr/>
        </p:nvSpPr>
        <p:spPr>
          <a:xfrm>
            <a:off x="5711825" y="1830388"/>
            <a:ext cx="65088" cy="6350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52" h="235">
                <a:moveTo>
                  <a:pt x="210" y="72"/>
                </a:moveTo>
                <a:lnTo>
                  <a:pt x="222" y="85"/>
                </a:lnTo>
                <a:lnTo>
                  <a:pt x="228" y="100"/>
                </a:lnTo>
                <a:lnTo>
                  <a:pt x="232" y="116"/>
                </a:lnTo>
                <a:lnTo>
                  <a:pt x="232" y="133"/>
                </a:lnTo>
                <a:lnTo>
                  <a:pt x="230" y="147"/>
                </a:lnTo>
                <a:lnTo>
                  <a:pt x="226" y="159"/>
                </a:lnTo>
                <a:lnTo>
                  <a:pt x="218" y="171"/>
                </a:lnTo>
                <a:lnTo>
                  <a:pt x="211" y="180"/>
                </a:lnTo>
                <a:lnTo>
                  <a:pt x="202" y="191"/>
                </a:lnTo>
                <a:lnTo>
                  <a:pt x="192" y="200"/>
                </a:lnTo>
                <a:lnTo>
                  <a:pt x="183" y="209"/>
                </a:lnTo>
                <a:lnTo>
                  <a:pt x="173" y="219"/>
                </a:lnTo>
                <a:lnTo>
                  <a:pt x="171" y="222"/>
                </a:lnTo>
                <a:lnTo>
                  <a:pt x="170" y="225"/>
                </a:lnTo>
                <a:lnTo>
                  <a:pt x="171" y="229"/>
                </a:lnTo>
                <a:lnTo>
                  <a:pt x="173" y="232"/>
                </a:lnTo>
                <a:lnTo>
                  <a:pt x="176" y="234"/>
                </a:lnTo>
                <a:lnTo>
                  <a:pt x="180" y="235"/>
                </a:lnTo>
                <a:lnTo>
                  <a:pt x="184" y="234"/>
                </a:lnTo>
                <a:lnTo>
                  <a:pt x="187" y="232"/>
                </a:lnTo>
                <a:lnTo>
                  <a:pt x="208" y="218"/>
                </a:lnTo>
                <a:lnTo>
                  <a:pt x="225" y="200"/>
                </a:lnTo>
                <a:lnTo>
                  <a:pt x="239" y="178"/>
                </a:lnTo>
                <a:lnTo>
                  <a:pt x="249" y="156"/>
                </a:lnTo>
                <a:lnTo>
                  <a:pt x="252" y="131"/>
                </a:lnTo>
                <a:lnTo>
                  <a:pt x="250" y="108"/>
                </a:lnTo>
                <a:lnTo>
                  <a:pt x="242" y="85"/>
                </a:lnTo>
                <a:lnTo>
                  <a:pt x="225" y="65"/>
                </a:lnTo>
                <a:lnTo>
                  <a:pt x="212" y="54"/>
                </a:lnTo>
                <a:lnTo>
                  <a:pt x="197" y="45"/>
                </a:lnTo>
                <a:lnTo>
                  <a:pt x="181" y="36"/>
                </a:lnTo>
                <a:lnTo>
                  <a:pt x="164" y="29"/>
                </a:lnTo>
                <a:lnTo>
                  <a:pt x="146" y="22"/>
                </a:lnTo>
                <a:lnTo>
                  <a:pt x="127" y="17"/>
                </a:lnTo>
                <a:lnTo>
                  <a:pt x="109" y="12"/>
                </a:lnTo>
                <a:lnTo>
                  <a:pt x="90" y="7"/>
                </a:lnTo>
                <a:lnTo>
                  <a:pt x="73" y="4"/>
                </a:lnTo>
                <a:lnTo>
                  <a:pt x="57" y="2"/>
                </a:lnTo>
                <a:lnTo>
                  <a:pt x="42" y="0"/>
                </a:lnTo>
                <a:lnTo>
                  <a:pt x="28" y="0"/>
                </a:lnTo>
                <a:lnTo>
                  <a:pt x="17" y="0"/>
                </a:lnTo>
                <a:lnTo>
                  <a:pt x="8" y="1"/>
                </a:lnTo>
                <a:lnTo>
                  <a:pt x="3" y="3"/>
                </a:lnTo>
                <a:lnTo>
                  <a:pt x="0" y="5"/>
                </a:lnTo>
                <a:lnTo>
                  <a:pt x="10" y="7"/>
                </a:lnTo>
                <a:lnTo>
                  <a:pt x="22" y="8"/>
                </a:lnTo>
                <a:lnTo>
                  <a:pt x="33" y="11"/>
                </a:lnTo>
                <a:lnTo>
                  <a:pt x="46" y="13"/>
                </a:lnTo>
                <a:lnTo>
                  <a:pt x="60" y="15"/>
                </a:lnTo>
                <a:lnTo>
                  <a:pt x="73" y="17"/>
                </a:lnTo>
                <a:lnTo>
                  <a:pt x="87" y="20"/>
                </a:lnTo>
                <a:lnTo>
                  <a:pt x="102" y="23"/>
                </a:lnTo>
                <a:lnTo>
                  <a:pt x="115" y="28"/>
                </a:lnTo>
                <a:lnTo>
                  <a:pt x="130" y="32"/>
                </a:lnTo>
                <a:lnTo>
                  <a:pt x="145" y="37"/>
                </a:lnTo>
                <a:lnTo>
                  <a:pt x="159" y="43"/>
                </a:lnTo>
                <a:lnTo>
                  <a:pt x="172" y="49"/>
                </a:lnTo>
                <a:lnTo>
                  <a:pt x="186" y="55"/>
                </a:lnTo>
                <a:lnTo>
                  <a:pt x="198" y="64"/>
                </a:lnTo>
                <a:lnTo>
                  <a:pt x="210" y="72"/>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49" name="Freeform 613"/>
          <p:cNvSpPr/>
          <p:nvPr/>
        </p:nvSpPr>
        <p:spPr>
          <a:xfrm>
            <a:off x="5584825" y="1863725"/>
            <a:ext cx="26988" cy="58738"/>
          </a:xfrm>
          <a:custGeom>
            <a:avLst/>
            <a:gdLst/>
            <a:ahLst/>
            <a:cxnLst>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pathLst>
              <a:path w="103" h="220">
                <a:moveTo>
                  <a:pt x="0" y="120"/>
                </a:moveTo>
                <a:lnTo>
                  <a:pt x="0" y="138"/>
                </a:lnTo>
                <a:lnTo>
                  <a:pt x="4" y="155"/>
                </a:lnTo>
                <a:lnTo>
                  <a:pt x="12" y="171"/>
                </a:lnTo>
                <a:lnTo>
                  <a:pt x="22" y="185"/>
                </a:lnTo>
                <a:lnTo>
                  <a:pt x="35" y="197"/>
                </a:lnTo>
                <a:lnTo>
                  <a:pt x="50" y="207"/>
                </a:lnTo>
                <a:lnTo>
                  <a:pt x="66" y="215"/>
                </a:lnTo>
                <a:lnTo>
                  <a:pt x="83" y="219"/>
                </a:lnTo>
                <a:lnTo>
                  <a:pt x="89" y="220"/>
                </a:lnTo>
                <a:lnTo>
                  <a:pt x="94" y="218"/>
                </a:lnTo>
                <a:lnTo>
                  <a:pt x="98" y="215"/>
                </a:lnTo>
                <a:lnTo>
                  <a:pt x="100" y="211"/>
                </a:lnTo>
                <a:lnTo>
                  <a:pt x="100" y="205"/>
                </a:lnTo>
                <a:lnTo>
                  <a:pt x="99" y="200"/>
                </a:lnTo>
                <a:lnTo>
                  <a:pt x="96" y="196"/>
                </a:lnTo>
                <a:lnTo>
                  <a:pt x="91" y="193"/>
                </a:lnTo>
                <a:lnTo>
                  <a:pt x="74" y="187"/>
                </a:lnTo>
                <a:lnTo>
                  <a:pt x="58" y="178"/>
                </a:lnTo>
                <a:lnTo>
                  <a:pt x="45" y="167"/>
                </a:lnTo>
                <a:lnTo>
                  <a:pt x="36" y="154"/>
                </a:lnTo>
                <a:lnTo>
                  <a:pt x="30" y="138"/>
                </a:lnTo>
                <a:lnTo>
                  <a:pt x="27" y="121"/>
                </a:lnTo>
                <a:lnTo>
                  <a:pt x="27" y="103"/>
                </a:lnTo>
                <a:lnTo>
                  <a:pt x="32" y="83"/>
                </a:lnTo>
                <a:lnTo>
                  <a:pt x="39" y="69"/>
                </a:lnTo>
                <a:lnTo>
                  <a:pt x="51" y="56"/>
                </a:lnTo>
                <a:lnTo>
                  <a:pt x="63" y="43"/>
                </a:lnTo>
                <a:lnTo>
                  <a:pt x="77" y="31"/>
                </a:lnTo>
                <a:lnTo>
                  <a:pt x="89" y="21"/>
                </a:lnTo>
                <a:lnTo>
                  <a:pt x="98" y="12"/>
                </a:lnTo>
                <a:lnTo>
                  <a:pt x="103" y="5"/>
                </a:lnTo>
                <a:lnTo>
                  <a:pt x="103" y="0"/>
                </a:lnTo>
                <a:lnTo>
                  <a:pt x="92" y="4"/>
                </a:lnTo>
                <a:lnTo>
                  <a:pt x="77" y="12"/>
                </a:lnTo>
                <a:lnTo>
                  <a:pt x="61" y="25"/>
                </a:lnTo>
                <a:lnTo>
                  <a:pt x="44" y="40"/>
                </a:lnTo>
                <a:lnTo>
                  <a:pt x="29" y="57"/>
                </a:lnTo>
                <a:lnTo>
                  <a:pt x="16" y="77"/>
                </a:lnTo>
                <a:lnTo>
                  <a:pt x="6" y="98"/>
                </a:lnTo>
                <a:lnTo>
                  <a:pt x="0" y="120"/>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50" name="Freeform 614"/>
          <p:cNvSpPr/>
          <p:nvPr/>
        </p:nvSpPr>
        <p:spPr>
          <a:xfrm>
            <a:off x="5764213" y="1827213"/>
            <a:ext cx="57150" cy="7461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20" h="288">
                <a:moveTo>
                  <a:pt x="179" y="108"/>
                </a:moveTo>
                <a:lnTo>
                  <a:pt x="186" y="115"/>
                </a:lnTo>
                <a:lnTo>
                  <a:pt x="191" y="124"/>
                </a:lnTo>
                <a:lnTo>
                  <a:pt x="196" y="133"/>
                </a:lnTo>
                <a:lnTo>
                  <a:pt x="200" y="143"/>
                </a:lnTo>
                <a:lnTo>
                  <a:pt x="202" y="153"/>
                </a:lnTo>
                <a:lnTo>
                  <a:pt x="201" y="163"/>
                </a:lnTo>
                <a:lnTo>
                  <a:pt x="199" y="174"/>
                </a:lnTo>
                <a:lnTo>
                  <a:pt x="193" y="184"/>
                </a:lnTo>
                <a:lnTo>
                  <a:pt x="186" y="194"/>
                </a:lnTo>
                <a:lnTo>
                  <a:pt x="178" y="204"/>
                </a:lnTo>
                <a:lnTo>
                  <a:pt x="168" y="213"/>
                </a:lnTo>
                <a:lnTo>
                  <a:pt x="159" y="221"/>
                </a:lnTo>
                <a:lnTo>
                  <a:pt x="148" y="229"/>
                </a:lnTo>
                <a:lnTo>
                  <a:pt x="138" y="237"/>
                </a:lnTo>
                <a:lnTo>
                  <a:pt x="127" y="246"/>
                </a:lnTo>
                <a:lnTo>
                  <a:pt x="118" y="255"/>
                </a:lnTo>
                <a:lnTo>
                  <a:pt x="115" y="258"/>
                </a:lnTo>
                <a:lnTo>
                  <a:pt x="112" y="263"/>
                </a:lnTo>
                <a:lnTo>
                  <a:pt x="110" y="267"/>
                </a:lnTo>
                <a:lnTo>
                  <a:pt x="108" y="271"/>
                </a:lnTo>
                <a:lnTo>
                  <a:pt x="107" y="276"/>
                </a:lnTo>
                <a:lnTo>
                  <a:pt x="107" y="280"/>
                </a:lnTo>
                <a:lnTo>
                  <a:pt x="109" y="284"/>
                </a:lnTo>
                <a:lnTo>
                  <a:pt x="112" y="287"/>
                </a:lnTo>
                <a:lnTo>
                  <a:pt x="117" y="288"/>
                </a:lnTo>
                <a:lnTo>
                  <a:pt x="121" y="288"/>
                </a:lnTo>
                <a:lnTo>
                  <a:pt x="124" y="287"/>
                </a:lnTo>
                <a:lnTo>
                  <a:pt x="127" y="284"/>
                </a:lnTo>
                <a:lnTo>
                  <a:pt x="138" y="271"/>
                </a:lnTo>
                <a:lnTo>
                  <a:pt x="149" y="261"/>
                </a:lnTo>
                <a:lnTo>
                  <a:pt x="161" y="250"/>
                </a:lnTo>
                <a:lnTo>
                  <a:pt x="173" y="239"/>
                </a:lnTo>
                <a:lnTo>
                  <a:pt x="185" y="229"/>
                </a:lnTo>
                <a:lnTo>
                  <a:pt x="196" y="217"/>
                </a:lnTo>
                <a:lnTo>
                  <a:pt x="206" y="204"/>
                </a:lnTo>
                <a:lnTo>
                  <a:pt x="213" y="190"/>
                </a:lnTo>
                <a:lnTo>
                  <a:pt x="219" y="173"/>
                </a:lnTo>
                <a:lnTo>
                  <a:pt x="220" y="157"/>
                </a:lnTo>
                <a:lnTo>
                  <a:pt x="218" y="141"/>
                </a:lnTo>
                <a:lnTo>
                  <a:pt x="212" y="125"/>
                </a:lnTo>
                <a:lnTo>
                  <a:pt x="204" y="111"/>
                </a:lnTo>
                <a:lnTo>
                  <a:pt x="194" y="97"/>
                </a:lnTo>
                <a:lnTo>
                  <a:pt x="182" y="86"/>
                </a:lnTo>
                <a:lnTo>
                  <a:pt x="168" y="77"/>
                </a:lnTo>
                <a:lnTo>
                  <a:pt x="158" y="70"/>
                </a:lnTo>
                <a:lnTo>
                  <a:pt x="146" y="64"/>
                </a:lnTo>
                <a:lnTo>
                  <a:pt x="134" y="56"/>
                </a:lnTo>
                <a:lnTo>
                  <a:pt x="122" y="50"/>
                </a:lnTo>
                <a:lnTo>
                  <a:pt x="109" y="43"/>
                </a:lnTo>
                <a:lnTo>
                  <a:pt x="96" y="36"/>
                </a:lnTo>
                <a:lnTo>
                  <a:pt x="83" y="29"/>
                </a:lnTo>
                <a:lnTo>
                  <a:pt x="70" y="22"/>
                </a:lnTo>
                <a:lnTo>
                  <a:pt x="59" y="17"/>
                </a:lnTo>
                <a:lnTo>
                  <a:pt x="47" y="12"/>
                </a:lnTo>
                <a:lnTo>
                  <a:pt x="36" y="7"/>
                </a:lnTo>
                <a:lnTo>
                  <a:pt x="26" y="4"/>
                </a:lnTo>
                <a:lnTo>
                  <a:pt x="18" y="1"/>
                </a:lnTo>
                <a:lnTo>
                  <a:pt x="10" y="0"/>
                </a:lnTo>
                <a:lnTo>
                  <a:pt x="4" y="0"/>
                </a:lnTo>
                <a:lnTo>
                  <a:pt x="0" y="2"/>
                </a:lnTo>
                <a:lnTo>
                  <a:pt x="9" y="7"/>
                </a:lnTo>
                <a:lnTo>
                  <a:pt x="20" y="13"/>
                </a:lnTo>
                <a:lnTo>
                  <a:pt x="31" y="18"/>
                </a:lnTo>
                <a:lnTo>
                  <a:pt x="42" y="23"/>
                </a:lnTo>
                <a:lnTo>
                  <a:pt x="54" y="29"/>
                </a:lnTo>
                <a:lnTo>
                  <a:pt x="65" y="34"/>
                </a:lnTo>
                <a:lnTo>
                  <a:pt x="77" y="40"/>
                </a:lnTo>
                <a:lnTo>
                  <a:pt x="88" y="47"/>
                </a:lnTo>
                <a:lnTo>
                  <a:pt x="101" y="53"/>
                </a:lnTo>
                <a:lnTo>
                  <a:pt x="112" y="60"/>
                </a:lnTo>
                <a:lnTo>
                  <a:pt x="124" y="66"/>
                </a:lnTo>
                <a:lnTo>
                  <a:pt x="136" y="74"/>
                </a:lnTo>
                <a:lnTo>
                  <a:pt x="147" y="82"/>
                </a:lnTo>
                <a:lnTo>
                  <a:pt x="158" y="90"/>
                </a:lnTo>
                <a:lnTo>
                  <a:pt x="168" y="98"/>
                </a:lnTo>
                <a:lnTo>
                  <a:pt x="179" y="108"/>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grpSp>
        <p:nvGrpSpPr>
          <p:cNvPr id="10851" name="Group 615"/>
          <p:cNvGrpSpPr/>
          <p:nvPr/>
        </p:nvGrpSpPr>
        <p:grpSpPr>
          <a:xfrm>
            <a:off x="5367338" y="3430588"/>
            <a:ext cx="290512" cy="404812"/>
            <a:chOff x="3381" y="2161"/>
            <a:chExt cx="183" cy="255"/>
          </a:xfrm>
        </p:grpSpPr>
        <p:pic>
          <p:nvPicPr>
            <p:cNvPr id="10852" name="Picture 616"/>
            <p:cNvPicPr>
              <a:picLocks noChangeAspect="1"/>
            </p:cNvPicPr>
            <p:nvPr/>
          </p:nvPicPr>
          <p:blipFill>
            <a:blip r:embed="rId2"/>
            <a:stretch>
              <a:fillRect/>
            </a:stretch>
          </p:blipFill>
          <p:spPr>
            <a:xfrm>
              <a:off x="3434" y="2242"/>
              <a:ext cx="121" cy="174"/>
            </a:xfrm>
            <a:prstGeom prst="rect">
              <a:avLst/>
            </a:prstGeom>
            <a:solidFill>
              <a:srgbClr val="DDDDDD"/>
            </a:solidFill>
            <a:ln w="9525">
              <a:noFill/>
            </a:ln>
          </p:spPr>
        </p:pic>
        <p:sp>
          <p:nvSpPr>
            <p:cNvPr id="10853" name="Freeform 617"/>
            <p:cNvSpPr/>
            <p:nvPr/>
          </p:nvSpPr>
          <p:spPr>
            <a:xfrm>
              <a:off x="3430" y="2174"/>
              <a:ext cx="33"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ln>
          </p:spPr>
          <p:txBody>
            <a:bodyPr/>
            <a:p>
              <a:endParaRPr lang="zh-CN" altLang="en-US"/>
            </a:p>
          </p:txBody>
        </p:sp>
        <p:sp>
          <p:nvSpPr>
            <p:cNvPr id="10854" name="Freeform 618"/>
            <p:cNvSpPr/>
            <p:nvPr/>
          </p:nvSpPr>
          <p:spPr>
            <a:xfrm>
              <a:off x="3486" y="2173"/>
              <a:ext cx="22" cy="3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ln>
          </p:spPr>
          <p:txBody>
            <a:bodyPr/>
            <a:p>
              <a:endParaRPr lang="zh-CN" altLang="en-US"/>
            </a:p>
          </p:txBody>
        </p:sp>
        <p:sp>
          <p:nvSpPr>
            <p:cNvPr id="10855" name="Freeform 619"/>
            <p:cNvSpPr/>
            <p:nvPr/>
          </p:nvSpPr>
          <p:spPr>
            <a:xfrm>
              <a:off x="3409" y="2166"/>
              <a:ext cx="54" cy="6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ln>
          </p:spPr>
          <p:txBody>
            <a:bodyPr/>
            <a:p>
              <a:endParaRPr lang="zh-CN" altLang="en-US"/>
            </a:p>
          </p:txBody>
        </p:sp>
        <p:sp>
          <p:nvSpPr>
            <p:cNvPr id="10856" name="Freeform 620"/>
            <p:cNvSpPr/>
            <p:nvPr/>
          </p:nvSpPr>
          <p:spPr>
            <a:xfrm>
              <a:off x="3485" y="2164"/>
              <a:ext cx="47" cy="4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ln>
          </p:spPr>
          <p:txBody>
            <a:bodyPr/>
            <a:p>
              <a:endParaRPr lang="zh-CN" altLang="en-US"/>
            </a:p>
          </p:txBody>
        </p:sp>
        <p:sp>
          <p:nvSpPr>
            <p:cNvPr id="10857" name="Freeform 621"/>
            <p:cNvSpPr/>
            <p:nvPr/>
          </p:nvSpPr>
          <p:spPr>
            <a:xfrm>
              <a:off x="3389" y="2184"/>
              <a:ext cx="19"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ln>
          </p:spPr>
          <p:txBody>
            <a:bodyPr/>
            <a:p>
              <a:endParaRPr lang="zh-CN" altLang="en-US"/>
            </a:p>
          </p:txBody>
        </p:sp>
        <p:sp>
          <p:nvSpPr>
            <p:cNvPr id="10858" name="Freeform 622"/>
            <p:cNvSpPr/>
            <p:nvPr/>
          </p:nvSpPr>
          <p:spPr>
            <a:xfrm>
              <a:off x="3523" y="2161"/>
              <a:ext cx="41" cy="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ln>
          </p:spPr>
          <p:txBody>
            <a:bodyPr/>
            <a:p>
              <a:endParaRPr lang="zh-CN" altLang="en-US"/>
            </a:p>
          </p:txBody>
        </p:sp>
        <p:sp>
          <p:nvSpPr>
            <p:cNvPr id="10859" name="Freeform 623"/>
            <p:cNvSpPr/>
            <p:nvPr/>
          </p:nvSpPr>
          <p:spPr>
            <a:xfrm>
              <a:off x="3478" y="2222"/>
              <a:ext cx="14" cy="3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ln>
          </p:spPr>
          <p:txBody>
            <a:bodyPr/>
            <a:p>
              <a:endParaRPr lang="zh-CN" altLang="en-US"/>
            </a:p>
          </p:txBody>
        </p:sp>
        <p:sp>
          <p:nvSpPr>
            <p:cNvPr id="10860" name="Freeform 624"/>
            <p:cNvSpPr/>
            <p:nvPr/>
          </p:nvSpPr>
          <p:spPr>
            <a:xfrm>
              <a:off x="3472" y="2205"/>
              <a:ext cx="7" cy="1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ln>
          </p:spPr>
          <p:txBody>
            <a:bodyPr/>
            <a:p>
              <a:endParaRPr lang="zh-CN" altLang="en-US"/>
            </a:p>
          </p:txBody>
        </p:sp>
        <p:sp>
          <p:nvSpPr>
            <p:cNvPr id="10861" name="Freeform 625"/>
            <p:cNvSpPr/>
            <p:nvPr/>
          </p:nvSpPr>
          <p:spPr>
            <a:xfrm>
              <a:off x="3466" y="2194"/>
              <a:ext cx="6"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ln>
          </p:spPr>
          <p:txBody>
            <a:bodyPr/>
            <a:p>
              <a:endParaRPr lang="zh-CN" altLang="en-US"/>
            </a:p>
          </p:txBody>
        </p:sp>
        <p:sp>
          <p:nvSpPr>
            <p:cNvPr id="10862" name="Freeform 626"/>
            <p:cNvSpPr/>
            <p:nvPr/>
          </p:nvSpPr>
          <p:spPr>
            <a:xfrm>
              <a:off x="3461" y="2186"/>
              <a:ext cx="8" cy="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ln>
          </p:spPr>
          <p:txBody>
            <a:bodyPr/>
            <a:p>
              <a:endParaRPr lang="zh-CN" altLang="en-US"/>
            </a:p>
          </p:txBody>
        </p:sp>
        <p:sp>
          <p:nvSpPr>
            <p:cNvPr id="10863" name="Freeform 627"/>
            <p:cNvSpPr/>
            <p:nvPr/>
          </p:nvSpPr>
          <p:spPr>
            <a:xfrm>
              <a:off x="3421" y="2176"/>
              <a:ext cx="33"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64" name="Freeform 628"/>
            <p:cNvSpPr/>
            <p:nvPr/>
          </p:nvSpPr>
          <p:spPr>
            <a:xfrm>
              <a:off x="3477" y="2176"/>
              <a:ext cx="22" cy="3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65" name="Freeform 629"/>
            <p:cNvSpPr/>
            <p:nvPr/>
          </p:nvSpPr>
          <p:spPr>
            <a:xfrm>
              <a:off x="3400" y="2169"/>
              <a:ext cx="53" cy="6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66" name="Freeform 630"/>
            <p:cNvSpPr/>
            <p:nvPr/>
          </p:nvSpPr>
          <p:spPr>
            <a:xfrm>
              <a:off x="3475" y="2167"/>
              <a:ext cx="47" cy="4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67" name="Freeform 631"/>
            <p:cNvSpPr/>
            <p:nvPr/>
          </p:nvSpPr>
          <p:spPr>
            <a:xfrm>
              <a:off x="3381" y="2190"/>
              <a:ext cx="19"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68" name="Freeform 632"/>
            <p:cNvSpPr/>
            <p:nvPr/>
          </p:nvSpPr>
          <p:spPr>
            <a:xfrm>
              <a:off x="3514" y="2164"/>
              <a:ext cx="41" cy="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grpSp>
          <p:nvGrpSpPr>
            <p:cNvPr id="10869" name="Group 633"/>
            <p:cNvGrpSpPr/>
            <p:nvPr/>
          </p:nvGrpSpPr>
          <p:grpSpPr>
            <a:xfrm>
              <a:off x="3429" y="2236"/>
              <a:ext cx="135" cy="180"/>
              <a:chOff x="3774" y="2423"/>
              <a:chExt cx="189" cy="286"/>
            </a:xfrm>
          </p:grpSpPr>
          <p:sp>
            <p:nvSpPr>
              <p:cNvPr id="10870" name="Rectangle 634"/>
              <p:cNvSpPr/>
              <p:nvPr/>
            </p:nvSpPr>
            <p:spPr>
              <a:xfrm>
                <a:off x="3790" y="2610"/>
                <a:ext cx="153" cy="56"/>
              </a:xfrm>
              <a:prstGeom prst="rect">
                <a:avLst/>
              </a:prstGeom>
              <a:solidFill>
                <a:srgbClr val="FF3300"/>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871" name="Rectangle 635"/>
              <p:cNvSpPr/>
              <p:nvPr/>
            </p:nvSpPr>
            <p:spPr>
              <a:xfrm>
                <a:off x="3774" y="2653"/>
                <a:ext cx="189" cy="56"/>
              </a:xfrm>
              <a:prstGeom prst="rect">
                <a:avLst/>
              </a:prstGeom>
              <a:solidFill>
                <a:srgbClr val="FF3300"/>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872" name="Rectangle 636"/>
              <p:cNvSpPr/>
              <p:nvPr/>
            </p:nvSpPr>
            <p:spPr>
              <a:xfrm>
                <a:off x="3808" y="2564"/>
                <a:ext cx="119" cy="56"/>
              </a:xfrm>
              <a:prstGeom prst="rect">
                <a:avLst/>
              </a:prstGeom>
              <a:solidFill>
                <a:srgbClr val="FF3300"/>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873" name="Rectangle 637"/>
              <p:cNvSpPr/>
              <p:nvPr/>
            </p:nvSpPr>
            <p:spPr>
              <a:xfrm>
                <a:off x="3818" y="2518"/>
                <a:ext cx="97" cy="56"/>
              </a:xfrm>
              <a:prstGeom prst="rect">
                <a:avLst/>
              </a:prstGeom>
              <a:solidFill>
                <a:srgbClr val="FF3300"/>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874" name="Rectangle 638"/>
              <p:cNvSpPr/>
              <p:nvPr/>
            </p:nvSpPr>
            <p:spPr>
              <a:xfrm>
                <a:off x="3828" y="2472"/>
                <a:ext cx="74" cy="56"/>
              </a:xfrm>
              <a:prstGeom prst="rect">
                <a:avLst/>
              </a:prstGeom>
              <a:solidFill>
                <a:srgbClr val="FF3300"/>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875" name="Rectangle 639"/>
              <p:cNvSpPr/>
              <p:nvPr/>
            </p:nvSpPr>
            <p:spPr>
              <a:xfrm>
                <a:off x="3839" y="2423"/>
                <a:ext cx="51" cy="56"/>
              </a:xfrm>
              <a:prstGeom prst="rect">
                <a:avLst/>
              </a:prstGeom>
              <a:solidFill>
                <a:srgbClr val="FF3300"/>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sp>
        <p:nvSpPr>
          <p:cNvPr id="10876" name="Line 640"/>
          <p:cNvSpPr/>
          <p:nvPr/>
        </p:nvSpPr>
        <p:spPr>
          <a:xfrm flipV="1">
            <a:off x="5597525" y="3663950"/>
            <a:ext cx="168275" cy="3175"/>
          </a:xfrm>
          <a:prstGeom prst="line">
            <a:avLst/>
          </a:prstGeom>
          <a:ln w="38100" cap="flat" cmpd="sng">
            <a:solidFill>
              <a:srgbClr val="FF3300"/>
            </a:solidFill>
            <a:prstDash val="solid"/>
            <a:round/>
            <a:headEnd type="none" w="med" len="med"/>
            <a:tailEnd type="none" w="med" len="med"/>
          </a:ln>
        </p:spPr>
      </p:sp>
      <p:grpSp>
        <p:nvGrpSpPr>
          <p:cNvPr id="10877" name="Group 641"/>
          <p:cNvGrpSpPr/>
          <p:nvPr/>
        </p:nvGrpSpPr>
        <p:grpSpPr>
          <a:xfrm>
            <a:off x="6791325" y="4984750"/>
            <a:ext cx="290513" cy="404813"/>
            <a:chOff x="3901" y="2524"/>
            <a:chExt cx="183" cy="255"/>
          </a:xfrm>
        </p:grpSpPr>
        <p:sp>
          <p:nvSpPr>
            <p:cNvPr id="10878" name="Freeform 642"/>
            <p:cNvSpPr/>
            <p:nvPr/>
          </p:nvSpPr>
          <p:spPr>
            <a:xfrm>
              <a:off x="3950" y="2537"/>
              <a:ext cx="33"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ln>
          </p:spPr>
          <p:txBody>
            <a:bodyPr/>
            <a:p>
              <a:endParaRPr lang="zh-CN" altLang="en-US"/>
            </a:p>
          </p:txBody>
        </p:sp>
        <p:sp>
          <p:nvSpPr>
            <p:cNvPr id="10879" name="Freeform 643"/>
            <p:cNvSpPr/>
            <p:nvPr/>
          </p:nvSpPr>
          <p:spPr>
            <a:xfrm>
              <a:off x="4006" y="2536"/>
              <a:ext cx="22" cy="3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ln>
          </p:spPr>
          <p:txBody>
            <a:bodyPr/>
            <a:p>
              <a:endParaRPr lang="zh-CN" altLang="en-US"/>
            </a:p>
          </p:txBody>
        </p:sp>
        <p:sp>
          <p:nvSpPr>
            <p:cNvPr id="10880" name="Freeform 644"/>
            <p:cNvSpPr/>
            <p:nvPr/>
          </p:nvSpPr>
          <p:spPr>
            <a:xfrm>
              <a:off x="3929" y="2529"/>
              <a:ext cx="54" cy="6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ln>
          </p:spPr>
          <p:txBody>
            <a:bodyPr/>
            <a:p>
              <a:endParaRPr lang="zh-CN" altLang="en-US"/>
            </a:p>
          </p:txBody>
        </p:sp>
        <p:sp>
          <p:nvSpPr>
            <p:cNvPr id="10881" name="Freeform 645"/>
            <p:cNvSpPr/>
            <p:nvPr/>
          </p:nvSpPr>
          <p:spPr>
            <a:xfrm>
              <a:off x="4005" y="2527"/>
              <a:ext cx="47" cy="4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ln>
          </p:spPr>
          <p:txBody>
            <a:bodyPr/>
            <a:p>
              <a:endParaRPr lang="zh-CN" altLang="en-US"/>
            </a:p>
          </p:txBody>
        </p:sp>
        <p:sp>
          <p:nvSpPr>
            <p:cNvPr id="10882" name="Freeform 646"/>
            <p:cNvSpPr/>
            <p:nvPr/>
          </p:nvSpPr>
          <p:spPr>
            <a:xfrm>
              <a:off x="3909" y="2547"/>
              <a:ext cx="19"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ln>
          </p:spPr>
          <p:txBody>
            <a:bodyPr/>
            <a:p>
              <a:endParaRPr lang="zh-CN" altLang="en-US"/>
            </a:p>
          </p:txBody>
        </p:sp>
        <p:sp>
          <p:nvSpPr>
            <p:cNvPr id="10883" name="Freeform 647"/>
            <p:cNvSpPr/>
            <p:nvPr/>
          </p:nvSpPr>
          <p:spPr>
            <a:xfrm>
              <a:off x="4043" y="2524"/>
              <a:ext cx="41" cy="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ln>
          </p:spPr>
          <p:txBody>
            <a:bodyPr/>
            <a:p>
              <a:endParaRPr lang="zh-CN" altLang="en-US"/>
            </a:p>
          </p:txBody>
        </p:sp>
        <p:sp>
          <p:nvSpPr>
            <p:cNvPr id="10884" name="Freeform 648"/>
            <p:cNvSpPr/>
            <p:nvPr/>
          </p:nvSpPr>
          <p:spPr>
            <a:xfrm>
              <a:off x="3998" y="2585"/>
              <a:ext cx="14" cy="3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ln>
          </p:spPr>
          <p:txBody>
            <a:bodyPr/>
            <a:p>
              <a:endParaRPr lang="zh-CN" altLang="en-US"/>
            </a:p>
          </p:txBody>
        </p:sp>
        <p:sp>
          <p:nvSpPr>
            <p:cNvPr id="10885" name="Freeform 649"/>
            <p:cNvSpPr/>
            <p:nvPr/>
          </p:nvSpPr>
          <p:spPr>
            <a:xfrm>
              <a:off x="3992" y="2568"/>
              <a:ext cx="7" cy="1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ln>
          </p:spPr>
          <p:txBody>
            <a:bodyPr/>
            <a:p>
              <a:endParaRPr lang="zh-CN" altLang="en-US"/>
            </a:p>
          </p:txBody>
        </p:sp>
        <p:sp>
          <p:nvSpPr>
            <p:cNvPr id="10886" name="Freeform 650"/>
            <p:cNvSpPr/>
            <p:nvPr/>
          </p:nvSpPr>
          <p:spPr>
            <a:xfrm>
              <a:off x="3986" y="2557"/>
              <a:ext cx="6"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ln>
          </p:spPr>
          <p:txBody>
            <a:bodyPr/>
            <a:p>
              <a:endParaRPr lang="zh-CN" altLang="en-US"/>
            </a:p>
          </p:txBody>
        </p:sp>
        <p:sp>
          <p:nvSpPr>
            <p:cNvPr id="10887" name="Freeform 651"/>
            <p:cNvSpPr/>
            <p:nvPr/>
          </p:nvSpPr>
          <p:spPr>
            <a:xfrm>
              <a:off x="3981" y="2549"/>
              <a:ext cx="8" cy="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ln>
          </p:spPr>
          <p:txBody>
            <a:bodyPr/>
            <a:p>
              <a:endParaRPr lang="zh-CN" altLang="en-US"/>
            </a:p>
          </p:txBody>
        </p:sp>
        <p:sp>
          <p:nvSpPr>
            <p:cNvPr id="10888" name="Freeform 652"/>
            <p:cNvSpPr/>
            <p:nvPr/>
          </p:nvSpPr>
          <p:spPr>
            <a:xfrm>
              <a:off x="3941" y="2539"/>
              <a:ext cx="33"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89" name="Freeform 653"/>
            <p:cNvSpPr/>
            <p:nvPr/>
          </p:nvSpPr>
          <p:spPr>
            <a:xfrm>
              <a:off x="3997" y="2539"/>
              <a:ext cx="22" cy="3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90" name="Freeform 654"/>
            <p:cNvSpPr/>
            <p:nvPr/>
          </p:nvSpPr>
          <p:spPr>
            <a:xfrm>
              <a:off x="3920" y="2532"/>
              <a:ext cx="53" cy="6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91" name="Freeform 655"/>
            <p:cNvSpPr/>
            <p:nvPr/>
          </p:nvSpPr>
          <p:spPr>
            <a:xfrm>
              <a:off x="3995" y="2530"/>
              <a:ext cx="47" cy="4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92" name="Freeform 656"/>
            <p:cNvSpPr/>
            <p:nvPr/>
          </p:nvSpPr>
          <p:spPr>
            <a:xfrm>
              <a:off x="3901" y="2553"/>
              <a:ext cx="19"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sp>
          <p:nvSpPr>
            <p:cNvPr id="10893" name="Freeform 657"/>
            <p:cNvSpPr/>
            <p:nvPr/>
          </p:nvSpPr>
          <p:spPr>
            <a:xfrm>
              <a:off x="4034" y="2527"/>
              <a:ext cx="41" cy="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cap="flat" cmpd="sng">
              <a:solidFill>
                <a:srgbClr val="FF3300"/>
              </a:solidFill>
              <a:prstDash val="solid"/>
              <a:round/>
              <a:headEnd type="none" w="med" len="med"/>
              <a:tailEnd type="none" w="med" len="med"/>
            </a:ln>
          </p:spPr>
          <p:txBody>
            <a:bodyPr/>
            <a:p>
              <a:endParaRPr lang="zh-CN" altLang="en-US"/>
            </a:p>
          </p:txBody>
        </p:sp>
        <p:grpSp>
          <p:nvGrpSpPr>
            <p:cNvPr id="10894" name="Group 658"/>
            <p:cNvGrpSpPr/>
            <p:nvPr/>
          </p:nvGrpSpPr>
          <p:grpSpPr>
            <a:xfrm>
              <a:off x="3949" y="2599"/>
              <a:ext cx="135" cy="180"/>
              <a:chOff x="3774" y="2423"/>
              <a:chExt cx="189" cy="286"/>
            </a:xfrm>
          </p:grpSpPr>
          <p:sp>
            <p:nvSpPr>
              <p:cNvPr id="10895" name="Rectangle 659"/>
              <p:cNvSpPr/>
              <p:nvPr/>
            </p:nvSpPr>
            <p:spPr>
              <a:xfrm>
                <a:off x="3790" y="2610"/>
                <a:ext cx="153" cy="56"/>
              </a:xfrm>
              <a:prstGeom prst="rect">
                <a:avLst/>
              </a:prstGeom>
              <a:solidFill>
                <a:srgbClr val="FF3300"/>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896" name="Rectangle 660"/>
              <p:cNvSpPr/>
              <p:nvPr/>
            </p:nvSpPr>
            <p:spPr>
              <a:xfrm>
                <a:off x="3774" y="2653"/>
                <a:ext cx="189" cy="56"/>
              </a:xfrm>
              <a:prstGeom prst="rect">
                <a:avLst/>
              </a:prstGeom>
              <a:solidFill>
                <a:srgbClr val="FF3300"/>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897" name="Rectangle 661"/>
              <p:cNvSpPr/>
              <p:nvPr/>
            </p:nvSpPr>
            <p:spPr>
              <a:xfrm>
                <a:off x="3808" y="2564"/>
                <a:ext cx="119" cy="56"/>
              </a:xfrm>
              <a:prstGeom prst="rect">
                <a:avLst/>
              </a:prstGeom>
              <a:solidFill>
                <a:srgbClr val="FF3300"/>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898" name="Rectangle 662"/>
              <p:cNvSpPr/>
              <p:nvPr/>
            </p:nvSpPr>
            <p:spPr>
              <a:xfrm>
                <a:off x="3818" y="2518"/>
                <a:ext cx="97" cy="56"/>
              </a:xfrm>
              <a:prstGeom prst="rect">
                <a:avLst/>
              </a:prstGeom>
              <a:solidFill>
                <a:srgbClr val="FF3300"/>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899" name="Rectangle 663"/>
              <p:cNvSpPr/>
              <p:nvPr/>
            </p:nvSpPr>
            <p:spPr>
              <a:xfrm>
                <a:off x="3828" y="2472"/>
                <a:ext cx="74" cy="56"/>
              </a:xfrm>
              <a:prstGeom prst="rect">
                <a:avLst/>
              </a:prstGeom>
              <a:solidFill>
                <a:srgbClr val="FF3300"/>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900" name="Rectangle 664"/>
              <p:cNvSpPr/>
              <p:nvPr/>
            </p:nvSpPr>
            <p:spPr>
              <a:xfrm>
                <a:off x="3839" y="2423"/>
                <a:ext cx="51" cy="56"/>
              </a:xfrm>
              <a:prstGeom prst="rect">
                <a:avLst/>
              </a:prstGeom>
              <a:solidFill>
                <a:srgbClr val="FF3300"/>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sp>
        <p:nvSpPr>
          <p:cNvPr id="10901" name="Line 162"/>
          <p:cNvSpPr/>
          <p:nvPr/>
        </p:nvSpPr>
        <p:spPr>
          <a:xfrm flipV="1">
            <a:off x="6978650" y="4005263"/>
            <a:ext cx="227013" cy="436562"/>
          </a:xfrm>
          <a:prstGeom prst="line">
            <a:avLst/>
          </a:prstGeom>
          <a:ln w="38100" cap="flat" cmpd="sng">
            <a:solidFill>
              <a:srgbClr val="FF0000"/>
            </a:solidFill>
            <a:prstDash val="solid"/>
            <a:round/>
            <a:headEnd type="none" w="med" len="med"/>
            <a:tailEnd type="none" w="med" len="me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页脚占位符 5"/>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2290"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2291" name="Rectangle 2"/>
          <p:cNvSpPr>
            <a:spLocks noGrp="1"/>
          </p:cNvSpPr>
          <p:nvPr>
            <p:ph type="title"/>
          </p:nvPr>
        </p:nvSpPr>
        <p:spPr>
          <a:xfrm>
            <a:off x="423863" y="0"/>
            <a:ext cx="7772400" cy="1143000"/>
          </a:xfrm>
          <a:ln/>
        </p:spPr>
        <p:txBody>
          <a:bodyPr vert="horz" wrap="square" lIns="91440" tIns="45720" rIns="91440" bIns="45720" anchor="ctr" anchorCtr="0"/>
          <a:p>
            <a:r>
              <a:rPr lang="en-US" altLang="zh-CN" dirty="0">
                <a:ea typeface="宋体" panose="02010600030101010101" pitchFamily="2" charset="-122"/>
              </a:rPr>
              <a:t>Link layer: context</a:t>
            </a:r>
            <a:endParaRPr lang="en-US" altLang="zh-CN" dirty="0">
              <a:ea typeface="宋体" panose="02010600030101010101" pitchFamily="2" charset="-122"/>
            </a:endParaRPr>
          </a:p>
        </p:txBody>
      </p:sp>
      <p:sp>
        <p:nvSpPr>
          <p:cNvPr id="12292" name="Rectangle 3"/>
          <p:cNvSpPr>
            <a:spLocks noGrp="1"/>
          </p:cNvSpPr>
          <p:nvPr>
            <p:ph sz="half" idx="1"/>
          </p:nvPr>
        </p:nvSpPr>
        <p:spPr>
          <a:xfrm>
            <a:off x="288925" y="1258888"/>
            <a:ext cx="4151313" cy="4648200"/>
          </a:xfrm>
          <a:ln/>
        </p:spPr>
        <p:txBody>
          <a:bodyPr vert="horz" wrap="square" lIns="91440" tIns="45720" rIns="91440" bIns="45720" anchor="t" anchorCtr="0"/>
          <a:p>
            <a:pPr>
              <a:buClr>
                <a:schemeClr val="accent2"/>
              </a:buClr>
              <a:buSzPct val="85000"/>
              <a:buFont typeface="ZapfDingbats" pitchFamily="82" charset="2"/>
            </a:pPr>
            <a:r>
              <a:rPr lang="en-US" altLang="zh-CN" sz="2400" dirty="0">
                <a:ea typeface="宋体" panose="02010600030101010101" pitchFamily="2" charset="-122"/>
              </a:rPr>
              <a:t>datagram transferred by different link protocols over different links:</a:t>
            </a:r>
            <a:endParaRPr lang="en-US" altLang="zh-CN" sz="24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e.g., Ethernet on first link, frame relay on intermediate links, 802.11 on last link</a:t>
            </a:r>
            <a:endParaRPr lang="en-US" altLang="zh-CN" sz="20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each  link protocol provides different services</a:t>
            </a:r>
            <a:endParaRPr lang="en-US" altLang="zh-CN" sz="24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e.g., may or may not provide rdt over link</a:t>
            </a:r>
            <a:endParaRPr lang="en-US" altLang="zh-CN" sz="2000" dirty="0">
              <a:ea typeface="宋体" panose="02010600030101010101" pitchFamily="2" charset="-122"/>
            </a:endParaRPr>
          </a:p>
        </p:txBody>
      </p:sp>
      <p:sp>
        <p:nvSpPr>
          <p:cNvPr id="12293" name="Rectangle 4"/>
          <p:cNvSpPr>
            <a:spLocks noGrp="1"/>
          </p:cNvSpPr>
          <p:nvPr>
            <p:ph sz="half" idx="2"/>
          </p:nvPr>
        </p:nvSpPr>
        <p:spPr>
          <a:xfrm>
            <a:off x="4606925" y="1123950"/>
            <a:ext cx="4187825" cy="4648200"/>
          </a:xfrm>
          <a:solidFill>
            <a:schemeClr val="bg1"/>
          </a:solidFill>
          <a:ln/>
        </p:spPr>
        <p:txBody>
          <a:bodyPr vert="horz" wrap="square" lIns="91440" tIns="45720" rIns="91440" bIns="45720" anchor="t" anchorCtr="0"/>
          <a:p>
            <a:pPr>
              <a:buClr>
                <a:schemeClr val="accent2"/>
              </a:buClr>
              <a:buSzPct val="85000"/>
              <a:buFont typeface="ZapfDingbats" pitchFamily="82" charset="2"/>
              <a:buNone/>
            </a:pPr>
            <a:r>
              <a:rPr lang="en-US" altLang="zh-CN" sz="2400" u="sng" dirty="0">
                <a:solidFill>
                  <a:srgbClr val="FF0000"/>
                </a:solidFill>
                <a:ea typeface="宋体" panose="02010600030101010101" pitchFamily="2" charset="-122"/>
              </a:rPr>
              <a:t>transportation analogy</a:t>
            </a:r>
            <a:endParaRPr lang="en-US" altLang="zh-CN" sz="2400" u="sng" dirty="0">
              <a:solidFill>
                <a:srgbClr val="FF0000"/>
              </a:solidFill>
              <a:ea typeface="宋体" panose="02010600030101010101" pitchFamily="2" charset="-122"/>
            </a:endParaRPr>
          </a:p>
          <a:p>
            <a:pPr>
              <a:buClr>
                <a:schemeClr val="accent2"/>
              </a:buClr>
              <a:buSzPct val="85000"/>
              <a:buFont typeface="ZapfDingbats" pitchFamily="82" charset="2"/>
            </a:pPr>
            <a:r>
              <a:rPr lang="en-US" altLang="zh-CN" sz="2000" dirty="0">
                <a:ea typeface="宋体" panose="02010600030101010101" pitchFamily="2" charset="-122"/>
              </a:rPr>
              <a:t>trip from Princeton to Lausanne</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limo: Princeton to JFK</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plane: JFK to Geneva</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train: Geneva to Lausanne</a:t>
            </a:r>
            <a:endParaRPr lang="en-US" altLang="zh-CN" sz="20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tourist = </a:t>
            </a:r>
            <a:r>
              <a:rPr lang="en-US" altLang="zh-CN" sz="2400" dirty="0">
                <a:solidFill>
                  <a:srgbClr val="FF0000"/>
                </a:solidFill>
                <a:ea typeface="宋体" panose="02010600030101010101" pitchFamily="2" charset="-122"/>
              </a:rPr>
              <a:t>datagram</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transport segment = </a:t>
            </a:r>
            <a:r>
              <a:rPr lang="en-US" altLang="zh-CN" sz="2400" dirty="0">
                <a:solidFill>
                  <a:srgbClr val="FF0000"/>
                </a:solidFill>
                <a:ea typeface="宋体" panose="02010600030101010101" pitchFamily="2" charset="-122"/>
              </a:rPr>
              <a:t>communication link</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transportation mode = </a:t>
            </a:r>
            <a:r>
              <a:rPr lang="en-US" altLang="zh-CN" sz="2400" dirty="0">
                <a:solidFill>
                  <a:srgbClr val="FF0000"/>
                </a:solidFill>
                <a:ea typeface="宋体" panose="02010600030101010101" pitchFamily="2" charset="-122"/>
              </a:rPr>
              <a:t>link layer protocol</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travel agent = </a:t>
            </a:r>
            <a:r>
              <a:rPr lang="en-US" altLang="zh-CN" sz="2400" dirty="0">
                <a:solidFill>
                  <a:srgbClr val="FF0000"/>
                </a:solidFill>
                <a:ea typeface="宋体" panose="02010600030101010101" pitchFamily="2" charset="-122"/>
              </a:rPr>
              <a:t>routing algorithm</a:t>
            </a:r>
            <a:endParaRPr lang="en-US" altLang="zh-CN" sz="2400" dirty="0">
              <a:solidFill>
                <a:srgbClr val="FF0000"/>
              </a:solidFill>
              <a:ea typeface="宋体" panose="02010600030101010101" pitchFamily="2" charset="-122"/>
            </a:endParaRPr>
          </a:p>
          <a:p>
            <a:pPr lvl="1">
              <a:buClr>
                <a:schemeClr val="accent2"/>
              </a:buClr>
              <a:buSzPct val="75000"/>
              <a:buFont typeface="ZapfDingbats" pitchFamily="82" charset="2"/>
            </a:pPr>
            <a:endParaRPr lang="en-US" altLang="zh-CN" sz="2000" dirty="0">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4338"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4339"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Link Layer Services</a:t>
            </a:r>
            <a:endParaRPr lang="en-US" altLang="zh-CN" dirty="0">
              <a:ea typeface="宋体" panose="02010600030101010101" pitchFamily="2" charset="-122"/>
            </a:endParaRPr>
          </a:p>
        </p:txBody>
      </p:sp>
      <p:sp>
        <p:nvSpPr>
          <p:cNvPr id="14340" name="Rectangle 3"/>
          <p:cNvSpPr>
            <a:spLocks noGrp="1"/>
          </p:cNvSpPr>
          <p:nvPr>
            <p:ph idx="1"/>
          </p:nvPr>
        </p:nvSpPr>
        <p:spPr>
          <a:xfrm>
            <a:off x="484188" y="1419225"/>
            <a:ext cx="7772400" cy="4648200"/>
          </a:xfrm>
          <a:ln/>
        </p:spPr>
        <p:txBody>
          <a:bodyPr vert="horz" wrap="square" lIns="91440" tIns="45720" rIns="91440" bIns="45720" anchor="t" anchorCtr="0"/>
          <a:p>
            <a:r>
              <a:rPr lang="en-US" altLang="zh-CN" sz="2400" i="1" dirty="0">
                <a:solidFill>
                  <a:srgbClr val="FF0000"/>
                </a:solidFill>
                <a:ea typeface="宋体" panose="02010600030101010101" pitchFamily="2" charset="-122"/>
              </a:rPr>
              <a:t>framing, link access:</a:t>
            </a:r>
            <a:r>
              <a:rPr lang="en-US" altLang="zh-CN" dirty="0">
                <a:ea typeface="宋体" panose="02010600030101010101" pitchFamily="2" charset="-122"/>
              </a:rPr>
              <a:t> </a:t>
            </a:r>
            <a:endParaRPr lang="en-US" altLang="zh-CN" dirty="0">
              <a:ea typeface="宋体" panose="02010600030101010101" pitchFamily="2" charset="-122"/>
            </a:endParaRPr>
          </a:p>
          <a:p>
            <a:pPr lvl="1"/>
            <a:r>
              <a:rPr lang="en-US" altLang="zh-CN" sz="2000" dirty="0">
                <a:ea typeface="宋体" panose="02010600030101010101" pitchFamily="2" charset="-122"/>
              </a:rPr>
              <a:t>encapsulate datagram into frame, adding header, trailer</a:t>
            </a:r>
            <a:endParaRPr lang="en-US" altLang="zh-CN" sz="2000" dirty="0">
              <a:ea typeface="宋体" panose="02010600030101010101" pitchFamily="2" charset="-122"/>
            </a:endParaRPr>
          </a:p>
          <a:p>
            <a:pPr lvl="1"/>
            <a:r>
              <a:rPr lang="en-US" altLang="zh-CN" sz="2000" dirty="0">
                <a:ea typeface="宋体" panose="02010600030101010101" pitchFamily="2" charset="-122"/>
              </a:rPr>
              <a:t>channel access if shared medium</a:t>
            </a:r>
            <a:endParaRPr lang="en-US" altLang="zh-CN" sz="2000" dirty="0">
              <a:ea typeface="宋体" panose="02010600030101010101" pitchFamily="2" charset="-122"/>
            </a:endParaRPr>
          </a:p>
          <a:p>
            <a:pPr lvl="1"/>
            <a:r>
              <a:rPr lang="en-US" altLang="zh-CN" sz="2000" dirty="0">
                <a:ea typeface="宋体" panose="02010600030101010101" pitchFamily="2" charset="-122"/>
              </a:rPr>
              <a:t>“MAC” addresses used in frame headers to identify source, dest  </a:t>
            </a:r>
            <a:endParaRPr lang="en-US" altLang="zh-CN" sz="2000" dirty="0">
              <a:ea typeface="宋体" panose="02010600030101010101" pitchFamily="2" charset="-122"/>
            </a:endParaRPr>
          </a:p>
          <a:p>
            <a:pPr lvl="2"/>
            <a:r>
              <a:rPr lang="en-US" altLang="zh-CN" dirty="0">
                <a:ea typeface="宋体" panose="02010600030101010101" pitchFamily="2" charset="-122"/>
              </a:rPr>
              <a:t>different from IP address!</a:t>
            </a:r>
            <a:endParaRPr lang="en-US" altLang="zh-CN" dirty="0">
              <a:ea typeface="宋体" panose="02010600030101010101" pitchFamily="2" charset="-122"/>
            </a:endParaRPr>
          </a:p>
          <a:p>
            <a:r>
              <a:rPr lang="en-US" altLang="zh-CN" sz="2400" i="1" dirty="0">
                <a:solidFill>
                  <a:srgbClr val="FF0000"/>
                </a:solidFill>
                <a:ea typeface="宋体" panose="02010600030101010101" pitchFamily="2" charset="-122"/>
              </a:rPr>
              <a:t>reliable delivery between adjacent nodes</a:t>
            </a:r>
            <a:endParaRPr lang="en-US" altLang="zh-CN" sz="2400" i="1" dirty="0">
              <a:solidFill>
                <a:srgbClr val="FF0000"/>
              </a:solidFill>
              <a:ea typeface="宋体" panose="02010600030101010101" pitchFamily="2" charset="-122"/>
            </a:endParaRPr>
          </a:p>
          <a:p>
            <a:pPr lvl="1"/>
            <a:r>
              <a:rPr lang="en-US" altLang="zh-CN" sz="2000" dirty="0">
                <a:ea typeface="宋体" panose="02010600030101010101" pitchFamily="2" charset="-122"/>
              </a:rPr>
              <a:t>we learned how to do this already (chapter 3)!</a:t>
            </a:r>
            <a:endParaRPr lang="en-US" altLang="zh-CN" sz="2000" dirty="0">
              <a:ea typeface="宋体" panose="02010600030101010101" pitchFamily="2" charset="-122"/>
            </a:endParaRPr>
          </a:p>
          <a:p>
            <a:pPr lvl="1"/>
            <a:r>
              <a:rPr lang="en-US" altLang="zh-CN" sz="2000" dirty="0">
                <a:ea typeface="宋体" panose="02010600030101010101" pitchFamily="2" charset="-122"/>
              </a:rPr>
              <a:t>seldom used on low bit-error link (fiber, some twisted pair)</a:t>
            </a:r>
            <a:endParaRPr lang="en-US" altLang="zh-CN" sz="2000" dirty="0">
              <a:ea typeface="宋体" panose="02010600030101010101" pitchFamily="2" charset="-122"/>
            </a:endParaRPr>
          </a:p>
          <a:p>
            <a:pPr lvl="1"/>
            <a:r>
              <a:rPr lang="en-US" altLang="zh-CN" sz="2000" dirty="0">
                <a:ea typeface="宋体" panose="02010600030101010101" pitchFamily="2" charset="-122"/>
              </a:rPr>
              <a:t>wireless links: high error rates</a:t>
            </a:r>
            <a:endParaRPr lang="en-US" altLang="zh-CN" sz="2000" dirty="0">
              <a:ea typeface="宋体" panose="02010600030101010101" pitchFamily="2" charset="-122"/>
            </a:endParaRPr>
          </a:p>
          <a:p>
            <a:pPr lvl="2"/>
            <a:r>
              <a:rPr lang="en-US" altLang="zh-CN" dirty="0">
                <a:ea typeface="宋体" panose="02010600030101010101" pitchFamily="2" charset="-122"/>
              </a:rPr>
              <a:t>Q: why both link-level and end-end reliability?</a:t>
            </a:r>
            <a:endParaRPr lang="en-US" altLang="zh-CN" dirty="0">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638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6387"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Link Layer Services (more)</a:t>
            </a:r>
            <a:endParaRPr lang="en-US" altLang="zh-CN" dirty="0">
              <a:ea typeface="宋体" panose="02010600030101010101" pitchFamily="2" charset="-122"/>
            </a:endParaRPr>
          </a:p>
        </p:txBody>
      </p:sp>
      <p:sp>
        <p:nvSpPr>
          <p:cNvPr id="16388" name="Rectangle 3"/>
          <p:cNvSpPr>
            <a:spLocks noGrp="1"/>
          </p:cNvSpPr>
          <p:nvPr>
            <p:ph idx="1"/>
          </p:nvPr>
        </p:nvSpPr>
        <p:spPr>
          <a:ln/>
        </p:spPr>
        <p:txBody>
          <a:bodyPr vert="horz" wrap="square" lIns="91440" tIns="45720" rIns="91440" bIns="45720" anchor="t" anchorCtr="0"/>
          <a:p>
            <a:r>
              <a:rPr lang="en-US" altLang="zh-CN" sz="2400" i="1" dirty="0">
                <a:solidFill>
                  <a:srgbClr val="FF0000"/>
                </a:solidFill>
                <a:ea typeface="宋体" panose="02010600030101010101" pitchFamily="2" charset="-122"/>
              </a:rPr>
              <a:t>flow control:</a:t>
            </a:r>
            <a:r>
              <a:rPr lang="en-US" altLang="zh-CN" dirty="0">
                <a:ea typeface="宋体" panose="02010600030101010101" pitchFamily="2" charset="-122"/>
              </a:rPr>
              <a:t> </a:t>
            </a:r>
            <a:endParaRPr lang="en-US" altLang="zh-CN" dirty="0">
              <a:ea typeface="宋体" panose="02010600030101010101" pitchFamily="2" charset="-122"/>
            </a:endParaRPr>
          </a:p>
          <a:p>
            <a:pPr lvl="1"/>
            <a:r>
              <a:rPr lang="en-US" altLang="zh-CN" sz="2000" dirty="0">
                <a:ea typeface="宋体" panose="02010600030101010101" pitchFamily="2" charset="-122"/>
              </a:rPr>
              <a:t>pacing between adjacent sending and receiving nodes</a:t>
            </a:r>
            <a:endParaRPr lang="en-US" altLang="zh-CN" dirty="0">
              <a:ea typeface="宋体" panose="02010600030101010101" pitchFamily="2" charset="-122"/>
            </a:endParaRPr>
          </a:p>
          <a:p>
            <a:r>
              <a:rPr lang="en-US" altLang="zh-CN" sz="2400" i="1" dirty="0">
                <a:solidFill>
                  <a:srgbClr val="FF0000"/>
                </a:solidFill>
                <a:ea typeface="宋体" panose="02010600030101010101" pitchFamily="2" charset="-122"/>
              </a:rPr>
              <a:t>error detection</a:t>
            </a:r>
            <a:r>
              <a:rPr lang="en-US" altLang="zh-CN" sz="2400" dirty="0">
                <a:solidFill>
                  <a:srgbClr val="FF0000"/>
                </a:solidFill>
                <a:ea typeface="宋体" panose="02010600030101010101" pitchFamily="2" charset="-122"/>
              </a:rPr>
              <a:t>:</a:t>
            </a:r>
            <a:r>
              <a:rPr lang="en-US" altLang="zh-CN" dirty="0">
                <a:ea typeface="宋体" panose="02010600030101010101" pitchFamily="2" charset="-122"/>
              </a:rPr>
              <a:t> </a:t>
            </a:r>
            <a:endParaRPr lang="en-US" altLang="zh-CN" dirty="0">
              <a:ea typeface="宋体" panose="02010600030101010101" pitchFamily="2" charset="-122"/>
            </a:endParaRPr>
          </a:p>
          <a:p>
            <a:pPr lvl="1"/>
            <a:r>
              <a:rPr lang="en-US" altLang="zh-CN" sz="2000" dirty="0">
                <a:ea typeface="宋体" panose="02010600030101010101" pitchFamily="2" charset="-122"/>
              </a:rPr>
              <a:t>errors caused by signal attenuation, noise. </a:t>
            </a:r>
            <a:endParaRPr lang="en-US" altLang="zh-CN" sz="2000" dirty="0">
              <a:ea typeface="宋体" panose="02010600030101010101" pitchFamily="2" charset="-122"/>
            </a:endParaRPr>
          </a:p>
          <a:p>
            <a:pPr lvl="1"/>
            <a:r>
              <a:rPr lang="en-US" altLang="zh-CN" sz="2000" dirty="0">
                <a:ea typeface="宋体" panose="02010600030101010101" pitchFamily="2" charset="-122"/>
              </a:rPr>
              <a:t>receiver detects presence of errors: </a:t>
            </a:r>
            <a:endParaRPr lang="en-US" altLang="zh-CN" sz="2000" dirty="0">
              <a:ea typeface="宋体" panose="02010600030101010101" pitchFamily="2" charset="-122"/>
            </a:endParaRPr>
          </a:p>
          <a:p>
            <a:pPr lvl="2"/>
            <a:r>
              <a:rPr lang="en-US" altLang="zh-CN" dirty="0">
                <a:ea typeface="宋体" panose="02010600030101010101" pitchFamily="2" charset="-122"/>
              </a:rPr>
              <a:t>signals sender for retransmission or drops frame </a:t>
            </a:r>
            <a:endParaRPr lang="en-US" altLang="zh-CN" dirty="0">
              <a:ea typeface="宋体" panose="02010600030101010101" pitchFamily="2" charset="-122"/>
            </a:endParaRPr>
          </a:p>
          <a:p>
            <a:r>
              <a:rPr lang="en-US" altLang="zh-CN" sz="2400" dirty="0">
                <a:solidFill>
                  <a:srgbClr val="FF0000"/>
                </a:solidFill>
                <a:ea typeface="宋体" panose="02010600030101010101" pitchFamily="2" charset="-122"/>
              </a:rPr>
              <a:t>error correction:</a:t>
            </a:r>
            <a:r>
              <a:rPr lang="en-US" altLang="zh-CN" dirty="0">
                <a:ea typeface="宋体" panose="02010600030101010101" pitchFamily="2" charset="-122"/>
              </a:rPr>
              <a:t> </a:t>
            </a:r>
            <a:endParaRPr lang="en-US" altLang="zh-CN" dirty="0">
              <a:ea typeface="宋体" panose="02010600030101010101" pitchFamily="2" charset="-122"/>
            </a:endParaRPr>
          </a:p>
          <a:p>
            <a:pPr lvl="1"/>
            <a:r>
              <a:rPr lang="en-US" altLang="zh-CN" sz="2000" dirty="0">
                <a:ea typeface="宋体" panose="02010600030101010101" pitchFamily="2" charset="-122"/>
              </a:rPr>
              <a:t>receiver identifies </a:t>
            </a:r>
            <a:r>
              <a:rPr lang="en-US" altLang="zh-CN" sz="2000" i="1" dirty="0">
                <a:solidFill>
                  <a:srgbClr val="FF0000"/>
                </a:solidFill>
                <a:ea typeface="宋体" panose="02010600030101010101" pitchFamily="2" charset="-122"/>
              </a:rPr>
              <a:t>and corrects</a:t>
            </a:r>
            <a:r>
              <a:rPr lang="en-US" altLang="zh-CN" sz="2000" dirty="0">
                <a:ea typeface="宋体" panose="02010600030101010101" pitchFamily="2" charset="-122"/>
              </a:rPr>
              <a:t> bit error(s) without resorting to retransmission</a:t>
            </a:r>
            <a:endParaRPr lang="en-US" altLang="zh-CN" dirty="0">
              <a:ea typeface="宋体" panose="02010600030101010101" pitchFamily="2" charset="-122"/>
            </a:endParaRPr>
          </a:p>
          <a:p>
            <a:r>
              <a:rPr lang="en-US" altLang="zh-CN" sz="2400" i="1" dirty="0">
                <a:solidFill>
                  <a:srgbClr val="FF0000"/>
                </a:solidFill>
                <a:ea typeface="宋体" panose="02010600030101010101" pitchFamily="2" charset="-122"/>
              </a:rPr>
              <a:t>half-duplex and full-duplex</a:t>
            </a:r>
            <a:endParaRPr lang="en-US" altLang="zh-CN" sz="2400" dirty="0">
              <a:solidFill>
                <a:srgbClr val="FF0000"/>
              </a:solidFill>
              <a:ea typeface="宋体" panose="02010600030101010101" pitchFamily="2" charset="-122"/>
            </a:endParaRPr>
          </a:p>
          <a:p>
            <a:pPr lvl="1"/>
            <a:r>
              <a:rPr lang="en-US" altLang="zh-CN" sz="2000" dirty="0">
                <a:ea typeface="宋体" panose="02010600030101010101" pitchFamily="2" charset="-122"/>
              </a:rPr>
              <a:t>with half duplex, nodes at both ends of link can transmit, but not at same time</a:t>
            </a:r>
            <a:endParaRPr lang="en-US" altLang="zh-CN" dirty="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页脚占位符 5"/>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8434"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8435" name="Rectangle 2"/>
          <p:cNvSpPr>
            <a:spLocks noGrp="1"/>
          </p:cNvSpPr>
          <p:nvPr>
            <p:ph type="title"/>
          </p:nvPr>
        </p:nvSpPr>
        <p:spPr>
          <a:xfrm>
            <a:off x="533400" y="228600"/>
            <a:ext cx="8251825" cy="1143000"/>
          </a:xfrm>
          <a:ln/>
        </p:spPr>
        <p:txBody>
          <a:bodyPr vert="horz" wrap="square" lIns="91440" tIns="45720" rIns="91440" bIns="45720" anchor="ctr" anchorCtr="0"/>
          <a:p>
            <a:r>
              <a:rPr lang="en-US" altLang="zh-CN" sz="3600" dirty="0">
                <a:ea typeface="宋体" panose="02010600030101010101" pitchFamily="2" charset="-122"/>
              </a:rPr>
              <a:t>Where is the link layer implemented?</a:t>
            </a:r>
            <a:endParaRPr lang="en-US" altLang="zh-CN" sz="3600" dirty="0">
              <a:ea typeface="宋体" panose="02010600030101010101" pitchFamily="2" charset="-122"/>
            </a:endParaRPr>
          </a:p>
        </p:txBody>
      </p:sp>
      <p:sp>
        <p:nvSpPr>
          <p:cNvPr id="18436" name="Rectangle 3"/>
          <p:cNvSpPr>
            <a:spLocks noGrp="1"/>
          </p:cNvSpPr>
          <p:nvPr>
            <p:ph sz="half" idx="1"/>
          </p:nvPr>
        </p:nvSpPr>
        <p:spPr>
          <a:xfrm>
            <a:off x="398463" y="1466850"/>
            <a:ext cx="4075112" cy="4659313"/>
          </a:xfrm>
          <a:ln/>
        </p:spPr>
        <p:txBody>
          <a:bodyPr vert="horz" wrap="square" lIns="91440" tIns="45720" rIns="91440" bIns="45720" anchor="t" anchorCtr="0"/>
          <a:p>
            <a:pPr>
              <a:buClr>
                <a:schemeClr val="accent2"/>
              </a:buClr>
              <a:buSzPct val="85000"/>
              <a:buFont typeface="ZapfDingbats" pitchFamily="82" charset="2"/>
            </a:pPr>
            <a:r>
              <a:rPr lang="en-US" altLang="zh-CN" sz="2400" dirty="0">
                <a:ea typeface="宋体" panose="02010600030101010101" pitchFamily="2" charset="-122"/>
              </a:rPr>
              <a:t>in each and every host</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link layer implemented in “adaptor” (aka </a:t>
            </a:r>
            <a:r>
              <a:rPr lang="en-US" altLang="zh-CN" sz="2400" i="1" dirty="0">
                <a:solidFill>
                  <a:srgbClr val="FF0000"/>
                </a:solidFill>
                <a:ea typeface="宋体" panose="02010600030101010101" pitchFamily="2" charset="-122"/>
              </a:rPr>
              <a:t>network interface card</a:t>
            </a:r>
            <a:r>
              <a:rPr lang="en-US" altLang="zh-CN" sz="2400" dirty="0">
                <a:ea typeface="宋体" panose="02010600030101010101" pitchFamily="2" charset="-122"/>
              </a:rPr>
              <a:t> NIC)</a:t>
            </a:r>
            <a:endParaRPr lang="en-US" altLang="zh-CN" sz="24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Ethernet card, PCMCI card, 802.11 card</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implements link, physical layer</a:t>
            </a:r>
            <a:endParaRPr lang="en-US" altLang="zh-CN" sz="20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attaches into host’s system buses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combination of hardware, software, firmware</a:t>
            </a:r>
            <a:endParaRPr lang="en-US" altLang="zh-CN" sz="2400" dirty="0">
              <a:ea typeface="宋体" panose="02010600030101010101" pitchFamily="2" charset="-122"/>
            </a:endParaRPr>
          </a:p>
          <a:p>
            <a:pPr lvl="1">
              <a:buClr>
                <a:schemeClr val="accent2"/>
              </a:buClr>
              <a:buSzPct val="75000"/>
              <a:buFont typeface="ZapfDingbats" pitchFamily="82" charset="2"/>
            </a:pPr>
            <a:endParaRPr lang="en-US" altLang="zh-CN" sz="2000" dirty="0">
              <a:ea typeface="宋体" panose="02010600030101010101" pitchFamily="2" charset="-122"/>
            </a:endParaRPr>
          </a:p>
        </p:txBody>
      </p:sp>
      <p:sp>
        <p:nvSpPr>
          <p:cNvPr id="18437" name="Rectangle 42"/>
          <p:cNvSpPr/>
          <p:nvPr/>
        </p:nvSpPr>
        <p:spPr>
          <a:xfrm>
            <a:off x="6129338" y="2614613"/>
            <a:ext cx="1836737" cy="2401887"/>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8438" name="Rectangle 44"/>
          <p:cNvSpPr/>
          <p:nvPr/>
        </p:nvSpPr>
        <p:spPr>
          <a:xfrm>
            <a:off x="6578600" y="4552950"/>
            <a:ext cx="666750" cy="28257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8439" name="Rectangle 45"/>
          <p:cNvSpPr/>
          <p:nvPr/>
        </p:nvSpPr>
        <p:spPr>
          <a:xfrm>
            <a:off x="6578600" y="3965575"/>
            <a:ext cx="657225" cy="519113"/>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200" i="0" dirty="0">
                <a:latin typeface="Arial" panose="020B0604020202020204" pitchFamily="34" charset="0"/>
                <a:ea typeface="宋体" panose="02010600030101010101" pitchFamily="2" charset="-122"/>
              </a:rPr>
              <a:t>controller</a:t>
            </a:r>
            <a:endParaRPr lang="en-US" altLang="zh-CN" sz="1200" i="0" dirty="0">
              <a:latin typeface="Arial" panose="020B0604020202020204" pitchFamily="34" charset="0"/>
              <a:ea typeface="宋体" panose="02010600030101010101" pitchFamily="2" charset="-122"/>
            </a:endParaRPr>
          </a:p>
        </p:txBody>
      </p:sp>
      <p:sp>
        <p:nvSpPr>
          <p:cNvPr id="18440" name="Text Box 46"/>
          <p:cNvSpPr txBox="1"/>
          <p:nvPr/>
        </p:nvSpPr>
        <p:spPr>
          <a:xfrm>
            <a:off x="6384925" y="4562475"/>
            <a:ext cx="1036638" cy="455613"/>
          </a:xfrm>
          <a:prstGeom prst="rect">
            <a:avLst/>
          </a:prstGeom>
          <a:noFill/>
          <a:ln w="9525">
            <a:noFill/>
          </a:ln>
        </p:spPr>
        <p:txBody>
          <a:bodyPr wrap="none" anchor="t" anchorCtr="0">
            <a:spAutoFit/>
          </a:bodyPr>
          <a:p>
            <a:pPr algn="ctr">
              <a:buClrTx/>
              <a:buFontTx/>
            </a:pPr>
            <a:r>
              <a:rPr lang="en-US" altLang="zh-CN" sz="1200" i="0" dirty="0">
                <a:latin typeface="Arial" panose="020B0604020202020204" pitchFamily="34" charset="0"/>
                <a:ea typeface="宋体" panose="02010600030101010101" pitchFamily="2" charset="-122"/>
              </a:rPr>
              <a:t>physical</a:t>
            </a:r>
            <a:endParaRPr lang="en-US" altLang="zh-CN" sz="1200" i="0" dirty="0">
              <a:latin typeface="Arial" panose="020B0604020202020204" pitchFamily="34" charset="0"/>
              <a:ea typeface="宋体" panose="02010600030101010101" pitchFamily="2" charset="-122"/>
            </a:endParaRPr>
          </a:p>
          <a:p>
            <a:pPr algn="ctr">
              <a:buClrTx/>
              <a:buFontTx/>
            </a:pPr>
            <a:r>
              <a:rPr lang="en-US" altLang="zh-CN" sz="1200" i="0" dirty="0">
                <a:latin typeface="Arial" panose="020B0604020202020204" pitchFamily="34" charset="0"/>
                <a:ea typeface="宋体" panose="02010600030101010101" pitchFamily="2" charset="-122"/>
              </a:rPr>
              <a:t>transmission</a:t>
            </a:r>
            <a:endParaRPr lang="en-US" altLang="zh-CN" sz="1200" i="0" dirty="0">
              <a:latin typeface="Arial" panose="020B0604020202020204" pitchFamily="34" charset="0"/>
              <a:ea typeface="宋体" panose="02010600030101010101" pitchFamily="2" charset="-122"/>
            </a:endParaRPr>
          </a:p>
        </p:txBody>
      </p:sp>
      <p:sp>
        <p:nvSpPr>
          <p:cNvPr id="18441" name="Freeform 47"/>
          <p:cNvSpPr/>
          <p:nvPr/>
        </p:nvSpPr>
        <p:spPr>
          <a:xfrm>
            <a:off x="6630988" y="3484563"/>
            <a:ext cx="200025" cy="460375"/>
          </a:xfrm>
          <a:custGeom>
            <a:avLst/>
            <a:gdLst/>
            <a:ahLst/>
            <a:cxnLst>
              <a:cxn ang="0">
                <a:pos x="0" y="0"/>
              </a:cxn>
              <a:cxn ang="0">
                <a:pos x="0" y="2147483646"/>
              </a:cxn>
              <a:cxn ang="0">
                <a:pos x="2147483646" y="2147483646"/>
              </a:cxn>
              <a:cxn ang="0">
                <a:pos x="2147483646" y="2147483646"/>
              </a:cxn>
            </a:cxnLst>
            <a:pathLst>
              <a:path w="361" h="478">
                <a:moveTo>
                  <a:pt x="0" y="0"/>
                </a:moveTo>
                <a:lnTo>
                  <a:pt x="0" y="230"/>
                </a:lnTo>
                <a:lnTo>
                  <a:pt x="361" y="230"/>
                </a:lnTo>
                <a:lnTo>
                  <a:pt x="359" y="478"/>
                </a:lnTo>
              </a:path>
            </a:pathLst>
          </a:custGeom>
          <a:noFill/>
          <a:ln w="38100" cap="flat" cmpd="sng">
            <a:solidFill>
              <a:schemeClr val="tx1"/>
            </a:solidFill>
            <a:prstDash val="solid"/>
            <a:round/>
            <a:headEnd type="triangle" w="med" len="med"/>
            <a:tailEnd type="triangle" w="med" len="med"/>
          </a:ln>
        </p:spPr>
        <p:txBody>
          <a:bodyPr/>
          <a:p>
            <a:endParaRPr lang="zh-CN" altLang="en-US"/>
          </a:p>
        </p:txBody>
      </p:sp>
      <p:sp>
        <p:nvSpPr>
          <p:cNvPr id="18442" name="Line 48"/>
          <p:cNvSpPr/>
          <p:nvPr/>
        </p:nvSpPr>
        <p:spPr>
          <a:xfrm>
            <a:off x="6496050" y="3657600"/>
            <a:ext cx="1358900" cy="0"/>
          </a:xfrm>
          <a:prstGeom prst="line">
            <a:avLst/>
          </a:prstGeom>
          <a:ln w="9525" cap="flat" cmpd="sng">
            <a:solidFill>
              <a:schemeClr val="tx1"/>
            </a:solidFill>
            <a:prstDash val="solid"/>
            <a:round/>
            <a:headEnd type="none" w="med" len="med"/>
            <a:tailEnd type="none" w="med" len="med"/>
          </a:ln>
        </p:spPr>
      </p:sp>
      <p:sp>
        <p:nvSpPr>
          <p:cNvPr id="18443" name="Line 49"/>
          <p:cNvSpPr/>
          <p:nvPr/>
        </p:nvSpPr>
        <p:spPr>
          <a:xfrm flipV="1">
            <a:off x="6891338" y="3665538"/>
            <a:ext cx="0" cy="300037"/>
          </a:xfrm>
          <a:prstGeom prst="line">
            <a:avLst/>
          </a:prstGeom>
          <a:ln w="9525" cap="flat" cmpd="sng">
            <a:solidFill>
              <a:schemeClr val="tx1"/>
            </a:solidFill>
            <a:prstDash val="solid"/>
            <a:round/>
            <a:headEnd type="none" w="med" len="med"/>
            <a:tailEnd type="none" w="med" len="med"/>
          </a:ln>
        </p:spPr>
      </p:sp>
      <p:sp>
        <p:nvSpPr>
          <p:cNvPr id="18444" name="Rectangle 50"/>
          <p:cNvSpPr/>
          <p:nvPr/>
        </p:nvSpPr>
        <p:spPr>
          <a:xfrm>
            <a:off x="6384925" y="2967038"/>
            <a:ext cx="657225" cy="519112"/>
          </a:xfrm>
          <a:prstGeom prst="rect">
            <a:avLst/>
          </a:prstGeom>
          <a:solidFill>
            <a:schemeClr val="bg1"/>
          </a:solidFill>
          <a:ln w="28575" cap="flat" cmpd="sng">
            <a:solidFill>
              <a:srgbClr val="FF0000"/>
            </a:solidFill>
            <a:prstDash val="solid"/>
            <a:miter/>
            <a:headEnd type="none" w="med" len="med"/>
            <a:tailEnd type="none" w="med" len="med"/>
          </a:ln>
        </p:spPr>
        <p:txBody>
          <a:bodyPr wrap="none" anchor="ctr" anchorCtr="0"/>
          <a:p>
            <a:pPr algn="ctr">
              <a:buClrTx/>
              <a:buFontTx/>
            </a:pPr>
            <a:r>
              <a:rPr lang="en-US" altLang="zh-CN" sz="1200" i="0" dirty="0">
                <a:latin typeface="Arial" panose="020B0604020202020204" pitchFamily="34" charset="0"/>
                <a:ea typeface="宋体" panose="02010600030101010101" pitchFamily="2" charset="-122"/>
              </a:rPr>
              <a:t>cpu</a:t>
            </a:r>
            <a:endParaRPr lang="en-US" altLang="zh-CN" sz="1200" i="0" dirty="0">
              <a:latin typeface="Arial" panose="020B0604020202020204" pitchFamily="34" charset="0"/>
              <a:ea typeface="宋体" panose="02010600030101010101" pitchFamily="2" charset="-122"/>
            </a:endParaRPr>
          </a:p>
        </p:txBody>
      </p:sp>
      <p:sp>
        <p:nvSpPr>
          <p:cNvPr id="18445" name="Rectangle 51"/>
          <p:cNvSpPr/>
          <p:nvPr/>
        </p:nvSpPr>
        <p:spPr>
          <a:xfrm>
            <a:off x="7204075" y="2968625"/>
            <a:ext cx="657225" cy="519113"/>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200" i="0" dirty="0">
                <a:latin typeface="Arial" panose="020B0604020202020204" pitchFamily="34" charset="0"/>
                <a:ea typeface="宋体" panose="02010600030101010101" pitchFamily="2" charset="-122"/>
              </a:rPr>
              <a:t>memory</a:t>
            </a:r>
            <a:endParaRPr lang="en-US" altLang="zh-CN" sz="1200" i="0" dirty="0">
              <a:latin typeface="Arial" panose="020B0604020202020204" pitchFamily="34" charset="0"/>
              <a:ea typeface="宋体" panose="02010600030101010101" pitchFamily="2" charset="-122"/>
            </a:endParaRPr>
          </a:p>
        </p:txBody>
      </p:sp>
      <p:sp>
        <p:nvSpPr>
          <p:cNvPr id="18446" name="Line 52"/>
          <p:cNvSpPr/>
          <p:nvPr/>
        </p:nvSpPr>
        <p:spPr>
          <a:xfrm flipH="1" flipV="1">
            <a:off x="6688138" y="3487738"/>
            <a:ext cx="1587" cy="169862"/>
          </a:xfrm>
          <a:prstGeom prst="line">
            <a:avLst/>
          </a:prstGeom>
          <a:ln w="9525" cap="flat" cmpd="sng">
            <a:solidFill>
              <a:schemeClr val="tx1"/>
            </a:solidFill>
            <a:prstDash val="solid"/>
            <a:round/>
            <a:headEnd type="none" w="med" len="med"/>
            <a:tailEnd type="none" w="med" len="med"/>
          </a:ln>
        </p:spPr>
      </p:sp>
      <p:sp>
        <p:nvSpPr>
          <p:cNvPr id="18447" name="Line 53"/>
          <p:cNvSpPr/>
          <p:nvPr/>
        </p:nvSpPr>
        <p:spPr>
          <a:xfrm flipH="1" flipV="1">
            <a:off x="7561263" y="3489325"/>
            <a:ext cx="1587" cy="171450"/>
          </a:xfrm>
          <a:prstGeom prst="line">
            <a:avLst/>
          </a:prstGeom>
          <a:ln w="9525" cap="flat" cmpd="sng">
            <a:solidFill>
              <a:schemeClr val="tx1"/>
            </a:solidFill>
            <a:prstDash val="solid"/>
            <a:round/>
            <a:headEnd type="none" w="med" len="med"/>
            <a:tailEnd type="none" w="med" len="med"/>
          </a:ln>
        </p:spPr>
      </p:sp>
      <p:sp>
        <p:nvSpPr>
          <p:cNvPr id="18448" name="Text Box 54"/>
          <p:cNvSpPr txBox="1"/>
          <p:nvPr/>
        </p:nvSpPr>
        <p:spPr>
          <a:xfrm>
            <a:off x="8008938" y="3786188"/>
            <a:ext cx="879475" cy="639762"/>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host </a:t>
            </a:r>
            <a:endParaRPr lang="en-US" altLang="zh-CN" sz="1200" dirty="0">
              <a:latin typeface="Arial" panose="020B0604020202020204" pitchFamily="34" charset="0"/>
              <a:ea typeface="宋体" panose="02010600030101010101" pitchFamily="2" charset="-122"/>
            </a:endParaRPr>
          </a:p>
          <a:p>
            <a:pPr>
              <a:buClrTx/>
              <a:buFontTx/>
            </a:pPr>
            <a:r>
              <a:rPr lang="en-US" altLang="zh-CN" sz="1200" dirty="0">
                <a:latin typeface="Arial" panose="020B0604020202020204" pitchFamily="34" charset="0"/>
                <a:ea typeface="宋体" panose="02010600030101010101" pitchFamily="2" charset="-122"/>
              </a:rPr>
              <a:t>bus </a:t>
            </a:r>
            <a:endParaRPr lang="en-US" altLang="zh-CN" sz="1200" dirty="0">
              <a:latin typeface="Arial" panose="020B0604020202020204" pitchFamily="34" charset="0"/>
              <a:ea typeface="宋体" panose="02010600030101010101" pitchFamily="2" charset="-122"/>
            </a:endParaRPr>
          </a:p>
          <a:p>
            <a:pPr>
              <a:buClrTx/>
              <a:buFontTx/>
            </a:pPr>
            <a:r>
              <a:rPr lang="en-US" altLang="zh-CN" sz="1200" dirty="0">
                <a:latin typeface="Arial" panose="020B0604020202020204" pitchFamily="34" charset="0"/>
                <a:ea typeface="宋体" panose="02010600030101010101" pitchFamily="2" charset="-122"/>
              </a:rPr>
              <a:t>(e.g., PCI)</a:t>
            </a:r>
            <a:endParaRPr lang="en-US" altLang="zh-CN" sz="1200" dirty="0">
              <a:latin typeface="Arial" panose="020B0604020202020204" pitchFamily="34" charset="0"/>
              <a:ea typeface="宋体" panose="02010600030101010101" pitchFamily="2" charset="-122"/>
            </a:endParaRPr>
          </a:p>
        </p:txBody>
      </p:sp>
      <p:sp>
        <p:nvSpPr>
          <p:cNvPr id="18449" name="Line 55"/>
          <p:cNvSpPr/>
          <p:nvPr/>
        </p:nvSpPr>
        <p:spPr>
          <a:xfrm flipH="1">
            <a:off x="6891338" y="4273550"/>
            <a:ext cx="12700" cy="339725"/>
          </a:xfrm>
          <a:prstGeom prst="line">
            <a:avLst/>
          </a:prstGeom>
          <a:ln w="38100" cap="flat" cmpd="sng">
            <a:solidFill>
              <a:schemeClr val="tx1"/>
            </a:solidFill>
            <a:prstDash val="solid"/>
            <a:round/>
            <a:headEnd type="triangle" w="med" len="med"/>
            <a:tailEnd type="triangle" w="med" len="med"/>
          </a:ln>
        </p:spPr>
      </p:sp>
      <p:sp>
        <p:nvSpPr>
          <p:cNvPr id="18450" name="Line 56"/>
          <p:cNvSpPr/>
          <p:nvPr/>
        </p:nvSpPr>
        <p:spPr>
          <a:xfrm>
            <a:off x="6889750" y="4806950"/>
            <a:ext cx="0" cy="366713"/>
          </a:xfrm>
          <a:prstGeom prst="line">
            <a:avLst/>
          </a:prstGeom>
          <a:ln w="38100" cap="flat" cmpd="sng">
            <a:solidFill>
              <a:schemeClr val="tx1"/>
            </a:solidFill>
            <a:prstDash val="solid"/>
            <a:round/>
            <a:headEnd type="triangle" w="med" len="med"/>
            <a:tailEnd type="triangle" w="med" len="med"/>
          </a:ln>
        </p:spPr>
      </p:sp>
      <p:sp>
        <p:nvSpPr>
          <p:cNvPr id="18451" name="Line 57"/>
          <p:cNvSpPr/>
          <p:nvPr/>
        </p:nvSpPr>
        <p:spPr>
          <a:xfrm flipH="1" flipV="1">
            <a:off x="7686675" y="3662363"/>
            <a:ext cx="382588" cy="268287"/>
          </a:xfrm>
          <a:prstGeom prst="line">
            <a:avLst/>
          </a:prstGeom>
          <a:ln w="9525" cap="flat" cmpd="sng">
            <a:solidFill>
              <a:schemeClr val="tx1"/>
            </a:solidFill>
            <a:prstDash val="solid"/>
            <a:round/>
            <a:headEnd type="none" w="med" len="med"/>
            <a:tailEnd type="none" w="med" len="med"/>
          </a:ln>
        </p:spPr>
      </p:sp>
      <p:sp>
        <p:nvSpPr>
          <p:cNvPr id="18452" name="Text Box 58"/>
          <p:cNvSpPr txBox="1"/>
          <p:nvPr/>
        </p:nvSpPr>
        <p:spPr>
          <a:xfrm>
            <a:off x="7296150" y="5356225"/>
            <a:ext cx="1273175" cy="457200"/>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network adapter</a:t>
            </a:r>
            <a:endParaRPr lang="en-US" altLang="zh-CN" sz="1200" dirty="0">
              <a:latin typeface="Arial" panose="020B0604020202020204" pitchFamily="34" charset="0"/>
              <a:ea typeface="宋体" panose="02010600030101010101" pitchFamily="2" charset="-122"/>
            </a:endParaRPr>
          </a:p>
          <a:p>
            <a:pPr>
              <a:buClrTx/>
              <a:buFontTx/>
            </a:pPr>
            <a:r>
              <a:rPr lang="en-US" altLang="zh-CN" sz="1200" dirty="0">
                <a:latin typeface="Arial" panose="020B0604020202020204" pitchFamily="34" charset="0"/>
                <a:ea typeface="宋体" panose="02010600030101010101" pitchFamily="2" charset="-122"/>
              </a:rPr>
              <a:t>card</a:t>
            </a:r>
            <a:endParaRPr lang="en-US" altLang="zh-CN" sz="1200" dirty="0">
              <a:latin typeface="Arial" panose="020B0604020202020204" pitchFamily="34" charset="0"/>
              <a:ea typeface="宋体" panose="02010600030101010101" pitchFamily="2" charset="-122"/>
            </a:endParaRPr>
          </a:p>
        </p:txBody>
      </p:sp>
      <p:sp>
        <p:nvSpPr>
          <p:cNvPr id="18453" name="Line 59"/>
          <p:cNvSpPr/>
          <p:nvPr/>
        </p:nvSpPr>
        <p:spPr>
          <a:xfrm flipH="1" flipV="1">
            <a:off x="7504113" y="4679950"/>
            <a:ext cx="271462" cy="750888"/>
          </a:xfrm>
          <a:prstGeom prst="line">
            <a:avLst/>
          </a:prstGeom>
          <a:ln w="9525" cap="flat" cmpd="sng">
            <a:solidFill>
              <a:schemeClr val="tx1"/>
            </a:solidFill>
            <a:prstDash val="solid"/>
            <a:round/>
            <a:headEnd type="none" w="med" len="med"/>
            <a:tailEnd type="none" w="med" len="med"/>
          </a:ln>
        </p:spPr>
      </p:sp>
      <p:sp>
        <p:nvSpPr>
          <p:cNvPr id="18454" name="Text Box 60"/>
          <p:cNvSpPr txBox="1"/>
          <p:nvPr/>
        </p:nvSpPr>
        <p:spPr>
          <a:xfrm>
            <a:off x="6889750" y="2287588"/>
            <a:ext cx="1198563" cy="274637"/>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host schematic</a:t>
            </a:r>
            <a:endParaRPr lang="en-US" altLang="zh-CN" sz="1200" dirty="0">
              <a:latin typeface="Arial" panose="020B0604020202020204" pitchFamily="34" charset="0"/>
              <a:ea typeface="宋体" panose="02010600030101010101" pitchFamily="2" charset="-122"/>
            </a:endParaRPr>
          </a:p>
        </p:txBody>
      </p:sp>
      <p:sp>
        <p:nvSpPr>
          <p:cNvPr id="18455" name="Rectangle 43"/>
          <p:cNvSpPr/>
          <p:nvPr/>
        </p:nvSpPr>
        <p:spPr>
          <a:xfrm>
            <a:off x="6351588" y="3854450"/>
            <a:ext cx="1122362" cy="1082675"/>
          </a:xfrm>
          <a:prstGeom prst="rect">
            <a:avLst/>
          </a:prstGeom>
          <a:noFill/>
          <a:ln w="28575" cap="flat" cmpd="sng">
            <a:solidFill>
              <a:srgbClr val="FF0000"/>
            </a:solidFill>
            <a:prstDash val="dash"/>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306260" name="Group 84"/>
          <p:cNvGrpSpPr/>
          <p:nvPr/>
        </p:nvGrpSpPr>
        <p:grpSpPr>
          <a:xfrm>
            <a:off x="5091113" y="2743200"/>
            <a:ext cx="1466850" cy="2065338"/>
            <a:chOff x="2691" y="1728"/>
            <a:chExt cx="924" cy="1301"/>
          </a:xfrm>
        </p:grpSpPr>
        <p:sp>
          <p:nvSpPr>
            <p:cNvPr id="18457" name="Freeform 62"/>
            <p:cNvSpPr/>
            <p:nvPr/>
          </p:nvSpPr>
          <p:spPr>
            <a:xfrm>
              <a:off x="3225" y="2509"/>
              <a:ext cx="390" cy="520"/>
            </a:xfrm>
            <a:custGeom>
              <a:avLst/>
              <a:gdLst/>
              <a:ahLst/>
              <a:cxnLst>
                <a:cxn ang="0">
                  <a:pos x="390" y="0"/>
                </a:cxn>
                <a:cxn ang="0">
                  <a:pos x="0" y="221"/>
                </a:cxn>
                <a:cxn ang="0">
                  <a:pos x="3" y="433"/>
                </a:cxn>
                <a:cxn ang="0">
                  <a:pos x="388" y="520"/>
                </a:cxn>
                <a:cxn ang="0">
                  <a:pos x="390" y="0"/>
                </a:cxn>
              </a:cxnLst>
              <a:pathLst>
                <a:path w="390" h="520">
                  <a:moveTo>
                    <a:pt x="390" y="0"/>
                  </a:moveTo>
                  <a:lnTo>
                    <a:pt x="0" y="221"/>
                  </a:lnTo>
                  <a:lnTo>
                    <a:pt x="3" y="433"/>
                  </a:lnTo>
                  <a:lnTo>
                    <a:pt x="388" y="520"/>
                  </a:lnTo>
                  <a:lnTo>
                    <a:pt x="390" y="0"/>
                  </a:lnTo>
                  <a:close/>
                </a:path>
              </a:pathLst>
            </a:custGeom>
            <a:gradFill rotWithShape="1">
              <a:gsLst>
                <a:gs pos="0">
                  <a:srgbClr val="FF0000"/>
                </a:gs>
                <a:gs pos="100000">
                  <a:srgbClr val="FFFFFF"/>
                </a:gs>
              </a:gsLst>
              <a:lin ang="0" scaled="1"/>
              <a:tileRect/>
            </a:gradFill>
            <a:ln w="9525">
              <a:noFill/>
            </a:ln>
          </p:spPr>
          <p:txBody>
            <a:bodyPr/>
            <a:p>
              <a:endParaRPr lang="zh-CN" altLang="en-US"/>
            </a:p>
          </p:txBody>
        </p:sp>
        <p:sp>
          <p:nvSpPr>
            <p:cNvPr id="18458" name="Freeform 63"/>
            <p:cNvSpPr/>
            <p:nvPr/>
          </p:nvSpPr>
          <p:spPr>
            <a:xfrm>
              <a:off x="3222" y="1767"/>
              <a:ext cx="275" cy="443"/>
            </a:xfrm>
            <a:custGeom>
              <a:avLst/>
              <a:gdLst/>
              <a:ahLst/>
              <a:cxnLst>
                <a:cxn ang="0">
                  <a:pos x="264" y="108"/>
                </a:cxn>
                <a:cxn ang="0">
                  <a:pos x="0" y="0"/>
                </a:cxn>
                <a:cxn ang="0">
                  <a:pos x="2" y="443"/>
                </a:cxn>
                <a:cxn ang="0">
                  <a:pos x="275" y="412"/>
                </a:cxn>
                <a:cxn ang="0">
                  <a:pos x="264" y="108"/>
                </a:cxn>
              </a:cxnLst>
              <a:pathLst>
                <a:path w="275" h="443">
                  <a:moveTo>
                    <a:pt x="264" y="108"/>
                  </a:moveTo>
                  <a:lnTo>
                    <a:pt x="0" y="0"/>
                  </a:lnTo>
                  <a:lnTo>
                    <a:pt x="2" y="443"/>
                  </a:lnTo>
                  <a:lnTo>
                    <a:pt x="275" y="412"/>
                  </a:lnTo>
                  <a:lnTo>
                    <a:pt x="264" y="108"/>
                  </a:lnTo>
                  <a:close/>
                </a:path>
              </a:pathLst>
            </a:custGeom>
            <a:gradFill rotWithShape="1">
              <a:gsLst>
                <a:gs pos="0">
                  <a:srgbClr val="FF0000"/>
                </a:gs>
                <a:gs pos="100000">
                  <a:srgbClr val="FFFFFF"/>
                </a:gs>
              </a:gsLst>
              <a:lin ang="0" scaled="1"/>
              <a:tileRect/>
            </a:gradFill>
            <a:ln w="9525">
              <a:noFill/>
            </a:ln>
          </p:spPr>
          <p:txBody>
            <a:bodyPr/>
            <a:p>
              <a:endParaRPr lang="zh-CN" altLang="en-US"/>
            </a:p>
          </p:txBody>
        </p:sp>
        <p:sp>
          <p:nvSpPr>
            <p:cNvPr id="18459" name="Rectangle 64"/>
            <p:cNvSpPr/>
            <p:nvPr/>
          </p:nvSpPr>
          <p:spPr>
            <a:xfrm>
              <a:off x="2737" y="1775"/>
              <a:ext cx="489" cy="523"/>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8460" name="Text Box 65"/>
            <p:cNvSpPr txBox="1"/>
            <p:nvPr/>
          </p:nvSpPr>
          <p:spPr>
            <a:xfrm>
              <a:off x="2691" y="1728"/>
              <a:ext cx="572" cy="518"/>
            </a:xfrm>
            <a:prstGeom prst="rect">
              <a:avLst/>
            </a:prstGeom>
            <a:noFill/>
            <a:ln w="9525">
              <a:noFill/>
            </a:ln>
          </p:spPr>
          <p:txBody>
            <a:bodyPr wrap="none" anchor="t" anchorCtr="0">
              <a:spAutoFit/>
            </a:bodyPr>
            <a:p>
              <a:pPr algn="ctr">
                <a:buClrTx/>
                <a:buFontTx/>
              </a:pPr>
              <a:r>
                <a:rPr lang="en-US" altLang="zh-CN" sz="1200" i="0" dirty="0">
                  <a:latin typeface="Arial" panose="020B0604020202020204" pitchFamily="34" charset="0"/>
                  <a:ea typeface="宋体" panose="02010600030101010101" pitchFamily="2" charset="-122"/>
                </a:rPr>
                <a:t>application</a:t>
              </a:r>
              <a:endParaRPr lang="en-US" altLang="zh-CN" sz="1200" i="0" dirty="0">
                <a:latin typeface="Arial" panose="020B0604020202020204" pitchFamily="34" charset="0"/>
                <a:ea typeface="宋体" panose="02010600030101010101" pitchFamily="2" charset="-122"/>
              </a:endParaRPr>
            </a:p>
            <a:p>
              <a:pPr algn="ctr">
                <a:buClrTx/>
                <a:buFontTx/>
              </a:pPr>
              <a:r>
                <a:rPr lang="en-US" altLang="zh-CN" sz="1200" i="0" dirty="0">
                  <a:latin typeface="Arial" panose="020B0604020202020204" pitchFamily="34" charset="0"/>
                  <a:ea typeface="宋体" panose="02010600030101010101" pitchFamily="2" charset="-122"/>
                </a:rPr>
                <a:t>transport</a:t>
              </a:r>
              <a:endParaRPr lang="en-US" altLang="zh-CN" sz="1200" i="0" dirty="0">
                <a:latin typeface="Arial" panose="020B0604020202020204" pitchFamily="34" charset="0"/>
                <a:ea typeface="宋体" panose="02010600030101010101" pitchFamily="2" charset="-122"/>
              </a:endParaRPr>
            </a:p>
            <a:p>
              <a:pPr algn="ctr">
                <a:buClrTx/>
                <a:buFontTx/>
              </a:pPr>
              <a:r>
                <a:rPr lang="en-US" altLang="zh-CN" sz="1200" i="0" dirty="0">
                  <a:latin typeface="Arial" panose="020B0604020202020204" pitchFamily="34" charset="0"/>
                  <a:ea typeface="宋体" panose="02010600030101010101" pitchFamily="2" charset="-122"/>
                </a:rPr>
                <a:t>network</a:t>
              </a:r>
              <a:endParaRPr lang="en-US" altLang="zh-CN" sz="1200" i="0" dirty="0">
                <a:latin typeface="Arial" panose="020B0604020202020204" pitchFamily="34" charset="0"/>
                <a:ea typeface="宋体" panose="02010600030101010101" pitchFamily="2" charset="-122"/>
              </a:endParaRPr>
            </a:p>
            <a:p>
              <a:pPr algn="ctr">
                <a:buClrTx/>
                <a:buFontTx/>
              </a:pPr>
              <a:r>
                <a:rPr lang="en-US" altLang="zh-CN" sz="1200" i="0" dirty="0">
                  <a:latin typeface="Arial" panose="020B0604020202020204" pitchFamily="34" charset="0"/>
                  <a:ea typeface="宋体" panose="02010600030101010101" pitchFamily="2" charset="-122"/>
                </a:rPr>
                <a:t>link</a:t>
              </a:r>
              <a:endParaRPr lang="en-US" altLang="zh-CN" sz="1200" i="0" dirty="0">
                <a:latin typeface="Arial" panose="020B0604020202020204" pitchFamily="34" charset="0"/>
                <a:ea typeface="宋体" panose="02010600030101010101" pitchFamily="2" charset="-122"/>
              </a:endParaRPr>
            </a:p>
          </p:txBody>
        </p:sp>
        <p:sp>
          <p:nvSpPr>
            <p:cNvPr id="18461" name="Line 66"/>
            <p:cNvSpPr/>
            <p:nvPr/>
          </p:nvSpPr>
          <p:spPr>
            <a:xfrm>
              <a:off x="2737" y="1886"/>
              <a:ext cx="489" cy="0"/>
            </a:xfrm>
            <a:prstGeom prst="line">
              <a:avLst/>
            </a:prstGeom>
            <a:ln w="9525" cap="flat" cmpd="sng">
              <a:solidFill>
                <a:schemeClr val="tx1"/>
              </a:solidFill>
              <a:prstDash val="solid"/>
              <a:round/>
              <a:headEnd type="none" w="med" len="med"/>
              <a:tailEnd type="none" w="med" len="med"/>
            </a:ln>
          </p:spPr>
        </p:sp>
        <p:sp>
          <p:nvSpPr>
            <p:cNvPr id="18462" name="Line 67"/>
            <p:cNvSpPr/>
            <p:nvPr/>
          </p:nvSpPr>
          <p:spPr>
            <a:xfrm>
              <a:off x="2737" y="1991"/>
              <a:ext cx="489" cy="0"/>
            </a:xfrm>
            <a:prstGeom prst="line">
              <a:avLst/>
            </a:prstGeom>
            <a:ln w="9525" cap="flat" cmpd="sng">
              <a:solidFill>
                <a:schemeClr val="tx1"/>
              </a:solidFill>
              <a:prstDash val="solid"/>
              <a:round/>
              <a:headEnd type="none" w="med" len="med"/>
              <a:tailEnd type="none" w="med" len="med"/>
            </a:ln>
          </p:spPr>
        </p:sp>
        <p:sp>
          <p:nvSpPr>
            <p:cNvPr id="18463" name="Line 68"/>
            <p:cNvSpPr/>
            <p:nvPr/>
          </p:nvSpPr>
          <p:spPr>
            <a:xfrm>
              <a:off x="2735" y="2098"/>
              <a:ext cx="489" cy="0"/>
            </a:xfrm>
            <a:prstGeom prst="line">
              <a:avLst/>
            </a:prstGeom>
            <a:ln w="9525" cap="flat" cmpd="sng">
              <a:solidFill>
                <a:schemeClr val="tx1"/>
              </a:solidFill>
              <a:prstDash val="solid"/>
              <a:round/>
              <a:headEnd type="none" w="med" len="med"/>
              <a:tailEnd type="none" w="med" len="med"/>
            </a:ln>
          </p:spPr>
        </p:sp>
        <p:sp>
          <p:nvSpPr>
            <p:cNvPr id="18464" name="Line 69"/>
            <p:cNvSpPr/>
            <p:nvPr/>
          </p:nvSpPr>
          <p:spPr>
            <a:xfrm>
              <a:off x="2738" y="2206"/>
              <a:ext cx="484" cy="1"/>
            </a:xfrm>
            <a:prstGeom prst="line">
              <a:avLst/>
            </a:prstGeom>
            <a:ln w="9525" cap="flat" cmpd="sng">
              <a:solidFill>
                <a:schemeClr val="tx1"/>
              </a:solidFill>
              <a:prstDash val="solid"/>
              <a:round/>
              <a:headEnd type="none" w="med" len="med"/>
              <a:tailEnd type="none" w="med" len="med"/>
            </a:ln>
          </p:spPr>
        </p:sp>
        <p:sp>
          <p:nvSpPr>
            <p:cNvPr id="18465" name="Rectangle 70"/>
            <p:cNvSpPr/>
            <p:nvPr/>
          </p:nvSpPr>
          <p:spPr>
            <a:xfrm>
              <a:off x="2695" y="2212"/>
              <a:ext cx="552" cy="115"/>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8466" name="Line 71"/>
            <p:cNvSpPr/>
            <p:nvPr/>
          </p:nvSpPr>
          <p:spPr>
            <a:xfrm>
              <a:off x="2738" y="2224"/>
              <a:ext cx="0" cy="65"/>
            </a:xfrm>
            <a:prstGeom prst="line">
              <a:avLst/>
            </a:prstGeom>
            <a:ln w="9525" cap="flat" cmpd="sng">
              <a:solidFill>
                <a:schemeClr val="tx1"/>
              </a:solidFill>
              <a:prstDash val="dash"/>
              <a:round/>
              <a:headEnd type="none" w="med" len="med"/>
              <a:tailEnd type="none" w="med" len="med"/>
            </a:ln>
          </p:spPr>
        </p:sp>
        <p:sp>
          <p:nvSpPr>
            <p:cNvPr id="18467" name="Line 72"/>
            <p:cNvSpPr/>
            <p:nvPr/>
          </p:nvSpPr>
          <p:spPr>
            <a:xfrm>
              <a:off x="3225" y="2218"/>
              <a:ext cx="0" cy="64"/>
            </a:xfrm>
            <a:prstGeom prst="line">
              <a:avLst/>
            </a:prstGeom>
            <a:ln w="9525" cap="flat" cmpd="sng">
              <a:solidFill>
                <a:schemeClr val="tx1"/>
              </a:solidFill>
              <a:prstDash val="dash"/>
              <a:round/>
              <a:headEnd type="none" w="med" len="med"/>
              <a:tailEnd type="none" w="med" len="med"/>
            </a:ln>
          </p:spPr>
        </p:sp>
        <p:sp>
          <p:nvSpPr>
            <p:cNvPr id="18468" name="Rectangle 73"/>
            <p:cNvSpPr/>
            <p:nvPr/>
          </p:nvSpPr>
          <p:spPr>
            <a:xfrm>
              <a:off x="2737" y="2415"/>
              <a:ext cx="489" cy="52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8469" name="Text Box 74"/>
            <p:cNvSpPr txBox="1"/>
            <p:nvPr/>
          </p:nvSpPr>
          <p:spPr>
            <a:xfrm>
              <a:off x="2745" y="2345"/>
              <a:ext cx="462" cy="634"/>
            </a:xfrm>
            <a:prstGeom prst="rect">
              <a:avLst/>
            </a:prstGeom>
            <a:noFill/>
            <a:ln w="9525">
              <a:noFill/>
            </a:ln>
          </p:spPr>
          <p:txBody>
            <a:bodyPr wrap="none" anchor="t" anchorCtr="0">
              <a:spAutoFit/>
            </a:bodyPr>
            <a:p>
              <a:pPr algn="ctr">
                <a:buClrTx/>
                <a:buFontTx/>
              </a:pPr>
              <a:endParaRPr lang="en-US" altLang="zh-CN" sz="1200" i="0" dirty="0">
                <a:latin typeface="Arial" panose="020B0604020202020204" pitchFamily="34" charset="0"/>
                <a:ea typeface="宋体" panose="02010600030101010101" pitchFamily="2" charset="-122"/>
              </a:endParaRPr>
            </a:p>
            <a:p>
              <a:pPr algn="ctr">
                <a:buClrTx/>
                <a:buFontTx/>
              </a:pPr>
              <a:endParaRPr lang="en-US" altLang="zh-CN" sz="1200" i="0" dirty="0">
                <a:latin typeface="Arial" panose="020B0604020202020204" pitchFamily="34" charset="0"/>
                <a:ea typeface="宋体" panose="02010600030101010101" pitchFamily="2" charset="-122"/>
              </a:endParaRPr>
            </a:p>
            <a:p>
              <a:pPr algn="ctr">
                <a:buClrTx/>
                <a:buFontTx/>
              </a:pPr>
              <a:endParaRPr lang="en-US" altLang="zh-CN" sz="1200" i="0" dirty="0">
                <a:latin typeface="Arial" panose="020B0604020202020204" pitchFamily="34" charset="0"/>
                <a:ea typeface="宋体" panose="02010600030101010101" pitchFamily="2" charset="-122"/>
              </a:endParaRPr>
            </a:p>
            <a:p>
              <a:pPr algn="ctr">
                <a:buClrTx/>
                <a:buFontTx/>
              </a:pPr>
              <a:r>
                <a:rPr lang="en-US" altLang="zh-CN" sz="1200" i="0" dirty="0">
                  <a:latin typeface="Arial" panose="020B0604020202020204" pitchFamily="34" charset="0"/>
                  <a:ea typeface="宋体" panose="02010600030101010101" pitchFamily="2" charset="-122"/>
                </a:rPr>
                <a:t>link</a:t>
              </a:r>
              <a:endParaRPr lang="en-US" altLang="zh-CN" sz="1200" i="0" dirty="0">
                <a:latin typeface="Arial" panose="020B0604020202020204" pitchFamily="34" charset="0"/>
                <a:ea typeface="宋体" panose="02010600030101010101" pitchFamily="2" charset="-122"/>
              </a:endParaRPr>
            </a:p>
            <a:p>
              <a:pPr algn="ctr">
                <a:buClrTx/>
                <a:buFontTx/>
              </a:pPr>
              <a:r>
                <a:rPr lang="en-US" altLang="zh-CN" sz="1200" i="0" dirty="0">
                  <a:latin typeface="Arial" panose="020B0604020202020204" pitchFamily="34" charset="0"/>
                  <a:ea typeface="宋体" panose="02010600030101010101" pitchFamily="2" charset="-122"/>
                </a:rPr>
                <a:t>physical</a:t>
              </a:r>
              <a:endParaRPr lang="en-US" altLang="zh-CN" sz="1200" i="0" dirty="0">
                <a:latin typeface="Arial" panose="020B0604020202020204" pitchFamily="34" charset="0"/>
                <a:ea typeface="宋体" panose="02010600030101010101" pitchFamily="2" charset="-122"/>
              </a:endParaRPr>
            </a:p>
          </p:txBody>
        </p:sp>
        <p:sp>
          <p:nvSpPr>
            <p:cNvPr id="18470" name="Line 75"/>
            <p:cNvSpPr/>
            <p:nvPr/>
          </p:nvSpPr>
          <p:spPr>
            <a:xfrm>
              <a:off x="2737" y="2526"/>
              <a:ext cx="489" cy="0"/>
            </a:xfrm>
            <a:prstGeom prst="line">
              <a:avLst/>
            </a:prstGeom>
            <a:ln w="9525" cap="flat" cmpd="sng">
              <a:solidFill>
                <a:schemeClr val="tx1"/>
              </a:solidFill>
              <a:prstDash val="solid"/>
              <a:round/>
              <a:headEnd type="none" w="med" len="med"/>
              <a:tailEnd type="none" w="med" len="med"/>
            </a:ln>
          </p:spPr>
        </p:sp>
        <p:sp>
          <p:nvSpPr>
            <p:cNvPr id="18471" name="Line 76"/>
            <p:cNvSpPr/>
            <p:nvPr/>
          </p:nvSpPr>
          <p:spPr>
            <a:xfrm>
              <a:off x="2737" y="2632"/>
              <a:ext cx="489" cy="0"/>
            </a:xfrm>
            <a:prstGeom prst="line">
              <a:avLst/>
            </a:prstGeom>
            <a:ln w="9525" cap="flat" cmpd="sng">
              <a:solidFill>
                <a:schemeClr val="tx1"/>
              </a:solidFill>
              <a:prstDash val="solid"/>
              <a:round/>
              <a:headEnd type="none" w="med" len="med"/>
              <a:tailEnd type="none" w="med" len="med"/>
            </a:ln>
          </p:spPr>
        </p:sp>
        <p:sp>
          <p:nvSpPr>
            <p:cNvPr id="18472" name="Line 77"/>
            <p:cNvSpPr/>
            <p:nvPr/>
          </p:nvSpPr>
          <p:spPr>
            <a:xfrm>
              <a:off x="2735" y="2721"/>
              <a:ext cx="489" cy="0"/>
            </a:xfrm>
            <a:prstGeom prst="line">
              <a:avLst/>
            </a:prstGeom>
            <a:ln w="9525" cap="flat" cmpd="sng">
              <a:solidFill>
                <a:schemeClr val="tx1"/>
              </a:solidFill>
              <a:prstDash val="solid"/>
              <a:round/>
              <a:headEnd type="none" w="med" len="med"/>
              <a:tailEnd type="none" w="med" len="med"/>
            </a:ln>
          </p:spPr>
        </p:sp>
        <p:sp>
          <p:nvSpPr>
            <p:cNvPr id="18473" name="Line 78"/>
            <p:cNvSpPr/>
            <p:nvPr/>
          </p:nvSpPr>
          <p:spPr>
            <a:xfrm>
              <a:off x="2733" y="2836"/>
              <a:ext cx="489" cy="0"/>
            </a:xfrm>
            <a:prstGeom prst="line">
              <a:avLst/>
            </a:prstGeom>
            <a:ln w="9525" cap="flat" cmpd="sng">
              <a:solidFill>
                <a:schemeClr val="tx1"/>
              </a:solidFill>
              <a:prstDash val="solid"/>
              <a:round/>
              <a:headEnd type="none" w="med" len="med"/>
              <a:tailEnd type="none" w="med" len="med"/>
            </a:ln>
          </p:spPr>
        </p:sp>
        <p:sp>
          <p:nvSpPr>
            <p:cNvPr id="18474" name="Rectangle 79"/>
            <p:cNvSpPr/>
            <p:nvPr/>
          </p:nvSpPr>
          <p:spPr>
            <a:xfrm>
              <a:off x="2719" y="2390"/>
              <a:ext cx="518" cy="298"/>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8475" name="Line 80"/>
            <p:cNvSpPr/>
            <p:nvPr/>
          </p:nvSpPr>
          <p:spPr>
            <a:xfrm>
              <a:off x="2737" y="2614"/>
              <a:ext cx="0" cy="65"/>
            </a:xfrm>
            <a:prstGeom prst="line">
              <a:avLst/>
            </a:prstGeom>
            <a:ln w="9525" cap="flat" cmpd="sng">
              <a:solidFill>
                <a:schemeClr val="tx1"/>
              </a:solidFill>
              <a:prstDash val="dash"/>
              <a:round/>
              <a:headEnd type="none" w="med" len="med"/>
              <a:tailEnd type="none" w="med" len="med"/>
            </a:ln>
          </p:spPr>
        </p:sp>
        <p:sp>
          <p:nvSpPr>
            <p:cNvPr id="18476" name="Line 81"/>
            <p:cNvSpPr/>
            <p:nvPr/>
          </p:nvSpPr>
          <p:spPr>
            <a:xfrm>
              <a:off x="3226" y="2614"/>
              <a:ext cx="0" cy="64"/>
            </a:xfrm>
            <a:prstGeom prst="line">
              <a:avLst/>
            </a:prstGeom>
            <a:ln w="9525" cap="flat" cmpd="sng">
              <a:solidFill>
                <a:schemeClr val="tx1"/>
              </a:solidFill>
              <a:prstDash val="dash"/>
              <a:round/>
              <a:headEnd type="none" w="med" len="med"/>
              <a:tailEnd type="none" w="med" len="med"/>
            </a:ln>
          </p:spPr>
        </p:sp>
        <p:sp>
          <p:nvSpPr>
            <p:cNvPr id="18477" name="Rectangle 82"/>
            <p:cNvSpPr/>
            <p:nvPr/>
          </p:nvSpPr>
          <p:spPr>
            <a:xfrm>
              <a:off x="2736" y="1778"/>
              <a:ext cx="490" cy="431"/>
            </a:xfrm>
            <a:prstGeom prst="rect">
              <a:avLst/>
            </a:prstGeom>
            <a:noFill/>
            <a:ln w="12700" cap="flat" cmpd="sng">
              <a:solidFill>
                <a:srgbClr val="FF0000"/>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8478" name="Rectangle 83"/>
            <p:cNvSpPr/>
            <p:nvPr/>
          </p:nvSpPr>
          <p:spPr>
            <a:xfrm>
              <a:off x="2733" y="2721"/>
              <a:ext cx="489" cy="219"/>
            </a:xfrm>
            <a:prstGeom prst="rect">
              <a:avLst/>
            </a:prstGeom>
            <a:noFill/>
            <a:ln w="9525" cap="flat" cmpd="sng">
              <a:solidFill>
                <a:srgbClr val="FF0000"/>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aphicFrame>
        <p:nvGraphicFramePr>
          <p:cNvPr id="18479" name="Object 85"/>
          <p:cNvGraphicFramePr>
            <a:graphicFrameLocks noChangeAspect="1"/>
          </p:cNvGraphicFramePr>
          <p:nvPr/>
        </p:nvGraphicFramePr>
        <p:xfrm>
          <a:off x="7467600" y="1854200"/>
          <a:ext cx="611188" cy="520700"/>
        </p:xfrm>
        <a:graphic>
          <a:graphicData uri="http://schemas.openxmlformats.org/presentationml/2006/ole">
            <mc:AlternateContent xmlns:mc="http://schemas.openxmlformats.org/markup-compatibility/2006">
              <mc:Choice xmlns:v="urn:schemas-microsoft-com:vml" Requires="v">
                <p:oleObj spid="_x0000_s3076" name="" r:id="rId1" imgW="1307465" imgH="1083945" progId="MS_ClipArt_Gallery.2">
                  <p:embed/>
                </p:oleObj>
              </mc:Choice>
              <mc:Fallback>
                <p:oleObj name="" r:id="rId1" imgW="1307465" imgH="1083945" progId="MS_ClipArt_Gallery.2">
                  <p:embed/>
                  <p:pic>
                    <p:nvPicPr>
                      <p:cNvPr id="0" name="图片 3075"/>
                      <p:cNvPicPr/>
                      <p:nvPr/>
                    </p:nvPicPr>
                    <p:blipFill>
                      <a:blip r:embed="rId2"/>
                      <a:stretch>
                        <a:fillRect/>
                      </a:stretch>
                    </p:blipFill>
                    <p:spPr>
                      <a:xfrm>
                        <a:off x="7467600" y="1854200"/>
                        <a:ext cx="611188" cy="520700"/>
                      </a:xfrm>
                      <a:prstGeom prst="rect">
                        <a:avLst/>
                      </a:prstGeom>
                      <a:noFill/>
                      <a:ln w="38100">
                        <a:noFill/>
                        <a:miter/>
                      </a:ln>
                    </p:spPr>
                  </p:pic>
                </p:oleObj>
              </mc:Fallback>
            </mc:AlternateContent>
          </a:graphicData>
        </a:graphic>
      </p:graphicFrame>
      <p:pic>
        <p:nvPicPr>
          <p:cNvPr id="18480" name="Picture 86"/>
          <p:cNvPicPr>
            <a:picLocks noChangeAspect="1"/>
          </p:cNvPicPr>
          <p:nvPr/>
        </p:nvPicPr>
        <p:blipFill>
          <a:blip r:embed="rId3"/>
          <a:stretch>
            <a:fillRect/>
          </a:stretch>
        </p:blipFill>
        <p:spPr>
          <a:xfrm>
            <a:off x="5461000" y="5173663"/>
            <a:ext cx="1350963" cy="1350962"/>
          </a:xfrm>
          <a:prstGeom prst="rect">
            <a:avLst/>
          </a:prstGeom>
          <a:noFill/>
          <a:ln w="9525">
            <a:noFill/>
          </a:ln>
        </p:spPr>
      </p:pic>
      <p:pic>
        <p:nvPicPr>
          <p:cNvPr id="18481" name="Picture 87"/>
          <p:cNvPicPr>
            <a:picLocks noChangeAspect="1"/>
          </p:cNvPicPr>
          <p:nvPr/>
        </p:nvPicPr>
        <p:blipFill>
          <a:blip r:embed="rId4"/>
          <a:stretch>
            <a:fillRect/>
          </a:stretch>
        </p:blipFill>
        <p:spPr>
          <a:xfrm>
            <a:off x="4311650" y="5453063"/>
            <a:ext cx="1143000" cy="11715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306260"/>
                                        </p:tgtEl>
                                        <p:attrNameLst>
                                          <p:attrName>style.visibility</p:attrName>
                                        </p:attrNameLst>
                                      </p:cBhvr>
                                      <p:to>
                                        <p:strVal val="visible"/>
                                      </p:to>
                                    </p:set>
                                    <p:animEffect transition="in" filter="wipe(right)">
                                      <p:cBhvr>
                                        <p:cTn id="7" dur="1000"/>
                                        <p:tgtEl>
                                          <p:spTgt spid="306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页脚占位符 5"/>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20482"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20483"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Adaptors Communicating</a:t>
            </a:r>
            <a:endParaRPr lang="en-US" altLang="zh-CN" dirty="0">
              <a:ea typeface="宋体" panose="02010600030101010101" pitchFamily="2" charset="-122"/>
            </a:endParaRPr>
          </a:p>
        </p:txBody>
      </p:sp>
      <p:sp>
        <p:nvSpPr>
          <p:cNvPr id="20484" name="Rectangle 3"/>
          <p:cNvSpPr>
            <a:spLocks noGrp="1"/>
          </p:cNvSpPr>
          <p:nvPr>
            <p:ph sz="half" idx="1"/>
          </p:nvPr>
        </p:nvSpPr>
        <p:spPr>
          <a:xfrm>
            <a:off x="425450" y="4275138"/>
            <a:ext cx="4067175" cy="1935162"/>
          </a:xfrm>
          <a:ln/>
        </p:spPr>
        <p:txBody>
          <a:bodyPr vert="horz" wrap="square" lIns="91440" tIns="45720" rIns="91440" bIns="45720" anchor="t" anchorCtr="0"/>
          <a:p>
            <a:pPr>
              <a:buClr>
                <a:schemeClr val="accent2"/>
              </a:buClr>
              <a:buSzPct val="85000"/>
              <a:buFont typeface="ZapfDingbats" pitchFamily="82" charset="2"/>
            </a:pPr>
            <a:r>
              <a:rPr lang="en-US" altLang="zh-CN" sz="2400" dirty="0">
                <a:ea typeface="宋体" panose="02010600030101010101" pitchFamily="2" charset="-122"/>
              </a:rPr>
              <a:t>sending side:</a:t>
            </a:r>
            <a:endParaRPr lang="en-US" altLang="zh-CN" sz="24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encapsulates datagram in frame</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adds error checking bits, rdt, flow control, etc.</a:t>
            </a:r>
            <a:endParaRPr lang="en-US" altLang="zh-CN" sz="2000" dirty="0">
              <a:ea typeface="宋体" panose="02010600030101010101" pitchFamily="2" charset="-122"/>
            </a:endParaRPr>
          </a:p>
        </p:txBody>
      </p:sp>
      <p:sp>
        <p:nvSpPr>
          <p:cNvPr id="20485" name="Rectangle 4"/>
          <p:cNvSpPr>
            <a:spLocks noGrp="1"/>
          </p:cNvSpPr>
          <p:nvPr>
            <p:ph sz="half" idx="2"/>
          </p:nvPr>
        </p:nvSpPr>
        <p:spPr>
          <a:xfrm>
            <a:off x="4508500" y="4273550"/>
            <a:ext cx="4090988" cy="1851025"/>
          </a:xfrm>
          <a:ln/>
        </p:spPr>
        <p:txBody>
          <a:bodyPr vert="horz" wrap="square" lIns="91440" tIns="45720" rIns="91440" bIns="45720" anchor="t" anchorCtr="0"/>
          <a:p>
            <a:pPr>
              <a:buClr>
                <a:schemeClr val="accent2"/>
              </a:buClr>
              <a:buSzPct val="85000"/>
              <a:buFont typeface="ZapfDingbats" pitchFamily="82" charset="2"/>
            </a:pPr>
            <a:r>
              <a:rPr lang="en-US" altLang="zh-CN" sz="2400" dirty="0">
                <a:ea typeface="宋体" panose="02010600030101010101" pitchFamily="2" charset="-122"/>
              </a:rPr>
              <a:t>receiving side</a:t>
            </a:r>
            <a:endParaRPr lang="en-US" altLang="zh-CN" sz="24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looks for errors, rdt, flow control, etc</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extracts datagram, passes to upper layer at receiving side</a:t>
            </a:r>
            <a:endParaRPr lang="en-US" altLang="zh-CN" sz="2000" dirty="0">
              <a:ea typeface="宋体" panose="02010600030101010101" pitchFamily="2" charset="-122"/>
            </a:endParaRPr>
          </a:p>
          <a:p>
            <a:pPr>
              <a:buClr>
                <a:schemeClr val="accent2"/>
              </a:buClr>
              <a:buSzPct val="85000"/>
              <a:buFont typeface="ZapfDingbats" pitchFamily="82" charset="2"/>
            </a:pPr>
            <a:endParaRPr lang="en-US" altLang="zh-CN" sz="2400" dirty="0">
              <a:ea typeface="宋体" panose="02010600030101010101" pitchFamily="2" charset="-122"/>
            </a:endParaRPr>
          </a:p>
        </p:txBody>
      </p:sp>
      <p:sp>
        <p:nvSpPr>
          <p:cNvPr id="20486" name="Rectangle 27"/>
          <p:cNvSpPr/>
          <p:nvPr/>
        </p:nvSpPr>
        <p:spPr>
          <a:xfrm>
            <a:off x="4113213" y="3394075"/>
            <a:ext cx="1444625" cy="212725"/>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0487" name="Rectangle 28"/>
          <p:cNvSpPr/>
          <p:nvPr/>
        </p:nvSpPr>
        <p:spPr>
          <a:xfrm>
            <a:off x="1957388" y="1373188"/>
            <a:ext cx="1944687" cy="1770062"/>
          </a:xfrm>
          <a:prstGeom prst="rect">
            <a:avLst/>
          </a:prstGeom>
          <a:solidFill>
            <a:schemeClr val="bg1"/>
          </a:solidFill>
          <a:ln w="9525" cap="flat" cmpd="sng">
            <a:solidFill>
              <a:srgbClr val="C0C0C0"/>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0488" name="Line 29"/>
          <p:cNvSpPr/>
          <p:nvPr/>
        </p:nvSpPr>
        <p:spPr>
          <a:xfrm>
            <a:off x="2052638" y="1892300"/>
            <a:ext cx="0" cy="393700"/>
          </a:xfrm>
          <a:prstGeom prst="line">
            <a:avLst/>
          </a:prstGeom>
          <a:ln w="9525" cap="flat" cmpd="sng">
            <a:solidFill>
              <a:schemeClr val="tx1"/>
            </a:solidFill>
            <a:prstDash val="solid"/>
            <a:round/>
            <a:headEnd type="none" w="med" len="med"/>
            <a:tailEnd type="triangle" w="med" len="med"/>
          </a:ln>
        </p:spPr>
      </p:sp>
      <p:sp>
        <p:nvSpPr>
          <p:cNvPr id="20489" name="Rectangle 30"/>
          <p:cNvSpPr/>
          <p:nvPr/>
        </p:nvSpPr>
        <p:spPr>
          <a:xfrm>
            <a:off x="2193925" y="2212975"/>
            <a:ext cx="1187450" cy="866775"/>
          </a:xfrm>
          <a:prstGeom prst="rect">
            <a:avLst/>
          </a:prstGeom>
          <a:solidFill>
            <a:srgbClr val="FF0000"/>
          </a:solidFill>
          <a:ln w="9525" cap="flat" cmpd="sng">
            <a:solidFill>
              <a:schemeClr val="tx1"/>
            </a:solidFill>
            <a:prstDash val="dash"/>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0490" name="Rectangle 31"/>
          <p:cNvSpPr/>
          <p:nvPr/>
        </p:nvSpPr>
        <p:spPr>
          <a:xfrm>
            <a:off x="2435225" y="2773363"/>
            <a:ext cx="704850" cy="22542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0491" name="Rectangle 32"/>
          <p:cNvSpPr/>
          <p:nvPr/>
        </p:nvSpPr>
        <p:spPr>
          <a:xfrm>
            <a:off x="2435225" y="2301875"/>
            <a:ext cx="695325" cy="41592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200" i="0" dirty="0">
                <a:latin typeface="Arial" panose="020B0604020202020204" pitchFamily="34" charset="0"/>
                <a:ea typeface="宋体" panose="02010600030101010101" pitchFamily="2" charset="-122"/>
              </a:rPr>
              <a:t>controller</a:t>
            </a:r>
            <a:endParaRPr lang="en-US" altLang="zh-CN" sz="1200" i="0" dirty="0">
              <a:latin typeface="Arial" panose="020B0604020202020204" pitchFamily="34" charset="0"/>
              <a:ea typeface="宋体" panose="02010600030101010101" pitchFamily="2" charset="-122"/>
            </a:endParaRPr>
          </a:p>
        </p:txBody>
      </p:sp>
      <p:sp>
        <p:nvSpPr>
          <p:cNvPr id="20492" name="Line 33"/>
          <p:cNvSpPr/>
          <p:nvPr/>
        </p:nvSpPr>
        <p:spPr>
          <a:xfrm>
            <a:off x="2346325" y="2055813"/>
            <a:ext cx="1438275" cy="0"/>
          </a:xfrm>
          <a:prstGeom prst="line">
            <a:avLst/>
          </a:prstGeom>
          <a:ln w="9525" cap="flat" cmpd="sng">
            <a:solidFill>
              <a:srgbClr val="C0C0C0"/>
            </a:solidFill>
            <a:prstDash val="solid"/>
            <a:round/>
            <a:headEnd type="none" w="med" len="med"/>
            <a:tailEnd type="none" w="med" len="med"/>
          </a:ln>
        </p:spPr>
      </p:sp>
      <p:sp>
        <p:nvSpPr>
          <p:cNvPr id="20493" name="Line 34"/>
          <p:cNvSpPr/>
          <p:nvPr/>
        </p:nvSpPr>
        <p:spPr>
          <a:xfrm flipV="1">
            <a:off x="2763838" y="2062163"/>
            <a:ext cx="0" cy="239712"/>
          </a:xfrm>
          <a:prstGeom prst="line">
            <a:avLst/>
          </a:prstGeom>
          <a:ln w="9525" cap="flat" cmpd="sng">
            <a:solidFill>
              <a:srgbClr val="C0C0C0"/>
            </a:solidFill>
            <a:prstDash val="solid"/>
            <a:round/>
            <a:headEnd type="none" w="med" len="med"/>
            <a:tailEnd type="none" w="med" len="med"/>
          </a:ln>
        </p:spPr>
      </p:sp>
      <p:sp>
        <p:nvSpPr>
          <p:cNvPr id="20494" name="Rectangle 35"/>
          <p:cNvSpPr/>
          <p:nvPr/>
        </p:nvSpPr>
        <p:spPr>
          <a:xfrm>
            <a:off x="2228850" y="1501775"/>
            <a:ext cx="695325" cy="415925"/>
          </a:xfrm>
          <a:prstGeom prst="rect">
            <a:avLst/>
          </a:prstGeom>
          <a:solidFill>
            <a:schemeClr val="bg1"/>
          </a:solidFill>
          <a:ln w="9525" cap="flat" cmpd="sng">
            <a:solidFill>
              <a:srgbClr val="C0C0C0"/>
            </a:solidFill>
            <a:prstDash val="solid"/>
            <a:miter/>
            <a:headEnd type="none" w="med" len="med"/>
            <a:tailEnd type="none" w="med" len="med"/>
          </a:ln>
        </p:spPr>
        <p:txBody>
          <a:bodyPr wrap="none" anchor="ctr" anchorCtr="0"/>
          <a:p>
            <a:pPr algn="ctr">
              <a:buClrTx/>
              <a:buFontTx/>
            </a:pPr>
            <a:endParaRPr lang="zh-CN" altLang="zh-CN" sz="1400" i="0" dirty="0">
              <a:latin typeface="Arial" panose="020B0604020202020204" pitchFamily="34" charset="0"/>
              <a:ea typeface="宋体" panose="02010600030101010101" pitchFamily="2" charset="-122"/>
            </a:endParaRPr>
          </a:p>
        </p:txBody>
      </p:sp>
      <p:sp>
        <p:nvSpPr>
          <p:cNvPr id="20495" name="Rectangle 36"/>
          <p:cNvSpPr/>
          <p:nvPr/>
        </p:nvSpPr>
        <p:spPr>
          <a:xfrm>
            <a:off x="3095625" y="1503363"/>
            <a:ext cx="695325" cy="415925"/>
          </a:xfrm>
          <a:prstGeom prst="rect">
            <a:avLst/>
          </a:prstGeom>
          <a:solidFill>
            <a:schemeClr val="bg1"/>
          </a:solidFill>
          <a:ln w="9525" cap="flat" cmpd="sng">
            <a:solidFill>
              <a:srgbClr val="C0C0C0"/>
            </a:solidFill>
            <a:prstDash val="solid"/>
            <a:miter/>
            <a:headEnd type="none" w="med" len="med"/>
            <a:tailEnd type="none" w="med" len="med"/>
          </a:ln>
        </p:spPr>
        <p:txBody>
          <a:bodyPr wrap="none" anchor="ctr" anchorCtr="0"/>
          <a:p>
            <a:pPr algn="ctr">
              <a:buClrTx/>
              <a:buFontTx/>
            </a:pPr>
            <a:endParaRPr lang="zh-CN" altLang="zh-CN" sz="1400" i="0" dirty="0">
              <a:latin typeface="Arial" panose="020B0604020202020204" pitchFamily="34" charset="0"/>
              <a:ea typeface="宋体" panose="02010600030101010101" pitchFamily="2" charset="-122"/>
            </a:endParaRPr>
          </a:p>
        </p:txBody>
      </p:sp>
      <p:sp>
        <p:nvSpPr>
          <p:cNvPr id="20496" name="Line 37"/>
          <p:cNvSpPr/>
          <p:nvPr/>
        </p:nvSpPr>
        <p:spPr>
          <a:xfrm flipH="1" flipV="1">
            <a:off x="2551113" y="1917700"/>
            <a:ext cx="1587" cy="138113"/>
          </a:xfrm>
          <a:prstGeom prst="line">
            <a:avLst/>
          </a:prstGeom>
          <a:ln w="9525" cap="flat" cmpd="sng">
            <a:solidFill>
              <a:srgbClr val="C0C0C0"/>
            </a:solidFill>
            <a:prstDash val="solid"/>
            <a:round/>
            <a:headEnd type="none" w="med" len="med"/>
            <a:tailEnd type="none" w="med" len="med"/>
          </a:ln>
        </p:spPr>
      </p:sp>
      <p:sp>
        <p:nvSpPr>
          <p:cNvPr id="20497" name="Line 38"/>
          <p:cNvSpPr/>
          <p:nvPr/>
        </p:nvSpPr>
        <p:spPr>
          <a:xfrm flipH="1" flipV="1">
            <a:off x="3475038" y="1920875"/>
            <a:ext cx="0" cy="136525"/>
          </a:xfrm>
          <a:prstGeom prst="line">
            <a:avLst/>
          </a:prstGeom>
          <a:ln w="9525" cap="flat" cmpd="sng">
            <a:solidFill>
              <a:srgbClr val="C0C0C0"/>
            </a:solidFill>
            <a:prstDash val="solid"/>
            <a:round/>
            <a:headEnd type="none" w="med" len="med"/>
            <a:tailEnd type="none" w="med" len="med"/>
          </a:ln>
        </p:spPr>
      </p:sp>
      <p:sp>
        <p:nvSpPr>
          <p:cNvPr id="20498" name="Rectangle 39"/>
          <p:cNvSpPr/>
          <p:nvPr/>
        </p:nvSpPr>
        <p:spPr>
          <a:xfrm>
            <a:off x="5832475" y="1430338"/>
            <a:ext cx="1944688" cy="1731962"/>
          </a:xfrm>
          <a:prstGeom prst="rect">
            <a:avLst/>
          </a:prstGeom>
          <a:solidFill>
            <a:schemeClr val="bg1"/>
          </a:solidFill>
          <a:ln w="9525" cap="flat" cmpd="sng">
            <a:solidFill>
              <a:srgbClr val="C0C0C0"/>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0499" name="Rectangle 40"/>
          <p:cNvSpPr/>
          <p:nvPr/>
        </p:nvSpPr>
        <p:spPr>
          <a:xfrm>
            <a:off x="6069013" y="2232025"/>
            <a:ext cx="1187450" cy="866775"/>
          </a:xfrm>
          <a:prstGeom prst="rect">
            <a:avLst/>
          </a:prstGeom>
          <a:solidFill>
            <a:srgbClr val="FF0000"/>
          </a:solidFill>
          <a:ln w="9525" cap="flat" cmpd="sng">
            <a:solidFill>
              <a:schemeClr val="tx1"/>
            </a:solidFill>
            <a:prstDash val="dash"/>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0500" name="Rectangle 41"/>
          <p:cNvSpPr/>
          <p:nvPr/>
        </p:nvSpPr>
        <p:spPr>
          <a:xfrm>
            <a:off x="6310313" y="2792413"/>
            <a:ext cx="703262" cy="22542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0501" name="Rectangle 42"/>
          <p:cNvSpPr/>
          <p:nvPr/>
        </p:nvSpPr>
        <p:spPr>
          <a:xfrm>
            <a:off x="6310313" y="2320925"/>
            <a:ext cx="695325" cy="41592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200" i="0" dirty="0">
                <a:latin typeface="Arial" panose="020B0604020202020204" pitchFamily="34" charset="0"/>
                <a:ea typeface="宋体" panose="02010600030101010101" pitchFamily="2" charset="-122"/>
              </a:rPr>
              <a:t>controller</a:t>
            </a:r>
            <a:endParaRPr lang="en-US" altLang="zh-CN" sz="1200" i="0" dirty="0">
              <a:latin typeface="Arial" panose="020B0604020202020204" pitchFamily="34" charset="0"/>
              <a:ea typeface="宋体" panose="02010600030101010101" pitchFamily="2" charset="-122"/>
            </a:endParaRPr>
          </a:p>
        </p:txBody>
      </p:sp>
      <p:sp>
        <p:nvSpPr>
          <p:cNvPr id="20502" name="Line 43"/>
          <p:cNvSpPr/>
          <p:nvPr/>
        </p:nvSpPr>
        <p:spPr>
          <a:xfrm>
            <a:off x="6221413" y="2074863"/>
            <a:ext cx="1438275" cy="0"/>
          </a:xfrm>
          <a:prstGeom prst="line">
            <a:avLst/>
          </a:prstGeom>
          <a:ln w="9525" cap="flat" cmpd="sng">
            <a:solidFill>
              <a:srgbClr val="C0C0C0"/>
            </a:solidFill>
            <a:prstDash val="solid"/>
            <a:round/>
            <a:headEnd type="none" w="med" len="med"/>
            <a:tailEnd type="none" w="med" len="med"/>
          </a:ln>
        </p:spPr>
      </p:sp>
      <p:sp>
        <p:nvSpPr>
          <p:cNvPr id="20503" name="Line 44"/>
          <p:cNvSpPr/>
          <p:nvPr/>
        </p:nvSpPr>
        <p:spPr>
          <a:xfrm flipV="1">
            <a:off x="6638925" y="2081213"/>
            <a:ext cx="0" cy="239712"/>
          </a:xfrm>
          <a:prstGeom prst="line">
            <a:avLst/>
          </a:prstGeom>
          <a:ln w="9525" cap="flat" cmpd="sng">
            <a:solidFill>
              <a:srgbClr val="C0C0C0"/>
            </a:solidFill>
            <a:prstDash val="solid"/>
            <a:round/>
            <a:headEnd type="none" w="med" len="med"/>
            <a:tailEnd type="none" w="med" len="med"/>
          </a:ln>
        </p:spPr>
      </p:sp>
      <p:sp>
        <p:nvSpPr>
          <p:cNvPr id="20504" name="Rectangle 45"/>
          <p:cNvSpPr/>
          <p:nvPr/>
        </p:nvSpPr>
        <p:spPr>
          <a:xfrm>
            <a:off x="6103938" y="1520825"/>
            <a:ext cx="695325" cy="415925"/>
          </a:xfrm>
          <a:prstGeom prst="rect">
            <a:avLst/>
          </a:prstGeom>
          <a:solidFill>
            <a:schemeClr val="bg1"/>
          </a:solidFill>
          <a:ln w="9525" cap="flat" cmpd="sng">
            <a:solidFill>
              <a:srgbClr val="C0C0C0"/>
            </a:solidFill>
            <a:prstDash val="solid"/>
            <a:miter/>
            <a:headEnd type="none" w="med" len="med"/>
            <a:tailEnd type="none" w="med" len="med"/>
          </a:ln>
        </p:spPr>
        <p:txBody>
          <a:bodyPr wrap="none" anchor="ctr" anchorCtr="0"/>
          <a:p>
            <a:pPr algn="ctr">
              <a:buClrTx/>
              <a:buFontTx/>
            </a:pPr>
            <a:endParaRPr lang="zh-CN" altLang="zh-CN" sz="1400" i="0" dirty="0">
              <a:latin typeface="Arial" panose="020B0604020202020204" pitchFamily="34" charset="0"/>
              <a:ea typeface="宋体" panose="02010600030101010101" pitchFamily="2" charset="-122"/>
            </a:endParaRPr>
          </a:p>
        </p:txBody>
      </p:sp>
      <p:sp>
        <p:nvSpPr>
          <p:cNvPr id="20505" name="Rectangle 46"/>
          <p:cNvSpPr/>
          <p:nvPr/>
        </p:nvSpPr>
        <p:spPr>
          <a:xfrm>
            <a:off x="6970713" y="1522413"/>
            <a:ext cx="695325" cy="415925"/>
          </a:xfrm>
          <a:prstGeom prst="rect">
            <a:avLst/>
          </a:prstGeom>
          <a:solidFill>
            <a:schemeClr val="bg1"/>
          </a:solidFill>
          <a:ln w="9525" cap="flat" cmpd="sng">
            <a:solidFill>
              <a:srgbClr val="C0C0C0"/>
            </a:solidFill>
            <a:prstDash val="solid"/>
            <a:miter/>
            <a:headEnd type="none" w="med" len="med"/>
            <a:tailEnd type="none" w="med" len="med"/>
          </a:ln>
        </p:spPr>
        <p:txBody>
          <a:bodyPr wrap="none" anchor="ctr" anchorCtr="0"/>
          <a:p>
            <a:pPr algn="ctr">
              <a:buClrTx/>
              <a:buFontTx/>
            </a:pPr>
            <a:endParaRPr lang="zh-CN" altLang="zh-CN" sz="1400" i="0" dirty="0">
              <a:latin typeface="Arial" panose="020B0604020202020204" pitchFamily="34" charset="0"/>
              <a:ea typeface="宋体" panose="02010600030101010101" pitchFamily="2" charset="-122"/>
            </a:endParaRPr>
          </a:p>
        </p:txBody>
      </p:sp>
      <p:sp>
        <p:nvSpPr>
          <p:cNvPr id="20506" name="Line 47"/>
          <p:cNvSpPr/>
          <p:nvPr/>
        </p:nvSpPr>
        <p:spPr>
          <a:xfrm flipH="1" flipV="1">
            <a:off x="6426200" y="1936750"/>
            <a:ext cx="1588" cy="138113"/>
          </a:xfrm>
          <a:prstGeom prst="line">
            <a:avLst/>
          </a:prstGeom>
          <a:ln w="9525" cap="flat" cmpd="sng">
            <a:solidFill>
              <a:srgbClr val="C0C0C0"/>
            </a:solidFill>
            <a:prstDash val="solid"/>
            <a:round/>
            <a:headEnd type="none" w="med" len="med"/>
            <a:tailEnd type="none" w="med" len="med"/>
          </a:ln>
        </p:spPr>
      </p:sp>
      <p:sp>
        <p:nvSpPr>
          <p:cNvPr id="20507" name="Line 48"/>
          <p:cNvSpPr/>
          <p:nvPr/>
        </p:nvSpPr>
        <p:spPr>
          <a:xfrm flipH="1" flipV="1">
            <a:off x="7350125" y="1939925"/>
            <a:ext cx="0" cy="136525"/>
          </a:xfrm>
          <a:prstGeom prst="line">
            <a:avLst/>
          </a:prstGeom>
          <a:ln w="9525" cap="flat" cmpd="sng">
            <a:solidFill>
              <a:srgbClr val="C0C0C0"/>
            </a:solidFill>
            <a:prstDash val="solid"/>
            <a:round/>
            <a:headEnd type="none" w="med" len="med"/>
            <a:tailEnd type="none" w="med" len="med"/>
          </a:ln>
        </p:spPr>
      </p:sp>
      <p:sp>
        <p:nvSpPr>
          <p:cNvPr id="20508" name="Text Box 49"/>
          <p:cNvSpPr txBox="1"/>
          <p:nvPr/>
        </p:nvSpPr>
        <p:spPr>
          <a:xfrm>
            <a:off x="1935163" y="3059113"/>
            <a:ext cx="1335087" cy="336550"/>
          </a:xfrm>
          <a:prstGeom prst="rect">
            <a:avLst/>
          </a:prstGeom>
          <a:noFill/>
          <a:ln w="9525">
            <a:noFill/>
          </a:ln>
        </p:spPr>
        <p:txBody>
          <a:bodyPr wrap="none" anchor="t" anchorCtr="0">
            <a:spAutoFit/>
          </a:bodyPr>
          <a:p>
            <a:pPr>
              <a:buClrTx/>
              <a:buFontTx/>
            </a:pPr>
            <a:r>
              <a:rPr lang="en-US" altLang="zh-CN" sz="1600" dirty="0">
                <a:latin typeface="Arial" panose="020B0604020202020204" pitchFamily="34" charset="0"/>
                <a:ea typeface="宋体" panose="02010600030101010101" pitchFamily="2" charset="-122"/>
              </a:rPr>
              <a:t>sending host</a:t>
            </a:r>
            <a:endParaRPr lang="en-US" altLang="zh-CN" sz="1600" dirty="0">
              <a:latin typeface="Arial" panose="020B0604020202020204" pitchFamily="34" charset="0"/>
              <a:ea typeface="宋体" panose="02010600030101010101" pitchFamily="2" charset="-122"/>
            </a:endParaRPr>
          </a:p>
        </p:txBody>
      </p:sp>
      <p:sp>
        <p:nvSpPr>
          <p:cNvPr id="20509" name="Text Box 50"/>
          <p:cNvSpPr txBox="1"/>
          <p:nvPr/>
        </p:nvSpPr>
        <p:spPr>
          <a:xfrm>
            <a:off x="5727700" y="3057525"/>
            <a:ext cx="1438275" cy="336550"/>
          </a:xfrm>
          <a:prstGeom prst="rect">
            <a:avLst/>
          </a:prstGeom>
          <a:noFill/>
          <a:ln w="9525">
            <a:noFill/>
          </a:ln>
        </p:spPr>
        <p:txBody>
          <a:bodyPr wrap="none" anchor="t" anchorCtr="0">
            <a:spAutoFit/>
          </a:bodyPr>
          <a:p>
            <a:pPr>
              <a:buClrTx/>
              <a:buFontTx/>
            </a:pPr>
            <a:r>
              <a:rPr lang="en-US" altLang="zh-CN" sz="1600" dirty="0">
                <a:latin typeface="Arial" panose="020B0604020202020204" pitchFamily="34" charset="0"/>
                <a:ea typeface="宋体" panose="02010600030101010101" pitchFamily="2" charset="-122"/>
              </a:rPr>
              <a:t>receiving host</a:t>
            </a:r>
            <a:endParaRPr lang="en-US" altLang="zh-CN" sz="1600" dirty="0">
              <a:latin typeface="Arial" panose="020B0604020202020204" pitchFamily="34" charset="0"/>
              <a:ea typeface="宋体" panose="02010600030101010101" pitchFamily="2" charset="-122"/>
            </a:endParaRPr>
          </a:p>
        </p:txBody>
      </p:sp>
      <p:sp>
        <p:nvSpPr>
          <p:cNvPr id="20510" name="Rectangle 51"/>
          <p:cNvSpPr/>
          <p:nvPr/>
        </p:nvSpPr>
        <p:spPr>
          <a:xfrm>
            <a:off x="1512888" y="1966913"/>
            <a:ext cx="717550" cy="1698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0511" name="Text Box 52"/>
          <p:cNvSpPr txBox="1"/>
          <p:nvPr/>
        </p:nvSpPr>
        <p:spPr>
          <a:xfrm>
            <a:off x="1476375" y="1922463"/>
            <a:ext cx="825500" cy="274637"/>
          </a:xfrm>
          <a:prstGeom prst="rect">
            <a:avLst/>
          </a:prstGeom>
          <a:noFill/>
          <a:ln w="9525">
            <a:noFill/>
          </a:ln>
        </p:spPr>
        <p:txBody>
          <a:bodyPr wrap="none" anchor="t" anchorCtr="0">
            <a:spAutoFit/>
          </a:bodyPr>
          <a:p>
            <a:pPr>
              <a:buClrTx/>
              <a:buFontTx/>
            </a:pPr>
            <a:r>
              <a:rPr lang="en-US" altLang="zh-CN" sz="1200" i="0" dirty="0">
                <a:latin typeface="Arial" panose="020B0604020202020204" pitchFamily="34" charset="0"/>
                <a:ea typeface="宋体" panose="02010600030101010101" pitchFamily="2" charset="-122"/>
              </a:rPr>
              <a:t>datagram</a:t>
            </a:r>
            <a:endParaRPr lang="en-US" altLang="zh-CN" sz="1200" i="0" dirty="0">
              <a:latin typeface="Arial" panose="020B0604020202020204" pitchFamily="34" charset="0"/>
              <a:ea typeface="宋体" panose="02010600030101010101" pitchFamily="2" charset="-122"/>
            </a:endParaRPr>
          </a:p>
        </p:txBody>
      </p:sp>
      <p:sp>
        <p:nvSpPr>
          <p:cNvPr id="20512" name="Line 53"/>
          <p:cNvSpPr/>
          <p:nvPr/>
        </p:nvSpPr>
        <p:spPr>
          <a:xfrm>
            <a:off x="5961063" y="1870075"/>
            <a:ext cx="0" cy="392113"/>
          </a:xfrm>
          <a:prstGeom prst="line">
            <a:avLst/>
          </a:prstGeom>
          <a:ln w="9525" cap="flat" cmpd="sng">
            <a:solidFill>
              <a:schemeClr val="tx1"/>
            </a:solidFill>
            <a:prstDash val="solid"/>
            <a:round/>
            <a:headEnd type="triangle" w="med" len="med"/>
            <a:tailEnd type="none" w="med" len="med"/>
          </a:ln>
        </p:spPr>
      </p:sp>
      <p:sp>
        <p:nvSpPr>
          <p:cNvPr id="20513" name="Rectangle 54"/>
          <p:cNvSpPr/>
          <p:nvPr/>
        </p:nvSpPr>
        <p:spPr>
          <a:xfrm>
            <a:off x="5422900" y="1985963"/>
            <a:ext cx="715963" cy="1698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0514" name="Text Box 55"/>
          <p:cNvSpPr txBox="1"/>
          <p:nvPr/>
        </p:nvSpPr>
        <p:spPr>
          <a:xfrm>
            <a:off x="5386388" y="1941513"/>
            <a:ext cx="823912" cy="274637"/>
          </a:xfrm>
          <a:prstGeom prst="rect">
            <a:avLst/>
          </a:prstGeom>
          <a:noFill/>
          <a:ln w="9525">
            <a:noFill/>
          </a:ln>
        </p:spPr>
        <p:txBody>
          <a:bodyPr wrap="none" anchor="t" anchorCtr="0">
            <a:spAutoFit/>
          </a:bodyPr>
          <a:p>
            <a:pPr>
              <a:buClrTx/>
              <a:buFontTx/>
            </a:pPr>
            <a:r>
              <a:rPr lang="en-US" altLang="zh-CN" sz="1200" i="0" dirty="0">
                <a:latin typeface="Arial" panose="020B0604020202020204" pitchFamily="34" charset="0"/>
                <a:ea typeface="宋体" panose="02010600030101010101" pitchFamily="2" charset="-122"/>
              </a:rPr>
              <a:t>datagram</a:t>
            </a:r>
            <a:endParaRPr lang="en-US" altLang="zh-CN" sz="1200" i="0" dirty="0">
              <a:latin typeface="Arial" panose="020B0604020202020204" pitchFamily="34" charset="0"/>
              <a:ea typeface="宋体" panose="02010600030101010101" pitchFamily="2" charset="-122"/>
            </a:endParaRPr>
          </a:p>
        </p:txBody>
      </p:sp>
      <p:sp>
        <p:nvSpPr>
          <p:cNvPr id="20515" name="Freeform 56"/>
          <p:cNvSpPr/>
          <p:nvPr/>
        </p:nvSpPr>
        <p:spPr>
          <a:xfrm>
            <a:off x="2768600" y="2903538"/>
            <a:ext cx="3883025" cy="447675"/>
          </a:xfrm>
          <a:custGeom>
            <a:avLst/>
            <a:gdLst/>
            <a:ahLst/>
            <a:cxnLst>
              <a:cxn ang="0">
                <a:pos x="0" y="0"/>
              </a:cxn>
              <a:cxn ang="0">
                <a:pos x="0" y="2147483646"/>
              </a:cxn>
              <a:cxn ang="0">
                <a:pos x="2147483646" y="2147483646"/>
              </a:cxn>
              <a:cxn ang="0">
                <a:pos x="2147483646" y="2147483646"/>
              </a:cxn>
            </a:cxnLst>
            <a:pathLst>
              <a:path w="2597" h="384">
                <a:moveTo>
                  <a:pt x="0" y="0"/>
                </a:moveTo>
                <a:lnTo>
                  <a:pt x="0" y="384"/>
                </a:lnTo>
                <a:lnTo>
                  <a:pt x="2597" y="384"/>
                </a:lnTo>
                <a:lnTo>
                  <a:pt x="2597" y="18"/>
                </a:lnTo>
              </a:path>
            </a:pathLst>
          </a:custGeom>
          <a:noFill/>
          <a:ln w="9525" cap="flat" cmpd="sng">
            <a:solidFill>
              <a:schemeClr val="tx1"/>
            </a:solidFill>
            <a:prstDash val="solid"/>
            <a:round/>
            <a:headEnd type="triangle" w="med" len="med"/>
            <a:tailEnd type="triangle" w="med" len="med"/>
          </a:ln>
        </p:spPr>
        <p:txBody>
          <a:bodyPr/>
          <a:p>
            <a:endParaRPr lang="zh-CN" altLang="en-US"/>
          </a:p>
        </p:txBody>
      </p:sp>
      <p:sp>
        <p:nvSpPr>
          <p:cNvPr id="20516" name="Rectangle 57"/>
          <p:cNvSpPr/>
          <p:nvPr/>
        </p:nvSpPr>
        <p:spPr>
          <a:xfrm>
            <a:off x="4681538" y="3419475"/>
            <a:ext cx="717550" cy="169863"/>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0517" name="Text Box 58"/>
          <p:cNvSpPr txBox="1"/>
          <p:nvPr/>
        </p:nvSpPr>
        <p:spPr>
          <a:xfrm>
            <a:off x="4654550" y="3375025"/>
            <a:ext cx="823913" cy="274638"/>
          </a:xfrm>
          <a:prstGeom prst="rect">
            <a:avLst/>
          </a:prstGeom>
          <a:noFill/>
          <a:ln w="9525">
            <a:noFill/>
          </a:ln>
        </p:spPr>
        <p:txBody>
          <a:bodyPr wrap="none" anchor="t" anchorCtr="0">
            <a:spAutoFit/>
          </a:bodyPr>
          <a:p>
            <a:pPr>
              <a:buClrTx/>
              <a:buFontTx/>
            </a:pPr>
            <a:r>
              <a:rPr lang="en-US" altLang="zh-CN" sz="1200" i="0" dirty="0">
                <a:latin typeface="Arial" panose="020B0604020202020204" pitchFamily="34" charset="0"/>
                <a:ea typeface="宋体" panose="02010600030101010101" pitchFamily="2" charset="-122"/>
              </a:rPr>
              <a:t>datagram</a:t>
            </a:r>
            <a:endParaRPr lang="en-US" altLang="zh-CN" sz="1200" i="0" dirty="0">
              <a:latin typeface="Arial" panose="020B0604020202020204" pitchFamily="34" charset="0"/>
              <a:ea typeface="宋体" panose="02010600030101010101" pitchFamily="2" charset="-122"/>
            </a:endParaRPr>
          </a:p>
        </p:txBody>
      </p:sp>
      <p:sp>
        <p:nvSpPr>
          <p:cNvPr id="20518" name="Line 59"/>
          <p:cNvSpPr/>
          <p:nvPr/>
        </p:nvSpPr>
        <p:spPr>
          <a:xfrm>
            <a:off x="5654675" y="3511550"/>
            <a:ext cx="276225" cy="0"/>
          </a:xfrm>
          <a:prstGeom prst="line">
            <a:avLst/>
          </a:prstGeom>
          <a:ln w="9525" cap="flat" cmpd="sng">
            <a:solidFill>
              <a:schemeClr val="tx1"/>
            </a:solidFill>
            <a:prstDash val="solid"/>
            <a:round/>
            <a:headEnd type="none" w="med" len="med"/>
            <a:tailEnd type="triangle" w="med" len="med"/>
          </a:ln>
        </p:spPr>
      </p:sp>
      <p:sp>
        <p:nvSpPr>
          <p:cNvPr id="20519" name="Text Box 60"/>
          <p:cNvSpPr txBox="1"/>
          <p:nvPr/>
        </p:nvSpPr>
        <p:spPr>
          <a:xfrm>
            <a:off x="2244725" y="3668713"/>
            <a:ext cx="704850" cy="336550"/>
          </a:xfrm>
          <a:prstGeom prst="rect">
            <a:avLst/>
          </a:prstGeom>
          <a:noFill/>
          <a:ln w="9525">
            <a:noFill/>
          </a:ln>
        </p:spPr>
        <p:txBody>
          <a:bodyPr wrap="none" anchor="t" anchorCtr="0">
            <a:spAutoFit/>
          </a:bodyPr>
          <a:p>
            <a:pPr>
              <a:buClrTx/>
              <a:buFontTx/>
            </a:pPr>
            <a:r>
              <a:rPr lang="en-US" altLang="zh-CN" sz="1600" dirty="0">
                <a:latin typeface="Arial" panose="020B0604020202020204" pitchFamily="34" charset="0"/>
                <a:ea typeface="宋体" panose="02010600030101010101" pitchFamily="2" charset="-122"/>
              </a:rPr>
              <a:t>frame</a:t>
            </a:r>
            <a:endParaRPr lang="en-US" altLang="zh-CN" sz="1600" dirty="0">
              <a:latin typeface="Arial" panose="020B0604020202020204" pitchFamily="34" charset="0"/>
              <a:ea typeface="宋体" panose="02010600030101010101" pitchFamily="2" charset="-122"/>
            </a:endParaRPr>
          </a:p>
        </p:txBody>
      </p:sp>
      <p:sp>
        <p:nvSpPr>
          <p:cNvPr id="20520" name="Line 61"/>
          <p:cNvSpPr/>
          <p:nvPr/>
        </p:nvSpPr>
        <p:spPr>
          <a:xfrm flipV="1">
            <a:off x="2873375" y="3575050"/>
            <a:ext cx="1155700" cy="212725"/>
          </a:xfrm>
          <a:prstGeom prst="line">
            <a:avLst/>
          </a:prstGeom>
          <a:ln w="9525" cap="flat" cmpd="sng">
            <a:solidFill>
              <a:schemeClr val="tx1"/>
            </a:solidFill>
            <a:prstDash val="solid"/>
            <a:round/>
            <a:headEnd type="none" w="med" len="med"/>
            <a:tailEnd type="none" w="med" len="me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页脚占位符 5"/>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22530"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22531"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Link Layer</a:t>
            </a:r>
            <a:endParaRPr lang="en-US" altLang="zh-CN" dirty="0">
              <a:ea typeface="宋体" panose="02010600030101010101" pitchFamily="2" charset="-122"/>
            </a:endParaRPr>
          </a:p>
        </p:txBody>
      </p:sp>
      <p:sp>
        <p:nvSpPr>
          <p:cNvPr id="22532" name="Rectangle 3"/>
          <p:cNvSpPr>
            <a:spLocks noGrp="1"/>
          </p:cNvSpPr>
          <p:nvPr>
            <p:ph sz="half" idx="1"/>
          </p:nvPr>
        </p:nvSpPr>
        <p:spPr>
          <a:ln/>
        </p:spPr>
        <p:txBody>
          <a:bodyPr vert="horz" wrap="square" lIns="91440" tIns="45720" rIns="91440" bIns="45720" anchor="t" anchorCtr="0"/>
          <a:p>
            <a:pPr>
              <a:buClr>
                <a:schemeClr val="accent2"/>
              </a:buClr>
              <a:buSzPct val="85000"/>
              <a:buFont typeface="ZapfDingbats" pitchFamily="82" charset="2"/>
            </a:pPr>
            <a:r>
              <a:rPr lang="en-US" altLang="zh-CN" sz="2400" dirty="0">
                <a:ea typeface="宋体" panose="02010600030101010101" pitchFamily="2" charset="-122"/>
              </a:rPr>
              <a:t>5.1 Introduction and services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solidFill>
                  <a:srgbClr val="FF0000"/>
                </a:solidFill>
                <a:ea typeface="宋体" panose="02010600030101010101" pitchFamily="2" charset="-122"/>
              </a:rPr>
              <a:t>5.2 Error detection and correction</a:t>
            </a:r>
            <a:r>
              <a:rPr lang="en-US" altLang="zh-CN" sz="2400" dirty="0">
                <a:ea typeface="宋体" panose="02010600030101010101" pitchFamily="2" charset="-122"/>
              </a:rPr>
              <a:t> </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5.3Multiple access protocols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5.4 Link-layer Addressing</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5.5 Ethernet</a:t>
            </a:r>
            <a:endParaRPr lang="en-US" altLang="zh-CN" sz="2400" dirty="0">
              <a:ea typeface="宋体" panose="02010600030101010101" pitchFamily="2" charset="-122"/>
            </a:endParaRPr>
          </a:p>
        </p:txBody>
      </p:sp>
      <p:sp>
        <p:nvSpPr>
          <p:cNvPr id="22533" name="Rectangle 6"/>
          <p:cNvSpPr>
            <a:spLocks noGrp="1"/>
          </p:cNvSpPr>
          <p:nvPr>
            <p:ph sz="half" idx="2"/>
          </p:nvPr>
        </p:nvSpPr>
        <p:spPr>
          <a:xfrm>
            <a:off x="4495800" y="1600200"/>
            <a:ext cx="4054475" cy="4648200"/>
          </a:xfrm>
          <a:ln/>
        </p:spPr>
        <p:txBody>
          <a:bodyPr vert="horz" wrap="square" lIns="91440" tIns="45720" rIns="91440" bIns="45720" anchor="t" anchorCtr="0"/>
          <a:p>
            <a:pPr>
              <a:buClr>
                <a:schemeClr val="accent2"/>
              </a:buClr>
              <a:buSzPct val="85000"/>
              <a:buFont typeface="ZapfDingbats" pitchFamily="82" charset="2"/>
            </a:pPr>
            <a:r>
              <a:rPr lang="en-US" altLang="zh-CN" sz="2400" dirty="0">
                <a:ea typeface="宋体" panose="02010600030101010101" pitchFamily="2" charset="-122"/>
              </a:rPr>
              <a:t>5.6 Link-layer switches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5.7 PPP</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5.8 Link virtualization: MPLS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5.9 A day in the life of a web request</a:t>
            </a:r>
            <a:endParaRPr lang="en-US" altLang="zh-CN" sz="2400" dirty="0">
              <a:ea typeface="宋体" panose="02010600030101010101" pitchFamily="2" charset="-122"/>
            </a:endParaRPr>
          </a:p>
          <a:p>
            <a:pPr>
              <a:buClr>
                <a:schemeClr val="accent2"/>
              </a:buClr>
              <a:buSzPct val="85000"/>
              <a:buFont typeface="ZapfDingbats" pitchFamily="82" charset="2"/>
              <a:buNone/>
            </a:pPr>
            <a:endParaRPr lang="en-US" altLang="zh-CN" sz="2400" dirty="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24578"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24579"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Error Detection</a:t>
            </a:r>
            <a:endParaRPr lang="en-US" altLang="zh-CN" dirty="0">
              <a:ea typeface="宋体" panose="02010600030101010101" pitchFamily="2" charset="-122"/>
            </a:endParaRPr>
          </a:p>
        </p:txBody>
      </p:sp>
      <p:pic>
        <p:nvPicPr>
          <p:cNvPr id="24580" name="Picture 3"/>
          <p:cNvPicPr>
            <a:picLocks noChangeAspect="1"/>
          </p:cNvPicPr>
          <p:nvPr/>
        </p:nvPicPr>
        <p:blipFill>
          <a:blip r:embed="rId1"/>
          <a:stretch>
            <a:fillRect/>
          </a:stretch>
        </p:blipFill>
        <p:spPr>
          <a:xfrm>
            <a:off x="1485900" y="3322638"/>
            <a:ext cx="5670550" cy="3109912"/>
          </a:xfrm>
          <a:prstGeom prst="rect">
            <a:avLst/>
          </a:prstGeom>
          <a:noFill/>
          <a:ln w="9525">
            <a:noFill/>
          </a:ln>
        </p:spPr>
      </p:pic>
      <p:sp>
        <p:nvSpPr>
          <p:cNvPr id="24581" name="Text Box 4"/>
          <p:cNvSpPr txBox="1"/>
          <p:nvPr/>
        </p:nvSpPr>
        <p:spPr>
          <a:xfrm>
            <a:off x="533400" y="1312863"/>
            <a:ext cx="8331200" cy="1920875"/>
          </a:xfrm>
          <a:prstGeom prst="rect">
            <a:avLst/>
          </a:prstGeom>
          <a:noFill/>
          <a:ln w="9525">
            <a:noFill/>
          </a:ln>
        </p:spPr>
        <p:txBody>
          <a:bodyPr anchor="t" anchorCtr="0">
            <a:spAutoFit/>
          </a:bodyPr>
          <a:p>
            <a:pPr eaLnBrk="0" hangingPunct="0">
              <a:buClrTx/>
              <a:buFontTx/>
            </a:pPr>
            <a:r>
              <a:rPr lang="en-US" altLang="zh-CN" sz="2000" i="0" dirty="0">
                <a:latin typeface="Comic Sans MS" panose="030F0702030302020204" pitchFamily="66" charset="0"/>
                <a:ea typeface="宋体" panose="02010600030101010101" pitchFamily="2" charset="-122"/>
              </a:rPr>
              <a:t>EDC= Error Detection and Correction bits (redundancy)</a:t>
            </a:r>
            <a:endParaRPr lang="en-US" altLang="zh-CN" sz="2000" i="0" dirty="0">
              <a:latin typeface="Comic Sans MS" panose="030F0702030302020204" pitchFamily="66" charset="0"/>
              <a:ea typeface="宋体" panose="02010600030101010101" pitchFamily="2" charset="-122"/>
            </a:endParaRPr>
          </a:p>
          <a:p>
            <a:pPr eaLnBrk="0" hangingPunct="0">
              <a:buClrTx/>
              <a:buFontTx/>
            </a:pPr>
            <a:r>
              <a:rPr lang="en-US" altLang="zh-CN" sz="2000" i="0" dirty="0">
                <a:latin typeface="Comic Sans MS" panose="030F0702030302020204" pitchFamily="66" charset="0"/>
                <a:ea typeface="宋体" panose="02010600030101010101" pitchFamily="2" charset="-122"/>
              </a:rPr>
              <a:t>D    = Data protected by error checking, may include header fields </a:t>
            </a:r>
            <a:br>
              <a:rPr lang="en-US" altLang="zh-CN" sz="2000" i="0" dirty="0">
                <a:latin typeface="Comic Sans MS" panose="030F0702030302020204" pitchFamily="66" charset="0"/>
                <a:ea typeface="宋体" panose="02010600030101010101" pitchFamily="2" charset="-122"/>
              </a:rPr>
            </a:br>
            <a:endParaRPr lang="en-US" altLang="zh-CN" sz="2000" i="0" dirty="0">
              <a:latin typeface="Comic Sans MS" panose="030F0702030302020204" pitchFamily="66" charset="0"/>
              <a:ea typeface="宋体" panose="02010600030101010101" pitchFamily="2" charset="-122"/>
            </a:endParaRPr>
          </a:p>
          <a:p>
            <a:pPr eaLnBrk="0" hangingPunct="0">
              <a:buClrTx/>
              <a:buFontTx/>
              <a:buChar char="•"/>
            </a:pPr>
            <a:r>
              <a:rPr lang="en-US" altLang="zh-CN" sz="2000" i="0" dirty="0">
                <a:latin typeface="Comic Sans MS" panose="030F0702030302020204" pitchFamily="66" charset="0"/>
                <a:ea typeface="宋体" panose="02010600030101010101" pitchFamily="2" charset="-122"/>
              </a:rPr>
              <a:t> Error detection not 100% reliable!</a:t>
            </a:r>
            <a:endParaRPr lang="en-US" altLang="zh-CN" sz="2000" i="0" dirty="0">
              <a:latin typeface="Comic Sans MS" panose="030F0702030302020204" pitchFamily="66" charset="0"/>
              <a:ea typeface="宋体" panose="02010600030101010101" pitchFamily="2" charset="-122"/>
            </a:endParaRPr>
          </a:p>
          <a:p>
            <a:pPr lvl="1" indent="0" algn="l" rtl="0" eaLnBrk="0" fontAlgn="base" hangingPunct="0">
              <a:spcBef>
                <a:spcPct val="0"/>
              </a:spcBef>
              <a:spcAft>
                <a:spcPct val="0"/>
              </a:spcAft>
              <a:buClrTx/>
              <a:buFontTx/>
              <a:buChar char="•"/>
            </a:pPr>
            <a:r>
              <a:rPr lang="en-US" altLang="zh-CN" sz="2000" dirty="0">
                <a:solidFill>
                  <a:schemeClr val="tx1"/>
                </a:solidFill>
                <a:latin typeface="Comic Sans MS" panose="030F0702030302020204" pitchFamily="66" charset="0"/>
                <a:ea typeface="宋体" panose="02010600030101010101" pitchFamily="2" charset="-122"/>
              </a:rPr>
              <a:t> protocol may miss some errors, but rarely</a:t>
            </a:r>
            <a:endParaRPr lang="en-US" altLang="zh-CN" sz="2000" dirty="0">
              <a:solidFill>
                <a:schemeClr val="tx1"/>
              </a:solidFill>
              <a:latin typeface="Comic Sans MS" panose="030F0702030302020204" pitchFamily="66" charset="0"/>
              <a:ea typeface="宋体" panose="02010600030101010101" pitchFamily="2" charset="-122"/>
            </a:endParaRPr>
          </a:p>
          <a:p>
            <a:pPr lvl="1" indent="0" algn="l" rtl="0" eaLnBrk="0" fontAlgn="base" hangingPunct="0">
              <a:spcBef>
                <a:spcPct val="0"/>
              </a:spcBef>
              <a:spcAft>
                <a:spcPct val="0"/>
              </a:spcAft>
              <a:buClrTx/>
              <a:buFontTx/>
              <a:buChar char="•"/>
            </a:pPr>
            <a:r>
              <a:rPr lang="en-US" altLang="zh-CN" sz="2000" dirty="0">
                <a:solidFill>
                  <a:schemeClr val="tx1"/>
                </a:solidFill>
                <a:latin typeface="Comic Sans MS" panose="030F0702030302020204" pitchFamily="66" charset="0"/>
                <a:ea typeface="宋体" panose="02010600030101010101" pitchFamily="2" charset="-122"/>
              </a:rPr>
              <a:t> larger EDC field yields better detection and correction</a:t>
            </a:r>
            <a:endParaRPr lang="en-US" altLang="zh-CN" sz="2000" dirty="0">
              <a:solidFill>
                <a:schemeClr val="tx1"/>
              </a:solidFill>
              <a:latin typeface="Comic Sans MS" panose="030F0702030302020204" pitchFamily="66" charset="0"/>
              <a:ea typeface="宋体" panose="02010600030101010101" pitchFamily="2" charset="-122"/>
            </a:endParaRPr>
          </a:p>
        </p:txBody>
      </p:sp>
      <p:sp>
        <p:nvSpPr>
          <p:cNvPr id="24582" name="Rectangle 6"/>
          <p:cNvSpPr/>
          <p:nvPr/>
        </p:nvSpPr>
        <p:spPr>
          <a:xfrm>
            <a:off x="5384800" y="3916363"/>
            <a:ext cx="176213" cy="193675"/>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4583" name="Text Box 5"/>
          <p:cNvSpPr txBox="1"/>
          <p:nvPr/>
        </p:nvSpPr>
        <p:spPr>
          <a:xfrm>
            <a:off x="4773613" y="3873500"/>
            <a:ext cx="942975" cy="304800"/>
          </a:xfrm>
          <a:prstGeom prst="rect">
            <a:avLst/>
          </a:prstGeom>
          <a:noFill/>
          <a:ln w="9525">
            <a:noFill/>
          </a:ln>
        </p:spPr>
        <p:txBody>
          <a:bodyPr wrap="none" anchor="t" anchorCtr="0">
            <a:spAutoFit/>
          </a:bodyPr>
          <a:p>
            <a:pPr eaLnBrk="0" hangingPunct="0">
              <a:buClrTx/>
              <a:buFontTx/>
            </a:pPr>
            <a:r>
              <a:rPr lang="en-US" altLang="zh-CN" sz="1400" i="0" dirty="0">
                <a:latin typeface="Arial" panose="020B0604020202020204" pitchFamily="34" charset="0"/>
                <a:ea typeface="宋体" panose="02010600030101010101" pitchFamily="2" charset="-122"/>
              </a:rPr>
              <a:t>otherwise</a:t>
            </a:r>
            <a:endParaRPr lang="en-US" altLang="zh-CN" sz="1400" i="0" dirty="0">
              <a:latin typeface="Arial" panose="020B0604020202020204" pitchFamily="34" charset="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2662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26627" name="Rectangle 2"/>
          <p:cNvSpPr>
            <a:spLocks noGrp="1"/>
          </p:cNvSpPr>
          <p:nvPr>
            <p:ph type="title"/>
          </p:nvPr>
        </p:nvSpPr>
        <p:spPr>
          <a:xfrm>
            <a:off x="303213" y="363538"/>
            <a:ext cx="5334000" cy="838200"/>
          </a:xfrm>
          <a:ln/>
        </p:spPr>
        <p:txBody>
          <a:bodyPr vert="horz" wrap="square" lIns="91440" tIns="45720" rIns="91440" bIns="45720" anchor="ctr" anchorCtr="0"/>
          <a:p>
            <a:r>
              <a:rPr lang="en-US" altLang="zh-CN" dirty="0">
                <a:ea typeface="宋体" panose="02010600030101010101" pitchFamily="2" charset="-122"/>
              </a:rPr>
              <a:t>Parity Checking</a:t>
            </a:r>
            <a:endParaRPr lang="en-US" altLang="zh-CN" dirty="0">
              <a:ea typeface="宋体" panose="02010600030101010101" pitchFamily="2" charset="-122"/>
            </a:endParaRPr>
          </a:p>
        </p:txBody>
      </p:sp>
      <p:pic>
        <p:nvPicPr>
          <p:cNvPr id="26628" name="Picture 3"/>
          <p:cNvPicPr>
            <a:picLocks noChangeAspect="1"/>
          </p:cNvPicPr>
          <p:nvPr/>
        </p:nvPicPr>
        <p:blipFill>
          <a:blip r:embed="rId1"/>
          <a:stretch>
            <a:fillRect/>
          </a:stretch>
        </p:blipFill>
        <p:spPr>
          <a:xfrm>
            <a:off x="452438" y="2482850"/>
            <a:ext cx="2609850" cy="908050"/>
          </a:xfrm>
          <a:prstGeom prst="rect">
            <a:avLst/>
          </a:prstGeom>
          <a:noFill/>
          <a:ln w="9525">
            <a:noFill/>
          </a:ln>
        </p:spPr>
      </p:pic>
      <p:sp>
        <p:nvSpPr>
          <p:cNvPr id="26629" name="Text Box 4"/>
          <p:cNvSpPr txBox="1"/>
          <p:nvPr/>
        </p:nvSpPr>
        <p:spPr>
          <a:xfrm>
            <a:off x="361950" y="1460500"/>
            <a:ext cx="2819400" cy="701675"/>
          </a:xfrm>
          <a:prstGeom prst="rect">
            <a:avLst/>
          </a:prstGeom>
          <a:noFill/>
          <a:ln w="9525">
            <a:noFill/>
          </a:ln>
        </p:spPr>
        <p:txBody>
          <a:bodyPr anchor="t" anchorCtr="0">
            <a:spAutoFit/>
          </a:bodyPr>
          <a:p>
            <a:pPr eaLnBrk="0" hangingPunct="0">
              <a:buClrTx/>
              <a:buFontTx/>
            </a:pPr>
            <a:r>
              <a:rPr lang="en-US" altLang="zh-CN" sz="2400" i="0" u="sng" dirty="0">
                <a:solidFill>
                  <a:srgbClr val="FF0000"/>
                </a:solidFill>
                <a:latin typeface="Comic Sans MS" panose="030F0702030302020204" pitchFamily="66" charset="0"/>
                <a:ea typeface="宋体" panose="02010600030101010101" pitchFamily="2" charset="-122"/>
              </a:rPr>
              <a:t>Single Bit Parity:</a:t>
            </a:r>
            <a:endParaRPr lang="en-US" altLang="zh-CN" sz="2400" b="1" i="0" dirty="0">
              <a:latin typeface="Comic Sans MS" panose="030F0702030302020204" pitchFamily="66" charset="0"/>
              <a:ea typeface="宋体" panose="02010600030101010101" pitchFamily="2" charset="-122"/>
            </a:endParaRPr>
          </a:p>
          <a:p>
            <a:pPr eaLnBrk="0" hangingPunct="0">
              <a:buClrTx/>
              <a:buFontTx/>
            </a:pPr>
            <a:r>
              <a:rPr lang="en-US" altLang="zh-CN" sz="1600" b="1" i="0" dirty="0">
                <a:latin typeface="Comic Sans MS" panose="030F0702030302020204" pitchFamily="66" charset="0"/>
                <a:ea typeface="宋体" panose="02010600030101010101" pitchFamily="2" charset="-122"/>
              </a:rPr>
              <a:t>Detect single bit errors</a:t>
            </a:r>
            <a:endParaRPr lang="en-US" altLang="zh-CN" sz="3200" b="1" i="0" dirty="0">
              <a:latin typeface="Comic Sans MS" panose="030F0702030302020204" pitchFamily="66" charset="0"/>
              <a:ea typeface="宋体" panose="02010600030101010101" pitchFamily="2" charset="-122"/>
            </a:endParaRPr>
          </a:p>
        </p:txBody>
      </p:sp>
      <p:pic>
        <p:nvPicPr>
          <p:cNvPr id="26630" name="Picture 5"/>
          <p:cNvPicPr>
            <a:picLocks noChangeAspect="1"/>
          </p:cNvPicPr>
          <p:nvPr/>
        </p:nvPicPr>
        <p:blipFill>
          <a:blip r:embed="rId2"/>
          <a:stretch>
            <a:fillRect/>
          </a:stretch>
        </p:blipFill>
        <p:spPr>
          <a:xfrm>
            <a:off x="4030663" y="2220913"/>
            <a:ext cx="3751262" cy="4114800"/>
          </a:xfrm>
          <a:prstGeom prst="rect">
            <a:avLst/>
          </a:prstGeom>
          <a:noFill/>
          <a:ln w="9525">
            <a:noFill/>
          </a:ln>
        </p:spPr>
      </p:pic>
      <p:sp>
        <p:nvSpPr>
          <p:cNvPr id="26631" name="Text Box 6"/>
          <p:cNvSpPr txBox="1"/>
          <p:nvPr/>
        </p:nvSpPr>
        <p:spPr>
          <a:xfrm>
            <a:off x="3643313" y="1408113"/>
            <a:ext cx="4095750" cy="701675"/>
          </a:xfrm>
          <a:prstGeom prst="rect">
            <a:avLst/>
          </a:prstGeom>
          <a:noFill/>
          <a:ln w="9525">
            <a:noFill/>
          </a:ln>
        </p:spPr>
        <p:txBody>
          <a:bodyPr wrap="none" anchor="t" anchorCtr="0">
            <a:spAutoFit/>
          </a:bodyPr>
          <a:p>
            <a:pPr eaLnBrk="0" hangingPunct="0">
              <a:buClrTx/>
              <a:buFontTx/>
            </a:pPr>
            <a:r>
              <a:rPr lang="en-US" altLang="zh-CN" sz="2400" i="0" u="sng" dirty="0">
                <a:solidFill>
                  <a:srgbClr val="FF0000"/>
                </a:solidFill>
                <a:latin typeface="Comic Sans MS" panose="030F0702030302020204" pitchFamily="66" charset="0"/>
                <a:ea typeface="宋体" panose="02010600030101010101" pitchFamily="2" charset="-122"/>
              </a:rPr>
              <a:t>Two Dimensional Bit Parity</a:t>
            </a:r>
            <a:r>
              <a:rPr lang="en-US" altLang="zh-CN" sz="2400" b="1" i="0" u="sng" dirty="0">
                <a:solidFill>
                  <a:srgbClr val="FF0000"/>
                </a:solidFill>
                <a:latin typeface="Comic Sans MS" panose="030F0702030302020204" pitchFamily="66" charset="0"/>
                <a:ea typeface="宋体" panose="02010600030101010101" pitchFamily="2" charset="-122"/>
              </a:rPr>
              <a:t>:</a:t>
            </a:r>
            <a:endParaRPr lang="en-US" altLang="zh-CN" sz="2400" b="1" i="0" dirty="0">
              <a:latin typeface="Comic Sans MS" panose="030F0702030302020204" pitchFamily="66" charset="0"/>
              <a:ea typeface="宋体" panose="02010600030101010101" pitchFamily="2" charset="-122"/>
            </a:endParaRPr>
          </a:p>
          <a:p>
            <a:pPr eaLnBrk="0" hangingPunct="0">
              <a:buClrTx/>
              <a:buFontTx/>
            </a:pPr>
            <a:r>
              <a:rPr lang="en-US" altLang="zh-CN" sz="1600" b="1" i="0" dirty="0">
                <a:latin typeface="Comic Sans MS" panose="030F0702030302020204" pitchFamily="66" charset="0"/>
                <a:ea typeface="宋体" panose="02010600030101010101" pitchFamily="2" charset="-122"/>
              </a:rPr>
              <a:t>Detect </a:t>
            </a:r>
            <a:r>
              <a:rPr lang="en-US" altLang="zh-CN" sz="1600" b="1" dirty="0">
                <a:latin typeface="Comic Sans MS" panose="030F0702030302020204" pitchFamily="66" charset="0"/>
                <a:ea typeface="宋体" panose="02010600030101010101" pitchFamily="2" charset="-122"/>
              </a:rPr>
              <a:t>and correct</a:t>
            </a:r>
            <a:r>
              <a:rPr lang="en-US" altLang="zh-CN" sz="1600" b="1" i="0" dirty="0">
                <a:latin typeface="Comic Sans MS" panose="030F0702030302020204" pitchFamily="66" charset="0"/>
                <a:ea typeface="宋体" panose="02010600030101010101" pitchFamily="2" charset="-122"/>
              </a:rPr>
              <a:t> single bit errors</a:t>
            </a:r>
            <a:endParaRPr lang="en-US" altLang="zh-CN" sz="3200" b="1" i="0" dirty="0">
              <a:latin typeface="Comic Sans MS" panose="030F0702030302020204" pitchFamily="66" charset="0"/>
              <a:ea typeface="宋体" panose="02010600030101010101" pitchFamily="2" charset="-122"/>
            </a:endParaRPr>
          </a:p>
        </p:txBody>
      </p:sp>
      <p:sp>
        <p:nvSpPr>
          <p:cNvPr id="26632" name="Oval 7"/>
          <p:cNvSpPr/>
          <p:nvPr/>
        </p:nvSpPr>
        <p:spPr>
          <a:xfrm>
            <a:off x="4354513" y="5222875"/>
            <a:ext cx="146050" cy="168275"/>
          </a:xfrm>
          <a:prstGeom prst="ellipse">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6633" name="Text Box 8"/>
          <p:cNvSpPr txBox="1"/>
          <p:nvPr/>
        </p:nvSpPr>
        <p:spPr>
          <a:xfrm>
            <a:off x="4279900" y="5129213"/>
            <a:ext cx="261938" cy="396875"/>
          </a:xfrm>
          <a:prstGeom prst="rect">
            <a:avLst/>
          </a:prstGeom>
          <a:noFill/>
          <a:ln w="9525">
            <a:noFill/>
          </a:ln>
        </p:spPr>
        <p:txBody>
          <a:bodyPr anchor="t" anchorCtr="0">
            <a:spAutoFit/>
          </a:bodyPr>
          <a:p>
            <a:pPr eaLnBrk="0" hangingPunct="0">
              <a:buClrTx/>
              <a:buFontTx/>
            </a:pPr>
            <a:r>
              <a:rPr lang="en-US" altLang="zh-CN" sz="2000" i="0" dirty="0">
                <a:latin typeface="Courier New" panose="02070309020205020404" pitchFamily="49" charset="0"/>
                <a:ea typeface="宋体" panose="02010600030101010101" pitchFamily="2" charset="-122"/>
              </a:rPr>
              <a:t>0</a:t>
            </a:r>
            <a:endParaRPr lang="en-US" altLang="zh-CN" i="0" dirty="0">
              <a:latin typeface="Comic Sans MS" panose="030F0702030302020204" pitchFamily="66" charset="0"/>
              <a:ea typeface="宋体" panose="02010600030101010101" pitchFamily="2" charset="-122"/>
            </a:endParaRPr>
          </a:p>
        </p:txBody>
      </p:sp>
      <p:sp>
        <p:nvSpPr>
          <p:cNvPr id="26634" name="Oval 9"/>
          <p:cNvSpPr/>
          <p:nvPr/>
        </p:nvSpPr>
        <p:spPr>
          <a:xfrm>
            <a:off x="6015038" y="5218113"/>
            <a:ext cx="146050" cy="168275"/>
          </a:xfrm>
          <a:prstGeom prst="ellipse">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6635" name="Text Box 10"/>
          <p:cNvSpPr txBox="1"/>
          <p:nvPr/>
        </p:nvSpPr>
        <p:spPr>
          <a:xfrm>
            <a:off x="5940425" y="5124450"/>
            <a:ext cx="261938" cy="396875"/>
          </a:xfrm>
          <a:prstGeom prst="rect">
            <a:avLst/>
          </a:prstGeom>
          <a:noFill/>
          <a:ln w="9525">
            <a:noFill/>
          </a:ln>
        </p:spPr>
        <p:txBody>
          <a:bodyPr anchor="t" anchorCtr="0">
            <a:spAutoFit/>
          </a:bodyPr>
          <a:p>
            <a:pPr eaLnBrk="0" hangingPunct="0">
              <a:buClrTx/>
              <a:buFontTx/>
            </a:pPr>
            <a:r>
              <a:rPr lang="en-US" altLang="zh-CN" sz="2000" i="0" dirty="0">
                <a:latin typeface="Courier New" panose="02070309020205020404" pitchFamily="49" charset="0"/>
                <a:ea typeface="宋体" panose="02010600030101010101" pitchFamily="2" charset="-122"/>
              </a:rPr>
              <a:t>0</a:t>
            </a:r>
            <a:endParaRPr lang="en-US" altLang="zh-CN" i="0" dirty="0">
              <a:latin typeface="Comic Sans MS" panose="030F0702030302020204" pitchFamily="66" charset="0"/>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页脚占位符 5"/>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28674"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28675"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Internet checksum </a:t>
            </a:r>
            <a:r>
              <a:rPr lang="en-US" altLang="zh-CN" sz="3200" u="none" dirty="0">
                <a:ea typeface="宋体" panose="02010600030101010101" pitchFamily="2" charset="-122"/>
              </a:rPr>
              <a:t>(review)</a:t>
            </a:r>
            <a:endParaRPr lang="en-US" altLang="zh-CN" sz="3200" u="none" dirty="0">
              <a:ea typeface="宋体" panose="02010600030101010101" pitchFamily="2" charset="-122"/>
            </a:endParaRPr>
          </a:p>
        </p:txBody>
      </p:sp>
      <p:sp>
        <p:nvSpPr>
          <p:cNvPr id="28676" name="Rectangle 3"/>
          <p:cNvSpPr>
            <a:spLocks noGrp="1"/>
          </p:cNvSpPr>
          <p:nvPr>
            <p:ph sz="half" idx="1"/>
          </p:nvPr>
        </p:nvSpPr>
        <p:spPr>
          <a:xfrm>
            <a:off x="638175" y="2619375"/>
            <a:ext cx="3657600" cy="3495675"/>
          </a:xfrm>
          <a:ln/>
        </p:spPr>
        <p:txBody>
          <a:bodyPr vert="horz" wrap="square" lIns="91440" tIns="45720" rIns="91440" bIns="45720" anchor="t" anchorCtr="0"/>
          <a:p>
            <a:pPr>
              <a:buClr>
                <a:schemeClr val="accent2"/>
              </a:buClr>
              <a:buSzPct val="85000"/>
              <a:buFont typeface="ZapfDingbats" pitchFamily="82" charset="2"/>
              <a:buNone/>
            </a:pPr>
            <a:r>
              <a:rPr lang="en-US" altLang="zh-CN" sz="2400" u="sng" dirty="0">
                <a:solidFill>
                  <a:srgbClr val="FF0000"/>
                </a:solidFill>
                <a:ea typeface="宋体" panose="02010600030101010101" pitchFamily="2" charset="-122"/>
              </a:rPr>
              <a:t>Sender:</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000" dirty="0">
                <a:ea typeface="宋体" panose="02010600030101010101" pitchFamily="2" charset="-122"/>
              </a:rPr>
              <a:t>treat segment contents as sequence of 16-bit integers</a:t>
            </a:r>
            <a:endParaRPr lang="en-US" altLang="zh-CN" sz="2000" dirty="0">
              <a:ea typeface="宋体" panose="02010600030101010101" pitchFamily="2" charset="-122"/>
            </a:endParaRPr>
          </a:p>
          <a:p>
            <a:pPr>
              <a:buClr>
                <a:schemeClr val="accent2"/>
              </a:buClr>
              <a:buSzPct val="85000"/>
              <a:buFont typeface="ZapfDingbats" pitchFamily="82" charset="2"/>
            </a:pPr>
            <a:r>
              <a:rPr lang="en-US" altLang="zh-CN" sz="2000" dirty="0">
                <a:ea typeface="宋体" panose="02010600030101010101" pitchFamily="2" charset="-122"/>
              </a:rPr>
              <a:t>checksum: addition (1’s complement sum) of segment contents</a:t>
            </a:r>
            <a:endParaRPr lang="en-US" altLang="zh-CN" sz="2000" dirty="0">
              <a:ea typeface="宋体" panose="02010600030101010101" pitchFamily="2" charset="-122"/>
            </a:endParaRPr>
          </a:p>
          <a:p>
            <a:pPr>
              <a:buClr>
                <a:schemeClr val="accent2"/>
              </a:buClr>
              <a:buSzPct val="85000"/>
              <a:buFont typeface="ZapfDingbats" pitchFamily="82" charset="2"/>
            </a:pPr>
            <a:r>
              <a:rPr lang="en-US" altLang="zh-CN" sz="2000" dirty="0">
                <a:ea typeface="宋体" panose="02010600030101010101" pitchFamily="2" charset="-122"/>
              </a:rPr>
              <a:t>sender puts checksum value into UDP checksum field</a:t>
            </a:r>
            <a:endParaRPr lang="en-US" altLang="zh-CN" sz="2000" dirty="0">
              <a:ea typeface="宋体" panose="02010600030101010101" pitchFamily="2" charset="-122"/>
            </a:endParaRPr>
          </a:p>
          <a:p>
            <a:pPr>
              <a:buClr>
                <a:schemeClr val="accent2"/>
              </a:buClr>
              <a:buSzPct val="85000"/>
              <a:buFont typeface="ZapfDingbats" pitchFamily="82" charset="2"/>
              <a:buNone/>
            </a:pPr>
            <a:endParaRPr lang="en-US" altLang="zh-CN" sz="2400" dirty="0">
              <a:ea typeface="宋体" panose="02010600030101010101" pitchFamily="2" charset="-122"/>
            </a:endParaRPr>
          </a:p>
          <a:p>
            <a:pPr>
              <a:buClr>
                <a:schemeClr val="accent2"/>
              </a:buClr>
              <a:buSzPct val="85000"/>
              <a:buFont typeface="ZapfDingbats" pitchFamily="82" charset="2"/>
            </a:pPr>
            <a:endParaRPr lang="en-US" altLang="zh-CN" sz="2400" dirty="0">
              <a:ea typeface="宋体" panose="02010600030101010101" pitchFamily="2" charset="-122"/>
            </a:endParaRPr>
          </a:p>
        </p:txBody>
      </p:sp>
      <p:sp>
        <p:nvSpPr>
          <p:cNvPr id="28677" name="Rectangle 4"/>
          <p:cNvSpPr>
            <a:spLocks noGrp="1"/>
          </p:cNvSpPr>
          <p:nvPr>
            <p:ph sz="half" idx="2"/>
          </p:nvPr>
        </p:nvSpPr>
        <p:spPr>
          <a:xfrm>
            <a:off x="4648200" y="2552700"/>
            <a:ext cx="4057650" cy="3414713"/>
          </a:xfrm>
          <a:ln/>
        </p:spPr>
        <p:txBody>
          <a:bodyPr vert="horz" wrap="square" lIns="91440" tIns="45720" rIns="91440" bIns="45720" anchor="t" anchorCtr="0"/>
          <a:p>
            <a:pPr>
              <a:buClr>
                <a:schemeClr val="accent2"/>
              </a:buClr>
              <a:buSzPct val="85000"/>
              <a:buFont typeface="ZapfDingbats" pitchFamily="82" charset="2"/>
              <a:buNone/>
            </a:pPr>
            <a:r>
              <a:rPr lang="en-US" altLang="zh-CN" sz="2000" u="sng" dirty="0">
                <a:solidFill>
                  <a:srgbClr val="FF0000"/>
                </a:solidFill>
                <a:ea typeface="宋体" panose="02010600030101010101" pitchFamily="2" charset="-122"/>
              </a:rPr>
              <a:t>Receiver:</a:t>
            </a:r>
            <a:endParaRPr lang="en-US" altLang="zh-CN" sz="2000" dirty="0">
              <a:ea typeface="宋体" panose="02010600030101010101" pitchFamily="2" charset="-122"/>
            </a:endParaRPr>
          </a:p>
          <a:p>
            <a:pPr>
              <a:buClr>
                <a:schemeClr val="accent2"/>
              </a:buClr>
              <a:buSzPct val="85000"/>
              <a:buFont typeface="ZapfDingbats" pitchFamily="82" charset="2"/>
            </a:pPr>
            <a:r>
              <a:rPr lang="en-US" altLang="zh-CN" sz="2000" dirty="0">
                <a:ea typeface="宋体" panose="02010600030101010101" pitchFamily="2" charset="-122"/>
              </a:rPr>
              <a:t>compute checksum of received segment</a:t>
            </a:r>
            <a:endParaRPr lang="en-US" altLang="zh-CN" sz="2000" dirty="0">
              <a:ea typeface="宋体" panose="02010600030101010101" pitchFamily="2" charset="-122"/>
            </a:endParaRPr>
          </a:p>
          <a:p>
            <a:pPr>
              <a:buClr>
                <a:schemeClr val="accent2"/>
              </a:buClr>
              <a:buSzPct val="85000"/>
              <a:buFont typeface="ZapfDingbats" pitchFamily="82" charset="2"/>
            </a:pPr>
            <a:r>
              <a:rPr lang="en-US" altLang="zh-CN" sz="2000" dirty="0">
                <a:ea typeface="宋体" panose="02010600030101010101" pitchFamily="2" charset="-122"/>
              </a:rPr>
              <a:t>check if computed checksum equals checksum field value:</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NO - error detected</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YES - no error detected. </a:t>
            </a:r>
            <a:r>
              <a:rPr lang="en-US" altLang="zh-CN" sz="2000" i="1" dirty="0">
                <a:ea typeface="宋体" panose="02010600030101010101" pitchFamily="2" charset="-122"/>
              </a:rPr>
              <a:t>But maybe errors nonetheless?</a:t>
            </a:r>
            <a:r>
              <a:rPr lang="en-US" altLang="zh-CN" sz="2000" dirty="0">
                <a:ea typeface="宋体" panose="02010600030101010101" pitchFamily="2" charset="-122"/>
              </a:rPr>
              <a:t> </a:t>
            </a:r>
            <a:endParaRPr lang="en-US" altLang="zh-CN" sz="1800" dirty="0">
              <a:ea typeface="宋体" panose="02010600030101010101" pitchFamily="2" charset="-122"/>
            </a:endParaRPr>
          </a:p>
        </p:txBody>
      </p:sp>
      <p:sp>
        <p:nvSpPr>
          <p:cNvPr id="28678" name="Rectangle 5"/>
          <p:cNvSpPr/>
          <p:nvPr/>
        </p:nvSpPr>
        <p:spPr>
          <a:xfrm>
            <a:off x="695325" y="1457325"/>
            <a:ext cx="7924800" cy="847725"/>
          </a:xfrm>
          <a:prstGeom prst="rect">
            <a:avLst/>
          </a:prstGeom>
          <a:noFill/>
          <a:ln w="9525">
            <a:noFill/>
          </a:ln>
        </p:spPr>
        <p:txBody>
          <a:bodyPr anchor="t" anchorCtr="0"/>
          <a:p>
            <a:pPr marL="342900" indent="-342900" eaLnBrk="0" hangingPunct="0">
              <a:spcBef>
                <a:spcPct val="20000"/>
              </a:spcBef>
              <a:buClr>
                <a:schemeClr val="accent2"/>
              </a:buClr>
              <a:buSzPct val="85000"/>
              <a:buFont typeface="ZapfDingbats" pitchFamily="82" charset="2"/>
            </a:pPr>
            <a:r>
              <a:rPr lang="en-US" altLang="zh-CN" sz="2400" i="0" u="sng" dirty="0">
                <a:solidFill>
                  <a:srgbClr val="FF0000"/>
                </a:solidFill>
                <a:latin typeface="Comic Sans MS" panose="030F0702030302020204" pitchFamily="66" charset="0"/>
                <a:ea typeface="宋体" panose="02010600030101010101" pitchFamily="2" charset="-122"/>
              </a:rPr>
              <a:t>Goal:</a:t>
            </a:r>
            <a:r>
              <a:rPr lang="en-US" altLang="zh-CN" sz="2400" i="0" dirty="0">
                <a:latin typeface="Comic Sans MS" panose="030F0702030302020204" pitchFamily="66" charset="0"/>
                <a:ea typeface="宋体" panose="02010600030101010101" pitchFamily="2" charset="-122"/>
              </a:rPr>
              <a:t> detect “errors” (e.g., flipped bits) in transmitted packet (note: used at transport layer</a:t>
            </a:r>
            <a:r>
              <a:rPr lang="en-US" altLang="zh-CN" sz="2400" dirty="0">
                <a:latin typeface="Comic Sans MS" panose="030F0702030302020204" pitchFamily="66" charset="0"/>
                <a:ea typeface="宋体" panose="02010600030101010101" pitchFamily="2" charset="-122"/>
              </a:rPr>
              <a:t> only</a:t>
            </a:r>
            <a:r>
              <a:rPr lang="en-US" altLang="zh-CN" sz="2400" i="0" dirty="0">
                <a:latin typeface="Comic Sans MS" panose="030F0702030302020204" pitchFamily="66" charset="0"/>
                <a:ea typeface="宋体" panose="02010600030101010101" pitchFamily="2" charset="-122"/>
              </a:rPr>
              <a:t>)</a:t>
            </a:r>
            <a:endParaRPr lang="en-US" altLang="zh-CN" sz="2400" i="0" dirty="0">
              <a:latin typeface="Comic Sans MS" panose="030F0702030302020204" pitchFamily="66" charset="0"/>
              <a:ea typeface="宋体" panose="02010600030101010101" pitchFamily="2" charset="-122"/>
            </a:endParaRPr>
          </a:p>
          <a:p>
            <a:pPr marL="342900" indent="-342900" eaLnBrk="0" hangingPunct="0">
              <a:spcBef>
                <a:spcPct val="20000"/>
              </a:spcBef>
              <a:buClr>
                <a:schemeClr val="accent2"/>
              </a:buClr>
              <a:buSzPct val="85000"/>
              <a:buFont typeface="ZapfDingbats" pitchFamily="82" charset="2"/>
              <a:buChar char="r"/>
            </a:pPr>
            <a:endParaRPr lang="en-US" altLang="zh-CN" sz="2400" i="0" dirty="0">
              <a:latin typeface="Comic Sans MS" panose="030F0702030302020204" pitchFamily="66" charset="0"/>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3072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30723" name="Rectangle 2"/>
          <p:cNvSpPr>
            <a:spLocks noGrp="1"/>
          </p:cNvSpPr>
          <p:nvPr>
            <p:ph type="title"/>
          </p:nvPr>
        </p:nvSpPr>
        <p:spPr>
          <a:xfrm>
            <a:off x="533400" y="228600"/>
            <a:ext cx="8231188" cy="1143000"/>
          </a:xfrm>
          <a:ln/>
        </p:spPr>
        <p:txBody>
          <a:bodyPr vert="horz" wrap="square" lIns="91440" tIns="45720" rIns="91440" bIns="45720" anchor="ctr" anchorCtr="0"/>
          <a:p>
            <a:r>
              <a:rPr lang="en-US" altLang="zh-CN" sz="3200" dirty="0">
                <a:ea typeface="宋体" panose="02010600030101010101" pitchFamily="2" charset="-122"/>
              </a:rPr>
              <a:t>Checksumming: Cyclic Redundancy Check</a:t>
            </a:r>
            <a:r>
              <a:rPr lang="zh-CN" altLang="en-US" sz="3200" dirty="0">
                <a:ea typeface="宋体" panose="02010600030101010101" pitchFamily="2" charset="-122"/>
              </a:rPr>
              <a:t>（略）</a:t>
            </a:r>
            <a:endParaRPr lang="zh-CN" altLang="en-US" sz="3200" dirty="0">
              <a:ea typeface="宋体" panose="02010600030101010101" pitchFamily="2" charset="-122"/>
            </a:endParaRPr>
          </a:p>
        </p:txBody>
      </p:sp>
      <p:sp>
        <p:nvSpPr>
          <p:cNvPr id="30724" name="Rectangle 3"/>
          <p:cNvSpPr>
            <a:spLocks noGrp="1"/>
          </p:cNvSpPr>
          <p:nvPr>
            <p:ph idx="1"/>
          </p:nvPr>
        </p:nvSpPr>
        <p:spPr>
          <a:xfrm>
            <a:off x="484188" y="1362075"/>
            <a:ext cx="7772400" cy="3360738"/>
          </a:xfrm>
          <a:ln/>
        </p:spPr>
        <p:txBody>
          <a:bodyPr vert="horz" wrap="square" lIns="91440" tIns="45720" rIns="91440" bIns="45720" anchor="t" anchorCtr="0"/>
          <a:p>
            <a:r>
              <a:rPr lang="en-US" altLang="zh-CN" sz="2000" dirty="0">
                <a:ea typeface="宋体" panose="02010600030101010101" pitchFamily="2" charset="-122"/>
              </a:rPr>
              <a:t>view data bits, </a:t>
            </a:r>
            <a:r>
              <a:rPr lang="en-US" altLang="zh-CN" sz="2000" dirty="0">
                <a:solidFill>
                  <a:srgbClr val="FF0000"/>
                </a:solidFill>
                <a:ea typeface="宋体" panose="02010600030101010101" pitchFamily="2" charset="-122"/>
              </a:rPr>
              <a:t>D</a:t>
            </a:r>
            <a:r>
              <a:rPr lang="en-US" altLang="zh-CN" sz="2000" dirty="0">
                <a:ea typeface="宋体" panose="02010600030101010101" pitchFamily="2" charset="-122"/>
              </a:rPr>
              <a:t>, as a binary number</a:t>
            </a:r>
            <a:endParaRPr lang="en-US" altLang="zh-CN" sz="2000" dirty="0">
              <a:ea typeface="宋体" panose="02010600030101010101" pitchFamily="2" charset="-122"/>
            </a:endParaRPr>
          </a:p>
          <a:p>
            <a:r>
              <a:rPr lang="en-US" altLang="zh-CN" sz="2000" dirty="0">
                <a:ea typeface="宋体" panose="02010600030101010101" pitchFamily="2" charset="-122"/>
              </a:rPr>
              <a:t>choose r+1 bit pattern (generator), </a:t>
            </a:r>
            <a:r>
              <a:rPr lang="en-US" altLang="zh-CN" sz="2000" dirty="0">
                <a:solidFill>
                  <a:srgbClr val="FF0000"/>
                </a:solidFill>
                <a:ea typeface="宋体" panose="02010600030101010101" pitchFamily="2" charset="-122"/>
              </a:rPr>
              <a:t>G</a:t>
            </a:r>
            <a:r>
              <a:rPr lang="en-US" altLang="zh-CN" sz="2000" dirty="0">
                <a:ea typeface="宋体" panose="02010600030101010101" pitchFamily="2" charset="-122"/>
              </a:rPr>
              <a:t> </a:t>
            </a:r>
            <a:endParaRPr lang="en-US" altLang="zh-CN" sz="2000" dirty="0">
              <a:ea typeface="宋体" panose="02010600030101010101" pitchFamily="2" charset="-122"/>
            </a:endParaRPr>
          </a:p>
          <a:p>
            <a:r>
              <a:rPr lang="en-US" altLang="zh-CN" sz="2000" dirty="0">
                <a:ea typeface="宋体" panose="02010600030101010101" pitchFamily="2" charset="-122"/>
              </a:rPr>
              <a:t>goal: choose r CRC bits, </a:t>
            </a:r>
            <a:r>
              <a:rPr lang="en-US" altLang="zh-CN" sz="2000" dirty="0">
                <a:solidFill>
                  <a:srgbClr val="FF0000"/>
                </a:solidFill>
                <a:ea typeface="宋体" panose="02010600030101010101" pitchFamily="2" charset="-122"/>
              </a:rPr>
              <a:t>R</a:t>
            </a:r>
            <a:r>
              <a:rPr lang="en-US" altLang="zh-CN" sz="2000" dirty="0">
                <a:ea typeface="宋体" panose="02010600030101010101" pitchFamily="2" charset="-122"/>
              </a:rPr>
              <a:t>, such that</a:t>
            </a:r>
            <a:endParaRPr lang="en-US" altLang="zh-CN" sz="2000" dirty="0">
              <a:ea typeface="宋体" panose="02010600030101010101" pitchFamily="2" charset="-122"/>
            </a:endParaRPr>
          </a:p>
          <a:p>
            <a:pPr lvl="1"/>
            <a:r>
              <a:rPr lang="en-US" altLang="zh-CN" sz="1800" dirty="0">
                <a:ea typeface="宋体" panose="02010600030101010101" pitchFamily="2" charset="-122"/>
              </a:rPr>
              <a:t> &lt;D,R&gt; exactly divisible by G (modulo 2) </a:t>
            </a:r>
            <a:endParaRPr lang="en-US" altLang="zh-CN" sz="1800" dirty="0">
              <a:ea typeface="宋体" panose="02010600030101010101" pitchFamily="2" charset="-122"/>
            </a:endParaRPr>
          </a:p>
          <a:p>
            <a:pPr lvl="1"/>
            <a:r>
              <a:rPr lang="en-US" altLang="zh-CN" sz="1800" dirty="0">
                <a:ea typeface="宋体" panose="02010600030101010101" pitchFamily="2" charset="-122"/>
              </a:rPr>
              <a:t>receiver knows G, divides &lt;D,R&gt; by G.  If non-zero remainder: error detected!</a:t>
            </a:r>
            <a:endParaRPr lang="en-US" altLang="zh-CN" sz="1800" dirty="0">
              <a:ea typeface="宋体" panose="02010600030101010101" pitchFamily="2" charset="-122"/>
            </a:endParaRPr>
          </a:p>
          <a:p>
            <a:pPr lvl="1"/>
            <a:r>
              <a:rPr lang="en-US" altLang="zh-CN" sz="1800" dirty="0">
                <a:ea typeface="宋体" panose="02010600030101010101" pitchFamily="2" charset="-122"/>
              </a:rPr>
              <a:t>can detect all burst errors less than r+1 bits</a:t>
            </a:r>
            <a:endParaRPr lang="en-US" altLang="zh-CN" sz="1800" dirty="0">
              <a:ea typeface="宋体" panose="02010600030101010101" pitchFamily="2" charset="-122"/>
            </a:endParaRPr>
          </a:p>
          <a:p>
            <a:r>
              <a:rPr lang="en-US" altLang="zh-CN" sz="2000" dirty="0">
                <a:ea typeface="宋体" panose="02010600030101010101" pitchFamily="2" charset="-122"/>
              </a:rPr>
              <a:t>widely used in practice (Ethernet, 802.11 WiFi, ATM)</a:t>
            </a:r>
            <a:endParaRPr lang="en-US" altLang="zh-CN" sz="2000" dirty="0">
              <a:ea typeface="宋体" panose="02010600030101010101" pitchFamily="2" charset="-122"/>
            </a:endParaRPr>
          </a:p>
        </p:txBody>
      </p:sp>
      <p:pic>
        <p:nvPicPr>
          <p:cNvPr id="30725" name="Picture 4"/>
          <p:cNvPicPr>
            <a:picLocks noChangeAspect="1"/>
          </p:cNvPicPr>
          <p:nvPr/>
        </p:nvPicPr>
        <p:blipFill>
          <a:blip r:embed="rId1"/>
          <a:stretch>
            <a:fillRect/>
          </a:stretch>
        </p:blipFill>
        <p:spPr>
          <a:xfrm>
            <a:off x="1504950" y="4543425"/>
            <a:ext cx="5738813" cy="1587500"/>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3277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pic>
        <p:nvPicPr>
          <p:cNvPr id="32771" name="Picture 2"/>
          <p:cNvPicPr>
            <a:picLocks noChangeAspect="1"/>
          </p:cNvPicPr>
          <p:nvPr/>
        </p:nvPicPr>
        <p:blipFill>
          <a:blip r:embed="rId1"/>
          <a:stretch>
            <a:fillRect/>
          </a:stretch>
        </p:blipFill>
        <p:spPr>
          <a:xfrm>
            <a:off x="4502150" y="1770063"/>
            <a:ext cx="3586163" cy="4343400"/>
          </a:xfrm>
          <a:prstGeom prst="rect">
            <a:avLst/>
          </a:prstGeom>
          <a:noFill/>
          <a:ln w="9525">
            <a:noFill/>
          </a:ln>
        </p:spPr>
      </p:pic>
      <p:sp>
        <p:nvSpPr>
          <p:cNvPr id="32772" name="Rectangle 3"/>
          <p:cNvSpPr>
            <a:spLocks noGrp="1"/>
          </p:cNvSpPr>
          <p:nvPr>
            <p:ph type="title"/>
          </p:nvPr>
        </p:nvSpPr>
        <p:spPr>
          <a:ln/>
        </p:spPr>
        <p:txBody>
          <a:bodyPr vert="horz" wrap="square" lIns="91440" tIns="45720" rIns="91440" bIns="45720" anchor="ctr" anchorCtr="0"/>
          <a:p>
            <a:r>
              <a:rPr lang="en-US" altLang="zh-CN" sz="3600" dirty="0">
                <a:ea typeface="宋体" panose="02010600030101010101" pitchFamily="2" charset="-122"/>
              </a:rPr>
              <a:t>CRC Example</a:t>
            </a:r>
            <a:endParaRPr lang="en-US" altLang="zh-CN" dirty="0">
              <a:ea typeface="宋体" panose="02010600030101010101" pitchFamily="2" charset="-122"/>
            </a:endParaRPr>
          </a:p>
        </p:txBody>
      </p:sp>
      <p:sp>
        <p:nvSpPr>
          <p:cNvPr id="32773" name="Rectangle 4"/>
          <p:cNvSpPr>
            <a:spLocks noGrp="1"/>
          </p:cNvSpPr>
          <p:nvPr>
            <p:ph idx="1"/>
          </p:nvPr>
        </p:nvSpPr>
        <p:spPr>
          <a:xfrm>
            <a:off x="492125" y="1281113"/>
            <a:ext cx="3478213" cy="3244850"/>
          </a:xfrm>
          <a:ln/>
        </p:spPr>
        <p:txBody>
          <a:bodyPr vert="horz" wrap="square" lIns="91440" tIns="45720" rIns="91440" bIns="45720" anchor="t" anchorCtr="0"/>
          <a:p>
            <a:pPr>
              <a:buNone/>
            </a:pPr>
            <a:r>
              <a:rPr lang="en-US" altLang="zh-CN" sz="2400" dirty="0">
                <a:solidFill>
                  <a:schemeClr val="accent2"/>
                </a:solidFill>
                <a:ea typeface="宋体" panose="02010600030101010101" pitchFamily="2" charset="-122"/>
              </a:rPr>
              <a:t>Want:</a:t>
            </a:r>
            <a:endParaRPr lang="en-US" altLang="zh-CN" dirty="0">
              <a:ea typeface="宋体" panose="02010600030101010101" pitchFamily="2" charset="-122"/>
            </a:endParaRPr>
          </a:p>
          <a:p>
            <a:pPr lvl="1">
              <a:buNone/>
            </a:pPr>
            <a:r>
              <a:rPr lang="en-US" altLang="zh-CN" dirty="0">
                <a:ea typeface="宋体" panose="02010600030101010101" pitchFamily="2" charset="-122"/>
              </a:rPr>
              <a:t>D</a:t>
            </a:r>
            <a:r>
              <a:rPr lang="en-US" altLang="zh-CN" baseline="26000" dirty="0">
                <a:ea typeface="宋体" panose="02010600030101010101" pitchFamily="2" charset="-122"/>
              </a:rPr>
              <a:t>.</a:t>
            </a:r>
            <a:r>
              <a:rPr lang="en-US" altLang="zh-CN" dirty="0">
                <a:ea typeface="宋体" panose="02010600030101010101" pitchFamily="2" charset="-122"/>
              </a:rPr>
              <a:t>2</a:t>
            </a:r>
            <a:r>
              <a:rPr lang="en-US" altLang="zh-CN" baseline="30000" dirty="0">
                <a:ea typeface="宋体" panose="02010600030101010101" pitchFamily="2" charset="-122"/>
              </a:rPr>
              <a:t>r</a:t>
            </a:r>
            <a:r>
              <a:rPr lang="en-US" altLang="zh-CN" dirty="0">
                <a:ea typeface="宋体" panose="02010600030101010101" pitchFamily="2" charset="-122"/>
              </a:rPr>
              <a:t> XOR R = nG</a:t>
            </a:r>
            <a:endParaRPr lang="en-US" altLang="zh-CN" dirty="0">
              <a:ea typeface="宋体" panose="02010600030101010101" pitchFamily="2" charset="-122"/>
            </a:endParaRPr>
          </a:p>
          <a:p>
            <a:pPr>
              <a:buNone/>
            </a:pPr>
            <a:r>
              <a:rPr lang="en-US" altLang="zh-CN" sz="2400" i="1" dirty="0">
                <a:solidFill>
                  <a:schemeClr val="accent2"/>
                </a:solidFill>
                <a:ea typeface="宋体" panose="02010600030101010101" pitchFamily="2" charset="-122"/>
              </a:rPr>
              <a:t>equivalently:</a:t>
            </a:r>
            <a:endParaRPr lang="en-US" altLang="zh-CN" dirty="0">
              <a:ea typeface="宋体" panose="02010600030101010101" pitchFamily="2" charset="-122"/>
            </a:endParaRPr>
          </a:p>
          <a:p>
            <a:pPr lvl="1">
              <a:buNone/>
            </a:pPr>
            <a:r>
              <a:rPr lang="en-US" altLang="zh-CN" dirty="0">
                <a:ea typeface="宋体" panose="02010600030101010101" pitchFamily="2" charset="-122"/>
              </a:rPr>
              <a:t>D</a:t>
            </a:r>
            <a:r>
              <a:rPr lang="en-US" altLang="zh-CN" baseline="26000" dirty="0">
                <a:ea typeface="宋体" panose="02010600030101010101" pitchFamily="2" charset="-122"/>
              </a:rPr>
              <a:t>.</a:t>
            </a:r>
            <a:r>
              <a:rPr lang="en-US" altLang="zh-CN" dirty="0">
                <a:ea typeface="宋体" panose="02010600030101010101" pitchFamily="2" charset="-122"/>
              </a:rPr>
              <a:t>2</a:t>
            </a:r>
            <a:r>
              <a:rPr lang="en-US" altLang="zh-CN" baseline="30000" dirty="0">
                <a:ea typeface="宋体" panose="02010600030101010101" pitchFamily="2" charset="-122"/>
              </a:rPr>
              <a:t>r</a:t>
            </a:r>
            <a:r>
              <a:rPr lang="en-US" altLang="zh-CN" dirty="0">
                <a:ea typeface="宋体" panose="02010600030101010101" pitchFamily="2" charset="-122"/>
              </a:rPr>
              <a:t> = nG XOR R </a:t>
            </a:r>
            <a:endParaRPr lang="en-US" altLang="zh-CN" dirty="0">
              <a:ea typeface="宋体" panose="02010600030101010101" pitchFamily="2" charset="-122"/>
            </a:endParaRPr>
          </a:p>
          <a:p>
            <a:pPr>
              <a:buNone/>
            </a:pPr>
            <a:r>
              <a:rPr lang="en-US" altLang="zh-CN" sz="2400" i="1" dirty="0">
                <a:solidFill>
                  <a:schemeClr val="accent2"/>
                </a:solidFill>
                <a:ea typeface="宋体" panose="02010600030101010101" pitchFamily="2" charset="-122"/>
              </a:rPr>
              <a:t>equivalently:</a:t>
            </a:r>
            <a:r>
              <a:rPr lang="en-US" altLang="zh-CN" sz="2400" dirty="0">
                <a:ea typeface="宋体" panose="02010600030101010101" pitchFamily="2" charset="-122"/>
              </a:rPr>
              <a:t>  </a:t>
            </a:r>
            <a:endParaRPr lang="en-US" altLang="zh-CN" sz="2400" dirty="0">
              <a:ea typeface="宋体" panose="02010600030101010101" pitchFamily="2" charset="-122"/>
            </a:endParaRPr>
          </a:p>
          <a:p>
            <a:pPr>
              <a:buNone/>
            </a:pPr>
            <a:r>
              <a:rPr lang="en-US" altLang="zh-CN" sz="2400" dirty="0">
                <a:ea typeface="宋体" panose="02010600030101010101" pitchFamily="2" charset="-122"/>
              </a:rPr>
              <a:t>    if we divide D</a:t>
            </a:r>
            <a:r>
              <a:rPr lang="en-US" altLang="zh-CN" sz="2400" baseline="26000" dirty="0">
                <a:ea typeface="宋体" panose="02010600030101010101" pitchFamily="2" charset="-122"/>
              </a:rPr>
              <a:t>.</a:t>
            </a:r>
            <a:r>
              <a:rPr lang="en-US" altLang="zh-CN" sz="2400" dirty="0">
                <a:ea typeface="宋体" panose="02010600030101010101" pitchFamily="2" charset="-122"/>
              </a:rPr>
              <a:t>2</a:t>
            </a:r>
            <a:r>
              <a:rPr lang="en-US" altLang="zh-CN" sz="2400" baseline="30000" dirty="0">
                <a:ea typeface="宋体" panose="02010600030101010101" pitchFamily="2" charset="-122"/>
              </a:rPr>
              <a:t>r</a:t>
            </a:r>
            <a:r>
              <a:rPr lang="en-US" altLang="zh-CN" sz="2400" dirty="0">
                <a:ea typeface="宋体" panose="02010600030101010101" pitchFamily="2" charset="-122"/>
              </a:rPr>
              <a:t> by G, want remainder R</a:t>
            </a:r>
            <a:endParaRPr lang="en-US" altLang="zh-CN" dirty="0">
              <a:ea typeface="宋体" panose="02010600030101010101" pitchFamily="2" charset="-122"/>
            </a:endParaRPr>
          </a:p>
        </p:txBody>
      </p:sp>
      <p:sp>
        <p:nvSpPr>
          <p:cNvPr id="32774" name="Text Box 5"/>
          <p:cNvSpPr txBox="1"/>
          <p:nvPr/>
        </p:nvSpPr>
        <p:spPr>
          <a:xfrm>
            <a:off x="1082675" y="5213350"/>
            <a:ext cx="3767138" cy="457200"/>
          </a:xfrm>
          <a:prstGeom prst="rect">
            <a:avLst/>
          </a:prstGeom>
          <a:noFill/>
          <a:ln w="9525">
            <a:noFill/>
          </a:ln>
        </p:spPr>
        <p:txBody>
          <a:bodyPr anchor="t" anchorCtr="0">
            <a:spAutoFit/>
          </a:bodyPr>
          <a:p>
            <a:pPr eaLnBrk="0" hangingPunct="0">
              <a:buClrTx/>
              <a:buFontTx/>
            </a:pPr>
            <a:r>
              <a:rPr lang="en-US" altLang="zh-CN" sz="2400" i="0" dirty="0">
                <a:latin typeface="Comic Sans MS" panose="030F0702030302020204" pitchFamily="66" charset="0"/>
                <a:ea typeface="宋体" panose="02010600030101010101" pitchFamily="2" charset="-122"/>
              </a:rPr>
              <a:t>R</a:t>
            </a:r>
            <a:r>
              <a:rPr lang="en-US" altLang="zh-CN" i="0" dirty="0">
                <a:latin typeface="Comic Sans MS" panose="030F0702030302020204" pitchFamily="66" charset="0"/>
                <a:ea typeface="宋体" panose="02010600030101010101" pitchFamily="2" charset="-122"/>
              </a:rPr>
              <a:t> = remainder[           ]</a:t>
            </a:r>
            <a:endParaRPr lang="en-US" altLang="zh-CN" i="0" dirty="0">
              <a:latin typeface="Comic Sans MS" panose="030F0702030302020204" pitchFamily="66" charset="0"/>
              <a:ea typeface="宋体" panose="02010600030101010101" pitchFamily="2" charset="-122"/>
            </a:endParaRPr>
          </a:p>
        </p:txBody>
      </p:sp>
      <p:sp>
        <p:nvSpPr>
          <p:cNvPr id="32775" name="Text Box 6"/>
          <p:cNvSpPr txBox="1"/>
          <p:nvPr/>
        </p:nvSpPr>
        <p:spPr>
          <a:xfrm>
            <a:off x="2497138" y="5053013"/>
            <a:ext cx="1336675" cy="822325"/>
          </a:xfrm>
          <a:prstGeom prst="rect">
            <a:avLst/>
          </a:prstGeom>
          <a:noFill/>
          <a:ln w="9525">
            <a:noFill/>
          </a:ln>
        </p:spPr>
        <p:txBody>
          <a:bodyPr anchor="t" anchorCtr="0">
            <a:spAutoFit/>
          </a:bodyPr>
          <a:p>
            <a:pPr algn="ctr" eaLnBrk="0" hangingPunct="0">
              <a:buClrTx/>
              <a:buFontTx/>
            </a:pPr>
            <a:r>
              <a:rPr lang="en-US" altLang="zh-CN" sz="2400" i="0" dirty="0">
                <a:latin typeface="Comic Sans MS" panose="030F0702030302020204" pitchFamily="66" charset="0"/>
                <a:ea typeface="宋体" panose="02010600030101010101" pitchFamily="2" charset="-122"/>
              </a:rPr>
              <a:t>D</a:t>
            </a:r>
            <a:r>
              <a:rPr lang="en-US" altLang="zh-CN" sz="2400" i="0" baseline="26000" dirty="0">
                <a:latin typeface="Comic Sans MS" panose="030F0702030302020204" pitchFamily="66" charset="0"/>
                <a:ea typeface="宋体" panose="02010600030101010101" pitchFamily="2" charset="-122"/>
              </a:rPr>
              <a:t>.</a:t>
            </a:r>
            <a:r>
              <a:rPr lang="en-US" altLang="zh-CN" sz="2400" i="0" dirty="0">
                <a:latin typeface="Comic Sans MS" panose="030F0702030302020204" pitchFamily="66" charset="0"/>
                <a:ea typeface="宋体" panose="02010600030101010101" pitchFamily="2" charset="-122"/>
              </a:rPr>
              <a:t>2</a:t>
            </a:r>
            <a:r>
              <a:rPr lang="en-US" altLang="zh-CN" sz="2400" i="0" baseline="30000" dirty="0">
                <a:latin typeface="Comic Sans MS" panose="030F0702030302020204" pitchFamily="66" charset="0"/>
                <a:ea typeface="宋体" panose="02010600030101010101" pitchFamily="2" charset="-122"/>
              </a:rPr>
              <a:t>r</a:t>
            </a:r>
            <a:endParaRPr lang="en-US" altLang="zh-CN" sz="2400" i="0" baseline="30000" dirty="0">
              <a:latin typeface="Comic Sans MS" panose="030F0702030302020204" pitchFamily="66" charset="0"/>
              <a:ea typeface="宋体" panose="02010600030101010101" pitchFamily="2" charset="-122"/>
            </a:endParaRPr>
          </a:p>
          <a:p>
            <a:pPr algn="ctr" eaLnBrk="0" hangingPunct="0">
              <a:buClrTx/>
              <a:buFontTx/>
            </a:pPr>
            <a:r>
              <a:rPr lang="en-US" altLang="zh-CN" sz="2400" i="0" dirty="0">
                <a:latin typeface="Comic Sans MS" panose="030F0702030302020204" pitchFamily="66" charset="0"/>
                <a:ea typeface="宋体" panose="02010600030101010101" pitchFamily="2" charset="-122"/>
              </a:rPr>
              <a:t>G</a:t>
            </a:r>
            <a:endParaRPr lang="en-US" altLang="zh-CN" sz="2400" i="0" dirty="0">
              <a:latin typeface="Times New Roman" panose="02020603050405020304" pitchFamily="18" charset="0"/>
              <a:ea typeface="宋体" panose="02010600030101010101" pitchFamily="2" charset="-122"/>
            </a:endParaRPr>
          </a:p>
        </p:txBody>
      </p:sp>
      <p:sp>
        <p:nvSpPr>
          <p:cNvPr id="32776" name="Line 7"/>
          <p:cNvSpPr/>
          <p:nvPr/>
        </p:nvSpPr>
        <p:spPr>
          <a:xfrm>
            <a:off x="2840038" y="5468938"/>
            <a:ext cx="631825" cy="0"/>
          </a:xfrm>
          <a:prstGeom prst="line">
            <a:avLst/>
          </a:prstGeom>
          <a:ln w="19050" cap="flat" cmpd="sng">
            <a:solidFill>
              <a:schemeClr val="tx1"/>
            </a:solidFill>
            <a:prstDash val="solid"/>
            <a:round/>
            <a:headEnd type="none" w="med" len="med"/>
            <a:tailEnd type="none" w="med" len="med"/>
          </a:ln>
        </p:spPr>
      </p:sp>
      <p:sp>
        <p:nvSpPr>
          <p:cNvPr id="32777" name="Rectangle 8"/>
          <p:cNvSpPr/>
          <p:nvPr/>
        </p:nvSpPr>
        <p:spPr>
          <a:xfrm>
            <a:off x="911225" y="4878388"/>
            <a:ext cx="3201988" cy="1190625"/>
          </a:xfrm>
          <a:prstGeom prst="rect">
            <a:avLst/>
          </a:prstGeom>
          <a:noFill/>
          <a:ln w="19050" cap="flat" cmpd="sng">
            <a:solidFill>
              <a:srgbClr val="FF0000"/>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页脚占位符 5"/>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34818"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34819"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Link Layer</a:t>
            </a:r>
            <a:endParaRPr lang="en-US" altLang="zh-CN" dirty="0">
              <a:ea typeface="宋体" panose="02010600030101010101" pitchFamily="2" charset="-122"/>
            </a:endParaRPr>
          </a:p>
        </p:txBody>
      </p:sp>
      <p:sp>
        <p:nvSpPr>
          <p:cNvPr id="34820" name="Rectangle 3"/>
          <p:cNvSpPr>
            <a:spLocks noGrp="1"/>
          </p:cNvSpPr>
          <p:nvPr>
            <p:ph sz="half" idx="1"/>
          </p:nvPr>
        </p:nvSpPr>
        <p:spPr>
          <a:ln/>
        </p:spPr>
        <p:txBody>
          <a:bodyPr vert="horz" wrap="square" lIns="91440" tIns="45720" rIns="91440" bIns="45720" anchor="t" anchorCtr="0"/>
          <a:p>
            <a:pPr>
              <a:buClr>
                <a:schemeClr val="accent2"/>
              </a:buClr>
              <a:buSzPct val="85000"/>
              <a:buFont typeface="ZapfDingbats" pitchFamily="82" charset="2"/>
            </a:pPr>
            <a:r>
              <a:rPr lang="en-US" altLang="zh-CN" sz="2400" dirty="0">
                <a:ea typeface="宋体" panose="02010600030101010101" pitchFamily="2" charset="-122"/>
              </a:rPr>
              <a:t>5.1 Introduction and services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5.2 Error detection and correction </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solidFill>
                  <a:srgbClr val="FF0000"/>
                </a:solidFill>
                <a:ea typeface="宋体" panose="02010600030101010101" pitchFamily="2" charset="-122"/>
              </a:rPr>
              <a:t>5.3Multiple access protocols</a:t>
            </a:r>
            <a:endParaRPr lang="en-US" altLang="zh-CN" sz="2400" dirty="0">
              <a:solidFill>
                <a:srgbClr val="FF0000"/>
              </a:solidFill>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5.4 Link-layer Addressing</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5.5 Ethernet</a:t>
            </a:r>
            <a:endParaRPr lang="en-US" altLang="zh-CN" sz="2400" dirty="0">
              <a:ea typeface="宋体" panose="02010600030101010101" pitchFamily="2" charset="-122"/>
            </a:endParaRPr>
          </a:p>
        </p:txBody>
      </p:sp>
      <p:sp>
        <p:nvSpPr>
          <p:cNvPr id="34821" name="Rectangle 6"/>
          <p:cNvSpPr>
            <a:spLocks noGrp="1"/>
          </p:cNvSpPr>
          <p:nvPr>
            <p:ph sz="half" idx="2"/>
          </p:nvPr>
        </p:nvSpPr>
        <p:spPr>
          <a:xfrm>
            <a:off x="4495800" y="1600200"/>
            <a:ext cx="4054475" cy="4648200"/>
          </a:xfrm>
          <a:ln/>
        </p:spPr>
        <p:txBody>
          <a:bodyPr vert="horz" wrap="square" lIns="91440" tIns="45720" rIns="91440" bIns="45720" anchor="t" anchorCtr="0"/>
          <a:p>
            <a:pPr>
              <a:buClr>
                <a:schemeClr val="accent2"/>
              </a:buClr>
              <a:buSzPct val="85000"/>
              <a:buFont typeface="ZapfDingbats" pitchFamily="82" charset="2"/>
            </a:pPr>
            <a:r>
              <a:rPr lang="en-US" altLang="zh-CN" sz="2400" dirty="0">
                <a:ea typeface="宋体" panose="02010600030101010101" pitchFamily="2" charset="-122"/>
              </a:rPr>
              <a:t>5.6 Link-layer switches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5.7 PPP</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5.8 Link virtualization: MPLS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5.9 A day in the life of a web request</a:t>
            </a:r>
            <a:endParaRPr lang="en-US" altLang="zh-CN" sz="2400" dirty="0">
              <a:ea typeface="宋体" panose="02010600030101010101" pitchFamily="2" charset="-122"/>
            </a:endParaRPr>
          </a:p>
          <a:p>
            <a:pPr>
              <a:buClr>
                <a:schemeClr val="accent2"/>
              </a:buClr>
              <a:buSzPct val="85000"/>
              <a:buFont typeface="ZapfDingbats" pitchFamily="82" charset="2"/>
              <a:buNone/>
            </a:pPr>
            <a:endParaRPr lang="en-US" altLang="zh-CN" sz="2400" dirty="0">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3686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36867" name="Rectangle 2"/>
          <p:cNvSpPr>
            <a:spLocks noGrp="1"/>
          </p:cNvSpPr>
          <p:nvPr>
            <p:ph type="title"/>
          </p:nvPr>
        </p:nvSpPr>
        <p:spPr>
          <a:xfrm>
            <a:off x="533400" y="57150"/>
            <a:ext cx="7772400" cy="1143000"/>
          </a:xfrm>
          <a:ln/>
        </p:spPr>
        <p:txBody>
          <a:bodyPr vert="horz" wrap="square" lIns="91440" tIns="45720" rIns="91440" bIns="45720" anchor="ctr" anchorCtr="0"/>
          <a:p>
            <a:r>
              <a:rPr lang="en-US" altLang="zh-CN" sz="3200" dirty="0">
                <a:ea typeface="宋体" panose="02010600030101010101" pitchFamily="2" charset="-122"/>
              </a:rPr>
              <a:t>Multiple Access Links and Protocols</a:t>
            </a:r>
            <a:endParaRPr lang="en-US" altLang="zh-CN" dirty="0">
              <a:ea typeface="宋体" panose="02010600030101010101" pitchFamily="2" charset="-122"/>
            </a:endParaRPr>
          </a:p>
        </p:txBody>
      </p:sp>
      <p:sp>
        <p:nvSpPr>
          <p:cNvPr id="36868" name="Rectangle 3"/>
          <p:cNvSpPr>
            <a:spLocks noGrp="1"/>
          </p:cNvSpPr>
          <p:nvPr>
            <p:ph idx="1"/>
          </p:nvPr>
        </p:nvSpPr>
        <p:spPr>
          <a:xfrm>
            <a:off x="533400" y="1054100"/>
            <a:ext cx="7772400" cy="3292475"/>
          </a:xfrm>
          <a:ln/>
        </p:spPr>
        <p:txBody>
          <a:bodyPr vert="horz" wrap="square" lIns="91440" tIns="45720" rIns="91440" bIns="45720" anchor="t" anchorCtr="0"/>
          <a:p>
            <a:pPr>
              <a:buNone/>
            </a:pPr>
            <a:r>
              <a:rPr lang="en-US" altLang="zh-CN" dirty="0">
                <a:ea typeface="宋体" panose="02010600030101010101" pitchFamily="2" charset="-122"/>
              </a:rPr>
              <a:t>Two types of “links”:</a:t>
            </a:r>
            <a:endParaRPr lang="en-US" altLang="zh-CN" dirty="0">
              <a:ea typeface="宋体" panose="02010600030101010101" pitchFamily="2" charset="-122"/>
            </a:endParaRPr>
          </a:p>
          <a:p>
            <a:r>
              <a:rPr lang="en-US" altLang="zh-CN" sz="2400" dirty="0">
                <a:ea typeface="宋体" panose="02010600030101010101" pitchFamily="2" charset="-122"/>
              </a:rPr>
              <a:t>point-to-point</a:t>
            </a:r>
            <a:endParaRPr lang="en-US" altLang="zh-CN" sz="2400" dirty="0">
              <a:ea typeface="宋体" panose="02010600030101010101" pitchFamily="2" charset="-122"/>
            </a:endParaRPr>
          </a:p>
          <a:p>
            <a:pPr lvl="1"/>
            <a:r>
              <a:rPr lang="en-US" altLang="zh-CN" sz="2000" dirty="0">
                <a:ea typeface="宋体" panose="02010600030101010101" pitchFamily="2" charset="-122"/>
              </a:rPr>
              <a:t>PPP for dial-up access</a:t>
            </a:r>
            <a:endParaRPr lang="en-US" altLang="zh-CN" sz="2000" dirty="0">
              <a:ea typeface="宋体" panose="02010600030101010101" pitchFamily="2" charset="-122"/>
            </a:endParaRPr>
          </a:p>
          <a:p>
            <a:pPr lvl="1"/>
            <a:r>
              <a:rPr lang="en-US" altLang="zh-CN" sz="2000" dirty="0">
                <a:ea typeface="宋体" panose="02010600030101010101" pitchFamily="2" charset="-122"/>
              </a:rPr>
              <a:t>point-to-point link between Ethernet switch and host</a:t>
            </a:r>
            <a:endParaRPr lang="en-US" altLang="zh-CN" sz="2000" dirty="0">
              <a:ea typeface="宋体" panose="02010600030101010101" pitchFamily="2" charset="-122"/>
            </a:endParaRPr>
          </a:p>
          <a:p>
            <a:r>
              <a:rPr lang="en-US" altLang="zh-CN" sz="2400" dirty="0">
                <a:solidFill>
                  <a:srgbClr val="FF0000"/>
                </a:solidFill>
                <a:ea typeface="宋体" panose="02010600030101010101" pitchFamily="2" charset="-122"/>
              </a:rPr>
              <a:t>broadcast</a:t>
            </a:r>
            <a:r>
              <a:rPr lang="en-US" altLang="zh-CN" sz="2400" dirty="0">
                <a:ea typeface="宋体" panose="02010600030101010101" pitchFamily="2" charset="-122"/>
              </a:rPr>
              <a:t> (shared wire or medium)</a:t>
            </a:r>
            <a:endParaRPr lang="en-US" altLang="zh-CN" sz="2400" dirty="0">
              <a:ea typeface="宋体" panose="02010600030101010101" pitchFamily="2" charset="-122"/>
            </a:endParaRPr>
          </a:p>
          <a:p>
            <a:pPr lvl="1"/>
            <a:r>
              <a:rPr lang="en-US" altLang="zh-CN" sz="2000" dirty="0">
                <a:ea typeface="宋体" panose="02010600030101010101" pitchFamily="2" charset="-122"/>
              </a:rPr>
              <a:t>old-fashioned Ethernet</a:t>
            </a:r>
            <a:endParaRPr lang="en-US" altLang="zh-CN" sz="2000" dirty="0">
              <a:ea typeface="宋体" panose="02010600030101010101" pitchFamily="2" charset="-122"/>
            </a:endParaRPr>
          </a:p>
          <a:p>
            <a:pPr lvl="1"/>
            <a:r>
              <a:rPr lang="en-US" altLang="zh-CN" sz="2000" dirty="0">
                <a:ea typeface="宋体" panose="02010600030101010101" pitchFamily="2" charset="-122"/>
              </a:rPr>
              <a:t>upstream HFC</a:t>
            </a:r>
            <a:endParaRPr lang="en-US" altLang="zh-CN" sz="2000" dirty="0">
              <a:ea typeface="宋体" panose="02010600030101010101" pitchFamily="2" charset="-122"/>
            </a:endParaRPr>
          </a:p>
          <a:p>
            <a:pPr lvl="1"/>
            <a:r>
              <a:rPr lang="en-US" altLang="zh-CN" sz="2000" dirty="0">
                <a:ea typeface="宋体" panose="02010600030101010101" pitchFamily="2" charset="-122"/>
              </a:rPr>
              <a:t>802.11 wireless LAN</a:t>
            </a:r>
            <a:endParaRPr lang="en-US" altLang="zh-CN" sz="2000" dirty="0">
              <a:ea typeface="宋体" panose="02010600030101010101" pitchFamily="2" charset="-122"/>
            </a:endParaRPr>
          </a:p>
          <a:p>
            <a:endParaRPr lang="en-US" altLang="zh-CN" sz="2400" dirty="0">
              <a:ea typeface="宋体" panose="02010600030101010101" pitchFamily="2" charset="-122"/>
            </a:endParaRPr>
          </a:p>
          <a:p>
            <a:endParaRPr lang="en-US" altLang="zh-CN" sz="2400" dirty="0">
              <a:ea typeface="宋体" panose="02010600030101010101" pitchFamily="2" charset="-122"/>
            </a:endParaRPr>
          </a:p>
          <a:p>
            <a:endParaRPr lang="en-US" altLang="zh-CN" sz="2400" dirty="0">
              <a:ea typeface="宋体" panose="02010600030101010101" pitchFamily="2" charset="-122"/>
            </a:endParaRPr>
          </a:p>
          <a:p>
            <a:endParaRPr lang="en-US" altLang="zh-CN" sz="2400" dirty="0">
              <a:ea typeface="宋体" panose="02010600030101010101" pitchFamily="2" charset="-122"/>
            </a:endParaRPr>
          </a:p>
        </p:txBody>
      </p:sp>
      <p:sp>
        <p:nvSpPr>
          <p:cNvPr id="36869" name="Text Box 5"/>
          <p:cNvSpPr txBox="1"/>
          <p:nvPr/>
        </p:nvSpPr>
        <p:spPr>
          <a:xfrm>
            <a:off x="906463" y="5883275"/>
            <a:ext cx="1657350" cy="517525"/>
          </a:xfrm>
          <a:prstGeom prst="rect">
            <a:avLst/>
          </a:prstGeom>
          <a:noFill/>
          <a:ln w="9525">
            <a:noFill/>
          </a:ln>
        </p:spPr>
        <p:txBody>
          <a:bodyPr wrap="none" anchor="t" anchorCtr="0">
            <a:spAutoFit/>
          </a:bodyPr>
          <a:p>
            <a:pPr algn="ctr" eaLnBrk="0" hangingPunct="0">
              <a:buClrTx/>
              <a:buFontTx/>
            </a:pPr>
            <a:r>
              <a:rPr lang="en-US" altLang="zh-CN" sz="1400" i="0" dirty="0">
                <a:latin typeface="Comic Sans MS" panose="030F0702030302020204" pitchFamily="66" charset="0"/>
                <a:ea typeface="宋体" panose="02010600030101010101" pitchFamily="2" charset="-122"/>
              </a:rPr>
              <a:t>shared wire (e.g., </a:t>
            </a:r>
            <a:endParaRPr lang="en-US" altLang="zh-CN" sz="1400" i="0" dirty="0">
              <a:latin typeface="Comic Sans MS" panose="030F0702030302020204" pitchFamily="66" charset="0"/>
              <a:ea typeface="宋体" panose="02010600030101010101" pitchFamily="2" charset="-122"/>
            </a:endParaRPr>
          </a:p>
          <a:p>
            <a:pPr algn="ctr" eaLnBrk="0" hangingPunct="0">
              <a:buClrTx/>
              <a:buFontTx/>
            </a:pPr>
            <a:r>
              <a:rPr lang="en-US" altLang="zh-CN" sz="1400" i="0" dirty="0">
                <a:latin typeface="Comic Sans MS" panose="030F0702030302020204" pitchFamily="66" charset="0"/>
                <a:ea typeface="宋体" panose="02010600030101010101" pitchFamily="2" charset="-122"/>
              </a:rPr>
              <a:t>cabled Ethernet)</a:t>
            </a:r>
            <a:endParaRPr lang="en-US" altLang="zh-CN" sz="1400" i="0" dirty="0">
              <a:latin typeface="Comic Sans MS" panose="030F0702030302020204" pitchFamily="66" charset="0"/>
              <a:ea typeface="宋体" panose="02010600030101010101" pitchFamily="2" charset="-122"/>
            </a:endParaRPr>
          </a:p>
        </p:txBody>
      </p:sp>
      <p:sp>
        <p:nvSpPr>
          <p:cNvPr id="36870" name="Text Box 6"/>
          <p:cNvSpPr txBox="1"/>
          <p:nvPr/>
        </p:nvSpPr>
        <p:spPr>
          <a:xfrm>
            <a:off x="2863850" y="5897563"/>
            <a:ext cx="1717675" cy="517525"/>
          </a:xfrm>
          <a:prstGeom prst="rect">
            <a:avLst/>
          </a:prstGeom>
          <a:noFill/>
          <a:ln w="9525">
            <a:noFill/>
          </a:ln>
        </p:spPr>
        <p:txBody>
          <a:bodyPr wrap="none" anchor="t" anchorCtr="0">
            <a:spAutoFit/>
          </a:bodyPr>
          <a:p>
            <a:pPr algn="ctr" eaLnBrk="0" hangingPunct="0">
              <a:buClrTx/>
              <a:buFontTx/>
            </a:pPr>
            <a:r>
              <a:rPr lang="en-US" altLang="zh-CN" sz="1400" i="0" dirty="0">
                <a:latin typeface="Comic Sans MS" panose="030F0702030302020204" pitchFamily="66" charset="0"/>
                <a:ea typeface="宋体" panose="02010600030101010101" pitchFamily="2" charset="-122"/>
              </a:rPr>
              <a:t>shared RF</a:t>
            </a:r>
            <a:endParaRPr lang="en-US" altLang="zh-CN" sz="1400" i="0" dirty="0">
              <a:latin typeface="Comic Sans MS" panose="030F0702030302020204" pitchFamily="66" charset="0"/>
              <a:ea typeface="宋体" panose="02010600030101010101" pitchFamily="2" charset="-122"/>
            </a:endParaRPr>
          </a:p>
          <a:p>
            <a:pPr algn="ctr" eaLnBrk="0" hangingPunct="0">
              <a:buClrTx/>
              <a:buFontTx/>
            </a:pPr>
            <a:r>
              <a:rPr lang="en-US" altLang="zh-CN" sz="1400" i="0" dirty="0">
                <a:latin typeface="Comic Sans MS" panose="030F0702030302020204" pitchFamily="66" charset="0"/>
                <a:ea typeface="宋体" panose="02010600030101010101" pitchFamily="2" charset="-122"/>
              </a:rPr>
              <a:t> (e.g., 802.11 WiFi)</a:t>
            </a:r>
            <a:endParaRPr lang="en-US" altLang="zh-CN" sz="1400" i="0" dirty="0">
              <a:latin typeface="Comic Sans MS" panose="030F0702030302020204" pitchFamily="66" charset="0"/>
              <a:ea typeface="宋体" panose="02010600030101010101" pitchFamily="2" charset="-122"/>
            </a:endParaRPr>
          </a:p>
        </p:txBody>
      </p:sp>
      <p:sp>
        <p:nvSpPr>
          <p:cNvPr id="36871" name="Text Box 7"/>
          <p:cNvSpPr txBox="1"/>
          <p:nvPr/>
        </p:nvSpPr>
        <p:spPr>
          <a:xfrm>
            <a:off x="5049838" y="5957888"/>
            <a:ext cx="1054100" cy="517525"/>
          </a:xfrm>
          <a:prstGeom prst="rect">
            <a:avLst/>
          </a:prstGeom>
          <a:noFill/>
          <a:ln w="9525">
            <a:noFill/>
          </a:ln>
        </p:spPr>
        <p:txBody>
          <a:bodyPr wrap="none" anchor="t" anchorCtr="0">
            <a:spAutoFit/>
          </a:bodyPr>
          <a:p>
            <a:pPr algn="ctr" eaLnBrk="0" hangingPunct="0">
              <a:buClrTx/>
              <a:buFontTx/>
            </a:pPr>
            <a:r>
              <a:rPr lang="en-US" altLang="zh-CN" sz="1400" i="0" dirty="0">
                <a:latin typeface="Comic Sans MS" panose="030F0702030302020204" pitchFamily="66" charset="0"/>
                <a:ea typeface="宋体" panose="02010600030101010101" pitchFamily="2" charset="-122"/>
              </a:rPr>
              <a:t>shared RF</a:t>
            </a:r>
            <a:endParaRPr lang="en-US" altLang="zh-CN" sz="1400" i="0" dirty="0">
              <a:latin typeface="Comic Sans MS" panose="030F0702030302020204" pitchFamily="66" charset="0"/>
              <a:ea typeface="宋体" panose="02010600030101010101" pitchFamily="2" charset="-122"/>
            </a:endParaRPr>
          </a:p>
          <a:p>
            <a:pPr algn="ctr" eaLnBrk="0" hangingPunct="0">
              <a:buClrTx/>
              <a:buFontTx/>
            </a:pPr>
            <a:r>
              <a:rPr lang="en-US" altLang="zh-CN" sz="1400" i="0" dirty="0">
                <a:latin typeface="Comic Sans MS" panose="030F0702030302020204" pitchFamily="66" charset="0"/>
                <a:ea typeface="宋体" panose="02010600030101010101" pitchFamily="2" charset="-122"/>
              </a:rPr>
              <a:t>(satellite) </a:t>
            </a:r>
            <a:endParaRPr lang="en-US" altLang="zh-CN" sz="1400" i="0" dirty="0">
              <a:latin typeface="Comic Sans MS" panose="030F0702030302020204" pitchFamily="66" charset="0"/>
              <a:ea typeface="宋体" panose="02010600030101010101" pitchFamily="2" charset="-122"/>
            </a:endParaRPr>
          </a:p>
        </p:txBody>
      </p:sp>
      <p:sp>
        <p:nvSpPr>
          <p:cNvPr id="36872" name="Text Box 8"/>
          <p:cNvSpPr txBox="1"/>
          <p:nvPr/>
        </p:nvSpPr>
        <p:spPr>
          <a:xfrm>
            <a:off x="6500813" y="5667375"/>
            <a:ext cx="2082800" cy="730250"/>
          </a:xfrm>
          <a:prstGeom prst="rect">
            <a:avLst/>
          </a:prstGeom>
          <a:noFill/>
          <a:ln w="9525">
            <a:noFill/>
          </a:ln>
        </p:spPr>
        <p:txBody>
          <a:bodyPr wrap="none" anchor="t" anchorCtr="0">
            <a:spAutoFit/>
          </a:bodyPr>
          <a:p>
            <a:pPr algn="ctr" eaLnBrk="0" hangingPunct="0">
              <a:buClrTx/>
              <a:buFontTx/>
            </a:pPr>
            <a:r>
              <a:rPr lang="en-US" altLang="zh-CN" sz="1400" i="0" dirty="0">
                <a:latin typeface="Comic Sans MS" panose="030F0702030302020204" pitchFamily="66" charset="0"/>
                <a:ea typeface="宋体" panose="02010600030101010101" pitchFamily="2" charset="-122"/>
              </a:rPr>
              <a:t>humans at a</a:t>
            </a:r>
            <a:endParaRPr lang="en-US" altLang="zh-CN" sz="1400" i="0" dirty="0">
              <a:latin typeface="Comic Sans MS" panose="030F0702030302020204" pitchFamily="66" charset="0"/>
              <a:ea typeface="宋体" panose="02010600030101010101" pitchFamily="2" charset="-122"/>
            </a:endParaRPr>
          </a:p>
          <a:p>
            <a:pPr algn="ctr" eaLnBrk="0" hangingPunct="0">
              <a:buClrTx/>
              <a:buFontTx/>
            </a:pPr>
            <a:r>
              <a:rPr lang="en-US" altLang="zh-CN" sz="1400" i="0" dirty="0">
                <a:latin typeface="Comic Sans MS" panose="030F0702030302020204" pitchFamily="66" charset="0"/>
                <a:ea typeface="宋体" panose="02010600030101010101" pitchFamily="2" charset="-122"/>
              </a:rPr>
              <a:t>cocktail party </a:t>
            </a:r>
            <a:endParaRPr lang="en-US" altLang="zh-CN" sz="1400" i="0" dirty="0">
              <a:latin typeface="Comic Sans MS" panose="030F0702030302020204" pitchFamily="66" charset="0"/>
              <a:ea typeface="宋体" panose="02010600030101010101" pitchFamily="2" charset="-122"/>
            </a:endParaRPr>
          </a:p>
          <a:p>
            <a:pPr algn="ctr" eaLnBrk="0" hangingPunct="0">
              <a:buClrTx/>
              <a:buFontTx/>
            </a:pPr>
            <a:r>
              <a:rPr lang="en-US" altLang="zh-CN" sz="1400" i="0" dirty="0">
                <a:latin typeface="Comic Sans MS" panose="030F0702030302020204" pitchFamily="66" charset="0"/>
                <a:ea typeface="宋体" panose="02010600030101010101" pitchFamily="2" charset="-122"/>
              </a:rPr>
              <a:t>(shared air, acoustical)</a:t>
            </a:r>
            <a:endParaRPr lang="en-US" altLang="zh-CN" sz="1400" i="0" dirty="0">
              <a:latin typeface="Comic Sans MS" panose="030F0702030302020204" pitchFamily="66" charset="0"/>
              <a:ea typeface="宋体" panose="02010600030101010101" pitchFamily="2" charset="-122"/>
            </a:endParaRPr>
          </a:p>
        </p:txBody>
      </p:sp>
      <p:graphicFrame>
        <p:nvGraphicFramePr>
          <p:cNvPr id="36873" name="Object 44"/>
          <p:cNvGraphicFramePr>
            <a:graphicFrameLocks noGrp="1" noChangeAspect="1"/>
          </p:cNvGraphicFramePr>
          <p:nvPr>
            <p:ph idx="1"/>
          </p:nvPr>
        </p:nvGraphicFramePr>
        <p:xfrm>
          <a:off x="982663" y="5314950"/>
          <a:ext cx="439737" cy="366713"/>
        </p:xfrm>
        <a:graphic>
          <a:graphicData uri="http://schemas.openxmlformats.org/presentationml/2006/ole">
            <mc:AlternateContent xmlns:mc="http://schemas.openxmlformats.org/markup-compatibility/2006">
              <mc:Choice xmlns:v="urn:schemas-microsoft-com:vml" Requires="v">
                <p:oleObj spid="_x0000_s3077" name="" r:id="rId1" imgW="1307465" imgH="1083945" progId="MS_ClipArt_Gallery.2">
                  <p:embed/>
                </p:oleObj>
              </mc:Choice>
              <mc:Fallback>
                <p:oleObj name="" r:id="rId1" imgW="1307465" imgH="1083945" progId="MS_ClipArt_Gallery.2">
                  <p:embed/>
                  <p:pic>
                    <p:nvPicPr>
                      <p:cNvPr id="0" name="图片 3076"/>
                      <p:cNvPicPr/>
                      <p:nvPr/>
                    </p:nvPicPr>
                    <p:blipFill>
                      <a:blip r:embed="rId2"/>
                      <a:stretch>
                        <a:fillRect/>
                      </a:stretch>
                    </p:blipFill>
                    <p:spPr>
                      <a:xfrm>
                        <a:off x="982663" y="5314950"/>
                        <a:ext cx="439737" cy="366713"/>
                      </a:xfrm>
                      <a:prstGeom prst="rect">
                        <a:avLst/>
                      </a:prstGeom>
                      <a:noFill/>
                      <a:ln w="38100">
                        <a:miter/>
                      </a:ln>
                    </p:spPr>
                  </p:pic>
                </p:oleObj>
              </mc:Fallback>
            </mc:AlternateContent>
          </a:graphicData>
        </a:graphic>
      </p:graphicFrame>
      <p:graphicFrame>
        <p:nvGraphicFramePr>
          <p:cNvPr id="36874" name="Object 45"/>
          <p:cNvGraphicFramePr>
            <a:graphicFrameLocks noChangeAspect="1"/>
          </p:cNvGraphicFramePr>
          <p:nvPr/>
        </p:nvGraphicFramePr>
        <p:xfrm>
          <a:off x="1138238" y="4930775"/>
          <a:ext cx="439737" cy="366713"/>
        </p:xfrm>
        <a:graphic>
          <a:graphicData uri="http://schemas.openxmlformats.org/presentationml/2006/ole">
            <mc:AlternateContent xmlns:mc="http://schemas.openxmlformats.org/markup-compatibility/2006">
              <mc:Choice xmlns:v="urn:schemas-microsoft-com:vml" Requires="v">
                <p:oleObj spid="_x0000_s3080" name="" r:id="rId3" imgW="1307465" imgH="1083945" progId="MS_ClipArt_Gallery.2">
                  <p:embed/>
                </p:oleObj>
              </mc:Choice>
              <mc:Fallback>
                <p:oleObj name="" r:id="rId3" imgW="1307465" imgH="1083945" progId="MS_ClipArt_Gallery.2">
                  <p:embed/>
                  <p:pic>
                    <p:nvPicPr>
                      <p:cNvPr id="0" name="图片 3079"/>
                      <p:cNvPicPr/>
                      <p:nvPr/>
                    </p:nvPicPr>
                    <p:blipFill>
                      <a:blip r:embed="rId2"/>
                      <a:stretch>
                        <a:fillRect/>
                      </a:stretch>
                    </p:blipFill>
                    <p:spPr>
                      <a:xfrm>
                        <a:off x="1138238" y="4930775"/>
                        <a:ext cx="439737" cy="366713"/>
                      </a:xfrm>
                      <a:prstGeom prst="rect">
                        <a:avLst/>
                      </a:prstGeom>
                      <a:noFill/>
                      <a:ln w="38100">
                        <a:noFill/>
                        <a:miter/>
                      </a:ln>
                    </p:spPr>
                  </p:pic>
                </p:oleObj>
              </mc:Fallback>
            </mc:AlternateContent>
          </a:graphicData>
        </a:graphic>
      </p:graphicFrame>
      <p:graphicFrame>
        <p:nvGraphicFramePr>
          <p:cNvPr id="36875" name="Object 46"/>
          <p:cNvGraphicFramePr>
            <a:graphicFrameLocks noChangeAspect="1"/>
          </p:cNvGraphicFramePr>
          <p:nvPr/>
        </p:nvGraphicFramePr>
        <p:xfrm>
          <a:off x="1971675" y="4826000"/>
          <a:ext cx="439738" cy="366713"/>
        </p:xfrm>
        <a:graphic>
          <a:graphicData uri="http://schemas.openxmlformats.org/presentationml/2006/ole">
            <mc:AlternateContent xmlns:mc="http://schemas.openxmlformats.org/markup-compatibility/2006">
              <mc:Choice xmlns:v="urn:schemas-microsoft-com:vml" Requires="v">
                <p:oleObj spid="_x0000_s3076" name="" r:id="rId4" imgW="1307465" imgH="1083945" progId="MS_ClipArt_Gallery.2">
                  <p:embed/>
                </p:oleObj>
              </mc:Choice>
              <mc:Fallback>
                <p:oleObj name="" r:id="rId4" imgW="1307465" imgH="1083945" progId="MS_ClipArt_Gallery.2">
                  <p:embed/>
                  <p:pic>
                    <p:nvPicPr>
                      <p:cNvPr id="0" name="图片 3075"/>
                      <p:cNvPicPr/>
                      <p:nvPr/>
                    </p:nvPicPr>
                    <p:blipFill>
                      <a:blip r:embed="rId2"/>
                      <a:stretch>
                        <a:fillRect/>
                      </a:stretch>
                    </p:blipFill>
                    <p:spPr>
                      <a:xfrm>
                        <a:off x="1971675" y="4826000"/>
                        <a:ext cx="439738" cy="366713"/>
                      </a:xfrm>
                      <a:prstGeom prst="rect">
                        <a:avLst/>
                      </a:prstGeom>
                      <a:noFill/>
                      <a:ln w="38100">
                        <a:noFill/>
                        <a:miter/>
                      </a:ln>
                    </p:spPr>
                  </p:pic>
                </p:oleObj>
              </mc:Fallback>
            </mc:AlternateContent>
          </a:graphicData>
        </a:graphic>
      </p:graphicFrame>
      <p:graphicFrame>
        <p:nvGraphicFramePr>
          <p:cNvPr id="36876" name="Object 47"/>
          <p:cNvGraphicFramePr>
            <a:graphicFrameLocks noChangeAspect="1"/>
          </p:cNvGraphicFramePr>
          <p:nvPr/>
        </p:nvGraphicFramePr>
        <p:xfrm>
          <a:off x="1792288" y="5295900"/>
          <a:ext cx="439737" cy="366713"/>
        </p:xfrm>
        <a:graphic>
          <a:graphicData uri="http://schemas.openxmlformats.org/presentationml/2006/ole">
            <mc:AlternateContent xmlns:mc="http://schemas.openxmlformats.org/markup-compatibility/2006">
              <mc:Choice xmlns:v="urn:schemas-microsoft-com:vml" Requires="v">
                <p:oleObj spid="_x0000_s3083" name="" r:id="rId5" imgW="1307465" imgH="1083945" progId="MS_ClipArt_Gallery.2">
                  <p:embed/>
                </p:oleObj>
              </mc:Choice>
              <mc:Fallback>
                <p:oleObj name="" r:id="rId5" imgW="1307465" imgH="1083945" progId="MS_ClipArt_Gallery.2">
                  <p:embed/>
                  <p:pic>
                    <p:nvPicPr>
                      <p:cNvPr id="0" name="图片 3082"/>
                      <p:cNvPicPr/>
                      <p:nvPr/>
                    </p:nvPicPr>
                    <p:blipFill>
                      <a:blip r:embed="rId2"/>
                      <a:stretch>
                        <a:fillRect/>
                      </a:stretch>
                    </p:blipFill>
                    <p:spPr>
                      <a:xfrm>
                        <a:off x="1792288" y="5295900"/>
                        <a:ext cx="439737" cy="366713"/>
                      </a:xfrm>
                      <a:prstGeom prst="rect">
                        <a:avLst/>
                      </a:prstGeom>
                      <a:noFill/>
                      <a:ln w="38100">
                        <a:noFill/>
                        <a:miter/>
                      </a:ln>
                    </p:spPr>
                  </p:pic>
                </p:oleObj>
              </mc:Fallback>
            </mc:AlternateContent>
          </a:graphicData>
        </a:graphic>
      </p:graphicFrame>
      <p:grpSp>
        <p:nvGrpSpPr>
          <p:cNvPr id="36877" name="Group 48"/>
          <p:cNvGrpSpPr/>
          <p:nvPr/>
        </p:nvGrpSpPr>
        <p:grpSpPr>
          <a:xfrm>
            <a:off x="3976688" y="5238750"/>
            <a:ext cx="273050" cy="341313"/>
            <a:chOff x="2870" y="1518"/>
            <a:chExt cx="292" cy="320"/>
          </a:xfrm>
        </p:grpSpPr>
        <p:graphicFrame>
          <p:nvGraphicFramePr>
            <p:cNvPr id="36878" name="Object 49"/>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78" name="" r:id="rId6" imgW="826770" imgH="840105" progId="MS_ClipArt_Gallery.2">
                    <p:embed/>
                  </p:oleObj>
                </mc:Choice>
                <mc:Fallback>
                  <p:oleObj name="" r:id="rId6" imgW="826770" imgH="840105" progId="MS_ClipArt_Gallery.2">
                    <p:embed/>
                    <p:pic>
                      <p:nvPicPr>
                        <p:cNvPr id="0" name="图片 3077"/>
                        <p:cNvPicPr/>
                        <p:nvPr/>
                      </p:nvPicPr>
                      <p:blipFill>
                        <a:blip r:embed="rId7"/>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36879" name="Object 50"/>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79" name="" r:id="rId8" imgW="1268095" imgH="1199515" progId="MS_ClipArt_Gallery.2">
                    <p:embed/>
                  </p:oleObj>
                </mc:Choice>
                <mc:Fallback>
                  <p:oleObj name="" r:id="rId8" imgW="1268095" imgH="1199515" progId="MS_ClipArt_Gallery.2">
                    <p:embed/>
                    <p:pic>
                      <p:nvPicPr>
                        <p:cNvPr id="0" name="图片 3078"/>
                        <p:cNvPicPr/>
                        <p:nvPr/>
                      </p:nvPicPr>
                      <p:blipFill>
                        <a:blip r:embed="rId9"/>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36880" name="Group 51"/>
          <p:cNvGrpSpPr/>
          <p:nvPr/>
        </p:nvGrpSpPr>
        <p:grpSpPr>
          <a:xfrm>
            <a:off x="3719513" y="5575300"/>
            <a:ext cx="349250" cy="322263"/>
            <a:chOff x="2870" y="1518"/>
            <a:chExt cx="292" cy="320"/>
          </a:xfrm>
        </p:grpSpPr>
        <p:graphicFrame>
          <p:nvGraphicFramePr>
            <p:cNvPr id="36881" name="Object 5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81" name="" r:id="rId10" imgW="826770" imgH="840105" progId="MS_ClipArt_Gallery.2">
                    <p:embed/>
                  </p:oleObj>
                </mc:Choice>
                <mc:Fallback>
                  <p:oleObj name="" r:id="rId10" imgW="826770" imgH="840105" progId="MS_ClipArt_Gallery.2">
                    <p:embed/>
                    <p:pic>
                      <p:nvPicPr>
                        <p:cNvPr id="0" name="图片 3080"/>
                        <p:cNvPicPr/>
                        <p:nvPr/>
                      </p:nvPicPr>
                      <p:blipFill>
                        <a:blip r:embed="rId7"/>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36882" name="Object 5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82" name="" r:id="rId11" imgW="1268095" imgH="1199515" progId="MS_ClipArt_Gallery.2">
                    <p:embed/>
                  </p:oleObj>
                </mc:Choice>
                <mc:Fallback>
                  <p:oleObj name="" r:id="rId11" imgW="1268095" imgH="1199515" progId="MS_ClipArt_Gallery.2">
                    <p:embed/>
                    <p:pic>
                      <p:nvPicPr>
                        <p:cNvPr id="0" name="图片 3081"/>
                        <p:cNvPicPr/>
                        <p:nvPr/>
                      </p:nvPicPr>
                      <p:blipFill>
                        <a:blip r:embed="rId9"/>
                        <a:stretch>
                          <a:fillRect/>
                        </a:stretch>
                      </p:blipFill>
                      <p:spPr>
                        <a:xfrm>
                          <a:off x="2913" y="1602"/>
                          <a:ext cx="249" cy="236"/>
                        </a:xfrm>
                        <a:prstGeom prst="rect">
                          <a:avLst/>
                        </a:prstGeom>
                        <a:noFill/>
                        <a:ln w="38100">
                          <a:noFill/>
                          <a:miter/>
                        </a:ln>
                      </p:spPr>
                    </p:pic>
                  </p:oleObj>
                </mc:Fallback>
              </mc:AlternateContent>
            </a:graphicData>
          </a:graphic>
        </p:graphicFrame>
      </p:grpSp>
      <p:sp>
        <p:nvSpPr>
          <p:cNvPr id="36883" name="Line 173"/>
          <p:cNvSpPr/>
          <p:nvPr/>
        </p:nvSpPr>
        <p:spPr>
          <a:xfrm flipH="1">
            <a:off x="1544638" y="4667250"/>
            <a:ext cx="466725" cy="890588"/>
          </a:xfrm>
          <a:prstGeom prst="line">
            <a:avLst/>
          </a:prstGeom>
          <a:ln w="9525" cap="flat" cmpd="sng">
            <a:solidFill>
              <a:schemeClr val="tx1"/>
            </a:solidFill>
            <a:prstDash val="solid"/>
            <a:round/>
            <a:headEnd type="none" w="med" len="med"/>
            <a:tailEnd type="none" w="med" len="med"/>
          </a:ln>
        </p:spPr>
      </p:sp>
      <p:sp>
        <p:nvSpPr>
          <p:cNvPr id="36884" name="Line 174"/>
          <p:cNvSpPr/>
          <p:nvPr/>
        </p:nvSpPr>
        <p:spPr>
          <a:xfrm>
            <a:off x="1527175" y="5138738"/>
            <a:ext cx="242888" cy="1587"/>
          </a:xfrm>
          <a:prstGeom prst="line">
            <a:avLst/>
          </a:prstGeom>
          <a:ln w="9525" cap="flat" cmpd="sng">
            <a:solidFill>
              <a:schemeClr val="tx1"/>
            </a:solidFill>
            <a:prstDash val="solid"/>
            <a:round/>
            <a:headEnd type="none" w="med" len="med"/>
            <a:tailEnd type="none" w="med" len="med"/>
          </a:ln>
        </p:spPr>
      </p:sp>
      <p:sp>
        <p:nvSpPr>
          <p:cNvPr id="36885" name="Line 175"/>
          <p:cNvSpPr/>
          <p:nvPr/>
        </p:nvSpPr>
        <p:spPr>
          <a:xfrm>
            <a:off x="1392238" y="5475288"/>
            <a:ext cx="190500" cy="1587"/>
          </a:xfrm>
          <a:prstGeom prst="line">
            <a:avLst/>
          </a:prstGeom>
          <a:ln w="9525" cap="flat" cmpd="sng">
            <a:solidFill>
              <a:schemeClr val="tx1"/>
            </a:solidFill>
            <a:prstDash val="solid"/>
            <a:round/>
            <a:headEnd type="none" w="med" len="med"/>
            <a:tailEnd type="none" w="med" len="med"/>
          </a:ln>
        </p:spPr>
      </p:sp>
      <p:sp>
        <p:nvSpPr>
          <p:cNvPr id="36886" name="Line 176"/>
          <p:cNvSpPr/>
          <p:nvPr/>
        </p:nvSpPr>
        <p:spPr>
          <a:xfrm flipV="1">
            <a:off x="1836738" y="4999038"/>
            <a:ext cx="177800" cy="7937"/>
          </a:xfrm>
          <a:prstGeom prst="line">
            <a:avLst/>
          </a:prstGeom>
          <a:ln w="9525" cap="flat" cmpd="sng">
            <a:solidFill>
              <a:schemeClr val="tx1"/>
            </a:solidFill>
            <a:prstDash val="solid"/>
            <a:round/>
            <a:headEnd type="none" w="med" len="med"/>
            <a:tailEnd type="none" w="med" len="med"/>
          </a:ln>
        </p:spPr>
      </p:sp>
      <p:grpSp>
        <p:nvGrpSpPr>
          <p:cNvPr id="36887" name="Group 180"/>
          <p:cNvGrpSpPr/>
          <p:nvPr/>
        </p:nvGrpSpPr>
        <p:grpSpPr>
          <a:xfrm>
            <a:off x="3598863" y="5027613"/>
            <a:ext cx="290512" cy="404812"/>
            <a:chOff x="2556" y="2689"/>
            <a:chExt cx="183" cy="255"/>
          </a:xfrm>
        </p:grpSpPr>
        <p:pic>
          <p:nvPicPr>
            <p:cNvPr id="36888" name="Picture 181"/>
            <p:cNvPicPr>
              <a:picLocks noChangeAspect="1"/>
            </p:cNvPicPr>
            <p:nvPr/>
          </p:nvPicPr>
          <p:blipFill>
            <a:blip r:embed="rId12"/>
            <a:stretch>
              <a:fillRect/>
            </a:stretch>
          </p:blipFill>
          <p:spPr>
            <a:xfrm>
              <a:off x="2609" y="2770"/>
              <a:ext cx="121" cy="174"/>
            </a:xfrm>
            <a:prstGeom prst="rect">
              <a:avLst/>
            </a:prstGeom>
            <a:noFill/>
            <a:ln w="9525">
              <a:noFill/>
            </a:ln>
          </p:spPr>
        </p:pic>
        <p:sp>
          <p:nvSpPr>
            <p:cNvPr id="36889" name="Freeform 182"/>
            <p:cNvSpPr/>
            <p:nvPr/>
          </p:nvSpPr>
          <p:spPr>
            <a:xfrm>
              <a:off x="2605" y="2702"/>
              <a:ext cx="33"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ln>
          </p:spPr>
          <p:txBody>
            <a:bodyPr/>
            <a:p>
              <a:endParaRPr lang="zh-CN" altLang="en-US"/>
            </a:p>
          </p:txBody>
        </p:sp>
        <p:sp>
          <p:nvSpPr>
            <p:cNvPr id="36890" name="Freeform 183"/>
            <p:cNvSpPr/>
            <p:nvPr/>
          </p:nvSpPr>
          <p:spPr>
            <a:xfrm>
              <a:off x="2661" y="2701"/>
              <a:ext cx="22" cy="3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ln>
          </p:spPr>
          <p:txBody>
            <a:bodyPr/>
            <a:p>
              <a:endParaRPr lang="zh-CN" altLang="en-US"/>
            </a:p>
          </p:txBody>
        </p:sp>
        <p:sp>
          <p:nvSpPr>
            <p:cNvPr id="36891" name="Freeform 184"/>
            <p:cNvSpPr/>
            <p:nvPr/>
          </p:nvSpPr>
          <p:spPr>
            <a:xfrm>
              <a:off x="2584" y="2694"/>
              <a:ext cx="54" cy="6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ln>
          </p:spPr>
          <p:txBody>
            <a:bodyPr/>
            <a:p>
              <a:endParaRPr lang="zh-CN" altLang="en-US"/>
            </a:p>
          </p:txBody>
        </p:sp>
        <p:sp>
          <p:nvSpPr>
            <p:cNvPr id="36892" name="Freeform 185"/>
            <p:cNvSpPr/>
            <p:nvPr/>
          </p:nvSpPr>
          <p:spPr>
            <a:xfrm>
              <a:off x="2660" y="2692"/>
              <a:ext cx="47" cy="4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ln>
          </p:spPr>
          <p:txBody>
            <a:bodyPr/>
            <a:p>
              <a:endParaRPr lang="zh-CN" altLang="en-US"/>
            </a:p>
          </p:txBody>
        </p:sp>
        <p:sp>
          <p:nvSpPr>
            <p:cNvPr id="36893" name="Freeform 186"/>
            <p:cNvSpPr/>
            <p:nvPr/>
          </p:nvSpPr>
          <p:spPr>
            <a:xfrm>
              <a:off x="2564" y="2712"/>
              <a:ext cx="19"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ln>
          </p:spPr>
          <p:txBody>
            <a:bodyPr/>
            <a:p>
              <a:endParaRPr lang="zh-CN" altLang="en-US"/>
            </a:p>
          </p:txBody>
        </p:sp>
        <p:sp>
          <p:nvSpPr>
            <p:cNvPr id="36894" name="Freeform 187"/>
            <p:cNvSpPr/>
            <p:nvPr/>
          </p:nvSpPr>
          <p:spPr>
            <a:xfrm>
              <a:off x="2698" y="2689"/>
              <a:ext cx="41" cy="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ln>
          </p:spPr>
          <p:txBody>
            <a:bodyPr/>
            <a:p>
              <a:endParaRPr lang="zh-CN" altLang="en-US"/>
            </a:p>
          </p:txBody>
        </p:sp>
        <p:sp>
          <p:nvSpPr>
            <p:cNvPr id="36895" name="Freeform 188"/>
            <p:cNvSpPr/>
            <p:nvPr/>
          </p:nvSpPr>
          <p:spPr>
            <a:xfrm>
              <a:off x="2653" y="2750"/>
              <a:ext cx="14" cy="3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ln>
          </p:spPr>
          <p:txBody>
            <a:bodyPr/>
            <a:p>
              <a:endParaRPr lang="zh-CN" altLang="en-US"/>
            </a:p>
          </p:txBody>
        </p:sp>
        <p:sp>
          <p:nvSpPr>
            <p:cNvPr id="36896" name="Freeform 189"/>
            <p:cNvSpPr/>
            <p:nvPr/>
          </p:nvSpPr>
          <p:spPr>
            <a:xfrm>
              <a:off x="2647" y="2733"/>
              <a:ext cx="7" cy="1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ln>
          </p:spPr>
          <p:txBody>
            <a:bodyPr/>
            <a:p>
              <a:endParaRPr lang="zh-CN" altLang="en-US"/>
            </a:p>
          </p:txBody>
        </p:sp>
        <p:sp>
          <p:nvSpPr>
            <p:cNvPr id="36897" name="Freeform 190"/>
            <p:cNvSpPr/>
            <p:nvPr/>
          </p:nvSpPr>
          <p:spPr>
            <a:xfrm>
              <a:off x="2641" y="2722"/>
              <a:ext cx="6"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ln>
          </p:spPr>
          <p:txBody>
            <a:bodyPr/>
            <a:p>
              <a:endParaRPr lang="zh-CN" altLang="en-US"/>
            </a:p>
          </p:txBody>
        </p:sp>
        <p:sp>
          <p:nvSpPr>
            <p:cNvPr id="36898" name="Freeform 191"/>
            <p:cNvSpPr/>
            <p:nvPr/>
          </p:nvSpPr>
          <p:spPr>
            <a:xfrm>
              <a:off x="2636" y="2714"/>
              <a:ext cx="8" cy="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ln>
          </p:spPr>
          <p:txBody>
            <a:bodyPr/>
            <a:p>
              <a:endParaRPr lang="zh-CN" altLang="en-US"/>
            </a:p>
          </p:txBody>
        </p:sp>
        <p:sp>
          <p:nvSpPr>
            <p:cNvPr id="36899" name="Freeform 192"/>
            <p:cNvSpPr/>
            <p:nvPr/>
          </p:nvSpPr>
          <p:spPr>
            <a:xfrm>
              <a:off x="2596" y="2704"/>
              <a:ext cx="33"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noFill/>
            </a:ln>
          </p:spPr>
          <p:txBody>
            <a:bodyPr/>
            <a:p>
              <a:endParaRPr lang="zh-CN" altLang="en-US"/>
            </a:p>
          </p:txBody>
        </p:sp>
        <p:sp>
          <p:nvSpPr>
            <p:cNvPr id="36900" name="Freeform 193"/>
            <p:cNvSpPr/>
            <p:nvPr/>
          </p:nvSpPr>
          <p:spPr>
            <a:xfrm>
              <a:off x="2652" y="2704"/>
              <a:ext cx="22" cy="3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noFill/>
            </a:ln>
          </p:spPr>
          <p:txBody>
            <a:bodyPr/>
            <a:p>
              <a:endParaRPr lang="zh-CN" altLang="en-US"/>
            </a:p>
          </p:txBody>
        </p:sp>
        <p:sp>
          <p:nvSpPr>
            <p:cNvPr id="36901" name="Freeform 194"/>
            <p:cNvSpPr/>
            <p:nvPr/>
          </p:nvSpPr>
          <p:spPr>
            <a:xfrm>
              <a:off x="2575" y="2697"/>
              <a:ext cx="53" cy="6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noFill/>
            </a:ln>
          </p:spPr>
          <p:txBody>
            <a:bodyPr/>
            <a:p>
              <a:endParaRPr lang="zh-CN" altLang="en-US"/>
            </a:p>
          </p:txBody>
        </p:sp>
        <p:sp>
          <p:nvSpPr>
            <p:cNvPr id="36902" name="Freeform 195"/>
            <p:cNvSpPr/>
            <p:nvPr/>
          </p:nvSpPr>
          <p:spPr>
            <a:xfrm>
              <a:off x="2650" y="2695"/>
              <a:ext cx="47" cy="4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noFill/>
            </a:ln>
          </p:spPr>
          <p:txBody>
            <a:bodyPr/>
            <a:p>
              <a:endParaRPr lang="zh-CN" altLang="en-US"/>
            </a:p>
          </p:txBody>
        </p:sp>
        <p:sp>
          <p:nvSpPr>
            <p:cNvPr id="36903" name="Freeform 196"/>
            <p:cNvSpPr/>
            <p:nvPr/>
          </p:nvSpPr>
          <p:spPr>
            <a:xfrm>
              <a:off x="2556" y="2718"/>
              <a:ext cx="19"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noFill/>
            </a:ln>
          </p:spPr>
          <p:txBody>
            <a:bodyPr/>
            <a:p>
              <a:endParaRPr lang="zh-CN" altLang="en-US"/>
            </a:p>
          </p:txBody>
        </p:sp>
        <p:sp>
          <p:nvSpPr>
            <p:cNvPr id="36904" name="Freeform 197"/>
            <p:cNvSpPr/>
            <p:nvPr/>
          </p:nvSpPr>
          <p:spPr>
            <a:xfrm>
              <a:off x="2689" y="2692"/>
              <a:ext cx="41" cy="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noFill/>
            </a:ln>
          </p:spPr>
          <p:txBody>
            <a:bodyPr/>
            <a:p>
              <a:endParaRPr lang="zh-CN" altLang="en-US"/>
            </a:p>
          </p:txBody>
        </p:sp>
      </p:grpSp>
      <p:grpSp>
        <p:nvGrpSpPr>
          <p:cNvPr id="36905" name="Group 327"/>
          <p:cNvGrpSpPr/>
          <p:nvPr/>
        </p:nvGrpSpPr>
        <p:grpSpPr>
          <a:xfrm>
            <a:off x="3149600" y="4864100"/>
            <a:ext cx="273050" cy="341313"/>
            <a:chOff x="2870" y="1518"/>
            <a:chExt cx="292" cy="320"/>
          </a:xfrm>
        </p:grpSpPr>
        <p:graphicFrame>
          <p:nvGraphicFramePr>
            <p:cNvPr id="36906" name="Object 328"/>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86" name="" r:id="rId13" imgW="826770" imgH="840105" progId="MS_ClipArt_Gallery.2">
                    <p:embed/>
                  </p:oleObj>
                </mc:Choice>
                <mc:Fallback>
                  <p:oleObj name="" r:id="rId13" imgW="826770" imgH="840105" progId="MS_ClipArt_Gallery.2">
                    <p:embed/>
                    <p:pic>
                      <p:nvPicPr>
                        <p:cNvPr id="0" name="图片 3085"/>
                        <p:cNvPicPr/>
                        <p:nvPr/>
                      </p:nvPicPr>
                      <p:blipFill>
                        <a:blip r:embed="rId7"/>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36907" name="Object 329"/>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89" name="" r:id="rId14" imgW="1268095" imgH="1199515" progId="MS_ClipArt_Gallery.2">
                    <p:embed/>
                  </p:oleObj>
                </mc:Choice>
                <mc:Fallback>
                  <p:oleObj name="" r:id="rId14" imgW="1268095" imgH="1199515" progId="MS_ClipArt_Gallery.2">
                    <p:embed/>
                    <p:pic>
                      <p:nvPicPr>
                        <p:cNvPr id="0" name="图片 3088"/>
                        <p:cNvPicPr/>
                        <p:nvPr/>
                      </p:nvPicPr>
                      <p:blipFill>
                        <a:blip r:embed="rId9"/>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36908" name="Group 330"/>
          <p:cNvGrpSpPr/>
          <p:nvPr/>
        </p:nvGrpSpPr>
        <p:grpSpPr>
          <a:xfrm>
            <a:off x="3265488" y="5414963"/>
            <a:ext cx="273050" cy="341312"/>
            <a:chOff x="2870" y="1518"/>
            <a:chExt cx="292" cy="320"/>
          </a:xfrm>
        </p:grpSpPr>
        <p:graphicFrame>
          <p:nvGraphicFramePr>
            <p:cNvPr id="36909" name="Object 33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88" name="" r:id="rId15" imgW="826770" imgH="840105" progId="MS_ClipArt_Gallery.2">
                    <p:embed/>
                  </p:oleObj>
                </mc:Choice>
                <mc:Fallback>
                  <p:oleObj name="" r:id="rId15" imgW="826770" imgH="840105" progId="MS_ClipArt_Gallery.2">
                    <p:embed/>
                    <p:pic>
                      <p:nvPicPr>
                        <p:cNvPr id="0" name="图片 3087"/>
                        <p:cNvPicPr/>
                        <p:nvPr/>
                      </p:nvPicPr>
                      <p:blipFill>
                        <a:blip r:embed="rId7"/>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36910" name="Object 33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85" name="" r:id="rId16" imgW="1268095" imgH="1199515" progId="MS_ClipArt_Gallery.2">
                    <p:embed/>
                  </p:oleObj>
                </mc:Choice>
                <mc:Fallback>
                  <p:oleObj name="" r:id="rId16" imgW="1268095" imgH="1199515" progId="MS_ClipArt_Gallery.2">
                    <p:embed/>
                    <p:pic>
                      <p:nvPicPr>
                        <p:cNvPr id="0" name="图片 3084"/>
                        <p:cNvPicPr/>
                        <p:nvPr/>
                      </p:nvPicPr>
                      <p:blipFill>
                        <a:blip r:embed="rId9"/>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36911" name="Group 333"/>
          <p:cNvGrpSpPr/>
          <p:nvPr/>
        </p:nvGrpSpPr>
        <p:grpSpPr>
          <a:xfrm>
            <a:off x="4041775" y="4887913"/>
            <a:ext cx="273050" cy="341312"/>
            <a:chOff x="2870" y="1518"/>
            <a:chExt cx="292" cy="320"/>
          </a:xfrm>
        </p:grpSpPr>
        <p:graphicFrame>
          <p:nvGraphicFramePr>
            <p:cNvPr id="36912" name="Object 33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84" name="" r:id="rId17" imgW="826770" imgH="840105" progId="MS_ClipArt_Gallery.2">
                    <p:embed/>
                  </p:oleObj>
                </mc:Choice>
                <mc:Fallback>
                  <p:oleObj name="" r:id="rId17" imgW="826770" imgH="840105" progId="MS_ClipArt_Gallery.2">
                    <p:embed/>
                    <p:pic>
                      <p:nvPicPr>
                        <p:cNvPr id="0" name="图片 3083"/>
                        <p:cNvPicPr/>
                        <p:nvPr/>
                      </p:nvPicPr>
                      <p:blipFill>
                        <a:blip r:embed="rId7"/>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36913" name="Object 33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87" name="" r:id="rId18" imgW="1268095" imgH="1199515" progId="MS_ClipArt_Gallery.2">
                    <p:embed/>
                  </p:oleObj>
                </mc:Choice>
                <mc:Fallback>
                  <p:oleObj name="" r:id="rId18" imgW="1268095" imgH="1199515" progId="MS_ClipArt_Gallery.2">
                    <p:embed/>
                    <p:pic>
                      <p:nvPicPr>
                        <p:cNvPr id="0" name="图片 3086"/>
                        <p:cNvPicPr/>
                        <p:nvPr/>
                      </p:nvPicPr>
                      <p:blipFill>
                        <a:blip r:embed="rId9"/>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36914" name="Group 382"/>
          <p:cNvGrpSpPr/>
          <p:nvPr/>
        </p:nvGrpSpPr>
        <p:grpSpPr>
          <a:xfrm>
            <a:off x="4894263" y="5780088"/>
            <a:ext cx="203200" cy="157162"/>
            <a:chOff x="2274" y="2821"/>
            <a:chExt cx="215" cy="238"/>
          </a:xfrm>
        </p:grpSpPr>
        <p:sp>
          <p:nvSpPr>
            <p:cNvPr id="36915" name="Freeform 383"/>
            <p:cNvSpPr>
              <a:spLocks noEditPoints="1"/>
            </p:cNvSpPr>
            <p:nvPr/>
          </p:nvSpPr>
          <p:spPr>
            <a:xfrm>
              <a:off x="2274" y="3034"/>
              <a:ext cx="215" cy="25"/>
            </a:xfrm>
            <a:custGeom>
              <a:avLst/>
              <a:gdLst/>
              <a:ahLst/>
              <a:cxnLst>
                <a:cxn ang="0">
                  <a:pos x="1" y="1"/>
                </a:cxn>
                <a:cxn ang="0">
                  <a:pos x="0" y="1"/>
                </a:cxn>
                <a:cxn ang="0">
                  <a:pos x="0" y="2"/>
                </a:cxn>
                <a:cxn ang="0">
                  <a:pos x="14" y="2"/>
                </a:cxn>
                <a:cxn ang="0">
                  <a:pos x="14" y="1"/>
                </a:cxn>
                <a:cxn ang="0">
                  <a:pos x="12" y="1"/>
                </a:cxn>
                <a:cxn ang="0">
                  <a:pos x="12" y="0"/>
                </a:cxn>
                <a:cxn ang="0">
                  <a:pos x="1" y="0"/>
                </a:cxn>
                <a:cxn ang="0">
                  <a:pos x="1" y="1"/>
                </a:cxn>
                <a:cxn ang="0">
                  <a:pos x="12" y="1"/>
                </a:cxn>
                <a:cxn ang="0">
                  <a:pos x="2" y="1"/>
                </a:cxn>
                <a:cxn ang="0">
                  <a:pos x="12" y="1"/>
                </a:cxn>
              </a:cxnLst>
              <a:pathLst>
                <a:path w="430" h="50">
                  <a:moveTo>
                    <a:pt x="26" y="18"/>
                  </a:moveTo>
                  <a:lnTo>
                    <a:pt x="0" y="18"/>
                  </a:lnTo>
                  <a:lnTo>
                    <a:pt x="0" y="50"/>
                  </a:lnTo>
                  <a:lnTo>
                    <a:pt x="430" y="50"/>
                  </a:lnTo>
                  <a:lnTo>
                    <a:pt x="430" y="18"/>
                  </a:lnTo>
                  <a:lnTo>
                    <a:pt x="376" y="18"/>
                  </a:lnTo>
                  <a:lnTo>
                    <a:pt x="376" y="0"/>
                  </a:lnTo>
                  <a:lnTo>
                    <a:pt x="26" y="0"/>
                  </a:lnTo>
                  <a:lnTo>
                    <a:pt x="26" y="18"/>
                  </a:lnTo>
                  <a:close/>
                  <a:moveTo>
                    <a:pt x="376" y="18"/>
                  </a:moveTo>
                  <a:lnTo>
                    <a:pt x="33" y="18"/>
                  </a:lnTo>
                  <a:lnTo>
                    <a:pt x="376" y="18"/>
                  </a:lnTo>
                  <a:close/>
                </a:path>
              </a:pathLst>
            </a:custGeom>
            <a:solidFill>
              <a:srgbClr val="3333FF"/>
            </a:solidFill>
            <a:ln w="9525">
              <a:noFill/>
            </a:ln>
          </p:spPr>
          <p:txBody>
            <a:bodyPr/>
            <a:p>
              <a:endParaRPr lang="zh-CN" altLang="en-US"/>
            </a:p>
          </p:txBody>
        </p:sp>
        <p:sp>
          <p:nvSpPr>
            <p:cNvPr id="36916" name="Line 384"/>
            <p:cNvSpPr/>
            <p:nvPr/>
          </p:nvSpPr>
          <p:spPr>
            <a:xfrm>
              <a:off x="2317" y="2951"/>
              <a:ext cx="30" cy="1"/>
            </a:xfrm>
            <a:prstGeom prst="line">
              <a:avLst/>
            </a:prstGeom>
            <a:ln w="6350" cap="flat" cmpd="sng">
              <a:solidFill>
                <a:srgbClr val="000000"/>
              </a:solidFill>
              <a:prstDash val="solid"/>
              <a:round/>
              <a:headEnd type="none" w="med" len="med"/>
              <a:tailEnd type="none" w="med" len="med"/>
            </a:ln>
          </p:spPr>
        </p:sp>
        <p:sp>
          <p:nvSpPr>
            <p:cNvPr id="36917" name="Freeform 385"/>
            <p:cNvSpPr/>
            <p:nvPr/>
          </p:nvSpPr>
          <p:spPr>
            <a:xfrm>
              <a:off x="2317" y="2923"/>
              <a:ext cx="44" cy="109"/>
            </a:xfrm>
            <a:custGeom>
              <a:avLst/>
              <a:gdLst/>
              <a:ahLst/>
              <a:cxnLst>
                <a:cxn ang="0">
                  <a:pos x="3" y="6"/>
                </a:cxn>
                <a:cxn ang="0">
                  <a:pos x="0" y="1"/>
                </a:cxn>
                <a:cxn ang="0">
                  <a:pos x="1" y="0"/>
                </a:cxn>
              </a:cxnLst>
              <a:pathLst>
                <a:path w="87" h="219">
                  <a:moveTo>
                    <a:pt x="87" y="219"/>
                  </a:moveTo>
                  <a:lnTo>
                    <a:pt x="0" y="55"/>
                  </a:lnTo>
                  <a:lnTo>
                    <a:pt x="28" y="0"/>
                  </a:lnTo>
                </a:path>
              </a:pathLst>
            </a:custGeom>
            <a:solidFill>
              <a:srgbClr val="3333FF"/>
            </a:solidFill>
            <a:ln w="6350" cap="flat" cmpd="sng">
              <a:solidFill>
                <a:srgbClr val="000000"/>
              </a:solidFill>
              <a:prstDash val="solid"/>
              <a:round/>
              <a:headEnd type="none" w="med" len="med"/>
              <a:tailEnd type="none" w="med" len="med"/>
            </a:ln>
          </p:spPr>
          <p:txBody>
            <a:bodyPr/>
            <a:p>
              <a:endParaRPr lang="zh-CN" altLang="en-US"/>
            </a:p>
          </p:txBody>
        </p:sp>
        <p:sp>
          <p:nvSpPr>
            <p:cNvPr id="36918" name="Line 386"/>
            <p:cNvSpPr/>
            <p:nvPr/>
          </p:nvSpPr>
          <p:spPr>
            <a:xfrm flipV="1">
              <a:off x="2300" y="2951"/>
              <a:ext cx="47" cy="83"/>
            </a:xfrm>
            <a:prstGeom prst="line">
              <a:avLst/>
            </a:prstGeom>
            <a:ln w="6350" cap="flat" cmpd="sng">
              <a:solidFill>
                <a:srgbClr val="000000"/>
              </a:solidFill>
              <a:prstDash val="solid"/>
              <a:round/>
              <a:headEnd type="none" w="med" len="med"/>
              <a:tailEnd type="none" w="med" len="med"/>
            </a:ln>
          </p:spPr>
        </p:sp>
        <p:sp>
          <p:nvSpPr>
            <p:cNvPr id="36919" name="Freeform 387"/>
            <p:cNvSpPr/>
            <p:nvPr/>
          </p:nvSpPr>
          <p:spPr>
            <a:xfrm>
              <a:off x="2317" y="3005"/>
              <a:ext cx="86" cy="27"/>
            </a:xfrm>
            <a:custGeom>
              <a:avLst/>
              <a:gdLst/>
              <a:ahLst/>
              <a:cxnLst>
                <a:cxn ang="0">
                  <a:pos x="1" y="1"/>
                </a:cxn>
                <a:cxn ang="0">
                  <a:pos x="0" y="0"/>
                </a:cxn>
                <a:cxn ang="0">
                  <a:pos x="6" y="0"/>
                </a:cxn>
                <a:cxn ang="0">
                  <a:pos x="5" y="1"/>
                </a:cxn>
              </a:cxnLst>
              <a:pathLst>
                <a:path w="172" h="55">
                  <a:moveTo>
                    <a:pt x="28" y="55"/>
                  </a:moveTo>
                  <a:lnTo>
                    <a:pt x="0" y="0"/>
                  </a:lnTo>
                  <a:lnTo>
                    <a:pt x="172" y="0"/>
                  </a:lnTo>
                  <a:lnTo>
                    <a:pt x="146" y="55"/>
                  </a:lnTo>
                </a:path>
              </a:pathLst>
            </a:custGeom>
            <a:solidFill>
              <a:srgbClr val="3333FF"/>
            </a:solidFill>
            <a:ln w="6350" cap="flat" cmpd="sng">
              <a:solidFill>
                <a:srgbClr val="000000"/>
              </a:solidFill>
              <a:prstDash val="solid"/>
              <a:round/>
              <a:headEnd type="none" w="med" len="med"/>
              <a:tailEnd type="none" w="med" len="med"/>
            </a:ln>
          </p:spPr>
          <p:txBody>
            <a:bodyPr/>
            <a:p>
              <a:endParaRPr lang="zh-CN" altLang="en-US"/>
            </a:p>
          </p:txBody>
        </p:sp>
        <p:sp>
          <p:nvSpPr>
            <p:cNvPr id="36920" name="Line 388"/>
            <p:cNvSpPr/>
            <p:nvPr/>
          </p:nvSpPr>
          <p:spPr>
            <a:xfrm flipH="1" flipV="1">
              <a:off x="2375" y="2960"/>
              <a:ext cx="46" cy="74"/>
            </a:xfrm>
            <a:prstGeom prst="line">
              <a:avLst/>
            </a:prstGeom>
            <a:ln w="6350" cap="flat" cmpd="sng">
              <a:solidFill>
                <a:srgbClr val="000000"/>
              </a:solidFill>
              <a:prstDash val="solid"/>
              <a:round/>
              <a:headEnd type="none" w="med" len="med"/>
              <a:tailEnd type="none" w="med" len="med"/>
            </a:ln>
          </p:spPr>
        </p:sp>
        <p:sp>
          <p:nvSpPr>
            <p:cNvPr id="36921" name="Freeform 389"/>
            <p:cNvSpPr/>
            <p:nvPr/>
          </p:nvSpPr>
          <p:spPr>
            <a:xfrm>
              <a:off x="2274" y="3034"/>
              <a:ext cx="215" cy="25"/>
            </a:xfrm>
            <a:custGeom>
              <a:avLst/>
              <a:gdLst/>
              <a:ahLst/>
              <a:cxnLst>
                <a:cxn ang="0">
                  <a:pos x="1" y="1"/>
                </a:cxn>
                <a:cxn ang="0">
                  <a:pos x="0" y="1"/>
                </a:cxn>
                <a:cxn ang="0">
                  <a:pos x="0" y="2"/>
                </a:cxn>
                <a:cxn ang="0">
                  <a:pos x="14" y="2"/>
                </a:cxn>
                <a:cxn ang="0">
                  <a:pos x="14" y="1"/>
                </a:cxn>
                <a:cxn ang="0">
                  <a:pos x="12" y="1"/>
                </a:cxn>
                <a:cxn ang="0">
                  <a:pos x="12" y="0"/>
                </a:cxn>
                <a:cxn ang="0">
                  <a:pos x="1" y="0"/>
                </a:cxn>
                <a:cxn ang="0">
                  <a:pos x="1" y="1"/>
                </a:cxn>
              </a:cxnLst>
              <a:pathLst>
                <a:path w="430" h="50">
                  <a:moveTo>
                    <a:pt x="26" y="18"/>
                  </a:moveTo>
                  <a:lnTo>
                    <a:pt x="0" y="18"/>
                  </a:lnTo>
                  <a:lnTo>
                    <a:pt x="0" y="50"/>
                  </a:lnTo>
                  <a:lnTo>
                    <a:pt x="430" y="50"/>
                  </a:lnTo>
                  <a:lnTo>
                    <a:pt x="430" y="18"/>
                  </a:lnTo>
                  <a:lnTo>
                    <a:pt x="376" y="18"/>
                  </a:lnTo>
                  <a:lnTo>
                    <a:pt x="376" y="0"/>
                  </a:lnTo>
                  <a:lnTo>
                    <a:pt x="26" y="0"/>
                  </a:lnTo>
                  <a:lnTo>
                    <a:pt x="26" y="18"/>
                  </a:lnTo>
                </a:path>
              </a:pathLst>
            </a:custGeom>
            <a:solidFill>
              <a:srgbClr val="3333FF"/>
            </a:solidFill>
            <a:ln w="6350" cap="flat" cmpd="sng">
              <a:solidFill>
                <a:srgbClr val="000000"/>
              </a:solidFill>
              <a:prstDash val="solid"/>
              <a:round/>
              <a:headEnd type="none" w="med" len="med"/>
              <a:tailEnd type="none" w="med" len="med"/>
            </a:ln>
          </p:spPr>
          <p:txBody>
            <a:bodyPr/>
            <a:p>
              <a:endParaRPr lang="zh-CN" altLang="en-US"/>
            </a:p>
          </p:txBody>
        </p:sp>
        <p:sp>
          <p:nvSpPr>
            <p:cNvPr id="36922" name="Freeform 390"/>
            <p:cNvSpPr/>
            <p:nvPr/>
          </p:nvSpPr>
          <p:spPr>
            <a:xfrm>
              <a:off x="2290" y="3043"/>
              <a:ext cx="171" cy="1"/>
            </a:xfrm>
            <a:custGeom>
              <a:avLst/>
              <a:gdLst/>
              <a:ahLst/>
              <a:cxnLst>
                <a:cxn ang="0">
                  <a:pos x="10" y="0"/>
                </a:cxn>
                <a:cxn ang="0">
                  <a:pos x="0" y="0"/>
                </a:cxn>
                <a:cxn ang="0">
                  <a:pos x="10" y="0"/>
                </a:cxn>
              </a:cxnLst>
              <a:pathLst>
                <a:path w="343" h="1">
                  <a:moveTo>
                    <a:pt x="343" y="0"/>
                  </a:moveTo>
                  <a:lnTo>
                    <a:pt x="0" y="0"/>
                  </a:lnTo>
                  <a:lnTo>
                    <a:pt x="343" y="0"/>
                  </a:lnTo>
                </a:path>
              </a:pathLst>
            </a:custGeom>
            <a:solidFill>
              <a:srgbClr val="3333FF"/>
            </a:solidFill>
            <a:ln w="6350" cap="flat" cmpd="sng">
              <a:solidFill>
                <a:srgbClr val="000000"/>
              </a:solidFill>
              <a:prstDash val="solid"/>
              <a:round/>
              <a:headEnd type="none" w="med" len="med"/>
              <a:tailEnd type="none" w="med" len="med"/>
            </a:ln>
          </p:spPr>
          <p:txBody>
            <a:bodyPr/>
            <a:p>
              <a:endParaRPr lang="zh-CN" altLang="en-US"/>
            </a:p>
          </p:txBody>
        </p:sp>
        <p:sp>
          <p:nvSpPr>
            <p:cNvPr id="36923" name="Rectangle 391"/>
            <p:cNvSpPr/>
            <p:nvPr/>
          </p:nvSpPr>
          <p:spPr>
            <a:xfrm>
              <a:off x="2347" y="2951"/>
              <a:ext cx="27" cy="83"/>
            </a:xfrm>
            <a:prstGeom prst="rect">
              <a:avLst/>
            </a:prstGeom>
            <a:solidFill>
              <a:srgbClr val="3333FF"/>
            </a:solidFill>
            <a:ln w="6350" cap="flat" cmpd="sng">
              <a:solidFill>
                <a:srgbClr val="000000"/>
              </a:solidFill>
              <a:prstDash val="solid"/>
              <a:miter/>
              <a:headEnd type="none" w="med" len="med"/>
              <a:tailEnd type="none" w="med" len="med"/>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6924" name="Freeform 392"/>
            <p:cNvSpPr>
              <a:spLocks noEditPoints="1"/>
            </p:cNvSpPr>
            <p:nvPr/>
          </p:nvSpPr>
          <p:spPr>
            <a:xfrm>
              <a:off x="2281" y="2821"/>
              <a:ext cx="208" cy="175"/>
            </a:xfrm>
            <a:custGeom>
              <a:avLst/>
              <a:gdLst/>
              <a:ahLst/>
              <a:cxnLst>
                <a:cxn ang="0">
                  <a:pos x="1" y="1"/>
                </a:cxn>
                <a:cxn ang="0">
                  <a:pos x="1" y="3"/>
                </a:cxn>
                <a:cxn ang="0">
                  <a:pos x="1" y="5"/>
                </a:cxn>
                <a:cxn ang="0">
                  <a:pos x="2" y="6"/>
                </a:cxn>
                <a:cxn ang="0">
                  <a:pos x="4" y="8"/>
                </a:cxn>
                <a:cxn ang="0">
                  <a:pos x="5" y="9"/>
                </a:cxn>
                <a:cxn ang="0">
                  <a:pos x="7" y="10"/>
                </a:cxn>
                <a:cxn ang="0">
                  <a:pos x="9" y="11"/>
                </a:cxn>
                <a:cxn ang="0">
                  <a:pos x="11" y="11"/>
                </a:cxn>
                <a:cxn ang="0">
                  <a:pos x="12" y="11"/>
                </a:cxn>
                <a:cxn ang="0">
                  <a:pos x="13" y="10"/>
                </a:cxn>
                <a:cxn ang="0">
                  <a:pos x="13" y="10"/>
                </a:cxn>
                <a:cxn ang="0">
                  <a:pos x="12" y="10"/>
                </a:cxn>
                <a:cxn ang="0">
                  <a:pos x="11" y="10"/>
                </a:cxn>
                <a:cxn ang="0">
                  <a:pos x="10" y="9"/>
                </a:cxn>
                <a:cxn ang="0">
                  <a:pos x="8" y="9"/>
                </a:cxn>
                <a:cxn ang="0">
                  <a:pos x="6" y="7"/>
                </a:cxn>
                <a:cxn ang="0">
                  <a:pos x="4" y="6"/>
                </a:cxn>
                <a:cxn ang="0">
                  <a:pos x="3" y="5"/>
                </a:cxn>
                <a:cxn ang="0">
                  <a:pos x="2" y="3"/>
                </a:cxn>
                <a:cxn ang="0">
                  <a:pos x="1" y="2"/>
                </a:cxn>
                <a:cxn ang="0">
                  <a:pos x="1" y="1"/>
                </a:cxn>
                <a:cxn ang="0">
                  <a:pos x="1" y="1"/>
                </a:cxn>
                <a:cxn ang="0">
                  <a:pos x="1" y="0"/>
                </a:cxn>
                <a:cxn ang="0">
                  <a:pos x="2" y="1"/>
                </a:cxn>
                <a:cxn ang="0">
                  <a:pos x="4" y="1"/>
                </a:cxn>
                <a:cxn ang="0">
                  <a:pos x="5" y="2"/>
                </a:cxn>
                <a:cxn ang="0">
                  <a:pos x="7" y="3"/>
                </a:cxn>
                <a:cxn ang="0">
                  <a:pos x="9" y="4"/>
                </a:cxn>
                <a:cxn ang="0">
                  <a:pos x="11" y="5"/>
                </a:cxn>
                <a:cxn ang="0">
                  <a:pos x="12" y="7"/>
                </a:cxn>
                <a:cxn ang="0">
                  <a:pos x="13" y="8"/>
                </a:cxn>
                <a:cxn ang="0">
                  <a:pos x="13" y="9"/>
                </a:cxn>
                <a:cxn ang="0">
                  <a:pos x="13" y="10"/>
                </a:cxn>
                <a:cxn ang="0">
                  <a:pos x="13" y="10"/>
                </a:cxn>
                <a:cxn ang="0">
                  <a:pos x="12" y="10"/>
                </a:cxn>
                <a:cxn ang="0">
                  <a:pos x="11" y="10"/>
                </a:cxn>
                <a:cxn ang="0">
                  <a:pos x="9" y="9"/>
                </a:cxn>
                <a:cxn ang="0">
                  <a:pos x="7" y="8"/>
                </a:cxn>
                <a:cxn ang="0">
                  <a:pos x="5" y="7"/>
                </a:cxn>
                <a:cxn ang="0">
                  <a:pos x="4" y="5"/>
                </a:cxn>
                <a:cxn ang="0">
                  <a:pos x="2" y="4"/>
                </a:cxn>
                <a:cxn ang="0">
                  <a:pos x="1" y="3"/>
                </a:cxn>
                <a:cxn ang="0">
                  <a:pos x="1" y="2"/>
                </a:cxn>
                <a:cxn ang="0">
                  <a:pos x="1" y="1"/>
                </a:cxn>
              </a:cxnLst>
              <a:pathLst>
                <a:path w="415" h="350">
                  <a:moveTo>
                    <a:pt x="8" y="12"/>
                  </a:moveTo>
                  <a:lnTo>
                    <a:pt x="1" y="32"/>
                  </a:lnTo>
                  <a:lnTo>
                    <a:pt x="0" y="53"/>
                  </a:lnTo>
                  <a:lnTo>
                    <a:pt x="3" y="78"/>
                  </a:lnTo>
                  <a:lnTo>
                    <a:pt x="8" y="103"/>
                  </a:lnTo>
                  <a:lnTo>
                    <a:pt x="18" y="130"/>
                  </a:lnTo>
                  <a:lnTo>
                    <a:pt x="34" y="158"/>
                  </a:lnTo>
                  <a:lnTo>
                    <a:pt x="51" y="185"/>
                  </a:lnTo>
                  <a:lnTo>
                    <a:pt x="73" y="211"/>
                  </a:lnTo>
                  <a:lnTo>
                    <a:pt x="97" y="236"/>
                  </a:lnTo>
                  <a:lnTo>
                    <a:pt x="124" y="261"/>
                  </a:lnTo>
                  <a:lnTo>
                    <a:pt x="151" y="282"/>
                  </a:lnTo>
                  <a:lnTo>
                    <a:pt x="182" y="302"/>
                  </a:lnTo>
                  <a:lnTo>
                    <a:pt x="212" y="318"/>
                  </a:lnTo>
                  <a:lnTo>
                    <a:pt x="242" y="332"/>
                  </a:lnTo>
                  <a:lnTo>
                    <a:pt x="270" y="341"/>
                  </a:lnTo>
                  <a:lnTo>
                    <a:pt x="299" y="346"/>
                  </a:lnTo>
                  <a:lnTo>
                    <a:pt x="325" y="350"/>
                  </a:lnTo>
                  <a:lnTo>
                    <a:pt x="349" y="346"/>
                  </a:lnTo>
                  <a:lnTo>
                    <a:pt x="371" y="341"/>
                  </a:lnTo>
                  <a:lnTo>
                    <a:pt x="388" y="332"/>
                  </a:lnTo>
                  <a:lnTo>
                    <a:pt x="402" y="318"/>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moveTo>
                    <a:pt x="8" y="12"/>
                  </a:moveTo>
                  <a:lnTo>
                    <a:pt x="14" y="5"/>
                  </a:lnTo>
                  <a:lnTo>
                    <a:pt x="24" y="0"/>
                  </a:lnTo>
                  <a:lnTo>
                    <a:pt x="38" y="0"/>
                  </a:lnTo>
                  <a:lnTo>
                    <a:pt x="56" y="2"/>
                  </a:lnTo>
                  <a:lnTo>
                    <a:pt x="77" y="7"/>
                  </a:lnTo>
                  <a:lnTo>
                    <a:pt x="100" y="16"/>
                  </a:lnTo>
                  <a:lnTo>
                    <a:pt x="126" y="26"/>
                  </a:lnTo>
                  <a:lnTo>
                    <a:pt x="153" y="41"/>
                  </a:lnTo>
                  <a:lnTo>
                    <a:pt x="182" y="57"/>
                  </a:lnTo>
                  <a:lnTo>
                    <a:pt x="210" y="74"/>
                  </a:lnTo>
                  <a:lnTo>
                    <a:pt x="239" y="94"/>
                  </a:lnTo>
                  <a:lnTo>
                    <a:pt x="268" y="115"/>
                  </a:lnTo>
                  <a:lnTo>
                    <a:pt x="295" y="138"/>
                  </a:lnTo>
                  <a:lnTo>
                    <a:pt x="321" y="160"/>
                  </a:lnTo>
                  <a:lnTo>
                    <a:pt x="345" y="183"/>
                  </a:lnTo>
                  <a:lnTo>
                    <a:pt x="365" y="204"/>
                  </a:lnTo>
                  <a:lnTo>
                    <a:pt x="382" y="226"/>
                  </a:lnTo>
                  <a:lnTo>
                    <a:pt x="396" y="245"/>
                  </a:lnTo>
                  <a:lnTo>
                    <a:pt x="406" y="263"/>
                  </a:lnTo>
                  <a:lnTo>
                    <a:pt x="412" y="279"/>
                  </a:lnTo>
                  <a:lnTo>
                    <a:pt x="415" y="291"/>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path>
              </a:pathLst>
            </a:custGeom>
            <a:solidFill>
              <a:srgbClr val="3333FF"/>
            </a:solidFill>
            <a:ln w="6350" cap="flat" cmpd="sng">
              <a:solidFill>
                <a:srgbClr val="000000"/>
              </a:solidFill>
              <a:prstDash val="solid"/>
              <a:round/>
              <a:headEnd type="none" w="med" len="med"/>
              <a:tailEnd type="none" w="med" len="med"/>
            </a:ln>
          </p:spPr>
          <p:txBody>
            <a:bodyPr/>
            <a:p>
              <a:endParaRPr lang="zh-CN" altLang="en-US"/>
            </a:p>
          </p:txBody>
        </p:sp>
        <p:sp>
          <p:nvSpPr>
            <p:cNvPr id="36925" name="Line 393"/>
            <p:cNvSpPr/>
            <p:nvPr/>
          </p:nvSpPr>
          <p:spPr>
            <a:xfrm flipH="1" flipV="1">
              <a:off x="2285" y="2824"/>
              <a:ext cx="136" cy="2"/>
            </a:xfrm>
            <a:prstGeom prst="line">
              <a:avLst/>
            </a:prstGeom>
            <a:ln w="1588" cap="flat" cmpd="sng">
              <a:solidFill>
                <a:srgbClr val="000000"/>
              </a:solidFill>
              <a:prstDash val="solid"/>
              <a:round/>
              <a:headEnd type="none" w="med" len="med"/>
              <a:tailEnd type="none" w="med" len="med"/>
            </a:ln>
          </p:spPr>
        </p:sp>
        <p:sp>
          <p:nvSpPr>
            <p:cNvPr id="36926" name="Line 394"/>
            <p:cNvSpPr/>
            <p:nvPr/>
          </p:nvSpPr>
          <p:spPr>
            <a:xfrm flipH="1">
              <a:off x="2372" y="2826"/>
              <a:ext cx="49" cy="102"/>
            </a:xfrm>
            <a:prstGeom prst="line">
              <a:avLst/>
            </a:prstGeom>
            <a:ln w="1588" cap="flat" cmpd="sng">
              <a:solidFill>
                <a:srgbClr val="000000"/>
              </a:solidFill>
              <a:prstDash val="solid"/>
              <a:round/>
              <a:headEnd type="none" w="med" len="med"/>
              <a:tailEnd type="none" w="med" len="med"/>
            </a:ln>
          </p:spPr>
        </p:sp>
        <p:sp>
          <p:nvSpPr>
            <p:cNvPr id="36927" name="Line 395"/>
            <p:cNvSpPr/>
            <p:nvPr/>
          </p:nvSpPr>
          <p:spPr>
            <a:xfrm>
              <a:off x="2421" y="2826"/>
              <a:ext cx="67" cy="144"/>
            </a:xfrm>
            <a:prstGeom prst="line">
              <a:avLst/>
            </a:prstGeom>
            <a:ln w="1588" cap="flat" cmpd="sng">
              <a:solidFill>
                <a:srgbClr val="000000"/>
              </a:solidFill>
              <a:prstDash val="solid"/>
              <a:round/>
              <a:headEnd type="none" w="med" len="med"/>
              <a:tailEnd type="none" w="med" len="med"/>
            </a:ln>
          </p:spPr>
        </p:sp>
        <p:sp>
          <p:nvSpPr>
            <p:cNvPr id="36928" name="Freeform 396"/>
            <p:cNvSpPr/>
            <p:nvPr/>
          </p:nvSpPr>
          <p:spPr>
            <a:xfrm>
              <a:off x="2349" y="2902"/>
              <a:ext cx="51" cy="40"/>
            </a:xfrm>
            <a:custGeom>
              <a:avLst/>
              <a:gdLst/>
              <a:ahLst/>
              <a:cxnLst>
                <a:cxn ang="0">
                  <a:pos x="0" y="1"/>
                </a:cxn>
                <a:cxn ang="0">
                  <a:pos x="1" y="0"/>
                </a:cxn>
                <a:cxn ang="0">
                  <a:pos x="1" y="1"/>
                </a:cxn>
                <a:cxn ang="0">
                  <a:pos x="1" y="1"/>
                </a:cxn>
                <a:cxn ang="0">
                  <a:pos x="2" y="1"/>
                </a:cxn>
                <a:cxn ang="0">
                  <a:pos x="2" y="1"/>
                </a:cxn>
                <a:cxn ang="0">
                  <a:pos x="3" y="1"/>
                </a:cxn>
                <a:cxn ang="0">
                  <a:pos x="3" y="2"/>
                </a:cxn>
                <a:cxn ang="0">
                  <a:pos x="3" y="2"/>
                </a:cxn>
                <a:cxn ang="0">
                  <a:pos x="4" y="2"/>
                </a:cxn>
                <a:cxn ang="0">
                  <a:pos x="4" y="3"/>
                </a:cxn>
                <a:cxn ang="0">
                  <a:pos x="4" y="3"/>
                </a:cxn>
                <a:cxn ang="0">
                  <a:pos x="4" y="3"/>
                </a:cxn>
                <a:cxn ang="0">
                  <a:pos x="3" y="3"/>
                </a:cxn>
                <a:cxn ang="0">
                  <a:pos x="3" y="3"/>
                </a:cxn>
                <a:cxn ang="0">
                  <a:pos x="3" y="3"/>
                </a:cxn>
                <a:cxn ang="0">
                  <a:pos x="2" y="2"/>
                </a:cxn>
                <a:cxn ang="0">
                  <a:pos x="2" y="2"/>
                </a:cxn>
                <a:cxn ang="0">
                  <a:pos x="1" y="2"/>
                </a:cxn>
                <a:cxn ang="0">
                  <a:pos x="1" y="1"/>
                </a:cxn>
                <a:cxn ang="0">
                  <a:pos x="1" y="1"/>
                </a:cxn>
                <a:cxn ang="0">
                  <a:pos x="0" y="1"/>
                </a:cxn>
                <a:cxn ang="0">
                  <a:pos x="0" y="1"/>
                </a:cxn>
              </a:cxnLst>
              <a:pathLst>
                <a:path w="101" h="80">
                  <a:moveTo>
                    <a:pt x="0" y="3"/>
                  </a:moveTo>
                  <a:lnTo>
                    <a:pt x="4" y="0"/>
                  </a:lnTo>
                  <a:lnTo>
                    <a:pt x="13" y="1"/>
                  </a:lnTo>
                  <a:lnTo>
                    <a:pt x="24" y="3"/>
                  </a:lnTo>
                  <a:lnTo>
                    <a:pt x="37" y="10"/>
                  </a:lnTo>
                  <a:lnTo>
                    <a:pt x="51" y="19"/>
                  </a:lnTo>
                  <a:lnTo>
                    <a:pt x="66" y="30"/>
                  </a:lnTo>
                  <a:lnTo>
                    <a:pt x="79" y="40"/>
                  </a:lnTo>
                  <a:lnTo>
                    <a:pt x="90" y="51"/>
                  </a:lnTo>
                  <a:lnTo>
                    <a:pt x="97" y="62"/>
                  </a:lnTo>
                  <a:lnTo>
                    <a:pt x="101" y="71"/>
                  </a:lnTo>
                  <a:lnTo>
                    <a:pt x="101" y="76"/>
                  </a:lnTo>
                  <a:lnTo>
                    <a:pt x="97" y="80"/>
                  </a:lnTo>
                  <a:lnTo>
                    <a:pt x="90" y="78"/>
                  </a:lnTo>
                  <a:lnTo>
                    <a:pt x="79" y="74"/>
                  </a:lnTo>
                  <a:lnTo>
                    <a:pt x="66" y="69"/>
                  </a:lnTo>
                  <a:lnTo>
                    <a:pt x="51" y="60"/>
                  </a:lnTo>
                  <a:lnTo>
                    <a:pt x="37" y="49"/>
                  </a:lnTo>
                  <a:lnTo>
                    <a:pt x="23" y="39"/>
                  </a:lnTo>
                  <a:lnTo>
                    <a:pt x="13" y="28"/>
                  </a:lnTo>
                  <a:lnTo>
                    <a:pt x="4" y="17"/>
                  </a:lnTo>
                  <a:lnTo>
                    <a:pt x="0" y="8"/>
                  </a:lnTo>
                  <a:lnTo>
                    <a:pt x="0" y="3"/>
                  </a:lnTo>
                  <a:close/>
                </a:path>
              </a:pathLst>
            </a:custGeom>
            <a:solidFill>
              <a:srgbClr val="3333FF"/>
            </a:solidFill>
            <a:ln w="6350" cap="flat" cmpd="sng">
              <a:solidFill>
                <a:srgbClr val="000000"/>
              </a:solidFill>
              <a:prstDash val="solid"/>
              <a:round/>
              <a:headEnd type="none" w="med" len="med"/>
              <a:tailEnd type="none" w="med" len="med"/>
            </a:ln>
          </p:spPr>
          <p:txBody>
            <a:bodyPr/>
            <a:p>
              <a:endParaRPr lang="zh-CN" altLang="en-US"/>
            </a:p>
          </p:txBody>
        </p:sp>
      </p:grpSp>
      <p:grpSp>
        <p:nvGrpSpPr>
          <p:cNvPr id="36929" name="Group 398"/>
          <p:cNvGrpSpPr/>
          <p:nvPr/>
        </p:nvGrpSpPr>
        <p:grpSpPr>
          <a:xfrm>
            <a:off x="5314950" y="5784850"/>
            <a:ext cx="203200" cy="157163"/>
            <a:chOff x="2274" y="2821"/>
            <a:chExt cx="215" cy="238"/>
          </a:xfrm>
        </p:grpSpPr>
        <p:sp>
          <p:nvSpPr>
            <p:cNvPr id="36930" name="Freeform 399"/>
            <p:cNvSpPr>
              <a:spLocks noEditPoints="1"/>
            </p:cNvSpPr>
            <p:nvPr/>
          </p:nvSpPr>
          <p:spPr>
            <a:xfrm>
              <a:off x="2274" y="3034"/>
              <a:ext cx="215" cy="25"/>
            </a:xfrm>
            <a:custGeom>
              <a:avLst/>
              <a:gdLst/>
              <a:ahLst/>
              <a:cxnLst>
                <a:cxn ang="0">
                  <a:pos x="1" y="1"/>
                </a:cxn>
                <a:cxn ang="0">
                  <a:pos x="0" y="1"/>
                </a:cxn>
                <a:cxn ang="0">
                  <a:pos x="0" y="2"/>
                </a:cxn>
                <a:cxn ang="0">
                  <a:pos x="14" y="2"/>
                </a:cxn>
                <a:cxn ang="0">
                  <a:pos x="14" y="1"/>
                </a:cxn>
                <a:cxn ang="0">
                  <a:pos x="12" y="1"/>
                </a:cxn>
                <a:cxn ang="0">
                  <a:pos x="12" y="0"/>
                </a:cxn>
                <a:cxn ang="0">
                  <a:pos x="1" y="0"/>
                </a:cxn>
                <a:cxn ang="0">
                  <a:pos x="1" y="1"/>
                </a:cxn>
                <a:cxn ang="0">
                  <a:pos x="12" y="1"/>
                </a:cxn>
                <a:cxn ang="0">
                  <a:pos x="2" y="1"/>
                </a:cxn>
                <a:cxn ang="0">
                  <a:pos x="12" y="1"/>
                </a:cxn>
              </a:cxnLst>
              <a:pathLst>
                <a:path w="430" h="50">
                  <a:moveTo>
                    <a:pt x="26" y="18"/>
                  </a:moveTo>
                  <a:lnTo>
                    <a:pt x="0" y="18"/>
                  </a:lnTo>
                  <a:lnTo>
                    <a:pt x="0" y="50"/>
                  </a:lnTo>
                  <a:lnTo>
                    <a:pt x="430" y="50"/>
                  </a:lnTo>
                  <a:lnTo>
                    <a:pt x="430" y="18"/>
                  </a:lnTo>
                  <a:lnTo>
                    <a:pt x="376" y="18"/>
                  </a:lnTo>
                  <a:lnTo>
                    <a:pt x="376" y="0"/>
                  </a:lnTo>
                  <a:lnTo>
                    <a:pt x="26" y="0"/>
                  </a:lnTo>
                  <a:lnTo>
                    <a:pt x="26" y="18"/>
                  </a:lnTo>
                  <a:close/>
                  <a:moveTo>
                    <a:pt x="376" y="18"/>
                  </a:moveTo>
                  <a:lnTo>
                    <a:pt x="33" y="18"/>
                  </a:lnTo>
                  <a:lnTo>
                    <a:pt x="376" y="18"/>
                  </a:lnTo>
                  <a:close/>
                </a:path>
              </a:pathLst>
            </a:custGeom>
            <a:solidFill>
              <a:srgbClr val="3333FF"/>
            </a:solidFill>
            <a:ln w="9525">
              <a:noFill/>
            </a:ln>
          </p:spPr>
          <p:txBody>
            <a:bodyPr/>
            <a:p>
              <a:endParaRPr lang="zh-CN" altLang="en-US"/>
            </a:p>
          </p:txBody>
        </p:sp>
        <p:sp>
          <p:nvSpPr>
            <p:cNvPr id="36931" name="Line 400"/>
            <p:cNvSpPr/>
            <p:nvPr/>
          </p:nvSpPr>
          <p:spPr>
            <a:xfrm>
              <a:off x="2317" y="2951"/>
              <a:ext cx="30" cy="1"/>
            </a:xfrm>
            <a:prstGeom prst="line">
              <a:avLst/>
            </a:prstGeom>
            <a:ln w="6350" cap="flat" cmpd="sng">
              <a:solidFill>
                <a:srgbClr val="000000"/>
              </a:solidFill>
              <a:prstDash val="solid"/>
              <a:round/>
              <a:headEnd type="none" w="med" len="med"/>
              <a:tailEnd type="none" w="med" len="med"/>
            </a:ln>
          </p:spPr>
        </p:sp>
        <p:sp>
          <p:nvSpPr>
            <p:cNvPr id="36932" name="Freeform 401"/>
            <p:cNvSpPr/>
            <p:nvPr/>
          </p:nvSpPr>
          <p:spPr>
            <a:xfrm>
              <a:off x="2317" y="2923"/>
              <a:ext cx="44" cy="109"/>
            </a:xfrm>
            <a:custGeom>
              <a:avLst/>
              <a:gdLst/>
              <a:ahLst/>
              <a:cxnLst>
                <a:cxn ang="0">
                  <a:pos x="3" y="6"/>
                </a:cxn>
                <a:cxn ang="0">
                  <a:pos x="0" y="1"/>
                </a:cxn>
                <a:cxn ang="0">
                  <a:pos x="1" y="0"/>
                </a:cxn>
              </a:cxnLst>
              <a:pathLst>
                <a:path w="87" h="219">
                  <a:moveTo>
                    <a:pt x="87" y="219"/>
                  </a:moveTo>
                  <a:lnTo>
                    <a:pt x="0" y="55"/>
                  </a:lnTo>
                  <a:lnTo>
                    <a:pt x="28" y="0"/>
                  </a:lnTo>
                </a:path>
              </a:pathLst>
            </a:custGeom>
            <a:solidFill>
              <a:srgbClr val="3333FF"/>
            </a:solidFill>
            <a:ln w="6350" cap="flat" cmpd="sng">
              <a:solidFill>
                <a:srgbClr val="000000"/>
              </a:solidFill>
              <a:prstDash val="solid"/>
              <a:round/>
              <a:headEnd type="none" w="med" len="med"/>
              <a:tailEnd type="none" w="med" len="med"/>
            </a:ln>
          </p:spPr>
          <p:txBody>
            <a:bodyPr/>
            <a:p>
              <a:endParaRPr lang="zh-CN" altLang="en-US"/>
            </a:p>
          </p:txBody>
        </p:sp>
        <p:sp>
          <p:nvSpPr>
            <p:cNvPr id="36933" name="Line 402"/>
            <p:cNvSpPr/>
            <p:nvPr/>
          </p:nvSpPr>
          <p:spPr>
            <a:xfrm flipV="1">
              <a:off x="2300" y="2951"/>
              <a:ext cx="47" cy="83"/>
            </a:xfrm>
            <a:prstGeom prst="line">
              <a:avLst/>
            </a:prstGeom>
            <a:ln w="6350" cap="flat" cmpd="sng">
              <a:solidFill>
                <a:srgbClr val="000000"/>
              </a:solidFill>
              <a:prstDash val="solid"/>
              <a:round/>
              <a:headEnd type="none" w="med" len="med"/>
              <a:tailEnd type="none" w="med" len="med"/>
            </a:ln>
          </p:spPr>
        </p:sp>
        <p:sp>
          <p:nvSpPr>
            <p:cNvPr id="36934" name="Freeform 403"/>
            <p:cNvSpPr/>
            <p:nvPr/>
          </p:nvSpPr>
          <p:spPr>
            <a:xfrm>
              <a:off x="2317" y="3005"/>
              <a:ext cx="86" cy="27"/>
            </a:xfrm>
            <a:custGeom>
              <a:avLst/>
              <a:gdLst/>
              <a:ahLst/>
              <a:cxnLst>
                <a:cxn ang="0">
                  <a:pos x="1" y="1"/>
                </a:cxn>
                <a:cxn ang="0">
                  <a:pos x="0" y="0"/>
                </a:cxn>
                <a:cxn ang="0">
                  <a:pos x="6" y="0"/>
                </a:cxn>
                <a:cxn ang="0">
                  <a:pos x="5" y="1"/>
                </a:cxn>
              </a:cxnLst>
              <a:pathLst>
                <a:path w="172" h="55">
                  <a:moveTo>
                    <a:pt x="28" y="55"/>
                  </a:moveTo>
                  <a:lnTo>
                    <a:pt x="0" y="0"/>
                  </a:lnTo>
                  <a:lnTo>
                    <a:pt x="172" y="0"/>
                  </a:lnTo>
                  <a:lnTo>
                    <a:pt x="146" y="55"/>
                  </a:lnTo>
                </a:path>
              </a:pathLst>
            </a:custGeom>
            <a:solidFill>
              <a:srgbClr val="3333FF"/>
            </a:solidFill>
            <a:ln w="6350" cap="flat" cmpd="sng">
              <a:solidFill>
                <a:srgbClr val="000000"/>
              </a:solidFill>
              <a:prstDash val="solid"/>
              <a:round/>
              <a:headEnd type="none" w="med" len="med"/>
              <a:tailEnd type="none" w="med" len="med"/>
            </a:ln>
          </p:spPr>
          <p:txBody>
            <a:bodyPr/>
            <a:p>
              <a:endParaRPr lang="zh-CN" altLang="en-US"/>
            </a:p>
          </p:txBody>
        </p:sp>
        <p:sp>
          <p:nvSpPr>
            <p:cNvPr id="36935" name="Line 404"/>
            <p:cNvSpPr/>
            <p:nvPr/>
          </p:nvSpPr>
          <p:spPr>
            <a:xfrm flipH="1" flipV="1">
              <a:off x="2375" y="2960"/>
              <a:ext cx="46" cy="74"/>
            </a:xfrm>
            <a:prstGeom prst="line">
              <a:avLst/>
            </a:prstGeom>
            <a:ln w="6350" cap="flat" cmpd="sng">
              <a:solidFill>
                <a:srgbClr val="000000"/>
              </a:solidFill>
              <a:prstDash val="solid"/>
              <a:round/>
              <a:headEnd type="none" w="med" len="med"/>
              <a:tailEnd type="none" w="med" len="med"/>
            </a:ln>
          </p:spPr>
        </p:sp>
        <p:sp>
          <p:nvSpPr>
            <p:cNvPr id="36936" name="Freeform 405"/>
            <p:cNvSpPr/>
            <p:nvPr/>
          </p:nvSpPr>
          <p:spPr>
            <a:xfrm>
              <a:off x="2274" y="3034"/>
              <a:ext cx="215" cy="25"/>
            </a:xfrm>
            <a:custGeom>
              <a:avLst/>
              <a:gdLst/>
              <a:ahLst/>
              <a:cxnLst>
                <a:cxn ang="0">
                  <a:pos x="1" y="1"/>
                </a:cxn>
                <a:cxn ang="0">
                  <a:pos x="0" y="1"/>
                </a:cxn>
                <a:cxn ang="0">
                  <a:pos x="0" y="2"/>
                </a:cxn>
                <a:cxn ang="0">
                  <a:pos x="14" y="2"/>
                </a:cxn>
                <a:cxn ang="0">
                  <a:pos x="14" y="1"/>
                </a:cxn>
                <a:cxn ang="0">
                  <a:pos x="12" y="1"/>
                </a:cxn>
                <a:cxn ang="0">
                  <a:pos x="12" y="0"/>
                </a:cxn>
                <a:cxn ang="0">
                  <a:pos x="1" y="0"/>
                </a:cxn>
                <a:cxn ang="0">
                  <a:pos x="1" y="1"/>
                </a:cxn>
              </a:cxnLst>
              <a:pathLst>
                <a:path w="430" h="50">
                  <a:moveTo>
                    <a:pt x="26" y="18"/>
                  </a:moveTo>
                  <a:lnTo>
                    <a:pt x="0" y="18"/>
                  </a:lnTo>
                  <a:lnTo>
                    <a:pt x="0" y="50"/>
                  </a:lnTo>
                  <a:lnTo>
                    <a:pt x="430" y="50"/>
                  </a:lnTo>
                  <a:lnTo>
                    <a:pt x="430" y="18"/>
                  </a:lnTo>
                  <a:lnTo>
                    <a:pt x="376" y="18"/>
                  </a:lnTo>
                  <a:lnTo>
                    <a:pt x="376" y="0"/>
                  </a:lnTo>
                  <a:lnTo>
                    <a:pt x="26" y="0"/>
                  </a:lnTo>
                  <a:lnTo>
                    <a:pt x="26" y="18"/>
                  </a:lnTo>
                </a:path>
              </a:pathLst>
            </a:custGeom>
            <a:solidFill>
              <a:srgbClr val="3333FF"/>
            </a:solidFill>
            <a:ln w="6350" cap="flat" cmpd="sng">
              <a:solidFill>
                <a:srgbClr val="000000"/>
              </a:solidFill>
              <a:prstDash val="solid"/>
              <a:round/>
              <a:headEnd type="none" w="med" len="med"/>
              <a:tailEnd type="none" w="med" len="med"/>
            </a:ln>
          </p:spPr>
          <p:txBody>
            <a:bodyPr/>
            <a:p>
              <a:endParaRPr lang="zh-CN" altLang="en-US"/>
            </a:p>
          </p:txBody>
        </p:sp>
        <p:sp>
          <p:nvSpPr>
            <p:cNvPr id="36937" name="Freeform 406"/>
            <p:cNvSpPr/>
            <p:nvPr/>
          </p:nvSpPr>
          <p:spPr>
            <a:xfrm>
              <a:off x="2290" y="3043"/>
              <a:ext cx="171" cy="1"/>
            </a:xfrm>
            <a:custGeom>
              <a:avLst/>
              <a:gdLst/>
              <a:ahLst/>
              <a:cxnLst>
                <a:cxn ang="0">
                  <a:pos x="10" y="0"/>
                </a:cxn>
                <a:cxn ang="0">
                  <a:pos x="0" y="0"/>
                </a:cxn>
                <a:cxn ang="0">
                  <a:pos x="10" y="0"/>
                </a:cxn>
              </a:cxnLst>
              <a:pathLst>
                <a:path w="343" h="1">
                  <a:moveTo>
                    <a:pt x="343" y="0"/>
                  </a:moveTo>
                  <a:lnTo>
                    <a:pt x="0" y="0"/>
                  </a:lnTo>
                  <a:lnTo>
                    <a:pt x="343" y="0"/>
                  </a:lnTo>
                </a:path>
              </a:pathLst>
            </a:custGeom>
            <a:solidFill>
              <a:srgbClr val="3333FF"/>
            </a:solidFill>
            <a:ln w="6350" cap="flat" cmpd="sng">
              <a:solidFill>
                <a:srgbClr val="000000"/>
              </a:solidFill>
              <a:prstDash val="solid"/>
              <a:round/>
              <a:headEnd type="none" w="med" len="med"/>
              <a:tailEnd type="none" w="med" len="med"/>
            </a:ln>
          </p:spPr>
          <p:txBody>
            <a:bodyPr/>
            <a:p>
              <a:endParaRPr lang="zh-CN" altLang="en-US"/>
            </a:p>
          </p:txBody>
        </p:sp>
        <p:sp>
          <p:nvSpPr>
            <p:cNvPr id="36938" name="Rectangle 407"/>
            <p:cNvSpPr/>
            <p:nvPr/>
          </p:nvSpPr>
          <p:spPr>
            <a:xfrm>
              <a:off x="2347" y="2951"/>
              <a:ext cx="27" cy="83"/>
            </a:xfrm>
            <a:prstGeom prst="rect">
              <a:avLst/>
            </a:prstGeom>
            <a:solidFill>
              <a:srgbClr val="3333FF"/>
            </a:solidFill>
            <a:ln w="6350" cap="flat" cmpd="sng">
              <a:solidFill>
                <a:srgbClr val="000000"/>
              </a:solidFill>
              <a:prstDash val="solid"/>
              <a:miter/>
              <a:headEnd type="none" w="med" len="med"/>
              <a:tailEnd type="none" w="med" len="med"/>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6939" name="Freeform 408"/>
            <p:cNvSpPr>
              <a:spLocks noEditPoints="1"/>
            </p:cNvSpPr>
            <p:nvPr/>
          </p:nvSpPr>
          <p:spPr>
            <a:xfrm>
              <a:off x="2281" y="2821"/>
              <a:ext cx="208" cy="175"/>
            </a:xfrm>
            <a:custGeom>
              <a:avLst/>
              <a:gdLst/>
              <a:ahLst/>
              <a:cxnLst>
                <a:cxn ang="0">
                  <a:pos x="1" y="1"/>
                </a:cxn>
                <a:cxn ang="0">
                  <a:pos x="1" y="3"/>
                </a:cxn>
                <a:cxn ang="0">
                  <a:pos x="1" y="5"/>
                </a:cxn>
                <a:cxn ang="0">
                  <a:pos x="2" y="6"/>
                </a:cxn>
                <a:cxn ang="0">
                  <a:pos x="4" y="8"/>
                </a:cxn>
                <a:cxn ang="0">
                  <a:pos x="5" y="9"/>
                </a:cxn>
                <a:cxn ang="0">
                  <a:pos x="7" y="10"/>
                </a:cxn>
                <a:cxn ang="0">
                  <a:pos x="9" y="11"/>
                </a:cxn>
                <a:cxn ang="0">
                  <a:pos x="11" y="11"/>
                </a:cxn>
                <a:cxn ang="0">
                  <a:pos x="12" y="11"/>
                </a:cxn>
                <a:cxn ang="0">
                  <a:pos x="13" y="10"/>
                </a:cxn>
                <a:cxn ang="0">
                  <a:pos x="13" y="10"/>
                </a:cxn>
                <a:cxn ang="0">
                  <a:pos x="12" y="10"/>
                </a:cxn>
                <a:cxn ang="0">
                  <a:pos x="11" y="10"/>
                </a:cxn>
                <a:cxn ang="0">
                  <a:pos x="10" y="9"/>
                </a:cxn>
                <a:cxn ang="0">
                  <a:pos x="8" y="9"/>
                </a:cxn>
                <a:cxn ang="0">
                  <a:pos x="6" y="7"/>
                </a:cxn>
                <a:cxn ang="0">
                  <a:pos x="4" y="6"/>
                </a:cxn>
                <a:cxn ang="0">
                  <a:pos x="3" y="5"/>
                </a:cxn>
                <a:cxn ang="0">
                  <a:pos x="2" y="3"/>
                </a:cxn>
                <a:cxn ang="0">
                  <a:pos x="1" y="2"/>
                </a:cxn>
                <a:cxn ang="0">
                  <a:pos x="1" y="1"/>
                </a:cxn>
                <a:cxn ang="0">
                  <a:pos x="1" y="1"/>
                </a:cxn>
                <a:cxn ang="0">
                  <a:pos x="1" y="0"/>
                </a:cxn>
                <a:cxn ang="0">
                  <a:pos x="2" y="1"/>
                </a:cxn>
                <a:cxn ang="0">
                  <a:pos x="4" y="1"/>
                </a:cxn>
                <a:cxn ang="0">
                  <a:pos x="5" y="2"/>
                </a:cxn>
                <a:cxn ang="0">
                  <a:pos x="7" y="3"/>
                </a:cxn>
                <a:cxn ang="0">
                  <a:pos x="9" y="4"/>
                </a:cxn>
                <a:cxn ang="0">
                  <a:pos x="11" y="5"/>
                </a:cxn>
                <a:cxn ang="0">
                  <a:pos x="12" y="7"/>
                </a:cxn>
                <a:cxn ang="0">
                  <a:pos x="13" y="8"/>
                </a:cxn>
                <a:cxn ang="0">
                  <a:pos x="13" y="9"/>
                </a:cxn>
                <a:cxn ang="0">
                  <a:pos x="13" y="10"/>
                </a:cxn>
                <a:cxn ang="0">
                  <a:pos x="13" y="10"/>
                </a:cxn>
                <a:cxn ang="0">
                  <a:pos x="12" y="10"/>
                </a:cxn>
                <a:cxn ang="0">
                  <a:pos x="11" y="10"/>
                </a:cxn>
                <a:cxn ang="0">
                  <a:pos x="9" y="9"/>
                </a:cxn>
                <a:cxn ang="0">
                  <a:pos x="7" y="8"/>
                </a:cxn>
                <a:cxn ang="0">
                  <a:pos x="5" y="7"/>
                </a:cxn>
                <a:cxn ang="0">
                  <a:pos x="4" y="5"/>
                </a:cxn>
                <a:cxn ang="0">
                  <a:pos x="2" y="4"/>
                </a:cxn>
                <a:cxn ang="0">
                  <a:pos x="1" y="3"/>
                </a:cxn>
                <a:cxn ang="0">
                  <a:pos x="1" y="2"/>
                </a:cxn>
                <a:cxn ang="0">
                  <a:pos x="1" y="1"/>
                </a:cxn>
              </a:cxnLst>
              <a:pathLst>
                <a:path w="415" h="350">
                  <a:moveTo>
                    <a:pt x="8" y="12"/>
                  </a:moveTo>
                  <a:lnTo>
                    <a:pt x="1" y="32"/>
                  </a:lnTo>
                  <a:lnTo>
                    <a:pt x="0" y="53"/>
                  </a:lnTo>
                  <a:lnTo>
                    <a:pt x="3" y="78"/>
                  </a:lnTo>
                  <a:lnTo>
                    <a:pt x="8" y="103"/>
                  </a:lnTo>
                  <a:lnTo>
                    <a:pt x="18" y="130"/>
                  </a:lnTo>
                  <a:lnTo>
                    <a:pt x="34" y="158"/>
                  </a:lnTo>
                  <a:lnTo>
                    <a:pt x="51" y="185"/>
                  </a:lnTo>
                  <a:lnTo>
                    <a:pt x="73" y="211"/>
                  </a:lnTo>
                  <a:lnTo>
                    <a:pt x="97" y="236"/>
                  </a:lnTo>
                  <a:lnTo>
                    <a:pt x="124" y="261"/>
                  </a:lnTo>
                  <a:lnTo>
                    <a:pt x="151" y="282"/>
                  </a:lnTo>
                  <a:lnTo>
                    <a:pt x="182" y="302"/>
                  </a:lnTo>
                  <a:lnTo>
                    <a:pt x="212" y="318"/>
                  </a:lnTo>
                  <a:lnTo>
                    <a:pt x="242" y="332"/>
                  </a:lnTo>
                  <a:lnTo>
                    <a:pt x="270" y="341"/>
                  </a:lnTo>
                  <a:lnTo>
                    <a:pt x="299" y="346"/>
                  </a:lnTo>
                  <a:lnTo>
                    <a:pt x="325" y="350"/>
                  </a:lnTo>
                  <a:lnTo>
                    <a:pt x="349" y="346"/>
                  </a:lnTo>
                  <a:lnTo>
                    <a:pt x="371" y="341"/>
                  </a:lnTo>
                  <a:lnTo>
                    <a:pt x="388" y="332"/>
                  </a:lnTo>
                  <a:lnTo>
                    <a:pt x="402" y="318"/>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moveTo>
                    <a:pt x="8" y="12"/>
                  </a:moveTo>
                  <a:lnTo>
                    <a:pt x="14" y="5"/>
                  </a:lnTo>
                  <a:lnTo>
                    <a:pt x="24" y="0"/>
                  </a:lnTo>
                  <a:lnTo>
                    <a:pt x="38" y="0"/>
                  </a:lnTo>
                  <a:lnTo>
                    <a:pt x="56" y="2"/>
                  </a:lnTo>
                  <a:lnTo>
                    <a:pt x="77" y="7"/>
                  </a:lnTo>
                  <a:lnTo>
                    <a:pt x="100" y="16"/>
                  </a:lnTo>
                  <a:lnTo>
                    <a:pt x="126" y="26"/>
                  </a:lnTo>
                  <a:lnTo>
                    <a:pt x="153" y="41"/>
                  </a:lnTo>
                  <a:lnTo>
                    <a:pt x="182" y="57"/>
                  </a:lnTo>
                  <a:lnTo>
                    <a:pt x="210" y="74"/>
                  </a:lnTo>
                  <a:lnTo>
                    <a:pt x="239" y="94"/>
                  </a:lnTo>
                  <a:lnTo>
                    <a:pt x="268" y="115"/>
                  </a:lnTo>
                  <a:lnTo>
                    <a:pt x="295" y="138"/>
                  </a:lnTo>
                  <a:lnTo>
                    <a:pt x="321" y="160"/>
                  </a:lnTo>
                  <a:lnTo>
                    <a:pt x="345" y="183"/>
                  </a:lnTo>
                  <a:lnTo>
                    <a:pt x="365" y="204"/>
                  </a:lnTo>
                  <a:lnTo>
                    <a:pt x="382" y="226"/>
                  </a:lnTo>
                  <a:lnTo>
                    <a:pt x="396" y="245"/>
                  </a:lnTo>
                  <a:lnTo>
                    <a:pt x="406" y="263"/>
                  </a:lnTo>
                  <a:lnTo>
                    <a:pt x="412" y="279"/>
                  </a:lnTo>
                  <a:lnTo>
                    <a:pt x="415" y="291"/>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path>
              </a:pathLst>
            </a:custGeom>
            <a:solidFill>
              <a:srgbClr val="3333FF"/>
            </a:solidFill>
            <a:ln w="6350" cap="flat" cmpd="sng">
              <a:solidFill>
                <a:srgbClr val="000000"/>
              </a:solidFill>
              <a:prstDash val="solid"/>
              <a:round/>
              <a:headEnd type="none" w="med" len="med"/>
              <a:tailEnd type="none" w="med" len="med"/>
            </a:ln>
          </p:spPr>
          <p:txBody>
            <a:bodyPr/>
            <a:p>
              <a:endParaRPr lang="zh-CN" altLang="en-US"/>
            </a:p>
          </p:txBody>
        </p:sp>
        <p:sp>
          <p:nvSpPr>
            <p:cNvPr id="36940" name="Line 409"/>
            <p:cNvSpPr/>
            <p:nvPr/>
          </p:nvSpPr>
          <p:spPr>
            <a:xfrm flipH="1" flipV="1">
              <a:off x="2285" y="2824"/>
              <a:ext cx="136" cy="2"/>
            </a:xfrm>
            <a:prstGeom prst="line">
              <a:avLst/>
            </a:prstGeom>
            <a:ln w="1588" cap="flat" cmpd="sng">
              <a:solidFill>
                <a:srgbClr val="000000"/>
              </a:solidFill>
              <a:prstDash val="solid"/>
              <a:round/>
              <a:headEnd type="none" w="med" len="med"/>
              <a:tailEnd type="none" w="med" len="med"/>
            </a:ln>
          </p:spPr>
        </p:sp>
        <p:sp>
          <p:nvSpPr>
            <p:cNvPr id="36941" name="Line 410"/>
            <p:cNvSpPr/>
            <p:nvPr/>
          </p:nvSpPr>
          <p:spPr>
            <a:xfrm flipH="1">
              <a:off x="2372" y="2826"/>
              <a:ext cx="49" cy="102"/>
            </a:xfrm>
            <a:prstGeom prst="line">
              <a:avLst/>
            </a:prstGeom>
            <a:ln w="1588" cap="flat" cmpd="sng">
              <a:solidFill>
                <a:srgbClr val="000000"/>
              </a:solidFill>
              <a:prstDash val="solid"/>
              <a:round/>
              <a:headEnd type="none" w="med" len="med"/>
              <a:tailEnd type="none" w="med" len="med"/>
            </a:ln>
          </p:spPr>
        </p:sp>
        <p:sp>
          <p:nvSpPr>
            <p:cNvPr id="36942" name="Line 411"/>
            <p:cNvSpPr/>
            <p:nvPr/>
          </p:nvSpPr>
          <p:spPr>
            <a:xfrm>
              <a:off x="2421" y="2826"/>
              <a:ext cx="67" cy="144"/>
            </a:xfrm>
            <a:prstGeom prst="line">
              <a:avLst/>
            </a:prstGeom>
            <a:ln w="1588" cap="flat" cmpd="sng">
              <a:solidFill>
                <a:srgbClr val="000000"/>
              </a:solidFill>
              <a:prstDash val="solid"/>
              <a:round/>
              <a:headEnd type="none" w="med" len="med"/>
              <a:tailEnd type="none" w="med" len="med"/>
            </a:ln>
          </p:spPr>
        </p:sp>
        <p:sp>
          <p:nvSpPr>
            <p:cNvPr id="36943" name="Freeform 412"/>
            <p:cNvSpPr/>
            <p:nvPr/>
          </p:nvSpPr>
          <p:spPr>
            <a:xfrm>
              <a:off x="2349" y="2902"/>
              <a:ext cx="51" cy="40"/>
            </a:xfrm>
            <a:custGeom>
              <a:avLst/>
              <a:gdLst/>
              <a:ahLst/>
              <a:cxnLst>
                <a:cxn ang="0">
                  <a:pos x="0" y="1"/>
                </a:cxn>
                <a:cxn ang="0">
                  <a:pos x="1" y="0"/>
                </a:cxn>
                <a:cxn ang="0">
                  <a:pos x="1" y="1"/>
                </a:cxn>
                <a:cxn ang="0">
                  <a:pos x="1" y="1"/>
                </a:cxn>
                <a:cxn ang="0">
                  <a:pos x="2" y="1"/>
                </a:cxn>
                <a:cxn ang="0">
                  <a:pos x="2" y="1"/>
                </a:cxn>
                <a:cxn ang="0">
                  <a:pos x="3" y="1"/>
                </a:cxn>
                <a:cxn ang="0">
                  <a:pos x="3" y="2"/>
                </a:cxn>
                <a:cxn ang="0">
                  <a:pos x="3" y="2"/>
                </a:cxn>
                <a:cxn ang="0">
                  <a:pos x="4" y="2"/>
                </a:cxn>
                <a:cxn ang="0">
                  <a:pos x="4" y="3"/>
                </a:cxn>
                <a:cxn ang="0">
                  <a:pos x="4" y="3"/>
                </a:cxn>
                <a:cxn ang="0">
                  <a:pos x="4" y="3"/>
                </a:cxn>
                <a:cxn ang="0">
                  <a:pos x="3" y="3"/>
                </a:cxn>
                <a:cxn ang="0">
                  <a:pos x="3" y="3"/>
                </a:cxn>
                <a:cxn ang="0">
                  <a:pos x="3" y="3"/>
                </a:cxn>
                <a:cxn ang="0">
                  <a:pos x="2" y="2"/>
                </a:cxn>
                <a:cxn ang="0">
                  <a:pos x="2" y="2"/>
                </a:cxn>
                <a:cxn ang="0">
                  <a:pos x="1" y="2"/>
                </a:cxn>
                <a:cxn ang="0">
                  <a:pos x="1" y="1"/>
                </a:cxn>
                <a:cxn ang="0">
                  <a:pos x="1" y="1"/>
                </a:cxn>
                <a:cxn ang="0">
                  <a:pos x="0" y="1"/>
                </a:cxn>
                <a:cxn ang="0">
                  <a:pos x="0" y="1"/>
                </a:cxn>
              </a:cxnLst>
              <a:pathLst>
                <a:path w="101" h="80">
                  <a:moveTo>
                    <a:pt x="0" y="3"/>
                  </a:moveTo>
                  <a:lnTo>
                    <a:pt x="4" y="0"/>
                  </a:lnTo>
                  <a:lnTo>
                    <a:pt x="13" y="1"/>
                  </a:lnTo>
                  <a:lnTo>
                    <a:pt x="24" y="3"/>
                  </a:lnTo>
                  <a:lnTo>
                    <a:pt x="37" y="10"/>
                  </a:lnTo>
                  <a:lnTo>
                    <a:pt x="51" y="19"/>
                  </a:lnTo>
                  <a:lnTo>
                    <a:pt x="66" y="30"/>
                  </a:lnTo>
                  <a:lnTo>
                    <a:pt x="79" y="40"/>
                  </a:lnTo>
                  <a:lnTo>
                    <a:pt x="90" y="51"/>
                  </a:lnTo>
                  <a:lnTo>
                    <a:pt x="97" y="62"/>
                  </a:lnTo>
                  <a:lnTo>
                    <a:pt x="101" y="71"/>
                  </a:lnTo>
                  <a:lnTo>
                    <a:pt x="101" y="76"/>
                  </a:lnTo>
                  <a:lnTo>
                    <a:pt x="97" y="80"/>
                  </a:lnTo>
                  <a:lnTo>
                    <a:pt x="90" y="78"/>
                  </a:lnTo>
                  <a:lnTo>
                    <a:pt x="79" y="74"/>
                  </a:lnTo>
                  <a:lnTo>
                    <a:pt x="66" y="69"/>
                  </a:lnTo>
                  <a:lnTo>
                    <a:pt x="51" y="60"/>
                  </a:lnTo>
                  <a:lnTo>
                    <a:pt x="37" y="49"/>
                  </a:lnTo>
                  <a:lnTo>
                    <a:pt x="23" y="39"/>
                  </a:lnTo>
                  <a:lnTo>
                    <a:pt x="13" y="28"/>
                  </a:lnTo>
                  <a:lnTo>
                    <a:pt x="4" y="17"/>
                  </a:lnTo>
                  <a:lnTo>
                    <a:pt x="0" y="8"/>
                  </a:lnTo>
                  <a:lnTo>
                    <a:pt x="0" y="3"/>
                  </a:lnTo>
                  <a:close/>
                </a:path>
              </a:pathLst>
            </a:custGeom>
            <a:solidFill>
              <a:srgbClr val="3333FF"/>
            </a:solidFill>
            <a:ln w="6350" cap="flat" cmpd="sng">
              <a:solidFill>
                <a:srgbClr val="000000"/>
              </a:solidFill>
              <a:prstDash val="solid"/>
              <a:round/>
              <a:headEnd type="none" w="med" len="med"/>
              <a:tailEnd type="none" w="med" len="med"/>
            </a:ln>
          </p:spPr>
          <p:txBody>
            <a:bodyPr/>
            <a:p>
              <a:endParaRPr lang="zh-CN" altLang="en-US"/>
            </a:p>
          </p:txBody>
        </p:sp>
      </p:grpSp>
      <p:grpSp>
        <p:nvGrpSpPr>
          <p:cNvPr id="36944" name="Group 413"/>
          <p:cNvGrpSpPr/>
          <p:nvPr/>
        </p:nvGrpSpPr>
        <p:grpSpPr>
          <a:xfrm flipH="1">
            <a:off x="5789613" y="5770563"/>
            <a:ext cx="203200" cy="157162"/>
            <a:chOff x="2274" y="2821"/>
            <a:chExt cx="215" cy="238"/>
          </a:xfrm>
        </p:grpSpPr>
        <p:sp>
          <p:nvSpPr>
            <p:cNvPr id="36945" name="Freeform 414"/>
            <p:cNvSpPr>
              <a:spLocks noEditPoints="1"/>
            </p:cNvSpPr>
            <p:nvPr/>
          </p:nvSpPr>
          <p:spPr>
            <a:xfrm>
              <a:off x="2274" y="3034"/>
              <a:ext cx="215" cy="25"/>
            </a:xfrm>
            <a:custGeom>
              <a:avLst/>
              <a:gdLst/>
              <a:ahLst/>
              <a:cxnLst>
                <a:cxn ang="0">
                  <a:pos x="1" y="1"/>
                </a:cxn>
                <a:cxn ang="0">
                  <a:pos x="0" y="1"/>
                </a:cxn>
                <a:cxn ang="0">
                  <a:pos x="0" y="2"/>
                </a:cxn>
                <a:cxn ang="0">
                  <a:pos x="14" y="2"/>
                </a:cxn>
                <a:cxn ang="0">
                  <a:pos x="14" y="1"/>
                </a:cxn>
                <a:cxn ang="0">
                  <a:pos x="12" y="1"/>
                </a:cxn>
                <a:cxn ang="0">
                  <a:pos x="12" y="0"/>
                </a:cxn>
                <a:cxn ang="0">
                  <a:pos x="1" y="0"/>
                </a:cxn>
                <a:cxn ang="0">
                  <a:pos x="1" y="1"/>
                </a:cxn>
                <a:cxn ang="0">
                  <a:pos x="12" y="1"/>
                </a:cxn>
                <a:cxn ang="0">
                  <a:pos x="2" y="1"/>
                </a:cxn>
                <a:cxn ang="0">
                  <a:pos x="12" y="1"/>
                </a:cxn>
              </a:cxnLst>
              <a:pathLst>
                <a:path w="430" h="50">
                  <a:moveTo>
                    <a:pt x="26" y="18"/>
                  </a:moveTo>
                  <a:lnTo>
                    <a:pt x="0" y="18"/>
                  </a:lnTo>
                  <a:lnTo>
                    <a:pt x="0" y="50"/>
                  </a:lnTo>
                  <a:lnTo>
                    <a:pt x="430" y="50"/>
                  </a:lnTo>
                  <a:lnTo>
                    <a:pt x="430" y="18"/>
                  </a:lnTo>
                  <a:lnTo>
                    <a:pt x="376" y="18"/>
                  </a:lnTo>
                  <a:lnTo>
                    <a:pt x="376" y="0"/>
                  </a:lnTo>
                  <a:lnTo>
                    <a:pt x="26" y="0"/>
                  </a:lnTo>
                  <a:lnTo>
                    <a:pt x="26" y="18"/>
                  </a:lnTo>
                  <a:close/>
                  <a:moveTo>
                    <a:pt x="376" y="18"/>
                  </a:moveTo>
                  <a:lnTo>
                    <a:pt x="33" y="18"/>
                  </a:lnTo>
                  <a:lnTo>
                    <a:pt x="376" y="18"/>
                  </a:lnTo>
                  <a:close/>
                </a:path>
              </a:pathLst>
            </a:custGeom>
            <a:solidFill>
              <a:srgbClr val="3333FF"/>
            </a:solidFill>
            <a:ln w="9525">
              <a:noFill/>
            </a:ln>
          </p:spPr>
          <p:txBody>
            <a:bodyPr/>
            <a:p>
              <a:endParaRPr lang="zh-CN" altLang="en-US"/>
            </a:p>
          </p:txBody>
        </p:sp>
        <p:sp>
          <p:nvSpPr>
            <p:cNvPr id="36946" name="Line 415"/>
            <p:cNvSpPr/>
            <p:nvPr/>
          </p:nvSpPr>
          <p:spPr>
            <a:xfrm>
              <a:off x="2317" y="2951"/>
              <a:ext cx="30" cy="1"/>
            </a:xfrm>
            <a:prstGeom prst="line">
              <a:avLst/>
            </a:prstGeom>
            <a:ln w="6350" cap="flat" cmpd="sng">
              <a:solidFill>
                <a:srgbClr val="000000"/>
              </a:solidFill>
              <a:prstDash val="solid"/>
              <a:round/>
              <a:headEnd type="none" w="med" len="med"/>
              <a:tailEnd type="none" w="med" len="med"/>
            </a:ln>
          </p:spPr>
        </p:sp>
        <p:sp>
          <p:nvSpPr>
            <p:cNvPr id="36947" name="Freeform 416"/>
            <p:cNvSpPr/>
            <p:nvPr/>
          </p:nvSpPr>
          <p:spPr>
            <a:xfrm>
              <a:off x="2317" y="2923"/>
              <a:ext cx="44" cy="109"/>
            </a:xfrm>
            <a:custGeom>
              <a:avLst/>
              <a:gdLst/>
              <a:ahLst/>
              <a:cxnLst>
                <a:cxn ang="0">
                  <a:pos x="3" y="6"/>
                </a:cxn>
                <a:cxn ang="0">
                  <a:pos x="0" y="1"/>
                </a:cxn>
                <a:cxn ang="0">
                  <a:pos x="1" y="0"/>
                </a:cxn>
              </a:cxnLst>
              <a:pathLst>
                <a:path w="87" h="219">
                  <a:moveTo>
                    <a:pt x="87" y="219"/>
                  </a:moveTo>
                  <a:lnTo>
                    <a:pt x="0" y="55"/>
                  </a:lnTo>
                  <a:lnTo>
                    <a:pt x="28" y="0"/>
                  </a:lnTo>
                </a:path>
              </a:pathLst>
            </a:custGeom>
            <a:solidFill>
              <a:srgbClr val="3333FF"/>
            </a:solidFill>
            <a:ln w="6350" cap="flat" cmpd="sng">
              <a:solidFill>
                <a:srgbClr val="000000"/>
              </a:solidFill>
              <a:prstDash val="solid"/>
              <a:round/>
              <a:headEnd type="none" w="med" len="med"/>
              <a:tailEnd type="none" w="med" len="med"/>
            </a:ln>
          </p:spPr>
          <p:txBody>
            <a:bodyPr/>
            <a:p>
              <a:endParaRPr lang="zh-CN" altLang="en-US"/>
            </a:p>
          </p:txBody>
        </p:sp>
        <p:sp>
          <p:nvSpPr>
            <p:cNvPr id="36948" name="Line 417"/>
            <p:cNvSpPr/>
            <p:nvPr/>
          </p:nvSpPr>
          <p:spPr>
            <a:xfrm flipV="1">
              <a:off x="2300" y="2951"/>
              <a:ext cx="47" cy="83"/>
            </a:xfrm>
            <a:prstGeom prst="line">
              <a:avLst/>
            </a:prstGeom>
            <a:ln w="6350" cap="flat" cmpd="sng">
              <a:solidFill>
                <a:srgbClr val="000000"/>
              </a:solidFill>
              <a:prstDash val="solid"/>
              <a:round/>
              <a:headEnd type="none" w="med" len="med"/>
              <a:tailEnd type="none" w="med" len="med"/>
            </a:ln>
          </p:spPr>
        </p:sp>
        <p:sp>
          <p:nvSpPr>
            <p:cNvPr id="36949" name="Freeform 418"/>
            <p:cNvSpPr/>
            <p:nvPr/>
          </p:nvSpPr>
          <p:spPr>
            <a:xfrm>
              <a:off x="2317" y="3005"/>
              <a:ext cx="86" cy="27"/>
            </a:xfrm>
            <a:custGeom>
              <a:avLst/>
              <a:gdLst/>
              <a:ahLst/>
              <a:cxnLst>
                <a:cxn ang="0">
                  <a:pos x="1" y="1"/>
                </a:cxn>
                <a:cxn ang="0">
                  <a:pos x="0" y="0"/>
                </a:cxn>
                <a:cxn ang="0">
                  <a:pos x="6" y="0"/>
                </a:cxn>
                <a:cxn ang="0">
                  <a:pos x="5" y="1"/>
                </a:cxn>
              </a:cxnLst>
              <a:pathLst>
                <a:path w="172" h="55">
                  <a:moveTo>
                    <a:pt x="28" y="55"/>
                  </a:moveTo>
                  <a:lnTo>
                    <a:pt x="0" y="0"/>
                  </a:lnTo>
                  <a:lnTo>
                    <a:pt x="172" y="0"/>
                  </a:lnTo>
                  <a:lnTo>
                    <a:pt x="146" y="55"/>
                  </a:lnTo>
                </a:path>
              </a:pathLst>
            </a:custGeom>
            <a:solidFill>
              <a:srgbClr val="3333FF"/>
            </a:solidFill>
            <a:ln w="6350" cap="flat" cmpd="sng">
              <a:solidFill>
                <a:srgbClr val="000000"/>
              </a:solidFill>
              <a:prstDash val="solid"/>
              <a:round/>
              <a:headEnd type="none" w="med" len="med"/>
              <a:tailEnd type="none" w="med" len="med"/>
            </a:ln>
          </p:spPr>
          <p:txBody>
            <a:bodyPr/>
            <a:p>
              <a:endParaRPr lang="zh-CN" altLang="en-US"/>
            </a:p>
          </p:txBody>
        </p:sp>
        <p:sp>
          <p:nvSpPr>
            <p:cNvPr id="36950" name="Line 419"/>
            <p:cNvSpPr/>
            <p:nvPr/>
          </p:nvSpPr>
          <p:spPr>
            <a:xfrm flipH="1" flipV="1">
              <a:off x="2375" y="2960"/>
              <a:ext cx="46" cy="74"/>
            </a:xfrm>
            <a:prstGeom prst="line">
              <a:avLst/>
            </a:prstGeom>
            <a:ln w="6350" cap="flat" cmpd="sng">
              <a:solidFill>
                <a:srgbClr val="000000"/>
              </a:solidFill>
              <a:prstDash val="solid"/>
              <a:round/>
              <a:headEnd type="none" w="med" len="med"/>
              <a:tailEnd type="none" w="med" len="med"/>
            </a:ln>
          </p:spPr>
        </p:sp>
        <p:sp>
          <p:nvSpPr>
            <p:cNvPr id="36951" name="Freeform 420"/>
            <p:cNvSpPr/>
            <p:nvPr/>
          </p:nvSpPr>
          <p:spPr>
            <a:xfrm>
              <a:off x="2274" y="3034"/>
              <a:ext cx="215" cy="25"/>
            </a:xfrm>
            <a:custGeom>
              <a:avLst/>
              <a:gdLst/>
              <a:ahLst/>
              <a:cxnLst>
                <a:cxn ang="0">
                  <a:pos x="1" y="1"/>
                </a:cxn>
                <a:cxn ang="0">
                  <a:pos x="0" y="1"/>
                </a:cxn>
                <a:cxn ang="0">
                  <a:pos x="0" y="2"/>
                </a:cxn>
                <a:cxn ang="0">
                  <a:pos x="14" y="2"/>
                </a:cxn>
                <a:cxn ang="0">
                  <a:pos x="14" y="1"/>
                </a:cxn>
                <a:cxn ang="0">
                  <a:pos x="12" y="1"/>
                </a:cxn>
                <a:cxn ang="0">
                  <a:pos x="12" y="0"/>
                </a:cxn>
                <a:cxn ang="0">
                  <a:pos x="1" y="0"/>
                </a:cxn>
                <a:cxn ang="0">
                  <a:pos x="1" y="1"/>
                </a:cxn>
              </a:cxnLst>
              <a:pathLst>
                <a:path w="430" h="50">
                  <a:moveTo>
                    <a:pt x="26" y="18"/>
                  </a:moveTo>
                  <a:lnTo>
                    <a:pt x="0" y="18"/>
                  </a:lnTo>
                  <a:lnTo>
                    <a:pt x="0" y="50"/>
                  </a:lnTo>
                  <a:lnTo>
                    <a:pt x="430" y="50"/>
                  </a:lnTo>
                  <a:lnTo>
                    <a:pt x="430" y="18"/>
                  </a:lnTo>
                  <a:lnTo>
                    <a:pt x="376" y="18"/>
                  </a:lnTo>
                  <a:lnTo>
                    <a:pt x="376" y="0"/>
                  </a:lnTo>
                  <a:lnTo>
                    <a:pt x="26" y="0"/>
                  </a:lnTo>
                  <a:lnTo>
                    <a:pt x="26" y="18"/>
                  </a:lnTo>
                </a:path>
              </a:pathLst>
            </a:custGeom>
            <a:solidFill>
              <a:srgbClr val="3333FF"/>
            </a:solidFill>
            <a:ln w="6350" cap="flat" cmpd="sng">
              <a:solidFill>
                <a:srgbClr val="000000"/>
              </a:solidFill>
              <a:prstDash val="solid"/>
              <a:round/>
              <a:headEnd type="none" w="med" len="med"/>
              <a:tailEnd type="none" w="med" len="med"/>
            </a:ln>
          </p:spPr>
          <p:txBody>
            <a:bodyPr/>
            <a:p>
              <a:endParaRPr lang="zh-CN" altLang="en-US"/>
            </a:p>
          </p:txBody>
        </p:sp>
        <p:sp>
          <p:nvSpPr>
            <p:cNvPr id="36952" name="Freeform 421"/>
            <p:cNvSpPr/>
            <p:nvPr/>
          </p:nvSpPr>
          <p:spPr>
            <a:xfrm>
              <a:off x="2290" y="3043"/>
              <a:ext cx="171" cy="1"/>
            </a:xfrm>
            <a:custGeom>
              <a:avLst/>
              <a:gdLst/>
              <a:ahLst/>
              <a:cxnLst>
                <a:cxn ang="0">
                  <a:pos x="10" y="0"/>
                </a:cxn>
                <a:cxn ang="0">
                  <a:pos x="0" y="0"/>
                </a:cxn>
                <a:cxn ang="0">
                  <a:pos x="10" y="0"/>
                </a:cxn>
              </a:cxnLst>
              <a:pathLst>
                <a:path w="343" h="1">
                  <a:moveTo>
                    <a:pt x="343" y="0"/>
                  </a:moveTo>
                  <a:lnTo>
                    <a:pt x="0" y="0"/>
                  </a:lnTo>
                  <a:lnTo>
                    <a:pt x="343" y="0"/>
                  </a:lnTo>
                </a:path>
              </a:pathLst>
            </a:custGeom>
            <a:solidFill>
              <a:srgbClr val="3333FF"/>
            </a:solidFill>
            <a:ln w="6350" cap="flat" cmpd="sng">
              <a:solidFill>
                <a:srgbClr val="000000"/>
              </a:solidFill>
              <a:prstDash val="solid"/>
              <a:round/>
              <a:headEnd type="none" w="med" len="med"/>
              <a:tailEnd type="none" w="med" len="med"/>
            </a:ln>
          </p:spPr>
          <p:txBody>
            <a:bodyPr/>
            <a:p>
              <a:endParaRPr lang="zh-CN" altLang="en-US"/>
            </a:p>
          </p:txBody>
        </p:sp>
        <p:sp>
          <p:nvSpPr>
            <p:cNvPr id="36953" name="Rectangle 422"/>
            <p:cNvSpPr/>
            <p:nvPr/>
          </p:nvSpPr>
          <p:spPr>
            <a:xfrm>
              <a:off x="2347" y="2951"/>
              <a:ext cx="27" cy="83"/>
            </a:xfrm>
            <a:prstGeom prst="rect">
              <a:avLst/>
            </a:prstGeom>
            <a:solidFill>
              <a:srgbClr val="3333FF"/>
            </a:solidFill>
            <a:ln w="6350" cap="flat" cmpd="sng">
              <a:solidFill>
                <a:srgbClr val="000000"/>
              </a:solidFill>
              <a:prstDash val="solid"/>
              <a:miter/>
              <a:headEnd type="none" w="med" len="med"/>
              <a:tailEnd type="none" w="med" len="med"/>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6954" name="Freeform 423"/>
            <p:cNvSpPr>
              <a:spLocks noEditPoints="1"/>
            </p:cNvSpPr>
            <p:nvPr/>
          </p:nvSpPr>
          <p:spPr>
            <a:xfrm>
              <a:off x="2281" y="2821"/>
              <a:ext cx="208" cy="175"/>
            </a:xfrm>
            <a:custGeom>
              <a:avLst/>
              <a:gdLst/>
              <a:ahLst/>
              <a:cxnLst>
                <a:cxn ang="0">
                  <a:pos x="1" y="1"/>
                </a:cxn>
                <a:cxn ang="0">
                  <a:pos x="1" y="3"/>
                </a:cxn>
                <a:cxn ang="0">
                  <a:pos x="1" y="5"/>
                </a:cxn>
                <a:cxn ang="0">
                  <a:pos x="2" y="6"/>
                </a:cxn>
                <a:cxn ang="0">
                  <a:pos x="4" y="8"/>
                </a:cxn>
                <a:cxn ang="0">
                  <a:pos x="5" y="9"/>
                </a:cxn>
                <a:cxn ang="0">
                  <a:pos x="7" y="10"/>
                </a:cxn>
                <a:cxn ang="0">
                  <a:pos x="9" y="11"/>
                </a:cxn>
                <a:cxn ang="0">
                  <a:pos x="11" y="11"/>
                </a:cxn>
                <a:cxn ang="0">
                  <a:pos x="12" y="11"/>
                </a:cxn>
                <a:cxn ang="0">
                  <a:pos x="13" y="10"/>
                </a:cxn>
                <a:cxn ang="0">
                  <a:pos x="13" y="10"/>
                </a:cxn>
                <a:cxn ang="0">
                  <a:pos x="12" y="10"/>
                </a:cxn>
                <a:cxn ang="0">
                  <a:pos x="11" y="10"/>
                </a:cxn>
                <a:cxn ang="0">
                  <a:pos x="10" y="9"/>
                </a:cxn>
                <a:cxn ang="0">
                  <a:pos x="8" y="9"/>
                </a:cxn>
                <a:cxn ang="0">
                  <a:pos x="6" y="7"/>
                </a:cxn>
                <a:cxn ang="0">
                  <a:pos x="4" y="6"/>
                </a:cxn>
                <a:cxn ang="0">
                  <a:pos x="3" y="5"/>
                </a:cxn>
                <a:cxn ang="0">
                  <a:pos x="2" y="3"/>
                </a:cxn>
                <a:cxn ang="0">
                  <a:pos x="1" y="2"/>
                </a:cxn>
                <a:cxn ang="0">
                  <a:pos x="1" y="1"/>
                </a:cxn>
                <a:cxn ang="0">
                  <a:pos x="1" y="1"/>
                </a:cxn>
                <a:cxn ang="0">
                  <a:pos x="1" y="0"/>
                </a:cxn>
                <a:cxn ang="0">
                  <a:pos x="2" y="1"/>
                </a:cxn>
                <a:cxn ang="0">
                  <a:pos x="4" y="1"/>
                </a:cxn>
                <a:cxn ang="0">
                  <a:pos x="5" y="2"/>
                </a:cxn>
                <a:cxn ang="0">
                  <a:pos x="7" y="3"/>
                </a:cxn>
                <a:cxn ang="0">
                  <a:pos x="9" y="4"/>
                </a:cxn>
                <a:cxn ang="0">
                  <a:pos x="11" y="5"/>
                </a:cxn>
                <a:cxn ang="0">
                  <a:pos x="12" y="7"/>
                </a:cxn>
                <a:cxn ang="0">
                  <a:pos x="13" y="8"/>
                </a:cxn>
                <a:cxn ang="0">
                  <a:pos x="13" y="9"/>
                </a:cxn>
                <a:cxn ang="0">
                  <a:pos x="13" y="10"/>
                </a:cxn>
                <a:cxn ang="0">
                  <a:pos x="13" y="10"/>
                </a:cxn>
                <a:cxn ang="0">
                  <a:pos x="12" y="10"/>
                </a:cxn>
                <a:cxn ang="0">
                  <a:pos x="11" y="10"/>
                </a:cxn>
                <a:cxn ang="0">
                  <a:pos x="9" y="9"/>
                </a:cxn>
                <a:cxn ang="0">
                  <a:pos x="7" y="8"/>
                </a:cxn>
                <a:cxn ang="0">
                  <a:pos x="5" y="7"/>
                </a:cxn>
                <a:cxn ang="0">
                  <a:pos x="4" y="5"/>
                </a:cxn>
                <a:cxn ang="0">
                  <a:pos x="2" y="4"/>
                </a:cxn>
                <a:cxn ang="0">
                  <a:pos x="1" y="3"/>
                </a:cxn>
                <a:cxn ang="0">
                  <a:pos x="1" y="2"/>
                </a:cxn>
                <a:cxn ang="0">
                  <a:pos x="1" y="1"/>
                </a:cxn>
              </a:cxnLst>
              <a:pathLst>
                <a:path w="415" h="350">
                  <a:moveTo>
                    <a:pt x="8" y="12"/>
                  </a:moveTo>
                  <a:lnTo>
                    <a:pt x="1" y="32"/>
                  </a:lnTo>
                  <a:lnTo>
                    <a:pt x="0" y="53"/>
                  </a:lnTo>
                  <a:lnTo>
                    <a:pt x="3" y="78"/>
                  </a:lnTo>
                  <a:lnTo>
                    <a:pt x="8" y="103"/>
                  </a:lnTo>
                  <a:lnTo>
                    <a:pt x="18" y="130"/>
                  </a:lnTo>
                  <a:lnTo>
                    <a:pt x="34" y="158"/>
                  </a:lnTo>
                  <a:lnTo>
                    <a:pt x="51" y="185"/>
                  </a:lnTo>
                  <a:lnTo>
                    <a:pt x="73" y="211"/>
                  </a:lnTo>
                  <a:lnTo>
                    <a:pt x="97" y="236"/>
                  </a:lnTo>
                  <a:lnTo>
                    <a:pt x="124" y="261"/>
                  </a:lnTo>
                  <a:lnTo>
                    <a:pt x="151" y="282"/>
                  </a:lnTo>
                  <a:lnTo>
                    <a:pt x="182" y="302"/>
                  </a:lnTo>
                  <a:lnTo>
                    <a:pt x="212" y="318"/>
                  </a:lnTo>
                  <a:lnTo>
                    <a:pt x="242" y="332"/>
                  </a:lnTo>
                  <a:lnTo>
                    <a:pt x="270" y="341"/>
                  </a:lnTo>
                  <a:lnTo>
                    <a:pt x="299" y="346"/>
                  </a:lnTo>
                  <a:lnTo>
                    <a:pt x="325" y="350"/>
                  </a:lnTo>
                  <a:lnTo>
                    <a:pt x="349" y="346"/>
                  </a:lnTo>
                  <a:lnTo>
                    <a:pt x="371" y="341"/>
                  </a:lnTo>
                  <a:lnTo>
                    <a:pt x="388" y="332"/>
                  </a:lnTo>
                  <a:lnTo>
                    <a:pt x="402" y="318"/>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moveTo>
                    <a:pt x="8" y="12"/>
                  </a:moveTo>
                  <a:lnTo>
                    <a:pt x="14" y="5"/>
                  </a:lnTo>
                  <a:lnTo>
                    <a:pt x="24" y="0"/>
                  </a:lnTo>
                  <a:lnTo>
                    <a:pt x="38" y="0"/>
                  </a:lnTo>
                  <a:lnTo>
                    <a:pt x="56" y="2"/>
                  </a:lnTo>
                  <a:lnTo>
                    <a:pt x="77" y="7"/>
                  </a:lnTo>
                  <a:lnTo>
                    <a:pt x="100" y="16"/>
                  </a:lnTo>
                  <a:lnTo>
                    <a:pt x="126" y="26"/>
                  </a:lnTo>
                  <a:lnTo>
                    <a:pt x="153" y="41"/>
                  </a:lnTo>
                  <a:lnTo>
                    <a:pt x="182" y="57"/>
                  </a:lnTo>
                  <a:lnTo>
                    <a:pt x="210" y="74"/>
                  </a:lnTo>
                  <a:lnTo>
                    <a:pt x="239" y="94"/>
                  </a:lnTo>
                  <a:lnTo>
                    <a:pt x="268" y="115"/>
                  </a:lnTo>
                  <a:lnTo>
                    <a:pt x="295" y="138"/>
                  </a:lnTo>
                  <a:lnTo>
                    <a:pt x="321" y="160"/>
                  </a:lnTo>
                  <a:lnTo>
                    <a:pt x="345" y="183"/>
                  </a:lnTo>
                  <a:lnTo>
                    <a:pt x="365" y="204"/>
                  </a:lnTo>
                  <a:lnTo>
                    <a:pt x="382" y="226"/>
                  </a:lnTo>
                  <a:lnTo>
                    <a:pt x="396" y="245"/>
                  </a:lnTo>
                  <a:lnTo>
                    <a:pt x="406" y="263"/>
                  </a:lnTo>
                  <a:lnTo>
                    <a:pt x="412" y="279"/>
                  </a:lnTo>
                  <a:lnTo>
                    <a:pt x="415" y="291"/>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path>
              </a:pathLst>
            </a:custGeom>
            <a:solidFill>
              <a:srgbClr val="3333FF"/>
            </a:solidFill>
            <a:ln w="6350" cap="flat" cmpd="sng">
              <a:solidFill>
                <a:srgbClr val="000000"/>
              </a:solidFill>
              <a:prstDash val="solid"/>
              <a:round/>
              <a:headEnd type="none" w="med" len="med"/>
              <a:tailEnd type="none" w="med" len="med"/>
            </a:ln>
          </p:spPr>
          <p:txBody>
            <a:bodyPr/>
            <a:p>
              <a:endParaRPr lang="zh-CN" altLang="en-US"/>
            </a:p>
          </p:txBody>
        </p:sp>
        <p:sp>
          <p:nvSpPr>
            <p:cNvPr id="36955" name="Line 424"/>
            <p:cNvSpPr/>
            <p:nvPr/>
          </p:nvSpPr>
          <p:spPr>
            <a:xfrm flipH="1" flipV="1">
              <a:off x="2285" y="2824"/>
              <a:ext cx="136" cy="2"/>
            </a:xfrm>
            <a:prstGeom prst="line">
              <a:avLst/>
            </a:prstGeom>
            <a:ln w="1588" cap="flat" cmpd="sng">
              <a:solidFill>
                <a:srgbClr val="000000"/>
              </a:solidFill>
              <a:prstDash val="solid"/>
              <a:round/>
              <a:headEnd type="none" w="med" len="med"/>
              <a:tailEnd type="none" w="med" len="med"/>
            </a:ln>
          </p:spPr>
        </p:sp>
        <p:sp>
          <p:nvSpPr>
            <p:cNvPr id="36956" name="Line 425"/>
            <p:cNvSpPr/>
            <p:nvPr/>
          </p:nvSpPr>
          <p:spPr>
            <a:xfrm flipH="1">
              <a:off x="2372" y="2826"/>
              <a:ext cx="49" cy="102"/>
            </a:xfrm>
            <a:prstGeom prst="line">
              <a:avLst/>
            </a:prstGeom>
            <a:ln w="1588" cap="flat" cmpd="sng">
              <a:solidFill>
                <a:srgbClr val="000000"/>
              </a:solidFill>
              <a:prstDash val="solid"/>
              <a:round/>
              <a:headEnd type="none" w="med" len="med"/>
              <a:tailEnd type="none" w="med" len="med"/>
            </a:ln>
          </p:spPr>
        </p:sp>
        <p:sp>
          <p:nvSpPr>
            <p:cNvPr id="36957" name="Line 426"/>
            <p:cNvSpPr/>
            <p:nvPr/>
          </p:nvSpPr>
          <p:spPr>
            <a:xfrm>
              <a:off x="2421" y="2826"/>
              <a:ext cx="67" cy="144"/>
            </a:xfrm>
            <a:prstGeom prst="line">
              <a:avLst/>
            </a:prstGeom>
            <a:ln w="1588" cap="flat" cmpd="sng">
              <a:solidFill>
                <a:srgbClr val="000000"/>
              </a:solidFill>
              <a:prstDash val="solid"/>
              <a:round/>
              <a:headEnd type="none" w="med" len="med"/>
              <a:tailEnd type="none" w="med" len="med"/>
            </a:ln>
          </p:spPr>
        </p:sp>
        <p:sp>
          <p:nvSpPr>
            <p:cNvPr id="36958" name="Freeform 427"/>
            <p:cNvSpPr/>
            <p:nvPr/>
          </p:nvSpPr>
          <p:spPr>
            <a:xfrm>
              <a:off x="2349" y="2902"/>
              <a:ext cx="51" cy="40"/>
            </a:xfrm>
            <a:custGeom>
              <a:avLst/>
              <a:gdLst/>
              <a:ahLst/>
              <a:cxnLst>
                <a:cxn ang="0">
                  <a:pos x="0" y="1"/>
                </a:cxn>
                <a:cxn ang="0">
                  <a:pos x="1" y="0"/>
                </a:cxn>
                <a:cxn ang="0">
                  <a:pos x="1" y="1"/>
                </a:cxn>
                <a:cxn ang="0">
                  <a:pos x="1" y="1"/>
                </a:cxn>
                <a:cxn ang="0">
                  <a:pos x="2" y="1"/>
                </a:cxn>
                <a:cxn ang="0">
                  <a:pos x="2" y="1"/>
                </a:cxn>
                <a:cxn ang="0">
                  <a:pos x="3" y="1"/>
                </a:cxn>
                <a:cxn ang="0">
                  <a:pos x="3" y="2"/>
                </a:cxn>
                <a:cxn ang="0">
                  <a:pos x="3" y="2"/>
                </a:cxn>
                <a:cxn ang="0">
                  <a:pos x="4" y="2"/>
                </a:cxn>
                <a:cxn ang="0">
                  <a:pos x="4" y="3"/>
                </a:cxn>
                <a:cxn ang="0">
                  <a:pos x="4" y="3"/>
                </a:cxn>
                <a:cxn ang="0">
                  <a:pos x="4" y="3"/>
                </a:cxn>
                <a:cxn ang="0">
                  <a:pos x="3" y="3"/>
                </a:cxn>
                <a:cxn ang="0">
                  <a:pos x="3" y="3"/>
                </a:cxn>
                <a:cxn ang="0">
                  <a:pos x="3" y="3"/>
                </a:cxn>
                <a:cxn ang="0">
                  <a:pos x="2" y="2"/>
                </a:cxn>
                <a:cxn ang="0">
                  <a:pos x="2" y="2"/>
                </a:cxn>
                <a:cxn ang="0">
                  <a:pos x="1" y="2"/>
                </a:cxn>
                <a:cxn ang="0">
                  <a:pos x="1" y="1"/>
                </a:cxn>
                <a:cxn ang="0">
                  <a:pos x="1" y="1"/>
                </a:cxn>
                <a:cxn ang="0">
                  <a:pos x="0" y="1"/>
                </a:cxn>
                <a:cxn ang="0">
                  <a:pos x="0" y="1"/>
                </a:cxn>
              </a:cxnLst>
              <a:pathLst>
                <a:path w="101" h="80">
                  <a:moveTo>
                    <a:pt x="0" y="3"/>
                  </a:moveTo>
                  <a:lnTo>
                    <a:pt x="4" y="0"/>
                  </a:lnTo>
                  <a:lnTo>
                    <a:pt x="13" y="1"/>
                  </a:lnTo>
                  <a:lnTo>
                    <a:pt x="24" y="3"/>
                  </a:lnTo>
                  <a:lnTo>
                    <a:pt x="37" y="10"/>
                  </a:lnTo>
                  <a:lnTo>
                    <a:pt x="51" y="19"/>
                  </a:lnTo>
                  <a:lnTo>
                    <a:pt x="66" y="30"/>
                  </a:lnTo>
                  <a:lnTo>
                    <a:pt x="79" y="40"/>
                  </a:lnTo>
                  <a:lnTo>
                    <a:pt x="90" y="51"/>
                  </a:lnTo>
                  <a:lnTo>
                    <a:pt x="97" y="62"/>
                  </a:lnTo>
                  <a:lnTo>
                    <a:pt x="101" y="71"/>
                  </a:lnTo>
                  <a:lnTo>
                    <a:pt x="101" y="76"/>
                  </a:lnTo>
                  <a:lnTo>
                    <a:pt x="97" y="80"/>
                  </a:lnTo>
                  <a:lnTo>
                    <a:pt x="90" y="78"/>
                  </a:lnTo>
                  <a:lnTo>
                    <a:pt x="79" y="74"/>
                  </a:lnTo>
                  <a:lnTo>
                    <a:pt x="66" y="69"/>
                  </a:lnTo>
                  <a:lnTo>
                    <a:pt x="51" y="60"/>
                  </a:lnTo>
                  <a:lnTo>
                    <a:pt x="37" y="49"/>
                  </a:lnTo>
                  <a:lnTo>
                    <a:pt x="23" y="39"/>
                  </a:lnTo>
                  <a:lnTo>
                    <a:pt x="13" y="28"/>
                  </a:lnTo>
                  <a:lnTo>
                    <a:pt x="4" y="17"/>
                  </a:lnTo>
                  <a:lnTo>
                    <a:pt x="0" y="8"/>
                  </a:lnTo>
                  <a:lnTo>
                    <a:pt x="0" y="3"/>
                  </a:lnTo>
                  <a:close/>
                </a:path>
              </a:pathLst>
            </a:custGeom>
            <a:solidFill>
              <a:srgbClr val="3333FF"/>
            </a:solidFill>
            <a:ln w="6350" cap="flat" cmpd="sng">
              <a:solidFill>
                <a:srgbClr val="000000"/>
              </a:solidFill>
              <a:prstDash val="solid"/>
              <a:round/>
              <a:headEnd type="none" w="med" len="med"/>
              <a:tailEnd type="none" w="med" len="med"/>
            </a:ln>
          </p:spPr>
          <p:txBody>
            <a:bodyPr/>
            <a:p>
              <a:endParaRPr lang="zh-CN" altLang="en-US"/>
            </a:p>
          </p:txBody>
        </p:sp>
      </p:grpSp>
      <p:pic>
        <p:nvPicPr>
          <p:cNvPr id="36959" name="Picture 429"/>
          <p:cNvPicPr>
            <a:picLocks noChangeAspect="1"/>
          </p:cNvPicPr>
          <p:nvPr/>
        </p:nvPicPr>
        <p:blipFill>
          <a:blip r:embed="rId19"/>
          <a:stretch>
            <a:fillRect/>
          </a:stretch>
        </p:blipFill>
        <p:spPr>
          <a:xfrm>
            <a:off x="5240338" y="4905375"/>
            <a:ext cx="387350" cy="330200"/>
          </a:xfrm>
          <a:prstGeom prst="rect">
            <a:avLst/>
          </a:prstGeom>
          <a:noFill/>
          <a:ln w="9525">
            <a:noFill/>
          </a:ln>
        </p:spPr>
      </p:pic>
      <p:pic>
        <p:nvPicPr>
          <p:cNvPr id="36960" name="Picture 432"/>
          <p:cNvPicPr>
            <a:picLocks noChangeAspect="1"/>
          </p:cNvPicPr>
          <p:nvPr/>
        </p:nvPicPr>
        <p:blipFill>
          <a:blip r:embed="rId20"/>
          <a:stretch>
            <a:fillRect/>
          </a:stretch>
        </p:blipFill>
        <p:spPr>
          <a:xfrm>
            <a:off x="6469063" y="4668838"/>
            <a:ext cx="2030412" cy="1041400"/>
          </a:xfrm>
          <a:prstGeom prst="rect">
            <a:avLst/>
          </a:prstGeom>
          <a:noFill/>
          <a:ln w="9525">
            <a:noFill/>
          </a:ln>
        </p:spPr>
      </p:pic>
      <p:graphicFrame>
        <p:nvGraphicFramePr>
          <p:cNvPr id="36961" name="Object 433"/>
          <p:cNvGraphicFramePr>
            <a:graphicFrameLocks noChangeAspect="1"/>
          </p:cNvGraphicFramePr>
          <p:nvPr/>
        </p:nvGraphicFramePr>
        <p:xfrm>
          <a:off x="1309688" y="4502150"/>
          <a:ext cx="439737" cy="366713"/>
        </p:xfrm>
        <a:graphic>
          <a:graphicData uri="http://schemas.openxmlformats.org/presentationml/2006/ole">
            <mc:AlternateContent xmlns:mc="http://schemas.openxmlformats.org/markup-compatibility/2006">
              <mc:Choice xmlns:v="urn:schemas-microsoft-com:vml" Requires="v">
                <p:oleObj spid="_x0000_s3090" name="" r:id="rId21" imgW="1307465" imgH="1083945" progId="MS_ClipArt_Gallery.2">
                  <p:embed/>
                </p:oleObj>
              </mc:Choice>
              <mc:Fallback>
                <p:oleObj name="" r:id="rId21" imgW="1307465" imgH="1083945" progId="MS_ClipArt_Gallery.2">
                  <p:embed/>
                  <p:pic>
                    <p:nvPicPr>
                      <p:cNvPr id="0" name="图片 3089"/>
                      <p:cNvPicPr/>
                      <p:nvPr/>
                    </p:nvPicPr>
                    <p:blipFill>
                      <a:blip r:embed="rId2"/>
                      <a:stretch>
                        <a:fillRect/>
                      </a:stretch>
                    </p:blipFill>
                    <p:spPr>
                      <a:xfrm>
                        <a:off x="1309688" y="4502150"/>
                        <a:ext cx="439737" cy="366713"/>
                      </a:xfrm>
                      <a:prstGeom prst="rect">
                        <a:avLst/>
                      </a:prstGeom>
                      <a:noFill/>
                      <a:ln w="38100">
                        <a:noFill/>
                        <a:miter/>
                      </a:ln>
                    </p:spPr>
                  </p:pic>
                </p:oleObj>
              </mc:Fallback>
            </mc:AlternateContent>
          </a:graphicData>
        </a:graphic>
      </p:graphicFrame>
      <p:sp>
        <p:nvSpPr>
          <p:cNvPr id="36962" name="Line 434"/>
          <p:cNvSpPr/>
          <p:nvPr/>
        </p:nvSpPr>
        <p:spPr>
          <a:xfrm>
            <a:off x="1708150" y="4772025"/>
            <a:ext cx="242888" cy="1588"/>
          </a:xfrm>
          <a:prstGeom prst="line">
            <a:avLst/>
          </a:prstGeom>
          <a:ln w="9525" cap="flat" cmpd="sng">
            <a:solidFill>
              <a:schemeClr val="tx1"/>
            </a:solidFill>
            <a:prstDash val="solid"/>
            <a:round/>
            <a:headEnd type="none" w="med" len="med"/>
            <a:tailEnd type="none" w="med" len="med"/>
          </a:ln>
        </p:spPr>
      </p:sp>
      <p:sp>
        <p:nvSpPr>
          <p:cNvPr id="36963" name="Line 435"/>
          <p:cNvSpPr/>
          <p:nvPr/>
        </p:nvSpPr>
        <p:spPr>
          <a:xfrm>
            <a:off x="1708150" y="4772025"/>
            <a:ext cx="242888" cy="1588"/>
          </a:xfrm>
          <a:prstGeom prst="line">
            <a:avLst/>
          </a:prstGeom>
          <a:ln w="9525" cap="flat" cmpd="sng">
            <a:solidFill>
              <a:schemeClr val="tx1"/>
            </a:solidFill>
            <a:prstDash val="solid"/>
            <a:round/>
            <a:headEnd type="none" w="med" len="med"/>
            <a:tailEnd type="none" w="med" len="med"/>
          </a:ln>
        </p:spPr>
      </p:sp>
      <p:sp>
        <p:nvSpPr>
          <p:cNvPr id="36964" name="Line 436"/>
          <p:cNvSpPr/>
          <p:nvPr/>
        </p:nvSpPr>
        <p:spPr>
          <a:xfrm>
            <a:off x="1639888" y="5408613"/>
            <a:ext cx="190500" cy="1587"/>
          </a:xfrm>
          <a:prstGeom prst="line">
            <a:avLst/>
          </a:prstGeom>
          <a:ln w="9525" cap="flat" cmpd="sng">
            <a:solidFill>
              <a:schemeClr val="tx1"/>
            </a:solidFill>
            <a:prstDash val="solid"/>
            <a:round/>
            <a:headEnd type="none" w="med" len="med"/>
            <a:tailEnd type="none" w="med" len="me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3891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38915"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Multiple Access protocols</a:t>
            </a:r>
            <a:endParaRPr lang="en-US" altLang="zh-CN" dirty="0">
              <a:ea typeface="宋体" panose="02010600030101010101" pitchFamily="2" charset="-122"/>
            </a:endParaRPr>
          </a:p>
        </p:txBody>
      </p:sp>
      <p:sp>
        <p:nvSpPr>
          <p:cNvPr id="38916" name="Rectangle 3"/>
          <p:cNvSpPr>
            <a:spLocks noGrp="1"/>
          </p:cNvSpPr>
          <p:nvPr>
            <p:ph idx="1"/>
          </p:nvPr>
        </p:nvSpPr>
        <p:spPr>
          <a:xfrm>
            <a:off x="500063" y="1395413"/>
            <a:ext cx="8396287" cy="4648200"/>
          </a:xfrm>
          <a:ln/>
        </p:spPr>
        <p:txBody>
          <a:bodyPr vert="horz" wrap="square" lIns="91440" tIns="45720" rIns="91440" bIns="45720" anchor="t" anchorCtr="0"/>
          <a:p>
            <a:r>
              <a:rPr lang="en-US" altLang="zh-CN" sz="2400" dirty="0">
                <a:ea typeface="宋体" panose="02010600030101010101" pitchFamily="2" charset="-122"/>
              </a:rPr>
              <a:t>single shared broadcast channel </a:t>
            </a:r>
            <a:endParaRPr lang="en-US" altLang="zh-CN" sz="2400" dirty="0">
              <a:ea typeface="宋体" panose="02010600030101010101" pitchFamily="2" charset="-122"/>
            </a:endParaRPr>
          </a:p>
          <a:p>
            <a:r>
              <a:rPr lang="en-US" altLang="zh-CN" sz="2400" dirty="0">
                <a:ea typeface="宋体" panose="02010600030101010101" pitchFamily="2" charset="-122"/>
              </a:rPr>
              <a:t>two or more simultaneous transmissions by nodes: interference </a:t>
            </a:r>
            <a:endParaRPr lang="en-US" altLang="zh-CN" sz="2400" dirty="0">
              <a:ea typeface="宋体" panose="02010600030101010101" pitchFamily="2" charset="-122"/>
            </a:endParaRPr>
          </a:p>
          <a:p>
            <a:pPr lvl="1"/>
            <a:r>
              <a:rPr lang="en-US" altLang="zh-CN" sz="2000" dirty="0">
                <a:solidFill>
                  <a:srgbClr val="FF0000"/>
                </a:solidFill>
                <a:ea typeface="宋体" panose="02010600030101010101" pitchFamily="2" charset="-122"/>
              </a:rPr>
              <a:t>collision</a:t>
            </a:r>
            <a:r>
              <a:rPr lang="en-US" altLang="zh-CN" sz="2000" dirty="0">
                <a:ea typeface="宋体" panose="02010600030101010101" pitchFamily="2" charset="-122"/>
              </a:rPr>
              <a:t> if node receives two or more signals at the same time</a:t>
            </a:r>
            <a:endParaRPr lang="en-US" altLang="zh-CN" sz="2000" dirty="0">
              <a:ea typeface="宋体" panose="02010600030101010101" pitchFamily="2" charset="-122"/>
            </a:endParaRPr>
          </a:p>
          <a:p>
            <a:pPr>
              <a:buNone/>
            </a:pPr>
            <a:r>
              <a:rPr lang="en-US" altLang="zh-CN" sz="2400" i="1" u="sng" dirty="0">
                <a:solidFill>
                  <a:srgbClr val="FF0000"/>
                </a:solidFill>
                <a:ea typeface="宋体" panose="02010600030101010101" pitchFamily="2" charset="-122"/>
              </a:rPr>
              <a:t>multiple access protocol</a:t>
            </a:r>
            <a:endParaRPr lang="en-US" altLang="zh-CN" sz="2400" dirty="0">
              <a:ea typeface="宋体" panose="02010600030101010101" pitchFamily="2" charset="-122"/>
            </a:endParaRPr>
          </a:p>
          <a:p>
            <a:r>
              <a:rPr lang="en-US" altLang="zh-CN" sz="2400" dirty="0">
                <a:ea typeface="宋体" panose="02010600030101010101" pitchFamily="2" charset="-122"/>
              </a:rPr>
              <a:t>distributed algorithm that determines how nodes share channel, i.e., determine when node can transmit</a:t>
            </a:r>
            <a:endParaRPr lang="en-US" altLang="zh-CN" sz="2400" dirty="0">
              <a:ea typeface="宋体" panose="02010600030101010101" pitchFamily="2" charset="-122"/>
            </a:endParaRPr>
          </a:p>
          <a:p>
            <a:r>
              <a:rPr lang="en-US" altLang="zh-CN" sz="2400" dirty="0">
                <a:ea typeface="宋体" panose="02010600030101010101" pitchFamily="2" charset="-122"/>
              </a:rPr>
              <a:t>communication about channel sharing must use channel itself! </a:t>
            </a:r>
            <a:endParaRPr lang="en-US" altLang="zh-CN" sz="2400" dirty="0">
              <a:ea typeface="宋体" panose="02010600030101010101" pitchFamily="2" charset="-122"/>
            </a:endParaRPr>
          </a:p>
          <a:p>
            <a:pPr lvl="1"/>
            <a:r>
              <a:rPr lang="en-US" altLang="zh-CN" sz="2000" dirty="0">
                <a:ea typeface="宋体" panose="02010600030101010101" pitchFamily="2" charset="-122"/>
              </a:rPr>
              <a:t>no out-of-band channel for coordination</a:t>
            </a:r>
            <a:endParaRPr lang="en-US" altLang="zh-CN" sz="2000"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4096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40963"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Ideal Multiple Access Protocol</a:t>
            </a:r>
            <a:endParaRPr lang="en-US" altLang="zh-CN" dirty="0">
              <a:ea typeface="宋体" panose="02010600030101010101" pitchFamily="2" charset="-122"/>
            </a:endParaRPr>
          </a:p>
        </p:txBody>
      </p:sp>
      <p:sp>
        <p:nvSpPr>
          <p:cNvPr id="40964" name="Rectangle 3"/>
          <p:cNvSpPr>
            <a:spLocks noGrp="1"/>
          </p:cNvSpPr>
          <p:nvPr>
            <p:ph idx="1"/>
          </p:nvPr>
        </p:nvSpPr>
        <p:spPr>
          <a:ln/>
        </p:spPr>
        <p:txBody>
          <a:bodyPr vert="horz" wrap="square" lIns="91440" tIns="45720" rIns="91440" bIns="45720" anchor="t" anchorCtr="0"/>
          <a:p>
            <a:pPr>
              <a:buNone/>
            </a:pPr>
            <a:r>
              <a:rPr lang="en-US" altLang="zh-CN" sz="2400" u="sng" dirty="0">
                <a:solidFill>
                  <a:srgbClr val="FF0000"/>
                </a:solidFill>
                <a:ea typeface="宋体" panose="02010600030101010101" pitchFamily="2" charset="-122"/>
              </a:rPr>
              <a:t>Broadcast channel of rate R bps</a:t>
            </a:r>
            <a:endParaRPr lang="en-US" altLang="zh-CN" sz="2400" dirty="0">
              <a:ea typeface="宋体" panose="02010600030101010101" pitchFamily="2" charset="-122"/>
            </a:endParaRPr>
          </a:p>
          <a:p>
            <a:pPr>
              <a:buNone/>
            </a:pPr>
            <a:r>
              <a:rPr lang="en-US" altLang="zh-CN" sz="2400" dirty="0">
                <a:ea typeface="宋体" panose="02010600030101010101" pitchFamily="2" charset="-122"/>
              </a:rPr>
              <a:t>1. when one node wants to transmit, it can send at rate R.</a:t>
            </a:r>
            <a:endParaRPr lang="en-US" altLang="zh-CN" sz="2400" dirty="0">
              <a:ea typeface="宋体" panose="02010600030101010101" pitchFamily="2" charset="-122"/>
            </a:endParaRPr>
          </a:p>
          <a:p>
            <a:pPr>
              <a:buNone/>
            </a:pPr>
            <a:r>
              <a:rPr lang="en-US" altLang="zh-CN" sz="2400" dirty="0">
                <a:ea typeface="宋体" panose="02010600030101010101" pitchFamily="2" charset="-122"/>
              </a:rPr>
              <a:t>2. when M nodes want to transmit, each can send at average rate R/M</a:t>
            </a:r>
            <a:endParaRPr lang="en-US" altLang="zh-CN" sz="2400" dirty="0">
              <a:ea typeface="宋体" panose="02010600030101010101" pitchFamily="2" charset="-122"/>
            </a:endParaRPr>
          </a:p>
          <a:p>
            <a:pPr>
              <a:buNone/>
            </a:pPr>
            <a:r>
              <a:rPr lang="en-US" altLang="zh-CN" sz="2400" dirty="0">
                <a:ea typeface="宋体" panose="02010600030101010101" pitchFamily="2" charset="-122"/>
              </a:rPr>
              <a:t>3. fully decentralized:</a:t>
            </a:r>
            <a:endParaRPr lang="en-US" altLang="zh-CN" sz="2400" dirty="0">
              <a:ea typeface="宋体" panose="02010600030101010101" pitchFamily="2" charset="-122"/>
            </a:endParaRPr>
          </a:p>
          <a:p>
            <a:pPr lvl="1"/>
            <a:r>
              <a:rPr lang="en-US" altLang="zh-CN" sz="2000" dirty="0">
                <a:ea typeface="宋体" panose="02010600030101010101" pitchFamily="2" charset="-122"/>
              </a:rPr>
              <a:t>no special node to coordinate transmissions</a:t>
            </a:r>
            <a:endParaRPr lang="en-US" altLang="zh-CN" sz="2000" dirty="0">
              <a:ea typeface="宋体" panose="02010600030101010101" pitchFamily="2" charset="-122"/>
            </a:endParaRPr>
          </a:p>
          <a:p>
            <a:pPr lvl="1"/>
            <a:r>
              <a:rPr lang="en-US" altLang="zh-CN" sz="2000" dirty="0">
                <a:ea typeface="宋体" panose="02010600030101010101" pitchFamily="2" charset="-122"/>
              </a:rPr>
              <a:t>no synchronization of clocks, slots</a:t>
            </a:r>
            <a:endParaRPr lang="en-US" altLang="zh-CN" dirty="0">
              <a:ea typeface="宋体" panose="02010600030101010101" pitchFamily="2" charset="-122"/>
            </a:endParaRPr>
          </a:p>
          <a:p>
            <a:pPr>
              <a:buNone/>
            </a:pPr>
            <a:r>
              <a:rPr lang="en-US" altLang="zh-CN" sz="2400" dirty="0">
                <a:ea typeface="宋体" panose="02010600030101010101" pitchFamily="2" charset="-122"/>
              </a:rPr>
              <a:t>4. simple</a:t>
            </a:r>
            <a:endParaRPr lang="en-US" altLang="zh-CN" dirty="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4301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43011" name="Rectangle 2"/>
          <p:cNvSpPr>
            <a:spLocks noGrp="1"/>
          </p:cNvSpPr>
          <p:nvPr>
            <p:ph type="title"/>
          </p:nvPr>
        </p:nvSpPr>
        <p:spPr>
          <a:xfrm>
            <a:off x="533400" y="228600"/>
            <a:ext cx="8101013" cy="1143000"/>
          </a:xfrm>
          <a:ln/>
        </p:spPr>
        <p:txBody>
          <a:bodyPr vert="horz" wrap="square" lIns="91440" tIns="45720" rIns="91440" bIns="45720" anchor="ctr" anchorCtr="0"/>
          <a:p>
            <a:r>
              <a:rPr lang="en-US" altLang="zh-CN" sz="3200" dirty="0">
                <a:ea typeface="宋体" panose="02010600030101010101" pitchFamily="2" charset="-122"/>
              </a:rPr>
              <a:t>MAC Protocols: a taxonomy</a:t>
            </a:r>
            <a:endParaRPr lang="en-US" altLang="zh-CN" dirty="0">
              <a:ea typeface="宋体" panose="02010600030101010101" pitchFamily="2" charset="-122"/>
            </a:endParaRPr>
          </a:p>
        </p:txBody>
      </p:sp>
      <p:sp>
        <p:nvSpPr>
          <p:cNvPr id="43012" name="Rectangle 3"/>
          <p:cNvSpPr>
            <a:spLocks noGrp="1"/>
          </p:cNvSpPr>
          <p:nvPr>
            <p:ph idx="1"/>
          </p:nvPr>
        </p:nvSpPr>
        <p:spPr>
          <a:xfrm>
            <a:off x="533400" y="1271588"/>
            <a:ext cx="7772400" cy="4648200"/>
          </a:xfrm>
          <a:ln/>
        </p:spPr>
        <p:txBody>
          <a:bodyPr vert="horz" wrap="square" lIns="91440" tIns="45720" rIns="91440" bIns="45720" anchor="t" anchorCtr="0"/>
          <a:p>
            <a:pPr>
              <a:buNone/>
            </a:pPr>
            <a:r>
              <a:rPr lang="en-US" altLang="zh-CN" sz="2400" dirty="0">
                <a:ea typeface="宋体" panose="02010600030101010101" pitchFamily="2" charset="-122"/>
              </a:rPr>
              <a:t>Three broad classes:</a:t>
            </a:r>
            <a:endParaRPr lang="en-US" altLang="zh-CN" sz="2400" dirty="0">
              <a:ea typeface="宋体" panose="02010600030101010101" pitchFamily="2" charset="-122"/>
            </a:endParaRPr>
          </a:p>
          <a:p>
            <a:r>
              <a:rPr lang="en-US" altLang="zh-CN" sz="2400" dirty="0">
                <a:solidFill>
                  <a:srgbClr val="FF0000"/>
                </a:solidFill>
                <a:ea typeface="宋体" panose="02010600030101010101" pitchFamily="2" charset="-122"/>
              </a:rPr>
              <a:t>Channel Partitioning</a:t>
            </a:r>
            <a:endParaRPr lang="en-US" altLang="zh-CN" dirty="0">
              <a:ea typeface="宋体" panose="02010600030101010101" pitchFamily="2" charset="-122"/>
            </a:endParaRPr>
          </a:p>
          <a:p>
            <a:pPr lvl="1"/>
            <a:r>
              <a:rPr lang="en-US" altLang="zh-CN" sz="2000" dirty="0">
                <a:ea typeface="宋体" panose="02010600030101010101" pitchFamily="2" charset="-122"/>
              </a:rPr>
              <a:t>divide channel into smaller “pieces” (time slots, frequency, code)</a:t>
            </a:r>
            <a:endParaRPr lang="en-US" altLang="zh-CN" sz="2000" dirty="0">
              <a:ea typeface="宋体" panose="02010600030101010101" pitchFamily="2" charset="-122"/>
            </a:endParaRPr>
          </a:p>
          <a:p>
            <a:pPr lvl="1"/>
            <a:r>
              <a:rPr lang="en-US" altLang="zh-CN" sz="2000" dirty="0">
                <a:ea typeface="宋体" panose="02010600030101010101" pitchFamily="2" charset="-122"/>
              </a:rPr>
              <a:t>allocate piece to node for exclusive use</a:t>
            </a:r>
            <a:endParaRPr lang="en-US" altLang="zh-CN" dirty="0">
              <a:ea typeface="宋体" panose="02010600030101010101" pitchFamily="2" charset="-122"/>
            </a:endParaRPr>
          </a:p>
          <a:p>
            <a:r>
              <a:rPr lang="en-US" altLang="zh-CN" sz="2400" dirty="0">
                <a:solidFill>
                  <a:srgbClr val="FF0000"/>
                </a:solidFill>
                <a:ea typeface="宋体" panose="02010600030101010101" pitchFamily="2" charset="-122"/>
              </a:rPr>
              <a:t>Random Access</a:t>
            </a:r>
            <a:endParaRPr lang="en-US" altLang="zh-CN" dirty="0">
              <a:ea typeface="宋体" panose="02010600030101010101" pitchFamily="2" charset="-122"/>
            </a:endParaRPr>
          </a:p>
          <a:p>
            <a:pPr lvl="1"/>
            <a:r>
              <a:rPr lang="en-US" altLang="zh-CN" sz="2000" dirty="0">
                <a:ea typeface="宋体" panose="02010600030101010101" pitchFamily="2" charset="-122"/>
              </a:rPr>
              <a:t>channel not divided, allow collisions</a:t>
            </a:r>
            <a:endParaRPr lang="en-US" altLang="zh-CN" sz="2000" dirty="0">
              <a:ea typeface="宋体" panose="02010600030101010101" pitchFamily="2" charset="-122"/>
            </a:endParaRPr>
          </a:p>
          <a:p>
            <a:pPr lvl="1"/>
            <a:r>
              <a:rPr lang="en-US" altLang="zh-CN" sz="2000" dirty="0">
                <a:ea typeface="宋体" panose="02010600030101010101" pitchFamily="2" charset="-122"/>
              </a:rPr>
              <a:t>“recover” from collisions</a:t>
            </a:r>
            <a:endParaRPr lang="en-US" altLang="zh-CN" dirty="0">
              <a:ea typeface="宋体" panose="02010600030101010101" pitchFamily="2" charset="-122"/>
            </a:endParaRPr>
          </a:p>
          <a:p>
            <a:r>
              <a:rPr lang="en-US" altLang="zh-CN" sz="2400" dirty="0">
                <a:solidFill>
                  <a:srgbClr val="FF0000"/>
                </a:solidFill>
                <a:ea typeface="宋体" panose="02010600030101010101" pitchFamily="2" charset="-122"/>
              </a:rPr>
              <a:t>“Taking turns”</a:t>
            </a:r>
            <a:endParaRPr lang="en-US" altLang="zh-CN" dirty="0">
              <a:ea typeface="宋体" panose="02010600030101010101" pitchFamily="2" charset="-122"/>
            </a:endParaRPr>
          </a:p>
          <a:p>
            <a:pPr lvl="1"/>
            <a:r>
              <a:rPr lang="en-US" altLang="zh-CN" sz="2000" dirty="0">
                <a:ea typeface="宋体" panose="02010600030101010101" pitchFamily="2" charset="-122"/>
              </a:rPr>
              <a:t>nodes take turns, but nodes with more to send can take longer turns</a:t>
            </a:r>
            <a:endParaRPr lang="en-US" altLang="zh-CN" dirty="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45058"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45059" name="Rectangle 2"/>
          <p:cNvSpPr>
            <a:spLocks noGrp="1"/>
          </p:cNvSpPr>
          <p:nvPr>
            <p:ph type="title"/>
          </p:nvPr>
        </p:nvSpPr>
        <p:spPr>
          <a:xfrm>
            <a:off x="230188" y="228600"/>
            <a:ext cx="8629650" cy="1143000"/>
          </a:xfrm>
          <a:ln/>
        </p:spPr>
        <p:txBody>
          <a:bodyPr vert="horz" wrap="square" lIns="91440" tIns="45720" rIns="91440" bIns="45720" anchor="ctr" anchorCtr="0"/>
          <a:p>
            <a:r>
              <a:rPr lang="en-US" altLang="zh-CN" sz="3200" dirty="0">
                <a:ea typeface="宋体" panose="02010600030101010101" pitchFamily="2" charset="-122"/>
              </a:rPr>
              <a:t>Channel Partitioning MAC protocols: TDMA</a:t>
            </a:r>
            <a:endParaRPr lang="en-US" altLang="zh-CN" dirty="0">
              <a:ea typeface="宋体" panose="02010600030101010101" pitchFamily="2" charset="-122"/>
            </a:endParaRPr>
          </a:p>
        </p:txBody>
      </p:sp>
      <p:sp>
        <p:nvSpPr>
          <p:cNvPr id="45060" name="Rectangle 3"/>
          <p:cNvSpPr>
            <a:spLocks noGrp="1"/>
          </p:cNvSpPr>
          <p:nvPr>
            <p:ph idx="1"/>
          </p:nvPr>
        </p:nvSpPr>
        <p:spPr>
          <a:xfrm>
            <a:off x="501650" y="1422400"/>
            <a:ext cx="7772400" cy="2930525"/>
          </a:xfrm>
          <a:ln/>
        </p:spPr>
        <p:txBody>
          <a:bodyPr vert="horz" wrap="square" lIns="91440" tIns="45720" rIns="91440" bIns="45720" anchor="t" anchorCtr="0"/>
          <a:p>
            <a:pPr>
              <a:buNone/>
            </a:pPr>
            <a:r>
              <a:rPr lang="en-US" altLang="zh-CN" dirty="0">
                <a:solidFill>
                  <a:srgbClr val="FF0000"/>
                </a:solidFill>
                <a:ea typeface="宋体" panose="02010600030101010101" pitchFamily="2" charset="-122"/>
              </a:rPr>
              <a:t>TDMA: time division multiple access</a:t>
            </a:r>
            <a:r>
              <a:rPr lang="en-US" altLang="zh-CN" dirty="0">
                <a:ea typeface="宋体" panose="02010600030101010101" pitchFamily="2" charset="-122"/>
              </a:rPr>
              <a:t> </a:t>
            </a:r>
            <a:endParaRPr lang="en-US" altLang="zh-CN" dirty="0">
              <a:ea typeface="宋体" panose="02010600030101010101" pitchFamily="2" charset="-122"/>
            </a:endParaRPr>
          </a:p>
          <a:p>
            <a:r>
              <a:rPr lang="en-US" altLang="zh-CN" sz="2400" dirty="0">
                <a:ea typeface="宋体" panose="02010600030101010101" pitchFamily="2" charset="-122"/>
              </a:rPr>
              <a:t>access to channel in "rounds" </a:t>
            </a:r>
            <a:endParaRPr lang="en-US" altLang="zh-CN" sz="2400" dirty="0">
              <a:ea typeface="宋体" panose="02010600030101010101" pitchFamily="2" charset="-122"/>
            </a:endParaRPr>
          </a:p>
          <a:p>
            <a:r>
              <a:rPr lang="en-US" altLang="zh-CN" sz="2400" dirty="0">
                <a:ea typeface="宋体" panose="02010600030101010101" pitchFamily="2" charset="-122"/>
              </a:rPr>
              <a:t>each station gets fixed length slot (length = pkt trans time) in each round </a:t>
            </a:r>
            <a:endParaRPr lang="en-US" altLang="zh-CN" sz="2400" dirty="0">
              <a:ea typeface="宋体" panose="02010600030101010101" pitchFamily="2" charset="-122"/>
            </a:endParaRPr>
          </a:p>
          <a:p>
            <a:r>
              <a:rPr lang="en-US" altLang="zh-CN" sz="2400" dirty="0">
                <a:ea typeface="宋体" panose="02010600030101010101" pitchFamily="2" charset="-122"/>
              </a:rPr>
              <a:t>unused slots go idle </a:t>
            </a:r>
            <a:endParaRPr lang="en-US" altLang="zh-CN" sz="2400" dirty="0">
              <a:ea typeface="宋体" panose="02010600030101010101" pitchFamily="2" charset="-122"/>
            </a:endParaRPr>
          </a:p>
          <a:p>
            <a:r>
              <a:rPr lang="en-US" altLang="zh-CN" sz="2400" dirty="0">
                <a:ea typeface="宋体" panose="02010600030101010101" pitchFamily="2" charset="-122"/>
              </a:rPr>
              <a:t>example: 6-station LAN, 1,3,4 have pkt, slots 2,5,6 idle </a:t>
            </a:r>
            <a:endParaRPr lang="en-US" altLang="zh-CN" dirty="0">
              <a:ea typeface="宋体" panose="02010600030101010101" pitchFamily="2" charset="-122"/>
            </a:endParaRPr>
          </a:p>
        </p:txBody>
      </p:sp>
      <p:sp>
        <p:nvSpPr>
          <p:cNvPr id="45061" name="Line 7"/>
          <p:cNvSpPr/>
          <p:nvPr/>
        </p:nvSpPr>
        <p:spPr>
          <a:xfrm>
            <a:off x="1052513" y="5440363"/>
            <a:ext cx="6084887" cy="0"/>
          </a:xfrm>
          <a:prstGeom prst="line">
            <a:avLst/>
          </a:prstGeom>
          <a:ln w="9525" cap="flat" cmpd="sng">
            <a:solidFill>
              <a:schemeClr val="tx1"/>
            </a:solidFill>
            <a:prstDash val="solid"/>
            <a:round/>
            <a:headEnd type="none" w="med" len="med"/>
            <a:tailEnd type="none" w="med" len="med"/>
          </a:ln>
        </p:spPr>
      </p:sp>
      <p:sp>
        <p:nvSpPr>
          <p:cNvPr id="45062" name="Rectangle 8"/>
          <p:cNvSpPr/>
          <p:nvPr/>
        </p:nvSpPr>
        <p:spPr>
          <a:xfrm>
            <a:off x="1274763" y="5213350"/>
            <a:ext cx="479425" cy="230188"/>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45063" name="Rectangle 10"/>
          <p:cNvSpPr/>
          <p:nvPr/>
        </p:nvSpPr>
        <p:spPr>
          <a:xfrm>
            <a:off x="2233613" y="5213350"/>
            <a:ext cx="479425" cy="230188"/>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45064" name="Rectangle 11"/>
          <p:cNvSpPr/>
          <p:nvPr/>
        </p:nvSpPr>
        <p:spPr>
          <a:xfrm>
            <a:off x="2708275" y="5213350"/>
            <a:ext cx="479425" cy="23018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45065" name="Line 13"/>
          <p:cNvSpPr/>
          <p:nvPr/>
        </p:nvSpPr>
        <p:spPr>
          <a:xfrm>
            <a:off x="1276350" y="5100638"/>
            <a:ext cx="0" cy="338137"/>
          </a:xfrm>
          <a:prstGeom prst="line">
            <a:avLst/>
          </a:prstGeom>
          <a:ln w="28575" cap="flat" cmpd="sng">
            <a:solidFill>
              <a:schemeClr val="tx1"/>
            </a:solidFill>
            <a:prstDash val="solid"/>
            <a:round/>
            <a:headEnd type="none" w="med" len="med"/>
            <a:tailEnd type="none" w="med" len="med"/>
          </a:ln>
        </p:spPr>
      </p:sp>
      <p:sp>
        <p:nvSpPr>
          <p:cNvPr id="45066" name="Line 16"/>
          <p:cNvSpPr/>
          <p:nvPr/>
        </p:nvSpPr>
        <p:spPr>
          <a:xfrm>
            <a:off x="4141788" y="5103813"/>
            <a:ext cx="0" cy="338137"/>
          </a:xfrm>
          <a:prstGeom prst="line">
            <a:avLst/>
          </a:prstGeom>
          <a:ln w="9525" cap="flat" cmpd="sng">
            <a:solidFill>
              <a:schemeClr val="tx1"/>
            </a:solidFill>
            <a:prstDash val="solid"/>
            <a:round/>
            <a:headEnd type="none" w="med" len="med"/>
            <a:tailEnd type="none" w="med" len="med"/>
          </a:ln>
        </p:spPr>
      </p:sp>
      <p:sp>
        <p:nvSpPr>
          <p:cNvPr id="45067" name="Text Box 23"/>
          <p:cNvSpPr txBox="1"/>
          <p:nvPr/>
        </p:nvSpPr>
        <p:spPr>
          <a:xfrm>
            <a:off x="1374775" y="5184775"/>
            <a:ext cx="307975" cy="336550"/>
          </a:xfrm>
          <a:prstGeom prst="rect">
            <a:avLst/>
          </a:prstGeom>
          <a:noFill/>
          <a:ln w="9525">
            <a:noFill/>
          </a:ln>
        </p:spPr>
        <p:txBody>
          <a:bodyPr wrap="none" anchor="t" anchorCtr="0">
            <a:spAutoFit/>
          </a:bodyPr>
          <a:p>
            <a:pPr eaLnBrk="0" hangingPunct="0">
              <a:buClrTx/>
              <a:buFontTx/>
            </a:pPr>
            <a:r>
              <a:rPr lang="en-US" altLang="zh-CN" sz="1600" b="1" i="0" dirty="0">
                <a:solidFill>
                  <a:schemeClr val="bg1"/>
                </a:solidFill>
                <a:latin typeface="Comic Sans MS" panose="030F0702030302020204" pitchFamily="66" charset="0"/>
                <a:ea typeface="宋体" panose="02010600030101010101" pitchFamily="2" charset="-122"/>
              </a:rPr>
              <a:t>1</a:t>
            </a:r>
            <a:endParaRPr lang="en-US" altLang="zh-CN" sz="1600" b="1" i="0" dirty="0">
              <a:solidFill>
                <a:schemeClr val="bg1"/>
              </a:solidFill>
              <a:latin typeface="Comic Sans MS" panose="030F0702030302020204" pitchFamily="66" charset="0"/>
              <a:ea typeface="宋体" panose="02010600030101010101" pitchFamily="2" charset="-122"/>
            </a:endParaRPr>
          </a:p>
        </p:txBody>
      </p:sp>
      <p:sp>
        <p:nvSpPr>
          <p:cNvPr id="45068" name="Text Box 24"/>
          <p:cNvSpPr txBox="1"/>
          <p:nvPr/>
        </p:nvSpPr>
        <p:spPr>
          <a:xfrm>
            <a:off x="2320925" y="5170488"/>
            <a:ext cx="307975" cy="336550"/>
          </a:xfrm>
          <a:prstGeom prst="rect">
            <a:avLst/>
          </a:prstGeom>
          <a:noFill/>
          <a:ln w="9525">
            <a:noFill/>
          </a:ln>
        </p:spPr>
        <p:txBody>
          <a:bodyPr wrap="none" anchor="t" anchorCtr="0">
            <a:spAutoFit/>
          </a:bodyPr>
          <a:p>
            <a:pPr eaLnBrk="0" hangingPunct="0">
              <a:buClrTx/>
              <a:buFontTx/>
            </a:pPr>
            <a:r>
              <a:rPr lang="en-US" altLang="zh-CN" sz="1600" b="1" i="0" dirty="0">
                <a:solidFill>
                  <a:schemeClr val="bg1"/>
                </a:solidFill>
                <a:latin typeface="Comic Sans MS" panose="030F0702030302020204" pitchFamily="66" charset="0"/>
                <a:ea typeface="宋体" panose="02010600030101010101" pitchFamily="2" charset="-122"/>
              </a:rPr>
              <a:t>3</a:t>
            </a:r>
            <a:endParaRPr lang="en-US" altLang="zh-CN" sz="1600" b="1" i="0" dirty="0">
              <a:solidFill>
                <a:schemeClr val="bg1"/>
              </a:solidFill>
              <a:latin typeface="Comic Sans MS" panose="030F0702030302020204" pitchFamily="66" charset="0"/>
              <a:ea typeface="宋体" panose="02010600030101010101" pitchFamily="2" charset="-122"/>
            </a:endParaRPr>
          </a:p>
        </p:txBody>
      </p:sp>
      <p:sp>
        <p:nvSpPr>
          <p:cNvPr id="45069" name="Text Box 25"/>
          <p:cNvSpPr txBox="1"/>
          <p:nvPr/>
        </p:nvSpPr>
        <p:spPr>
          <a:xfrm>
            <a:off x="2786063" y="5176838"/>
            <a:ext cx="307975" cy="336550"/>
          </a:xfrm>
          <a:prstGeom prst="rect">
            <a:avLst/>
          </a:prstGeom>
          <a:noFill/>
          <a:ln w="9525">
            <a:noFill/>
          </a:ln>
        </p:spPr>
        <p:txBody>
          <a:bodyPr wrap="none" anchor="t" anchorCtr="0">
            <a:spAutoFit/>
          </a:bodyPr>
          <a:p>
            <a:pPr eaLnBrk="0" hangingPunct="0">
              <a:buClrTx/>
              <a:buFontTx/>
            </a:pPr>
            <a:r>
              <a:rPr lang="en-US" altLang="zh-CN" sz="1600" b="1" i="0" dirty="0">
                <a:solidFill>
                  <a:schemeClr val="bg1"/>
                </a:solidFill>
                <a:latin typeface="Comic Sans MS" panose="030F0702030302020204" pitchFamily="66" charset="0"/>
                <a:ea typeface="宋体" panose="02010600030101010101" pitchFamily="2" charset="-122"/>
              </a:rPr>
              <a:t>4</a:t>
            </a:r>
            <a:endParaRPr lang="en-US" altLang="zh-CN" sz="1600" b="1" i="0" dirty="0">
              <a:solidFill>
                <a:schemeClr val="bg1"/>
              </a:solidFill>
              <a:latin typeface="Comic Sans MS" panose="030F0702030302020204" pitchFamily="66" charset="0"/>
              <a:ea typeface="宋体" panose="02010600030101010101" pitchFamily="2" charset="-122"/>
            </a:endParaRPr>
          </a:p>
        </p:txBody>
      </p:sp>
      <p:sp>
        <p:nvSpPr>
          <p:cNvPr id="45070" name="Rectangle 26"/>
          <p:cNvSpPr/>
          <p:nvPr/>
        </p:nvSpPr>
        <p:spPr>
          <a:xfrm>
            <a:off x="4132263" y="5208588"/>
            <a:ext cx="479425" cy="230187"/>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45071" name="Rectangle 27"/>
          <p:cNvSpPr/>
          <p:nvPr/>
        </p:nvSpPr>
        <p:spPr>
          <a:xfrm>
            <a:off x="5091113" y="5208588"/>
            <a:ext cx="479425" cy="230187"/>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45072" name="Rectangle 28"/>
          <p:cNvSpPr/>
          <p:nvPr/>
        </p:nvSpPr>
        <p:spPr>
          <a:xfrm>
            <a:off x="5565775" y="5208588"/>
            <a:ext cx="479425" cy="23018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45073" name="Line 29"/>
          <p:cNvSpPr/>
          <p:nvPr/>
        </p:nvSpPr>
        <p:spPr>
          <a:xfrm>
            <a:off x="4133850" y="5095875"/>
            <a:ext cx="0" cy="338138"/>
          </a:xfrm>
          <a:prstGeom prst="line">
            <a:avLst/>
          </a:prstGeom>
          <a:ln w="38100" cap="flat" cmpd="sng">
            <a:solidFill>
              <a:schemeClr val="tx1"/>
            </a:solidFill>
            <a:prstDash val="solid"/>
            <a:round/>
            <a:headEnd type="none" w="med" len="med"/>
            <a:tailEnd type="none" w="med" len="med"/>
          </a:ln>
        </p:spPr>
      </p:sp>
      <p:sp>
        <p:nvSpPr>
          <p:cNvPr id="45074" name="Text Box 30"/>
          <p:cNvSpPr txBox="1"/>
          <p:nvPr/>
        </p:nvSpPr>
        <p:spPr>
          <a:xfrm>
            <a:off x="4232275" y="5180013"/>
            <a:ext cx="307975" cy="336550"/>
          </a:xfrm>
          <a:prstGeom prst="rect">
            <a:avLst/>
          </a:prstGeom>
          <a:noFill/>
          <a:ln w="9525">
            <a:noFill/>
          </a:ln>
        </p:spPr>
        <p:txBody>
          <a:bodyPr wrap="none" anchor="t" anchorCtr="0">
            <a:spAutoFit/>
          </a:bodyPr>
          <a:p>
            <a:pPr eaLnBrk="0" hangingPunct="0">
              <a:buClrTx/>
              <a:buFontTx/>
            </a:pPr>
            <a:r>
              <a:rPr lang="en-US" altLang="zh-CN" sz="1600" b="1" i="0" dirty="0">
                <a:solidFill>
                  <a:schemeClr val="bg1"/>
                </a:solidFill>
                <a:latin typeface="Comic Sans MS" panose="030F0702030302020204" pitchFamily="66" charset="0"/>
                <a:ea typeface="宋体" panose="02010600030101010101" pitchFamily="2" charset="-122"/>
              </a:rPr>
              <a:t>1</a:t>
            </a:r>
            <a:endParaRPr lang="en-US" altLang="zh-CN" sz="1600" b="1" i="0" dirty="0">
              <a:solidFill>
                <a:schemeClr val="bg1"/>
              </a:solidFill>
              <a:latin typeface="Comic Sans MS" panose="030F0702030302020204" pitchFamily="66" charset="0"/>
              <a:ea typeface="宋体" panose="02010600030101010101" pitchFamily="2" charset="-122"/>
            </a:endParaRPr>
          </a:p>
        </p:txBody>
      </p:sp>
      <p:sp>
        <p:nvSpPr>
          <p:cNvPr id="45075" name="Text Box 31"/>
          <p:cNvSpPr txBox="1"/>
          <p:nvPr/>
        </p:nvSpPr>
        <p:spPr>
          <a:xfrm>
            <a:off x="5178425" y="5165725"/>
            <a:ext cx="307975" cy="336550"/>
          </a:xfrm>
          <a:prstGeom prst="rect">
            <a:avLst/>
          </a:prstGeom>
          <a:noFill/>
          <a:ln w="9525">
            <a:noFill/>
          </a:ln>
        </p:spPr>
        <p:txBody>
          <a:bodyPr wrap="none" anchor="t" anchorCtr="0">
            <a:spAutoFit/>
          </a:bodyPr>
          <a:p>
            <a:pPr eaLnBrk="0" hangingPunct="0">
              <a:buClrTx/>
              <a:buFontTx/>
            </a:pPr>
            <a:r>
              <a:rPr lang="en-US" altLang="zh-CN" sz="1600" b="1" i="0" dirty="0">
                <a:solidFill>
                  <a:schemeClr val="bg1"/>
                </a:solidFill>
                <a:latin typeface="Comic Sans MS" panose="030F0702030302020204" pitchFamily="66" charset="0"/>
                <a:ea typeface="宋体" panose="02010600030101010101" pitchFamily="2" charset="-122"/>
              </a:rPr>
              <a:t>3</a:t>
            </a:r>
            <a:endParaRPr lang="en-US" altLang="zh-CN" sz="1600" b="1" i="0" dirty="0">
              <a:solidFill>
                <a:schemeClr val="bg1"/>
              </a:solidFill>
              <a:latin typeface="Comic Sans MS" panose="030F0702030302020204" pitchFamily="66" charset="0"/>
              <a:ea typeface="宋体" panose="02010600030101010101" pitchFamily="2" charset="-122"/>
            </a:endParaRPr>
          </a:p>
        </p:txBody>
      </p:sp>
      <p:sp>
        <p:nvSpPr>
          <p:cNvPr id="45076" name="Text Box 32"/>
          <p:cNvSpPr txBox="1"/>
          <p:nvPr/>
        </p:nvSpPr>
        <p:spPr>
          <a:xfrm>
            <a:off x="5643563" y="5172075"/>
            <a:ext cx="307975" cy="336550"/>
          </a:xfrm>
          <a:prstGeom prst="rect">
            <a:avLst/>
          </a:prstGeom>
          <a:noFill/>
          <a:ln w="9525">
            <a:noFill/>
          </a:ln>
        </p:spPr>
        <p:txBody>
          <a:bodyPr wrap="none" anchor="t" anchorCtr="0">
            <a:spAutoFit/>
          </a:bodyPr>
          <a:p>
            <a:pPr eaLnBrk="0" hangingPunct="0">
              <a:buClrTx/>
              <a:buFontTx/>
            </a:pPr>
            <a:r>
              <a:rPr lang="en-US" altLang="zh-CN" sz="1600" b="1" i="0" dirty="0">
                <a:solidFill>
                  <a:schemeClr val="bg1"/>
                </a:solidFill>
                <a:latin typeface="Comic Sans MS" panose="030F0702030302020204" pitchFamily="66" charset="0"/>
                <a:ea typeface="宋体" panose="02010600030101010101" pitchFamily="2" charset="-122"/>
              </a:rPr>
              <a:t>4</a:t>
            </a:r>
            <a:endParaRPr lang="en-US" altLang="zh-CN" sz="1600" b="1" i="0" dirty="0">
              <a:solidFill>
                <a:schemeClr val="bg1"/>
              </a:solidFill>
              <a:latin typeface="Comic Sans MS" panose="030F0702030302020204" pitchFamily="66" charset="0"/>
              <a:ea typeface="宋体" panose="02010600030101010101" pitchFamily="2" charset="-122"/>
            </a:endParaRPr>
          </a:p>
        </p:txBody>
      </p:sp>
      <p:sp>
        <p:nvSpPr>
          <p:cNvPr id="45077" name="Line 34"/>
          <p:cNvSpPr/>
          <p:nvPr/>
        </p:nvSpPr>
        <p:spPr>
          <a:xfrm>
            <a:off x="1757363" y="5205413"/>
            <a:ext cx="0" cy="238125"/>
          </a:xfrm>
          <a:prstGeom prst="line">
            <a:avLst/>
          </a:prstGeom>
          <a:ln w="28575" cap="flat" cmpd="sng">
            <a:solidFill>
              <a:schemeClr val="tx1"/>
            </a:solidFill>
            <a:prstDash val="solid"/>
            <a:round/>
            <a:headEnd type="none" w="med" len="med"/>
            <a:tailEnd type="none" w="med" len="med"/>
          </a:ln>
        </p:spPr>
      </p:sp>
      <p:sp>
        <p:nvSpPr>
          <p:cNvPr id="45078" name="Line 35"/>
          <p:cNvSpPr/>
          <p:nvPr/>
        </p:nvSpPr>
        <p:spPr>
          <a:xfrm>
            <a:off x="2233613" y="5210175"/>
            <a:ext cx="0" cy="238125"/>
          </a:xfrm>
          <a:prstGeom prst="line">
            <a:avLst/>
          </a:prstGeom>
          <a:ln w="28575" cap="flat" cmpd="sng">
            <a:solidFill>
              <a:schemeClr val="tx1"/>
            </a:solidFill>
            <a:prstDash val="solid"/>
            <a:round/>
            <a:headEnd type="none" w="med" len="med"/>
            <a:tailEnd type="none" w="med" len="med"/>
          </a:ln>
        </p:spPr>
      </p:sp>
      <p:sp>
        <p:nvSpPr>
          <p:cNvPr id="45079" name="Line 36"/>
          <p:cNvSpPr/>
          <p:nvPr/>
        </p:nvSpPr>
        <p:spPr>
          <a:xfrm>
            <a:off x="2709863" y="5210175"/>
            <a:ext cx="0" cy="238125"/>
          </a:xfrm>
          <a:prstGeom prst="line">
            <a:avLst/>
          </a:prstGeom>
          <a:ln w="28575" cap="flat" cmpd="sng">
            <a:solidFill>
              <a:schemeClr val="tx1"/>
            </a:solidFill>
            <a:prstDash val="solid"/>
            <a:round/>
            <a:headEnd type="none" w="med" len="med"/>
            <a:tailEnd type="none" w="med" len="med"/>
          </a:ln>
        </p:spPr>
      </p:sp>
      <p:sp>
        <p:nvSpPr>
          <p:cNvPr id="45080" name="Line 37"/>
          <p:cNvSpPr/>
          <p:nvPr/>
        </p:nvSpPr>
        <p:spPr>
          <a:xfrm>
            <a:off x="3186113" y="5210175"/>
            <a:ext cx="0" cy="238125"/>
          </a:xfrm>
          <a:prstGeom prst="line">
            <a:avLst/>
          </a:prstGeom>
          <a:ln w="28575" cap="flat" cmpd="sng">
            <a:solidFill>
              <a:schemeClr val="tx1"/>
            </a:solidFill>
            <a:prstDash val="solid"/>
            <a:round/>
            <a:headEnd type="none" w="med" len="med"/>
            <a:tailEnd type="none" w="med" len="med"/>
          </a:ln>
        </p:spPr>
      </p:sp>
      <p:sp>
        <p:nvSpPr>
          <p:cNvPr id="45081" name="Line 38"/>
          <p:cNvSpPr/>
          <p:nvPr/>
        </p:nvSpPr>
        <p:spPr>
          <a:xfrm>
            <a:off x="3667125" y="5200650"/>
            <a:ext cx="0" cy="238125"/>
          </a:xfrm>
          <a:prstGeom prst="line">
            <a:avLst/>
          </a:prstGeom>
          <a:ln w="28575" cap="flat" cmpd="sng">
            <a:solidFill>
              <a:schemeClr val="tx1"/>
            </a:solidFill>
            <a:prstDash val="solid"/>
            <a:round/>
            <a:headEnd type="none" w="med" len="med"/>
            <a:tailEnd type="none" w="med" len="med"/>
          </a:ln>
        </p:spPr>
      </p:sp>
      <p:sp>
        <p:nvSpPr>
          <p:cNvPr id="45082" name="Line 39"/>
          <p:cNvSpPr/>
          <p:nvPr/>
        </p:nvSpPr>
        <p:spPr>
          <a:xfrm>
            <a:off x="4614863" y="5205413"/>
            <a:ext cx="0" cy="238125"/>
          </a:xfrm>
          <a:prstGeom prst="line">
            <a:avLst/>
          </a:prstGeom>
          <a:ln w="28575" cap="flat" cmpd="sng">
            <a:solidFill>
              <a:schemeClr val="tx1"/>
            </a:solidFill>
            <a:prstDash val="solid"/>
            <a:round/>
            <a:headEnd type="none" w="med" len="med"/>
            <a:tailEnd type="none" w="med" len="med"/>
          </a:ln>
        </p:spPr>
      </p:sp>
      <p:sp>
        <p:nvSpPr>
          <p:cNvPr id="45083" name="Line 40"/>
          <p:cNvSpPr/>
          <p:nvPr/>
        </p:nvSpPr>
        <p:spPr>
          <a:xfrm>
            <a:off x="5562600" y="5200650"/>
            <a:ext cx="0" cy="238125"/>
          </a:xfrm>
          <a:prstGeom prst="line">
            <a:avLst/>
          </a:prstGeom>
          <a:ln w="28575" cap="flat" cmpd="sng">
            <a:solidFill>
              <a:schemeClr val="tx1"/>
            </a:solidFill>
            <a:prstDash val="solid"/>
            <a:round/>
            <a:headEnd type="none" w="med" len="med"/>
            <a:tailEnd type="none" w="med" len="med"/>
          </a:ln>
        </p:spPr>
      </p:sp>
      <p:sp>
        <p:nvSpPr>
          <p:cNvPr id="45084" name="Line 41"/>
          <p:cNvSpPr/>
          <p:nvPr/>
        </p:nvSpPr>
        <p:spPr>
          <a:xfrm>
            <a:off x="6510338" y="5195888"/>
            <a:ext cx="0" cy="238125"/>
          </a:xfrm>
          <a:prstGeom prst="line">
            <a:avLst/>
          </a:prstGeom>
          <a:ln w="28575" cap="flat" cmpd="sng">
            <a:solidFill>
              <a:schemeClr val="tx1"/>
            </a:solidFill>
            <a:prstDash val="solid"/>
            <a:round/>
            <a:headEnd type="none" w="med" len="med"/>
            <a:tailEnd type="none" w="med" len="med"/>
          </a:ln>
        </p:spPr>
      </p:sp>
      <p:sp>
        <p:nvSpPr>
          <p:cNvPr id="45085" name="Line 42"/>
          <p:cNvSpPr/>
          <p:nvPr/>
        </p:nvSpPr>
        <p:spPr>
          <a:xfrm>
            <a:off x="6043613" y="5205413"/>
            <a:ext cx="0" cy="238125"/>
          </a:xfrm>
          <a:prstGeom prst="line">
            <a:avLst/>
          </a:prstGeom>
          <a:ln w="28575" cap="flat" cmpd="sng">
            <a:solidFill>
              <a:schemeClr val="tx1"/>
            </a:solidFill>
            <a:prstDash val="solid"/>
            <a:round/>
            <a:headEnd type="none" w="med" len="med"/>
            <a:tailEnd type="none" w="med" len="med"/>
          </a:ln>
        </p:spPr>
      </p:sp>
      <p:sp>
        <p:nvSpPr>
          <p:cNvPr id="45086" name="Line 43"/>
          <p:cNvSpPr/>
          <p:nvPr/>
        </p:nvSpPr>
        <p:spPr>
          <a:xfrm>
            <a:off x="6991350" y="5110163"/>
            <a:ext cx="0" cy="338137"/>
          </a:xfrm>
          <a:prstGeom prst="line">
            <a:avLst/>
          </a:prstGeom>
          <a:ln w="38100" cap="flat" cmpd="sng">
            <a:solidFill>
              <a:schemeClr val="tx1"/>
            </a:solidFill>
            <a:prstDash val="solid"/>
            <a:round/>
            <a:headEnd type="none" w="med" len="med"/>
            <a:tailEnd type="none" w="med" len="med"/>
          </a:ln>
        </p:spPr>
      </p:sp>
      <p:sp>
        <p:nvSpPr>
          <p:cNvPr id="45087" name="Line 44"/>
          <p:cNvSpPr/>
          <p:nvPr/>
        </p:nvSpPr>
        <p:spPr>
          <a:xfrm>
            <a:off x="5091113" y="5205413"/>
            <a:ext cx="0" cy="238125"/>
          </a:xfrm>
          <a:prstGeom prst="line">
            <a:avLst/>
          </a:prstGeom>
          <a:ln w="28575" cap="flat" cmpd="sng">
            <a:solidFill>
              <a:schemeClr val="tx1"/>
            </a:solidFill>
            <a:prstDash val="solid"/>
            <a:round/>
            <a:headEnd type="none" w="med" len="med"/>
            <a:tailEnd type="none" w="med" len="med"/>
          </a:ln>
        </p:spPr>
      </p:sp>
      <p:sp>
        <p:nvSpPr>
          <p:cNvPr id="45088" name="Text Box 45"/>
          <p:cNvSpPr txBox="1"/>
          <p:nvPr/>
        </p:nvSpPr>
        <p:spPr>
          <a:xfrm>
            <a:off x="2320925" y="4586288"/>
            <a:ext cx="758825" cy="581025"/>
          </a:xfrm>
          <a:prstGeom prst="rect">
            <a:avLst/>
          </a:prstGeom>
          <a:noFill/>
          <a:ln w="9525">
            <a:noFill/>
          </a:ln>
        </p:spPr>
        <p:txBody>
          <a:bodyPr wrap="none" anchor="t" anchorCtr="0">
            <a:spAutoFit/>
          </a:bodyPr>
          <a:p>
            <a:pPr eaLnBrk="0" hangingPunct="0">
              <a:buClrTx/>
              <a:buFontTx/>
            </a:pPr>
            <a:r>
              <a:rPr lang="en-US" altLang="zh-CN" sz="1600" i="0" dirty="0">
                <a:latin typeface="Comic Sans MS" panose="030F0702030302020204" pitchFamily="66" charset="0"/>
                <a:ea typeface="宋体" panose="02010600030101010101" pitchFamily="2" charset="-122"/>
              </a:rPr>
              <a:t>6-slot</a:t>
            </a:r>
            <a:endParaRPr lang="en-US" altLang="zh-CN" sz="1600" i="0" dirty="0">
              <a:latin typeface="Comic Sans MS" panose="030F0702030302020204" pitchFamily="66" charset="0"/>
              <a:ea typeface="宋体" panose="02010600030101010101" pitchFamily="2" charset="-122"/>
            </a:endParaRPr>
          </a:p>
          <a:p>
            <a:pPr eaLnBrk="0" hangingPunct="0">
              <a:buClrTx/>
              <a:buFontTx/>
            </a:pPr>
            <a:r>
              <a:rPr lang="en-US" altLang="zh-CN" sz="1600" i="0" dirty="0">
                <a:latin typeface="Comic Sans MS" panose="030F0702030302020204" pitchFamily="66" charset="0"/>
                <a:ea typeface="宋体" panose="02010600030101010101" pitchFamily="2" charset="-122"/>
              </a:rPr>
              <a:t>frame</a:t>
            </a:r>
            <a:endParaRPr lang="en-US" altLang="zh-CN" sz="1600" i="0" dirty="0">
              <a:latin typeface="Comic Sans MS" panose="030F0702030302020204" pitchFamily="66" charset="0"/>
              <a:ea typeface="宋体" panose="02010600030101010101" pitchFamily="2" charset="-122"/>
            </a:endParaRPr>
          </a:p>
        </p:txBody>
      </p:sp>
      <p:sp>
        <p:nvSpPr>
          <p:cNvPr id="45089" name="Line 46"/>
          <p:cNvSpPr/>
          <p:nvPr/>
        </p:nvSpPr>
        <p:spPr>
          <a:xfrm>
            <a:off x="3132138" y="4918075"/>
            <a:ext cx="989012" cy="0"/>
          </a:xfrm>
          <a:prstGeom prst="line">
            <a:avLst/>
          </a:prstGeom>
          <a:ln w="9525" cap="flat" cmpd="sng">
            <a:solidFill>
              <a:schemeClr val="tx1"/>
            </a:solidFill>
            <a:prstDash val="solid"/>
            <a:round/>
            <a:headEnd type="none" w="med" len="med"/>
            <a:tailEnd type="triangle" w="med" len="med"/>
          </a:ln>
        </p:spPr>
      </p:sp>
      <p:sp>
        <p:nvSpPr>
          <p:cNvPr id="45090" name="Line 47"/>
          <p:cNvSpPr/>
          <p:nvPr/>
        </p:nvSpPr>
        <p:spPr>
          <a:xfrm flipH="1">
            <a:off x="1287463" y="4913313"/>
            <a:ext cx="989012" cy="0"/>
          </a:xfrm>
          <a:prstGeom prst="line">
            <a:avLst/>
          </a:prstGeom>
          <a:ln w="9525" cap="flat" cmpd="sng">
            <a:solidFill>
              <a:schemeClr val="tx1"/>
            </a:solidFill>
            <a:prstDash val="solid"/>
            <a:round/>
            <a:headEnd type="none" w="med" len="med"/>
            <a:tailEnd type="triangle" w="med" len="med"/>
          </a:ln>
        </p:spPr>
      </p:sp>
      <p:sp>
        <p:nvSpPr>
          <p:cNvPr id="45091" name="Line 48"/>
          <p:cNvSpPr/>
          <p:nvPr/>
        </p:nvSpPr>
        <p:spPr>
          <a:xfrm>
            <a:off x="1266825" y="4826000"/>
            <a:ext cx="0" cy="304800"/>
          </a:xfrm>
          <a:prstGeom prst="line">
            <a:avLst/>
          </a:prstGeom>
          <a:ln w="9525" cap="flat" cmpd="sng">
            <a:solidFill>
              <a:schemeClr val="tx1"/>
            </a:solidFill>
            <a:prstDash val="dash"/>
            <a:round/>
            <a:headEnd type="none" w="med" len="med"/>
            <a:tailEnd type="none" w="med" len="med"/>
          </a:ln>
        </p:spPr>
      </p:sp>
      <p:sp>
        <p:nvSpPr>
          <p:cNvPr id="45092" name="Line 49"/>
          <p:cNvSpPr/>
          <p:nvPr/>
        </p:nvSpPr>
        <p:spPr>
          <a:xfrm>
            <a:off x="4125913" y="4783138"/>
            <a:ext cx="0" cy="304800"/>
          </a:xfrm>
          <a:prstGeom prst="line">
            <a:avLst/>
          </a:prstGeom>
          <a:ln w="9525" cap="flat" cmpd="sng">
            <a:solidFill>
              <a:schemeClr val="tx1"/>
            </a:solidFill>
            <a:prstDash val="dash"/>
            <a:round/>
            <a:headEnd type="none" w="med" len="med"/>
            <a:tailEnd type="none" w="med" len="me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4710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47107" name="Rectangle 2"/>
          <p:cNvSpPr>
            <a:spLocks noGrp="1"/>
          </p:cNvSpPr>
          <p:nvPr>
            <p:ph type="title"/>
          </p:nvPr>
        </p:nvSpPr>
        <p:spPr>
          <a:xfrm>
            <a:off x="230188" y="228600"/>
            <a:ext cx="8629650" cy="1143000"/>
          </a:xfrm>
          <a:ln/>
        </p:spPr>
        <p:txBody>
          <a:bodyPr vert="horz" wrap="square" lIns="91440" tIns="45720" rIns="91440" bIns="45720" anchor="ctr" anchorCtr="0"/>
          <a:p>
            <a:r>
              <a:rPr lang="en-US" altLang="zh-CN" sz="3200" dirty="0">
                <a:ea typeface="宋体" panose="02010600030101010101" pitchFamily="2" charset="-122"/>
              </a:rPr>
              <a:t>Channel Partitioning MAC protocols: FDMA</a:t>
            </a:r>
            <a:endParaRPr lang="en-US" altLang="zh-CN" dirty="0">
              <a:ea typeface="宋体" panose="02010600030101010101" pitchFamily="2" charset="-122"/>
            </a:endParaRPr>
          </a:p>
        </p:txBody>
      </p:sp>
      <p:sp>
        <p:nvSpPr>
          <p:cNvPr id="47108" name="Rectangle 3"/>
          <p:cNvSpPr>
            <a:spLocks noGrp="1"/>
          </p:cNvSpPr>
          <p:nvPr>
            <p:ph idx="1"/>
          </p:nvPr>
        </p:nvSpPr>
        <p:spPr>
          <a:xfrm>
            <a:off x="501650" y="1370013"/>
            <a:ext cx="8223250" cy="4648200"/>
          </a:xfrm>
          <a:ln/>
        </p:spPr>
        <p:txBody>
          <a:bodyPr vert="horz" wrap="square" lIns="91440" tIns="45720" rIns="91440" bIns="45720" anchor="t" anchorCtr="0"/>
          <a:p>
            <a:pPr>
              <a:buNone/>
            </a:pPr>
            <a:r>
              <a:rPr lang="en-US" altLang="zh-CN" dirty="0">
                <a:solidFill>
                  <a:srgbClr val="FF0000"/>
                </a:solidFill>
                <a:ea typeface="宋体" panose="02010600030101010101" pitchFamily="2" charset="-122"/>
              </a:rPr>
              <a:t>FDMA: frequency division multiple access</a:t>
            </a:r>
            <a:r>
              <a:rPr lang="en-US" altLang="zh-CN" dirty="0">
                <a:ea typeface="宋体" panose="02010600030101010101" pitchFamily="2" charset="-122"/>
              </a:rPr>
              <a:t> </a:t>
            </a:r>
            <a:endParaRPr lang="en-US" altLang="zh-CN" dirty="0">
              <a:ea typeface="宋体" panose="02010600030101010101" pitchFamily="2" charset="-122"/>
            </a:endParaRPr>
          </a:p>
          <a:p>
            <a:r>
              <a:rPr lang="en-US" altLang="zh-CN" sz="2400" dirty="0">
                <a:ea typeface="宋体" panose="02010600030101010101" pitchFamily="2" charset="-122"/>
              </a:rPr>
              <a:t>channel spectrum divided into frequency bands</a:t>
            </a:r>
            <a:endParaRPr lang="en-US" altLang="zh-CN" sz="2400" dirty="0">
              <a:ea typeface="宋体" panose="02010600030101010101" pitchFamily="2" charset="-122"/>
            </a:endParaRPr>
          </a:p>
          <a:p>
            <a:r>
              <a:rPr lang="en-US" altLang="zh-CN" sz="2400" dirty="0">
                <a:ea typeface="宋体" panose="02010600030101010101" pitchFamily="2" charset="-122"/>
              </a:rPr>
              <a:t>each station assigned fixed frequency band</a:t>
            </a:r>
            <a:endParaRPr lang="en-US" altLang="zh-CN" sz="2400" dirty="0">
              <a:ea typeface="宋体" panose="02010600030101010101" pitchFamily="2" charset="-122"/>
            </a:endParaRPr>
          </a:p>
          <a:p>
            <a:r>
              <a:rPr lang="en-US" altLang="zh-CN" sz="2400" dirty="0">
                <a:ea typeface="宋体" panose="02010600030101010101" pitchFamily="2" charset="-122"/>
              </a:rPr>
              <a:t>unused transmission time in frequency bands go idle </a:t>
            </a:r>
            <a:endParaRPr lang="en-US" altLang="zh-CN" sz="2400" dirty="0">
              <a:ea typeface="宋体" panose="02010600030101010101" pitchFamily="2" charset="-122"/>
            </a:endParaRPr>
          </a:p>
          <a:p>
            <a:r>
              <a:rPr lang="en-US" altLang="zh-CN" sz="2400" dirty="0">
                <a:ea typeface="宋体" panose="02010600030101010101" pitchFamily="2" charset="-122"/>
              </a:rPr>
              <a:t>example: 6-station LAN, 1,3,4 have pkt, frequency bands 2,5,6 idle </a:t>
            </a:r>
            <a:endParaRPr lang="en-US" altLang="zh-CN" dirty="0">
              <a:ea typeface="宋体" panose="02010600030101010101" pitchFamily="2" charset="-122"/>
            </a:endParaRPr>
          </a:p>
        </p:txBody>
      </p:sp>
      <p:sp>
        <p:nvSpPr>
          <p:cNvPr id="47109" name="Rectangle 4"/>
          <p:cNvSpPr/>
          <p:nvPr/>
        </p:nvSpPr>
        <p:spPr>
          <a:xfrm>
            <a:off x="4627563" y="4138613"/>
            <a:ext cx="627062" cy="2251075"/>
          </a:xfrm>
          <a:prstGeom prst="rect">
            <a:avLst/>
          </a:prstGeom>
          <a:solidFill>
            <a:srgbClr val="FFFFFF"/>
          </a:solidFill>
          <a:ln w="19050"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47110" name="Line 5"/>
          <p:cNvSpPr/>
          <p:nvPr/>
        </p:nvSpPr>
        <p:spPr>
          <a:xfrm flipV="1">
            <a:off x="4625975" y="5243513"/>
            <a:ext cx="622300" cy="1587"/>
          </a:xfrm>
          <a:prstGeom prst="line">
            <a:avLst/>
          </a:prstGeom>
          <a:ln w="19050" cap="flat" cmpd="sng">
            <a:solidFill>
              <a:schemeClr val="tx1"/>
            </a:solidFill>
            <a:prstDash val="solid"/>
            <a:round/>
            <a:headEnd type="none" w="med" len="med"/>
            <a:tailEnd type="none" w="med" len="med"/>
          </a:ln>
        </p:spPr>
      </p:sp>
      <p:sp>
        <p:nvSpPr>
          <p:cNvPr id="47111" name="Line 6"/>
          <p:cNvSpPr/>
          <p:nvPr/>
        </p:nvSpPr>
        <p:spPr>
          <a:xfrm flipV="1">
            <a:off x="4621213" y="5635625"/>
            <a:ext cx="631825" cy="6350"/>
          </a:xfrm>
          <a:prstGeom prst="line">
            <a:avLst/>
          </a:prstGeom>
          <a:ln w="19050" cap="flat" cmpd="sng">
            <a:solidFill>
              <a:schemeClr val="tx1"/>
            </a:solidFill>
            <a:prstDash val="solid"/>
            <a:round/>
            <a:headEnd type="none" w="med" len="med"/>
            <a:tailEnd type="none" w="med" len="med"/>
          </a:ln>
        </p:spPr>
      </p:sp>
      <p:sp>
        <p:nvSpPr>
          <p:cNvPr id="47112" name="Line 7"/>
          <p:cNvSpPr/>
          <p:nvPr/>
        </p:nvSpPr>
        <p:spPr>
          <a:xfrm flipV="1">
            <a:off x="4625975" y="6021388"/>
            <a:ext cx="627063" cy="1587"/>
          </a:xfrm>
          <a:prstGeom prst="line">
            <a:avLst/>
          </a:prstGeom>
          <a:ln w="19050" cap="flat" cmpd="sng">
            <a:solidFill>
              <a:schemeClr val="tx1"/>
            </a:solidFill>
            <a:prstDash val="solid"/>
            <a:round/>
            <a:headEnd type="none" w="med" len="med"/>
            <a:tailEnd type="none" w="med" len="med"/>
          </a:ln>
        </p:spPr>
      </p:sp>
      <p:sp>
        <p:nvSpPr>
          <p:cNvPr id="47113" name="Line 8"/>
          <p:cNvSpPr/>
          <p:nvPr/>
        </p:nvSpPr>
        <p:spPr>
          <a:xfrm flipV="1">
            <a:off x="4621213" y="4857750"/>
            <a:ext cx="631825" cy="6350"/>
          </a:xfrm>
          <a:prstGeom prst="line">
            <a:avLst/>
          </a:prstGeom>
          <a:ln w="19050" cap="flat" cmpd="sng">
            <a:solidFill>
              <a:schemeClr val="tx1"/>
            </a:solidFill>
            <a:prstDash val="solid"/>
            <a:round/>
            <a:headEnd type="none" w="med" len="med"/>
            <a:tailEnd type="none" w="med" len="med"/>
          </a:ln>
        </p:spPr>
      </p:sp>
      <p:sp>
        <p:nvSpPr>
          <p:cNvPr id="47114" name="Line 9"/>
          <p:cNvSpPr/>
          <p:nvPr/>
        </p:nvSpPr>
        <p:spPr>
          <a:xfrm flipV="1">
            <a:off x="4625975" y="4471988"/>
            <a:ext cx="631825" cy="6350"/>
          </a:xfrm>
          <a:prstGeom prst="line">
            <a:avLst/>
          </a:prstGeom>
          <a:ln w="19050" cap="flat" cmpd="sng">
            <a:solidFill>
              <a:schemeClr val="tx1"/>
            </a:solidFill>
            <a:prstDash val="solid"/>
            <a:round/>
            <a:headEnd type="none" w="med" len="med"/>
            <a:tailEnd type="none" w="med" len="med"/>
          </a:ln>
        </p:spPr>
      </p:sp>
      <p:sp>
        <p:nvSpPr>
          <p:cNvPr id="47115" name="Line 11"/>
          <p:cNvSpPr/>
          <p:nvPr/>
        </p:nvSpPr>
        <p:spPr>
          <a:xfrm>
            <a:off x="5346700" y="4411663"/>
            <a:ext cx="2228850" cy="0"/>
          </a:xfrm>
          <a:prstGeom prst="line">
            <a:avLst/>
          </a:prstGeom>
          <a:ln w="19050" cap="flat" cmpd="sng">
            <a:solidFill>
              <a:schemeClr val="tx1"/>
            </a:solidFill>
            <a:prstDash val="solid"/>
            <a:round/>
            <a:headEnd type="none" w="med" len="med"/>
            <a:tailEnd type="triangle" w="med" len="med"/>
          </a:ln>
        </p:spPr>
      </p:sp>
      <p:sp>
        <p:nvSpPr>
          <p:cNvPr id="47116" name="Freeform 12"/>
          <p:cNvSpPr/>
          <p:nvPr/>
        </p:nvSpPr>
        <p:spPr>
          <a:xfrm>
            <a:off x="5494338" y="4292600"/>
            <a:ext cx="1728787" cy="114300"/>
          </a:xfrm>
          <a:custGeom>
            <a:avLst/>
            <a:gdLst/>
            <a:ahLst/>
            <a:cxnLst>
              <a:cxn ang="0">
                <a:pos x="0" y="2147483646"/>
              </a:cxn>
              <a:cxn ang="0">
                <a:pos x="0" y="2147483646"/>
              </a:cxn>
              <a:cxn ang="0">
                <a:pos x="2147483646" y="0"/>
              </a:cxn>
              <a:cxn ang="0">
                <a:pos x="2147483646" y="2147483646"/>
              </a:cxn>
            </a:cxnLst>
            <a:pathLst>
              <a:path w="1089" h="72">
                <a:moveTo>
                  <a:pt x="0" y="72"/>
                </a:moveTo>
                <a:lnTo>
                  <a:pt x="0" y="3"/>
                </a:lnTo>
                <a:lnTo>
                  <a:pt x="1089" y="0"/>
                </a:lnTo>
                <a:lnTo>
                  <a:pt x="1089" y="72"/>
                </a:lnTo>
              </a:path>
            </a:pathLst>
          </a:custGeom>
          <a:solidFill>
            <a:schemeClr val="accent2"/>
          </a:solidFill>
          <a:ln w="19050" cap="flat" cmpd="sng">
            <a:solidFill>
              <a:schemeClr val="tx1"/>
            </a:solidFill>
            <a:prstDash val="solid"/>
            <a:round/>
            <a:headEnd type="none" w="med" len="med"/>
            <a:tailEnd type="none" w="med" len="med"/>
          </a:ln>
        </p:spPr>
        <p:txBody>
          <a:bodyPr/>
          <a:p>
            <a:endParaRPr lang="zh-CN" altLang="en-US"/>
          </a:p>
        </p:txBody>
      </p:sp>
      <p:sp>
        <p:nvSpPr>
          <p:cNvPr id="47117" name="Line 13"/>
          <p:cNvSpPr/>
          <p:nvPr/>
        </p:nvSpPr>
        <p:spPr>
          <a:xfrm>
            <a:off x="5394325" y="4814888"/>
            <a:ext cx="2228850" cy="0"/>
          </a:xfrm>
          <a:prstGeom prst="line">
            <a:avLst/>
          </a:prstGeom>
          <a:ln w="19050" cap="flat" cmpd="sng">
            <a:solidFill>
              <a:schemeClr val="tx1"/>
            </a:solidFill>
            <a:prstDash val="solid"/>
            <a:round/>
            <a:headEnd type="none" w="med" len="med"/>
            <a:tailEnd type="triangle" w="med" len="med"/>
          </a:ln>
        </p:spPr>
      </p:sp>
      <p:sp>
        <p:nvSpPr>
          <p:cNvPr id="47118" name="Line 15"/>
          <p:cNvSpPr/>
          <p:nvPr/>
        </p:nvSpPr>
        <p:spPr>
          <a:xfrm>
            <a:off x="5394325" y="5213350"/>
            <a:ext cx="2228850" cy="0"/>
          </a:xfrm>
          <a:prstGeom prst="line">
            <a:avLst/>
          </a:prstGeom>
          <a:ln w="19050" cap="flat" cmpd="sng">
            <a:solidFill>
              <a:schemeClr val="tx1"/>
            </a:solidFill>
            <a:prstDash val="solid"/>
            <a:round/>
            <a:headEnd type="none" w="med" len="med"/>
            <a:tailEnd type="triangle" w="med" len="med"/>
          </a:ln>
        </p:spPr>
      </p:sp>
      <p:sp>
        <p:nvSpPr>
          <p:cNvPr id="47119" name="Freeform 16"/>
          <p:cNvSpPr/>
          <p:nvPr/>
        </p:nvSpPr>
        <p:spPr>
          <a:xfrm>
            <a:off x="5541963" y="5094288"/>
            <a:ext cx="1728787" cy="114300"/>
          </a:xfrm>
          <a:custGeom>
            <a:avLst/>
            <a:gdLst/>
            <a:ahLst/>
            <a:cxnLst>
              <a:cxn ang="0">
                <a:pos x="0" y="2147483646"/>
              </a:cxn>
              <a:cxn ang="0">
                <a:pos x="0" y="2147483646"/>
              </a:cxn>
              <a:cxn ang="0">
                <a:pos x="2147483646" y="0"/>
              </a:cxn>
              <a:cxn ang="0">
                <a:pos x="2147483646" y="2147483646"/>
              </a:cxn>
            </a:cxnLst>
            <a:pathLst>
              <a:path w="1089" h="72">
                <a:moveTo>
                  <a:pt x="0" y="72"/>
                </a:moveTo>
                <a:lnTo>
                  <a:pt x="0" y="3"/>
                </a:lnTo>
                <a:lnTo>
                  <a:pt x="1089" y="0"/>
                </a:lnTo>
                <a:lnTo>
                  <a:pt x="1089" y="72"/>
                </a:lnTo>
              </a:path>
            </a:pathLst>
          </a:custGeom>
          <a:solidFill>
            <a:srgbClr val="FF0000"/>
          </a:solidFill>
          <a:ln w="19050" cap="flat" cmpd="sng">
            <a:solidFill>
              <a:schemeClr val="tx1"/>
            </a:solidFill>
            <a:prstDash val="solid"/>
            <a:round/>
            <a:headEnd type="none" w="med" len="med"/>
            <a:tailEnd type="none" w="med" len="med"/>
          </a:ln>
        </p:spPr>
        <p:txBody>
          <a:bodyPr/>
          <a:p>
            <a:endParaRPr lang="zh-CN" altLang="en-US"/>
          </a:p>
        </p:txBody>
      </p:sp>
      <p:grpSp>
        <p:nvGrpSpPr>
          <p:cNvPr id="47120" name="Group 17"/>
          <p:cNvGrpSpPr/>
          <p:nvPr/>
        </p:nvGrpSpPr>
        <p:grpSpPr>
          <a:xfrm>
            <a:off x="5411788" y="5499100"/>
            <a:ext cx="2228850" cy="119063"/>
            <a:chOff x="1884" y="2826"/>
            <a:chExt cx="1404" cy="75"/>
          </a:xfrm>
        </p:grpSpPr>
        <p:sp>
          <p:nvSpPr>
            <p:cNvPr id="47121" name="Line 18"/>
            <p:cNvSpPr/>
            <p:nvPr/>
          </p:nvSpPr>
          <p:spPr>
            <a:xfrm>
              <a:off x="1884" y="2901"/>
              <a:ext cx="1404" cy="0"/>
            </a:xfrm>
            <a:prstGeom prst="line">
              <a:avLst/>
            </a:prstGeom>
            <a:ln w="19050" cap="flat" cmpd="sng">
              <a:solidFill>
                <a:schemeClr val="tx1"/>
              </a:solidFill>
              <a:prstDash val="solid"/>
              <a:round/>
              <a:headEnd type="none" w="med" len="med"/>
              <a:tailEnd type="triangle" w="med" len="med"/>
            </a:ln>
          </p:spPr>
        </p:sp>
        <p:sp>
          <p:nvSpPr>
            <p:cNvPr id="47122" name="Freeform 19"/>
            <p:cNvSpPr/>
            <p:nvPr/>
          </p:nvSpPr>
          <p:spPr>
            <a:xfrm>
              <a:off x="1977" y="2826"/>
              <a:ext cx="1089" cy="72"/>
            </a:xfrm>
            <a:custGeom>
              <a:avLst/>
              <a:gdLst/>
              <a:ahLst/>
              <a:cxnLst>
                <a:cxn ang="0">
                  <a:pos x="0" y="72"/>
                </a:cxn>
                <a:cxn ang="0">
                  <a:pos x="0" y="3"/>
                </a:cxn>
                <a:cxn ang="0">
                  <a:pos x="1089" y="0"/>
                </a:cxn>
                <a:cxn ang="0">
                  <a:pos x="1089" y="72"/>
                </a:cxn>
              </a:cxnLst>
              <a:pathLst>
                <a:path w="1089" h="72">
                  <a:moveTo>
                    <a:pt x="0" y="72"/>
                  </a:moveTo>
                  <a:lnTo>
                    <a:pt x="0" y="3"/>
                  </a:lnTo>
                  <a:lnTo>
                    <a:pt x="1089" y="0"/>
                  </a:lnTo>
                  <a:lnTo>
                    <a:pt x="1089" y="72"/>
                  </a:lnTo>
                </a:path>
              </a:pathLst>
            </a:custGeom>
            <a:solidFill>
              <a:srgbClr val="00CC66"/>
            </a:solidFill>
            <a:ln w="19050" cap="flat" cmpd="sng">
              <a:solidFill>
                <a:schemeClr val="tx1"/>
              </a:solidFill>
              <a:prstDash val="solid"/>
              <a:round/>
              <a:headEnd type="none" w="med" len="med"/>
              <a:tailEnd type="none" w="med" len="med"/>
            </a:ln>
          </p:spPr>
          <p:txBody>
            <a:bodyPr/>
            <a:p>
              <a:endParaRPr lang="zh-CN" altLang="en-US"/>
            </a:p>
          </p:txBody>
        </p:sp>
      </p:grpSp>
      <p:sp>
        <p:nvSpPr>
          <p:cNvPr id="47123" name="Line 20"/>
          <p:cNvSpPr/>
          <p:nvPr/>
        </p:nvSpPr>
        <p:spPr>
          <a:xfrm>
            <a:off x="5441950" y="6024563"/>
            <a:ext cx="2228850" cy="0"/>
          </a:xfrm>
          <a:prstGeom prst="line">
            <a:avLst/>
          </a:prstGeom>
          <a:ln w="19050" cap="flat" cmpd="sng">
            <a:solidFill>
              <a:schemeClr val="tx1"/>
            </a:solidFill>
            <a:prstDash val="solid"/>
            <a:round/>
            <a:headEnd type="none" w="med" len="med"/>
            <a:tailEnd type="triangle" w="med" len="med"/>
          </a:ln>
        </p:spPr>
      </p:sp>
      <p:sp>
        <p:nvSpPr>
          <p:cNvPr id="47124" name="Line 21"/>
          <p:cNvSpPr/>
          <p:nvPr/>
        </p:nvSpPr>
        <p:spPr>
          <a:xfrm>
            <a:off x="5448300" y="6354763"/>
            <a:ext cx="2228850" cy="0"/>
          </a:xfrm>
          <a:prstGeom prst="line">
            <a:avLst/>
          </a:prstGeom>
          <a:ln w="19050" cap="flat" cmpd="sng">
            <a:solidFill>
              <a:schemeClr val="tx1"/>
            </a:solidFill>
            <a:prstDash val="solid"/>
            <a:round/>
            <a:headEnd type="none" w="med" len="med"/>
            <a:tailEnd type="triangle" w="med" len="med"/>
          </a:ln>
        </p:spPr>
      </p:sp>
      <p:sp>
        <p:nvSpPr>
          <p:cNvPr id="47125" name="Text Box 22"/>
          <p:cNvSpPr txBox="1"/>
          <p:nvPr/>
        </p:nvSpPr>
        <p:spPr>
          <a:xfrm rot="-5400000">
            <a:off x="3392488" y="4986338"/>
            <a:ext cx="1939925" cy="365125"/>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frequency bands</a:t>
            </a:r>
            <a:endParaRPr lang="en-US" altLang="zh-CN" i="0" dirty="0">
              <a:latin typeface="Comic Sans MS" panose="030F0702030302020204" pitchFamily="66" charset="0"/>
              <a:ea typeface="宋体" panose="02010600030101010101" pitchFamily="2" charset="-122"/>
            </a:endParaRPr>
          </a:p>
        </p:txBody>
      </p:sp>
      <p:sp>
        <p:nvSpPr>
          <p:cNvPr id="47126" name="Text Box 23"/>
          <p:cNvSpPr txBox="1"/>
          <p:nvPr/>
        </p:nvSpPr>
        <p:spPr>
          <a:xfrm rot="67766">
            <a:off x="7332663" y="3965575"/>
            <a:ext cx="658812"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time</a:t>
            </a:r>
            <a:endParaRPr lang="en-US" altLang="zh-CN" i="0" dirty="0">
              <a:latin typeface="Comic Sans MS" panose="030F0702030302020204" pitchFamily="66" charset="0"/>
              <a:ea typeface="宋体" panose="02010600030101010101" pitchFamily="2" charset="-122"/>
            </a:endParaRPr>
          </a:p>
        </p:txBody>
      </p:sp>
      <p:sp>
        <p:nvSpPr>
          <p:cNvPr id="47127" name="Freeform 54"/>
          <p:cNvSpPr/>
          <p:nvPr/>
        </p:nvSpPr>
        <p:spPr>
          <a:xfrm>
            <a:off x="2032000" y="4348163"/>
            <a:ext cx="595313" cy="1538287"/>
          </a:xfrm>
          <a:custGeom>
            <a:avLst/>
            <a:gdLst/>
            <a:ahLst/>
            <a:cxnLst>
              <a:cxn ang="0">
                <a:pos x="2147483646" y="0"/>
              </a:cxn>
              <a:cxn ang="0">
                <a:pos x="0" y="2147483646"/>
              </a:cxn>
              <a:cxn ang="0">
                <a:pos x="2147483646" y="2147483646"/>
              </a:cxn>
              <a:cxn ang="0">
                <a:pos x="2147483646" y="0"/>
              </a:cxn>
            </a:cxnLst>
            <a:pathLst>
              <a:path w="375" h="969">
                <a:moveTo>
                  <a:pt x="375" y="0"/>
                </a:moveTo>
                <a:lnTo>
                  <a:pt x="0" y="485"/>
                </a:lnTo>
                <a:lnTo>
                  <a:pt x="375" y="969"/>
                </a:lnTo>
                <a:lnTo>
                  <a:pt x="375" y="0"/>
                </a:lnTo>
                <a:close/>
              </a:path>
            </a:pathLst>
          </a:custGeom>
          <a:gradFill rotWithShape="1">
            <a:gsLst>
              <a:gs pos="0">
                <a:schemeClr val="tx1"/>
              </a:gs>
              <a:gs pos="100000">
                <a:schemeClr val="bg1"/>
              </a:gs>
            </a:gsLst>
            <a:lin ang="0" scaled="1"/>
            <a:tileRect/>
          </a:gradFill>
          <a:ln w="3175">
            <a:noFill/>
          </a:ln>
        </p:spPr>
        <p:txBody>
          <a:bodyPr/>
          <a:p>
            <a:endParaRPr lang="zh-CN" altLang="en-US"/>
          </a:p>
        </p:txBody>
      </p:sp>
      <p:grpSp>
        <p:nvGrpSpPr>
          <p:cNvPr id="47128" name="Group 56"/>
          <p:cNvGrpSpPr/>
          <p:nvPr/>
        </p:nvGrpSpPr>
        <p:grpSpPr>
          <a:xfrm>
            <a:off x="293688" y="4986338"/>
            <a:ext cx="1666875" cy="314325"/>
            <a:chOff x="1614" y="1494"/>
            <a:chExt cx="1050" cy="198"/>
          </a:xfrm>
        </p:grpSpPr>
        <p:sp>
          <p:nvSpPr>
            <p:cNvPr id="47129" name="Rectangle 57"/>
            <p:cNvSpPr/>
            <p:nvPr/>
          </p:nvSpPr>
          <p:spPr>
            <a:xfrm>
              <a:off x="2358" y="1500"/>
              <a:ext cx="168" cy="17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535610" name="Freeform 58"/>
            <p:cNvSpPr/>
            <p:nvPr/>
          </p:nvSpPr>
          <p:spPr bwMode="auto">
            <a:xfrm>
              <a:off x="1614" y="1494"/>
              <a:ext cx="896" cy="198"/>
            </a:xfrm>
            <a:custGeom>
              <a:avLst/>
              <a:gdLst>
                <a:gd name="T0" fmla="*/ 18 w 896"/>
                <a:gd name="T1" fmla="*/ 0 h 198"/>
                <a:gd name="T2" fmla="*/ 0 w 896"/>
                <a:gd name="T3" fmla="*/ 96 h 198"/>
                <a:gd name="T4" fmla="*/ 18 w 896"/>
                <a:gd name="T5" fmla="*/ 198 h 198"/>
                <a:gd name="T6" fmla="*/ 774 w 896"/>
                <a:gd name="T7" fmla="*/ 198 h 198"/>
                <a:gd name="T8" fmla="*/ 750 w 896"/>
                <a:gd name="T9" fmla="*/ 90 h 198"/>
                <a:gd name="T10" fmla="*/ 774 w 896"/>
                <a:gd name="T11" fmla="*/ 0 h 198"/>
                <a:gd name="T12" fmla="*/ 18 w 896"/>
                <a:gd name="T13" fmla="*/ 0 h 198"/>
              </a:gdLst>
              <a:ahLst/>
              <a:cxnLst>
                <a:cxn ang="0">
                  <a:pos x="T0" y="T1"/>
                </a:cxn>
                <a:cxn ang="0">
                  <a:pos x="T2" y="T3"/>
                </a:cxn>
                <a:cxn ang="0">
                  <a:pos x="T4" y="T5"/>
                </a:cxn>
                <a:cxn ang="0">
                  <a:pos x="T6" y="T7"/>
                </a:cxn>
                <a:cxn ang="0">
                  <a:pos x="T8" y="T9"/>
                </a:cxn>
                <a:cxn ang="0">
                  <a:pos x="T10" y="T11"/>
                </a:cxn>
                <a:cxn ang="0">
                  <a:pos x="T12" y="T13"/>
                </a:cxn>
              </a:cxnLst>
              <a:rect l="0" t="0" r="r" b="b"/>
              <a:pathLst>
                <a:path w="896" h="198">
                  <a:moveTo>
                    <a:pt x="18" y="0"/>
                  </a:moveTo>
                  <a:lnTo>
                    <a:pt x="0" y="96"/>
                  </a:lnTo>
                  <a:lnTo>
                    <a:pt x="18" y="198"/>
                  </a:lnTo>
                  <a:lnTo>
                    <a:pt x="774" y="198"/>
                  </a:lnTo>
                  <a:cubicBezTo>
                    <a:pt x="896" y="180"/>
                    <a:pt x="750" y="123"/>
                    <a:pt x="750" y="90"/>
                  </a:cubicBezTo>
                  <a:cubicBezTo>
                    <a:pt x="750" y="57"/>
                    <a:pt x="896" y="15"/>
                    <a:pt x="774" y="0"/>
                  </a:cubicBezTo>
                  <a:lnTo>
                    <a:pt x="18" y="0"/>
                  </a:lnTo>
                  <a:close/>
                </a:path>
              </a:pathLst>
            </a:custGeom>
            <a:gradFill rotWithShape="1">
              <a:gsLst>
                <a:gs pos="0">
                  <a:schemeClr val="tx1"/>
                </a:gs>
                <a:gs pos="50000">
                  <a:schemeClr val="bg1"/>
                </a:gs>
                <a:gs pos="100000">
                  <a:schemeClr val="tx1"/>
                </a:gs>
              </a:gsLst>
              <a:lin ang="5400000" scaled="1"/>
            </a:gradFill>
            <a:ln w="9525">
              <a:solidFill>
                <a:schemeClr val="tx1"/>
              </a:solid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1" u="none" strike="noStrike" kern="1200" cap="none" spc="0" normalizeH="0" baseline="0" noProof="0">
                <a:ln>
                  <a:noFill/>
                </a:ln>
                <a:solidFill>
                  <a:schemeClr val="tx1"/>
                </a:solidFill>
                <a:effectLst/>
                <a:uLnTx/>
                <a:uFillTx/>
                <a:latin typeface="Comic Sans MS" panose="030F0702030302020204" pitchFamily="66" charset="0"/>
                <a:ea typeface="+mn-ea"/>
                <a:cs typeface="+mn-cs"/>
              </a:endParaRPr>
            </a:p>
          </p:txBody>
        </p:sp>
        <p:sp>
          <p:nvSpPr>
            <p:cNvPr id="47131" name="Oval 59"/>
            <p:cNvSpPr/>
            <p:nvPr/>
          </p:nvSpPr>
          <p:spPr>
            <a:xfrm>
              <a:off x="2502" y="1506"/>
              <a:ext cx="62" cy="16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47132" name="Line 60"/>
            <p:cNvSpPr/>
            <p:nvPr/>
          </p:nvSpPr>
          <p:spPr>
            <a:xfrm>
              <a:off x="2526" y="1584"/>
              <a:ext cx="138" cy="0"/>
            </a:xfrm>
            <a:prstGeom prst="line">
              <a:avLst/>
            </a:prstGeom>
            <a:ln w="28575" cap="flat" cmpd="sng">
              <a:solidFill>
                <a:schemeClr val="tx1"/>
              </a:solidFill>
              <a:prstDash val="solid"/>
              <a:round/>
              <a:headEnd type="none" w="med" len="med"/>
              <a:tailEnd type="none" w="med" len="med"/>
            </a:ln>
          </p:spPr>
        </p:sp>
      </p:grpSp>
      <p:sp>
        <p:nvSpPr>
          <p:cNvPr id="47133" name="Freeform 65"/>
          <p:cNvSpPr/>
          <p:nvPr/>
        </p:nvSpPr>
        <p:spPr>
          <a:xfrm>
            <a:off x="2803525" y="5040313"/>
            <a:ext cx="892175" cy="173037"/>
          </a:xfrm>
          <a:custGeom>
            <a:avLst/>
            <a:gdLst/>
            <a:ahLst/>
            <a:cxnLst>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562" h="266">
                <a:moveTo>
                  <a:pt x="4" y="264"/>
                </a:moveTo>
                <a:cubicBezTo>
                  <a:pt x="4" y="212"/>
                  <a:pt x="0" y="4"/>
                  <a:pt x="52" y="6"/>
                </a:cubicBezTo>
                <a:cubicBezTo>
                  <a:pt x="106" y="4"/>
                  <a:pt x="58" y="266"/>
                  <a:pt x="108" y="266"/>
                </a:cubicBezTo>
                <a:cubicBezTo>
                  <a:pt x="158" y="266"/>
                  <a:pt x="126" y="0"/>
                  <a:pt x="174" y="0"/>
                </a:cubicBezTo>
                <a:cubicBezTo>
                  <a:pt x="222" y="0"/>
                  <a:pt x="184" y="266"/>
                  <a:pt x="228" y="264"/>
                </a:cubicBezTo>
                <a:cubicBezTo>
                  <a:pt x="272" y="262"/>
                  <a:pt x="244" y="8"/>
                  <a:pt x="288" y="8"/>
                </a:cubicBezTo>
                <a:cubicBezTo>
                  <a:pt x="332" y="8"/>
                  <a:pt x="304" y="266"/>
                  <a:pt x="354" y="266"/>
                </a:cubicBezTo>
                <a:cubicBezTo>
                  <a:pt x="404" y="266"/>
                  <a:pt x="336" y="8"/>
                  <a:pt x="402" y="8"/>
                </a:cubicBezTo>
                <a:cubicBezTo>
                  <a:pt x="468" y="8"/>
                  <a:pt x="416" y="266"/>
                  <a:pt x="464" y="264"/>
                </a:cubicBezTo>
                <a:cubicBezTo>
                  <a:pt x="512" y="262"/>
                  <a:pt x="450" y="4"/>
                  <a:pt x="506" y="6"/>
                </a:cubicBezTo>
                <a:cubicBezTo>
                  <a:pt x="562" y="8"/>
                  <a:pt x="546" y="192"/>
                  <a:pt x="556" y="266"/>
                </a:cubicBez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47134" name="Freeform 66"/>
          <p:cNvSpPr/>
          <p:nvPr/>
        </p:nvSpPr>
        <p:spPr>
          <a:xfrm>
            <a:off x="2846388" y="4270375"/>
            <a:ext cx="427037" cy="219075"/>
          </a:xfrm>
          <a:custGeom>
            <a:avLst/>
            <a:gdLst/>
            <a:ahLst/>
            <a:cxnLst>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562" h="266">
                <a:moveTo>
                  <a:pt x="4" y="264"/>
                </a:moveTo>
                <a:cubicBezTo>
                  <a:pt x="4" y="212"/>
                  <a:pt x="0" y="4"/>
                  <a:pt x="52" y="6"/>
                </a:cubicBezTo>
                <a:cubicBezTo>
                  <a:pt x="106" y="4"/>
                  <a:pt x="58" y="266"/>
                  <a:pt x="108" y="266"/>
                </a:cubicBezTo>
                <a:cubicBezTo>
                  <a:pt x="158" y="266"/>
                  <a:pt x="126" y="0"/>
                  <a:pt x="174" y="0"/>
                </a:cubicBezTo>
                <a:cubicBezTo>
                  <a:pt x="222" y="0"/>
                  <a:pt x="184" y="266"/>
                  <a:pt x="228" y="264"/>
                </a:cubicBezTo>
                <a:cubicBezTo>
                  <a:pt x="272" y="262"/>
                  <a:pt x="244" y="8"/>
                  <a:pt x="288" y="8"/>
                </a:cubicBezTo>
                <a:cubicBezTo>
                  <a:pt x="332" y="8"/>
                  <a:pt x="304" y="266"/>
                  <a:pt x="354" y="266"/>
                </a:cubicBezTo>
                <a:cubicBezTo>
                  <a:pt x="404" y="266"/>
                  <a:pt x="336" y="8"/>
                  <a:pt x="402" y="8"/>
                </a:cubicBezTo>
                <a:cubicBezTo>
                  <a:pt x="468" y="8"/>
                  <a:pt x="416" y="266"/>
                  <a:pt x="464" y="264"/>
                </a:cubicBezTo>
                <a:cubicBezTo>
                  <a:pt x="512" y="262"/>
                  <a:pt x="450" y="4"/>
                  <a:pt x="506" y="6"/>
                </a:cubicBezTo>
                <a:cubicBezTo>
                  <a:pt x="562" y="8"/>
                  <a:pt x="546" y="192"/>
                  <a:pt x="556" y="266"/>
                </a:cubicBez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47135" name="Freeform 68"/>
          <p:cNvSpPr/>
          <p:nvPr/>
        </p:nvSpPr>
        <p:spPr>
          <a:xfrm>
            <a:off x="2755900" y="6069013"/>
            <a:ext cx="989013" cy="185737"/>
          </a:xfrm>
          <a:custGeom>
            <a:avLst/>
            <a:gdLst/>
            <a:ahLst/>
            <a:cxnLst>
              <a:cxn ang="0">
                <a:pos x="2147483646" y="2147483646"/>
              </a:cxn>
              <a:cxn ang="0">
                <a:pos x="2147483646" y="2147483646"/>
              </a:cxn>
              <a:cxn ang="0">
                <a:pos x="2147483646" y="2147483646"/>
              </a:cxn>
              <a:cxn ang="0">
                <a:pos x="2147483646" y="0"/>
              </a:cxn>
              <a:cxn ang="0">
                <a:pos x="2147483646" y="2147483646"/>
              </a:cxn>
              <a:cxn ang="0">
                <a:pos x="2147483646" y="2147483646"/>
              </a:cxn>
            </a:cxnLst>
            <a:pathLst>
              <a:path w="623" h="117">
                <a:moveTo>
                  <a:pt x="20" y="113"/>
                </a:moveTo>
                <a:cubicBezTo>
                  <a:pt x="44" y="68"/>
                  <a:pt x="0" y="1"/>
                  <a:pt x="114" y="2"/>
                </a:cubicBezTo>
                <a:cubicBezTo>
                  <a:pt x="233" y="1"/>
                  <a:pt x="144" y="114"/>
                  <a:pt x="256" y="114"/>
                </a:cubicBezTo>
                <a:cubicBezTo>
                  <a:pt x="368" y="114"/>
                  <a:pt x="288" y="0"/>
                  <a:pt x="394" y="0"/>
                </a:cubicBezTo>
                <a:cubicBezTo>
                  <a:pt x="500" y="0"/>
                  <a:pt x="421" y="117"/>
                  <a:pt x="522" y="116"/>
                </a:cubicBezTo>
                <a:cubicBezTo>
                  <a:pt x="623" y="115"/>
                  <a:pt x="570" y="64"/>
                  <a:pt x="616" y="14"/>
                </a:cubicBez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47136" name="Text Box 69"/>
          <p:cNvSpPr txBox="1"/>
          <p:nvPr/>
        </p:nvSpPr>
        <p:spPr>
          <a:xfrm>
            <a:off x="442913" y="5703888"/>
            <a:ext cx="1314450"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FDM cable</a:t>
            </a:r>
            <a:endParaRPr lang="en-US" altLang="zh-CN" i="0" dirty="0">
              <a:latin typeface="Comic Sans MS" panose="030F0702030302020204" pitchFamily="66" charset="0"/>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4915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49155"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Random Access Protocols</a:t>
            </a:r>
            <a:endParaRPr lang="en-US" altLang="zh-CN" dirty="0">
              <a:ea typeface="宋体" panose="02010600030101010101" pitchFamily="2" charset="-122"/>
            </a:endParaRPr>
          </a:p>
        </p:txBody>
      </p:sp>
      <p:sp>
        <p:nvSpPr>
          <p:cNvPr id="49156" name="Rectangle 3"/>
          <p:cNvSpPr>
            <a:spLocks noGrp="1"/>
          </p:cNvSpPr>
          <p:nvPr>
            <p:ph idx="1"/>
          </p:nvPr>
        </p:nvSpPr>
        <p:spPr>
          <a:ln/>
        </p:spPr>
        <p:txBody>
          <a:bodyPr vert="horz" wrap="square" lIns="91440" tIns="45720" rIns="91440" bIns="45720" anchor="t" anchorCtr="0"/>
          <a:p>
            <a:r>
              <a:rPr lang="en-US" altLang="zh-CN" sz="2400" dirty="0">
                <a:ea typeface="宋体" panose="02010600030101010101" pitchFamily="2" charset="-122"/>
              </a:rPr>
              <a:t>When node has packet to send</a:t>
            </a:r>
            <a:endParaRPr lang="en-US" altLang="zh-CN" sz="2400" dirty="0">
              <a:ea typeface="宋体" panose="02010600030101010101" pitchFamily="2" charset="-122"/>
            </a:endParaRPr>
          </a:p>
          <a:p>
            <a:pPr lvl="1"/>
            <a:r>
              <a:rPr lang="en-US" altLang="zh-CN" sz="2000" dirty="0">
                <a:ea typeface="宋体" panose="02010600030101010101" pitchFamily="2" charset="-122"/>
              </a:rPr>
              <a:t>transmit at full channel data rate R.</a:t>
            </a:r>
            <a:endParaRPr lang="en-US" altLang="zh-CN" sz="2000" dirty="0">
              <a:ea typeface="宋体" panose="02010600030101010101" pitchFamily="2" charset="-122"/>
            </a:endParaRPr>
          </a:p>
          <a:p>
            <a:pPr lvl="1"/>
            <a:r>
              <a:rPr lang="en-US" altLang="zh-CN" sz="2000" dirty="0">
                <a:ea typeface="宋体" panose="02010600030101010101" pitchFamily="2" charset="-122"/>
              </a:rPr>
              <a:t>no </a:t>
            </a:r>
            <a:r>
              <a:rPr lang="en-US" altLang="zh-CN" sz="2000" i="1" dirty="0">
                <a:ea typeface="宋体" panose="02010600030101010101" pitchFamily="2" charset="-122"/>
              </a:rPr>
              <a:t>a priori</a:t>
            </a:r>
            <a:r>
              <a:rPr lang="en-US" altLang="zh-CN" sz="2000" dirty="0">
                <a:ea typeface="宋体" panose="02010600030101010101" pitchFamily="2" charset="-122"/>
              </a:rPr>
              <a:t> coordination among nodes</a:t>
            </a:r>
            <a:endParaRPr lang="en-US" altLang="zh-CN" sz="2000" dirty="0">
              <a:ea typeface="宋体" panose="02010600030101010101" pitchFamily="2" charset="-122"/>
            </a:endParaRPr>
          </a:p>
          <a:p>
            <a:r>
              <a:rPr lang="en-US" altLang="zh-CN" sz="2400" dirty="0">
                <a:ea typeface="宋体" panose="02010600030101010101" pitchFamily="2" charset="-122"/>
              </a:rPr>
              <a:t>two or more transmitting nodes </a:t>
            </a:r>
            <a:r>
              <a:rPr lang="en-US" altLang="zh-CN" sz="2400" dirty="0">
                <a:latin typeface="MS Mincho" pitchFamily="49" charset="-128"/>
                <a:ea typeface="MS Mincho" pitchFamily="49" charset="-128"/>
              </a:rPr>
              <a:t>➜</a:t>
            </a:r>
            <a:r>
              <a:rPr lang="en-US" altLang="zh-CN" sz="2400" dirty="0">
                <a:ea typeface="宋体" panose="02010600030101010101" pitchFamily="2" charset="-122"/>
              </a:rPr>
              <a:t> “collision”,</a:t>
            </a:r>
            <a:endParaRPr lang="en-US" altLang="zh-CN" sz="2400" dirty="0">
              <a:ea typeface="宋体" panose="02010600030101010101" pitchFamily="2" charset="-122"/>
            </a:endParaRPr>
          </a:p>
          <a:p>
            <a:r>
              <a:rPr lang="en-US" altLang="zh-CN" sz="2400" dirty="0">
                <a:solidFill>
                  <a:srgbClr val="FF0000"/>
                </a:solidFill>
                <a:ea typeface="宋体" panose="02010600030101010101" pitchFamily="2" charset="-122"/>
              </a:rPr>
              <a:t>random access MAC protocol</a:t>
            </a:r>
            <a:r>
              <a:rPr lang="en-US" altLang="zh-CN" sz="2400" dirty="0">
                <a:ea typeface="宋体" panose="02010600030101010101" pitchFamily="2" charset="-122"/>
              </a:rPr>
              <a:t> specifies: </a:t>
            </a:r>
            <a:endParaRPr lang="en-US" altLang="zh-CN" sz="2400" dirty="0">
              <a:ea typeface="宋体" panose="02010600030101010101" pitchFamily="2" charset="-122"/>
            </a:endParaRPr>
          </a:p>
          <a:p>
            <a:pPr lvl="1"/>
            <a:r>
              <a:rPr lang="en-US" altLang="zh-CN" sz="2000" dirty="0">
                <a:ea typeface="宋体" panose="02010600030101010101" pitchFamily="2" charset="-122"/>
              </a:rPr>
              <a:t>how to detect collisions</a:t>
            </a:r>
            <a:endParaRPr lang="en-US" altLang="zh-CN" sz="2000" dirty="0">
              <a:ea typeface="宋体" panose="02010600030101010101" pitchFamily="2" charset="-122"/>
            </a:endParaRPr>
          </a:p>
          <a:p>
            <a:pPr lvl="1"/>
            <a:r>
              <a:rPr lang="en-US" altLang="zh-CN" sz="2000" dirty="0">
                <a:ea typeface="宋体" panose="02010600030101010101" pitchFamily="2" charset="-122"/>
              </a:rPr>
              <a:t>how to recover from collisions (e.g., via delayed retransmissions)</a:t>
            </a:r>
            <a:endParaRPr lang="en-US" altLang="zh-CN" sz="2000" dirty="0">
              <a:ea typeface="宋体" panose="02010600030101010101" pitchFamily="2" charset="-122"/>
            </a:endParaRPr>
          </a:p>
          <a:p>
            <a:r>
              <a:rPr lang="en-US" altLang="zh-CN" sz="2400" dirty="0">
                <a:ea typeface="宋体" panose="02010600030101010101" pitchFamily="2" charset="-122"/>
              </a:rPr>
              <a:t>Examples of random access MAC protocols:</a:t>
            </a:r>
            <a:endParaRPr lang="en-US" altLang="zh-CN" sz="2400" dirty="0">
              <a:ea typeface="宋体" panose="02010600030101010101" pitchFamily="2" charset="-122"/>
            </a:endParaRPr>
          </a:p>
          <a:p>
            <a:pPr lvl="1"/>
            <a:r>
              <a:rPr lang="en-US" altLang="zh-CN" sz="2000" dirty="0">
                <a:ea typeface="宋体" panose="02010600030101010101" pitchFamily="2" charset="-122"/>
              </a:rPr>
              <a:t>slotted ALOHA</a:t>
            </a:r>
            <a:r>
              <a:rPr lang="zh-CN" altLang="en-US" sz="2000" dirty="0">
                <a:ea typeface="宋体" panose="02010600030101010101" pitchFamily="2" charset="-122"/>
              </a:rPr>
              <a:t>（题）</a:t>
            </a:r>
            <a:endParaRPr lang="en-US" altLang="zh-CN" sz="2000" dirty="0">
              <a:ea typeface="宋体" panose="02010600030101010101" pitchFamily="2" charset="-122"/>
            </a:endParaRPr>
          </a:p>
          <a:p>
            <a:pPr lvl="1"/>
            <a:r>
              <a:rPr lang="en-US" altLang="zh-CN" sz="2000" dirty="0">
                <a:ea typeface="宋体" panose="02010600030101010101" pitchFamily="2" charset="-122"/>
              </a:rPr>
              <a:t>ALOHA</a:t>
            </a:r>
            <a:endParaRPr lang="en-US" altLang="zh-CN" sz="2000" dirty="0">
              <a:ea typeface="宋体" panose="02010600030101010101" pitchFamily="2" charset="-122"/>
            </a:endParaRPr>
          </a:p>
          <a:p>
            <a:pPr lvl="1"/>
            <a:r>
              <a:rPr lang="en-US" altLang="zh-CN" sz="2000" dirty="0">
                <a:ea typeface="宋体" panose="02010600030101010101" pitchFamily="2" charset="-122"/>
              </a:rPr>
              <a:t>CSMA, CSMA/CD</a:t>
            </a:r>
            <a:r>
              <a:rPr lang="zh-CN" altLang="en-US" sz="2000" dirty="0">
                <a:ea typeface="宋体" panose="02010600030101010101" pitchFamily="2" charset="-122"/>
              </a:rPr>
              <a:t>（题）</a:t>
            </a:r>
            <a:r>
              <a:rPr lang="en-US" altLang="zh-CN" sz="2000" dirty="0">
                <a:ea typeface="宋体" panose="02010600030101010101" pitchFamily="2" charset="-122"/>
              </a:rPr>
              <a:t>, CSMA/CA</a:t>
            </a:r>
            <a:endParaRPr lang="en-US" altLang="zh-CN" sz="2000" dirty="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页脚占位符 5"/>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51202"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51203"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Slotted ALOHA</a:t>
            </a:r>
            <a:r>
              <a:rPr lang="en-GB" altLang="en-US" dirty="0">
                <a:ea typeface="宋体" panose="02010600030101010101" pitchFamily="2" charset="-122"/>
              </a:rPr>
              <a:t>(</a:t>
            </a:r>
            <a:r>
              <a:rPr lang="zh-CN" altLang="en-US" dirty="0">
                <a:ea typeface="宋体" panose="02010600030101010101" pitchFamily="2" charset="-122"/>
              </a:rPr>
              <a:t>题</a:t>
            </a:r>
            <a:r>
              <a:rPr lang="en-GB" altLang="en-US" dirty="0">
                <a:ea typeface="宋体" panose="02010600030101010101" pitchFamily="2" charset="-122"/>
              </a:rPr>
              <a:t>)</a:t>
            </a:r>
            <a:endParaRPr lang="en-GB" altLang="en-US" dirty="0">
              <a:ea typeface="宋体" panose="02010600030101010101" pitchFamily="2" charset="-122"/>
            </a:endParaRPr>
          </a:p>
        </p:txBody>
      </p:sp>
      <p:sp>
        <p:nvSpPr>
          <p:cNvPr id="51204" name="Rectangle 3"/>
          <p:cNvSpPr>
            <a:spLocks noGrp="1"/>
          </p:cNvSpPr>
          <p:nvPr>
            <p:ph sz="half" idx="1"/>
          </p:nvPr>
        </p:nvSpPr>
        <p:spPr>
          <a:xfrm>
            <a:off x="354013" y="1600200"/>
            <a:ext cx="3989387" cy="4648200"/>
          </a:xfrm>
          <a:ln/>
        </p:spPr>
        <p:txBody>
          <a:bodyPr vert="horz" wrap="square" lIns="91440" tIns="45720" rIns="91440" bIns="45720" anchor="t" anchorCtr="0"/>
          <a:p>
            <a:pPr>
              <a:lnSpc>
                <a:spcPct val="90000"/>
              </a:lnSpc>
              <a:buClr>
                <a:schemeClr val="accent2"/>
              </a:buClr>
              <a:buSzPct val="85000"/>
              <a:buFont typeface="ZapfDingbats" pitchFamily="82" charset="2"/>
              <a:buNone/>
            </a:pPr>
            <a:r>
              <a:rPr lang="en-US" altLang="zh-CN" sz="2400" u="sng" dirty="0">
                <a:solidFill>
                  <a:srgbClr val="FF0000"/>
                </a:solidFill>
                <a:ea typeface="宋体" panose="02010600030101010101" pitchFamily="2" charset="-122"/>
              </a:rPr>
              <a:t>Assumptions:</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ea typeface="宋体" panose="02010600030101010101" pitchFamily="2" charset="-122"/>
              </a:rPr>
              <a:t>all frames same size</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ea typeface="宋体" panose="02010600030101010101" pitchFamily="2" charset="-122"/>
              </a:rPr>
              <a:t>time divided into equal size slots (time to transmit 1 frame)</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ea typeface="宋体" panose="02010600030101010101" pitchFamily="2" charset="-122"/>
              </a:rPr>
              <a:t>nodes start to transmit only slot beginning </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ea typeface="宋体" panose="02010600030101010101" pitchFamily="2" charset="-122"/>
              </a:rPr>
              <a:t>nodes are synchronized</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ea typeface="宋体" panose="02010600030101010101" pitchFamily="2" charset="-122"/>
              </a:rPr>
              <a:t>if 2 or more nodes transmit in slot, all nodes detect collision</a:t>
            </a:r>
            <a:endParaRPr lang="en-US" altLang="zh-CN" sz="2400" dirty="0">
              <a:ea typeface="宋体" panose="02010600030101010101" pitchFamily="2" charset="-122"/>
            </a:endParaRPr>
          </a:p>
        </p:txBody>
      </p:sp>
      <p:sp>
        <p:nvSpPr>
          <p:cNvPr id="311300" name="Rectangle 4"/>
          <p:cNvSpPr>
            <a:spLocks noGrp="1"/>
          </p:cNvSpPr>
          <p:nvPr>
            <p:ph sz="half" idx="2"/>
          </p:nvPr>
        </p:nvSpPr>
        <p:spPr>
          <a:xfrm>
            <a:off x="4495800" y="1600200"/>
            <a:ext cx="4332288" cy="4648200"/>
          </a:xfrm>
          <a:ln/>
        </p:spPr>
        <p:txBody>
          <a:bodyPr vert="horz" wrap="square" lIns="91440" tIns="45720" rIns="91440" bIns="45720" anchor="t" anchorCtr="0"/>
          <a:p>
            <a:pPr>
              <a:lnSpc>
                <a:spcPct val="90000"/>
              </a:lnSpc>
              <a:buClr>
                <a:schemeClr val="accent2"/>
              </a:buClr>
              <a:buSzPct val="85000"/>
              <a:buFont typeface="ZapfDingbats" pitchFamily="82" charset="2"/>
              <a:buNone/>
            </a:pPr>
            <a:r>
              <a:rPr lang="en-US" altLang="zh-CN" sz="2400" u="sng" dirty="0">
                <a:solidFill>
                  <a:srgbClr val="FF0000"/>
                </a:solidFill>
                <a:ea typeface="宋体" panose="02010600030101010101" pitchFamily="2" charset="-122"/>
              </a:rPr>
              <a:t>Operation:</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ea typeface="宋体" panose="02010600030101010101" pitchFamily="2" charset="-122"/>
              </a:rPr>
              <a:t>when node obtains fresh frame, transmits in next slot</a:t>
            </a:r>
            <a:endParaRPr lang="en-US" altLang="zh-CN" sz="2400" dirty="0">
              <a:ea typeface="宋体" panose="02010600030101010101" pitchFamily="2" charset="-122"/>
            </a:endParaRPr>
          </a:p>
          <a:p>
            <a:pPr lvl="1">
              <a:lnSpc>
                <a:spcPct val="90000"/>
              </a:lnSpc>
              <a:buClr>
                <a:schemeClr val="accent2"/>
              </a:buClr>
              <a:buSzPct val="75000"/>
              <a:buFont typeface="ZapfDingbats" pitchFamily="82" charset="2"/>
            </a:pPr>
            <a:r>
              <a:rPr lang="en-US" altLang="zh-CN" i="1" dirty="0">
                <a:ea typeface="宋体" panose="02010600030101010101" pitchFamily="2" charset="-122"/>
              </a:rPr>
              <a:t>if no collision:</a:t>
            </a:r>
            <a:r>
              <a:rPr lang="en-US" altLang="zh-CN" dirty="0">
                <a:ea typeface="宋体" panose="02010600030101010101" pitchFamily="2" charset="-122"/>
              </a:rPr>
              <a:t> node can send new frame in next slot</a:t>
            </a:r>
            <a:endParaRPr lang="en-US" altLang="zh-CN" dirty="0">
              <a:ea typeface="宋体" panose="02010600030101010101" pitchFamily="2" charset="-122"/>
            </a:endParaRPr>
          </a:p>
          <a:p>
            <a:pPr lvl="1">
              <a:lnSpc>
                <a:spcPct val="90000"/>
              </a:lnSpc>
              <a:buClr>
                <a:schemeClr val="accent2"/>
              </a:buClr>
              <a:buSzPct val="75000"/>
              <a:buFont typeface="ZapfDingbats" pitchFamily="82" charset="2"/>
            </a:pPr>
            <a:r>
              <a:rPr lang="en-US" altLang="zh-CN" i="1" dirty="0">
                <a:ea typeface="宋体" panose="02010600030101010101" pitchFamily="2" charset="-122"/>
              </a:rPr>
              <a:t>if collision:</a:t>
            </a:r>
            <a:r>
              <a:rPr lang="en-US" altLang="zh-CN" dirty="0">
                <a:ea typeface="宋体" panose="02010600030101010101" pitchFamily="2" charset="-122"/>
              </a:rPr>
              <a:t> node retransmits frame in each subsequent slot with prob. p until success</a:t>
            </a:r>
            <a:endParaRPr lang="en-US" altLang="zh-CN"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13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30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页脚占位符 5"/>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53250"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53251" name="Rectangle 2"/>
          <p:cNvSpPr>
            <a:spLocks noGrp="1"/>
          </p:cNvSpPr>
          <p:nvPr>
            <p:ph type="title"/>
          </p:nvPr>
        </p:nvSpPr>
        <p:spPr>
          <a:xfrm>
            <a:off x="292100" y="0"/>
            <a:ext cx="7772400" cy="1143000"/>
          </a:xfrm>
          <a:ln/>
        </p:spPr>
        <p:txBody>
          <a:bodyPr vert="horz" wrap="square" lIns="91440" tIns="45720" rIns="91440" bIns="45720" anchor="ctr" anchorCtr="0"/>
          <a:p>
            <a:r>
              <a:rPr lang="en-US" altLang="zh-CN" dirty="0">
                <a:ea typeface="宋体" panose="02010600030101010101" pitchFamily="2" charset="-122"/>
              </a:rPr>
              <a:t>Slotted ALOHA</a:t>
            </a:r>
            <a:endParaRPr lang="en-US" altLang="zh-CN" dirty="0">
              <a:ea typeface="宋体" panose="02010600030101010101" pitchFamily="2" charset="-122"/>
            </a:endParaRPr>
          </a:p>
        </p:txBody>
      </p:sp>
      <p:sp>
        <p:nvSpPr>
          <p:cNvPr id="53252" name="Rectangle 3"/>
          <p:cNvSpPr>
            <a:spLocks noGrp="1"/>
          </p:cNvSpPr>
          <p:nvPr>
            <p:ph sz="half" idx="1"/>
          </p:nvPr>
        </p:nvSpPr>
        <p:spPr>
          <a:xfrm>
            <a:off x="533400" y="3255963"/>
            <a:ext cx="3810000" cy="3203575"/>
          </a:xfrm>
          <a:ln/>
        </p:spPr>
        <p:txBody>
          <a:bodyPr vert="horz" wrap="square" lIns="91440" tIns="45720" rIns="91440" bIns="45720" anchor="t" anchorCtr="0"/>
          <a:p>
            <a:pPr>
              <a:buClr>
                <a:schemeClr val="accent2"/>
              </a:buClr>
              <a:buSzPct val="85000"/>
              <a:buFont typeface="ZapfDingbats" pitchFamily="82" charset="2"/>
              <a:buNone/>
            </a:pPr>
            <a:r>
              <a:rPr lang="en-US" altLang="zh-CN" sz="2400" u="sng" dirty="0">
                <a:solidFill>
                  <a:srgbClr val="FF0000"/>
                </a:solidFill>
                <a:ea typeface="宋体" panose="02010600030101010101" pitchFamily="2" charset="-122"/>
              </a:rPr>
              <a:t>Pros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single active node can continuously transmit at full rate of channel</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highly decentralized: only slots in nodes need to be in sync</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simple</a:t>
            </a:r>
            <a:endParaRPr lang="en-US" altLang="zh-CN" sz="2400" dirty="0">
              <a:ea typeface="宋体" panose="02010600030101010101" pitchFamily="2" charset="-122"/>
            </a:endParaRPr>
          </a:p>
          <a:p>
            <a:pPr>
              <a:buClr>
                <a:schemeClr val="accent2"/>
              </a:buClr>
              <a:buSzPct val="85000"/>
              <a:buFont typeface="ZapfDingbats" pitchFamily="82" charset="2"/>
            </a:pPr>
            <a:endParaRPr lang="en-US" altLang="zh-CN" sz="2400" dirty="0">
              <a:ea typeface="宋体" panose="02010600030101010101" pitchFamily="2" charset="-122"/>
            </a:endParaRPr>
          </a:p>
        </p:txBody>
      </p:sp>
      <p:sp>
        <p:nvSpPr>
          <p:cNvPr id="53253" name="Rectangle 4"/>
          <p:cNvSpPr>
            <a:spLocks noGrp="1"/>
          </p:cNvSpPr>
          <p:nvPr>
            <p:ph sz="half" idx="2"/>
          </p:nvPr>
        </p:nvSpPr>
        <p:spPr>
          <a:xfrm>
            <a:off x="4495800" y="3255963"/>
            <a:ext cx="3810000" cy="3200400"/>
          </a:xfrm>
          <a:ln/>
        </p:spPr>
        <p:txBody>
          <a:bodyPr vert="horz" wrap="square" lIns="91440" tIns="45720" rIns="91440" bIns="45720" anchor="t" anchorCtr="0"/>
          <a:p>
            <a:pPr>
              <a:lnSpc>
                <a:spcPct val="90000"/>
              </a:lnSpc>
              <a:buClr>
                <a:schemeClr val="accent2"/>
              </a:buClr>
              <a:buSzPct val="85000"/>
              <a:buFont typeface="ZapfDingbats" pitchFamily="82" charset="2"/>
              <a:buNone/>
            </a:pPr>
            <a:r>
              <a:rPr lang="en-US" altLang="zh-CN" sz="2400" u="sng" dirty="0">
                <a:solidFill>
                  <a:srgbClr val="FF0000"/>
                </a:solidFill>
                <a:ea typeface="宋体" panose="02010600030101010101" pitchFamily="2" charset="-122"/>
              </a:rPr>
              <a:t>Cons</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ea typeface="宋体" panose="02010600030101010101" pitchFamily="2" charset="-122"/>
              </a:rPr>
              <a:t>collisions, wasting slots</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ea typeface="宋体" panose="02010600030101010101" pitchFamily="2" charset="-122"/>
              </a:rPr>
              <a:t>idle slots</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ea typeface="宋体" panose="02010600030101010101" pitchFamily="2" charset="-122"/>
              </a:rPr>
              <a:t>nodes may be able to detect collision in less than time to transmit packet</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ea typeface="宋体" panose="02010600030101010101" pitchFamily="2" charset="-122"/>
              </a:rPr>
              <a:t>clock synchronization</a:t>
            </a:r>
            <a:endParaRPr lang="en-US" altLang="zh-CN" sz="2400" dirty="0">
              <a:ea typeface="宋体" panose="02010600030101010101" pitchFamily="2" charset="-122"/>
            </a:endParaRPr>
          </a:p>
        </p:txBody>
      </p:sp>
      <p:pic>
        <p:nvPicPr>
          <p:cNvPr id="53254" name="Picture 8"/>
          <p:cNvPicPr>
            <a:picLocks noChangeAspect="1"/>
          </p:cNvPicPr>
          <p:nvPr/>
        </p:nvPicPr>
        <p:blipFill>
          <a:blip r:embed="rId1"/>
          <a:stretch>
            <a:fillRect/>
          </a:stretch>
        </p:blipFill>
        <p:spPr>
          <a:xfrm>
            <a:off x="533400" y="1143000"/>
            <a:ext cx="8089900" cy="1954213"/>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页脚占位符 5"/>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55298"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55299" name="Rectangle 2"/>
          <p:cNvSpPr>
            <a:spLocks noGrp="1"/>
          </p:cNvSpPr>
          <p:nvPr>
            <p:ph type="title"/>
          </p:nvPr>
        </p:nvSpPr>
        <p:spPr>
          <a:xfrm>
            <a:off x="0" y="0"/>
            <a:ext cx="7772400" cy="1143000"/>
          </a:xfrm>
          <a:ln/>
        </p:spPr>
        <p:txBody>
          <a:bodyPr vert="horz" wrap="square" lIns="91440" tIns="45720" rIns="91440" bIns="45720" anchor="ctr" anchorCtr="0"/>
          <a:p>
            <a:r>
              <a:rPr lang="en-US" altLang="zh-CN" dirty="0">
                <a:ea typeface="宋体" panose="02010600030101010101" pitchFamily="2" charset="-122"/>
              </a:rPr>
              <a:t>Slotted Aloha efficiency</a:t>
            </a:r>
            <a:endParaRPr lang="en-US" altLang="zh-CN" dirty="0">
              <a:ea typeface="宋体" panose="02010600030101010101" pitchFamily="2" charset="-122"/>
            </a:endParaRPr>
          </a:p>
        </p:txBody>
      </p:sp>
      <p:sp>
        <p:nvSpPr>
          <p:cNvPr id="55300" name="Rectangle 3"/>
          <p:cNvSpPr>
            <a:spLocks noGrp="1"/>
          </p:cNvSpPr>
          <p:nvPr>
            <p:ph sz="half" idx="1"/>
          </p:nvPr>
        </p:nvSpPr>
        <p:spPr>
          <a:xfrm>
            <a:off x="361950" y="2986088"/>
            <a:ext cx="3810000" cy="3128962"/>
          </a:xfrm>
          <a:ln/>
        </p:spPr>
        <p:txBody>
          <a:bodyPr vert="horz" wrap="square" lIns="91440" tIns="45720" rIns="91440" bIns="45720" anchor="t" anchorCtr="0"/>
          <a:p>
            <a:pPr>
              <a:buClr>
                <a:schemeClr val="accent2"/>
              </a:buClr>
              <a:buSzPct val="85000"/>
              <a:buFont typeface="ZapfDingbats" pitchFamily="82" charset="2"/>
            </a:pPr>
            <a:r>
              <a:rPr lang="en-US" altLang="zh-CN" sz="2400" i="1" dirty="0">
                <a:ea typeface="宋体" panose="02010600030101010101" pitchFamily="2" charset="-122"/>
              </a:rPr>
              <a:t>suppose:</a:t>
            </a:r>
            <a:r>
              <a:rPr lang="en-US" altLang="zh-CN" sz="2400" dirty="0">
                <a:ea typeface="宋体" panose="02010600030101010101" pitchFamily="2" charset="-122"/>
              </a:rPr>
              <a:t> N nodes with many frames to send, each transmits in slot with probability </a:t>
            </a:r>
            <a:r>
              <a:rPr lang="en-US" altLang="zh-CN" sz="2400" i="1" dirty="0">
                <a:ea typeface="宋体" panose="02010600030101010101" pitchFamily="2" charset="-122"/>
              </a:rPr>
              <a:t>p</a:t>
            </a:r>
            <a:endParaRPr lang="en-US" altLang="zh-CN" sz="2400" i="1"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prob that given node has success in a slot</a:t>
            </a:r>
            <a:r>
              <a:rPr lang="en-US" altLang="zh-CN" sz="2000" dirty="0">
                <a:ea typeface="宋体" panose="02010600030101010101" pitchFamily="2" charset="-122"/>
              </a:rPr>
              <a:t>  = p(1-p)</a:t>
            </a:r>
            <a:r>
              <a:rPr lang="en-US" altLang="zh-CN" sz="2000" b="1" baseline="30000" dirty="0">
                <a:ea typeface="宋体" panose="02010600030101010101" pitchFamily="2" charset="-122"/>
              </a:rPr>
              <a:t>N-1</a:t>
            </a:r>
            <a:endParaRPr lang="en-US" altLang="zh-CN" sz="2000" b="1" baseline="300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prob that </a:t>
            </a:r>
            <a:r>
              <a:rPr lang="en-US" altLang="zh-CN" sz="2400" i="1" dirty="0">
                <a:ea typeface="宋体" panose="02010600030101010101" pitchFamily="2" charset="-122"/>
              </a:rPr>
              <a:t>any</a:t>
            </a:r>
            <a:r>
              <a:rPr lang="en-US" altLang="zh-CN" sz="2400" dirty="0">
                <a:ea typeface="宋体" panose="02010600030101010101" pitchFamily="2" charset="-122"/>
              </a:rPr>
              <a:t> node has a success</a:t>
            </a:r>
            <a:r>
              <a:rPr lang="en-US" altLang="zh-CN" sz="2000" dirty="0">
                <a:ea typeface="宋体" panose="02010600030101010101" pitchFamily="2" charset="-122"/>
              </a:rPr>
              <a:t> = Np(1-p)</a:t>
            </a:r>
            <a:r>
              <a:rPr lang="en-US" altLang="zh-CN" sz="2000" b="1" baseline="30000" dirty="0">
                <a:ea typeface="宋体" panose="02010600030101010101" pitchFamily="2" charset="-122"/>
              </a:rPr>
              <a:t>N-1</a:t>
            </a:r>
            <a:endParaRPr lang="en-US" altLang="zh-CN" sz="2000" b="1" baseline="30000" dirty="0">
              <a:ea typeface="宋体" panose="02010600030101010101" pitchFamily="2" charset="-122"/>
            </a:endParaRPr>
          </a:p>
          <a:p>
            <a:pPr>
              <a:buClr>
                <a:schemeClr val="accent2"/>
              </a:buClr>
              <a:buSzPct val="85000"/>
              <a:buFont typeface="ZapfDingbats" pitchFamily="82" charset="2"/>
            </a:pPr>
            <a:endParaRPr lang="en-US" altLang="zh-CN" sz="2000" b="1" baseline="30000" dirty="0">
              <a:ea typeface="宋体" panose="02010600030101010101" pitchFamily="2" charset="-122"/>
            </a:endParaRPr>
          </a:p>
          <a:p>
            <a:pPr>
              <a:buClr>
                <a:schemeClr val="accent2"/>
              </a:buClr>
              <a:buSzPct val="85000"/>
              <a:buFont typeface="ZapfDingbats" pitchFamily="82" charset="2"/>
            </a:pPr>
            <a:endParaRPr lang="en-US" altLang="zh-CN" sz="2000" dirty="0">
              <a:ea typeface="宋体" panose="02010600030101010101" pitchFamily="2" charset="-122"/>
            </a:endParaRPr>
          </a:p>
          <a:p>
            <a:pPr>
              <a:buClr>
                <a:schemeClr val="accent2"/>
              </a:buClr>
              <a:buSzPct val="85000"/>
              <a:buFont typeface="ZapfDingbats" pitchFamily="82" charset="2"/>
              <a:buNone/>
            </a:pPr>
            <a:r>
              <a:rPr lang="en-US" altLang="zh-CN" sz="2000" dirty="0">
                <a:ea typeface="宋体" panose="02010600030101010101" pitchFamily="2" charset="-122"/>
              </a:rPr>
              <a:t>          </a:t>
            </a:r>
            <a:endParaRPr lang="en-US" altLang="zh-CN" sz="2000" b="1" i="1" dirty="0">
              <a:ea typeface="宋体" panose="02010600030101010101" pitchFamily="2" charset="-122"/>
            </a:endParaRPr>
          </a:p>
          <a:p>
            <a:pPr>
              <a:buClr>
                <a:schemeClr val="accent2"/>
              </a:buClr>
              <a:buSzPct val="85000"/>
              <a:buFont typeface="ZapfDingbats" pitchFamily="82" charset="2"/>
              <a:buNone/>
            </a:pPr>
            <a:endParaRPr lang="en-US" altLang="zh-CN" sz="2000" i="1" dirty="0">
              <a:ea typeface="宋体" panose="02010600030101010101" pitchFamily="2" charset="-122"/>
            </a:endParaRPr>
          </a:p>
        </p:txBody>
      </p:sp>
      <p:sp>
        <p:nvSpPr>
          <p:cNvPr id="55301" name="Rectangle 7"/>
          <p:cNvSpPr>
            <a:spLocks noGrp="1"/>
          </p:cNvSpPr>
          <p:nvPr>
            <p:ph sz="half" idx="2"/>
          </p:nvPr>
        </p:nvSpPr>
        <p:spPr>
          <a:xfrm>
            <a:off x="5148263" y="1108075"/>
            <a:ext cx="3810000" cy="3238500"/>
          </a:xfrm>
          <a:ln/>
        </p:spPr>
        <p:txBody>
          <a:bodyPr vert="horz" wrap="square" lIns="91440" tIns="45720" rIns="91440" bIns="45720" anchor="t" anchorCtr="0"/>
          <a:p>
            <a:pPr>
              <a:buClr>
                <a:schemeClr val="accent2"/>
              </a:buClr>
              <a:buSzPct val="85000"/>
              <a:buFont typeface="ZapfDingbats" pitchFamily="82" charset="2"/>
            </a:pPr>
            <a:r>
              <a:rPr lang="en-US" altLang="zh-CN" sz="2400" dirty="0">
                <a:ea typeface="宋体" panose="02010600030101010101" pitchFamily="2" charset="-122"/>
              </a:rPr>
              <a:t>max efficiency: find p* that maximizes </a:t>
            </a:r>
            <a:br>
              <a:rPr lang="en-US" altLang="zh-CN" sz="2400" dirty="0">
                <a:ea typeface="宋体" panose="02010600030101010101" pitchFamily="2" charset="-122"/>
              </a:rPr>
            </a:br>
            <a:r>
              <a:rPr lang="en-US" altLang="zh-CN" sz="2400" dirty="0">
                <a:ea typeface="宋体" panose="02010600030101010101" pitchFamily="2" charset="-122"/>
              </a:rPr>
              <a:t>Np(1-p)</a:t>
            </a:r>
            <a:r>
              <a:rPr lang="en-US" altLang="zh-CN" sz="2400" b="1" baseline="30000" dirty="0">
                <a:ea typeface="宋体" panose="02010600030101010101" pitchFamily="2" charset="-122"/>
              </a:rPr>
              <a:t>N-1</a:t>
            </a:r>
            <a:endParaRPr lang="en-US" altLang="zh-CN" sz="2000" b="1" baseline="300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for many nodes, take limit of Np*(1-p*)</a:t>
            </a:r>
            <a:r>
              <a:rPr lang="en-US" altLang="zh-CN" sz="2400" b="1" baseline="30000" dirty="0">
                <a:ea typeface="宋体" panose="02010600030101010101" pitchFamily="2" charset="-122"/>
              </a:rPr>
              <a:t>N-1 </a:t>
            </a:r>
            <a:r>
              <a:rPr lang="en-US" altLang="zh-CN" sz="2400" dirty="0">
                <a:ea typeface="宋体" panose="02010600030101010101" pitchFamily="2" charset="-122"/>
              </a:rPr>
              <a:t>as N goes to infinity, gives:</a:t>
            </a:r>
            <a:endParaRPr lang="en-US" altLang="zh-CN" sz="2400" dirty="0">
              <a:ea typeface="宋体" panose="02010600030101010101" pitchFamily="2" charset="-122"/>
            </a:endParaRPr>
          </a:p>
          <a:p>
            <a:pPr>
              <a:buClr>
                <a:schemeClr val="accent2"/>
              </a:buClr>
              <a:buSzPct val="85000"/>
              <a:buFont typeface="ZapfDingbats" pitchFamily="82" charset="2"/>
              <a:buNone/>
            </a:pPr>
            <a:r>
              <a:rPr lang="en-US" altLang="zh-CN" sz="2000" dirty="0">
                <a:ea typeface="宋体" panose="02010600030101010101" pitchFamily="2" charset="-122"/>
              </a:rPr>
              <a:t>Max efficiency = 1/e = .37</a:t>
            </a:r>
            <a:endParaRPr lang="en-US" altLang="zh-CN" sz="2000" b="1" baseline="30000" dirty="0">
              <a:ea typeface="宋体" panose="02010600030101010101" pitchFamily="2" charset="-122"/>
            </a:endParaRPr>
          </a:p>
        </p:txBody>
      </p:sp>
      <p:sp>
        <p:nvSpPr>
          <p:cNvPr id="55302" name="Text Box 9"/>
          <p:cNvSpPr txBox="1"/>
          <p:nvPr/>
        </p:nvSpPr>
        <p:spPr>
          <a:xfrm>
            <a:off x="361950" y="1143000"/>
            <a:ext cx="4171950" cy="1577975"/>
          </a:xfrm>
          <a:prstGeom prst="rect">
            <a:avLst/>
          </a:prstGeom>
          <a:noFill/>
          <a:ln w="25400" cap="flat" cmpd="sng">
            <a:solidFill>
              <a:srgbClr val="FF0000"/>
            </a:solidFill>
            <a:prstDash val="solid"/>
            <a:miter/>
            <a:headEnd type="none" w="med" len="med"/>
            <a:tailEnd type="none" w="med" len="med"/>
          </a:ln>
        </p:spPr>
        <p:txBody>
          <a:bodyPr anchor="t" anchorCtr="0">
            <a:spAutoFit/>
          </a:bodyPr>
          <a:p>
            <a:pPr eaLnBrk="0" hangingPunct="0">
              <a:buClrTx/>
              <a:buFontTx/>
            </a:pPr>
            <a:r>
              <a:rPr lang="en-US" altLang="zh-CN" sz="2400" b="1" i="0" dirty="0">
                <a:solidFill>
                  <a:srgbClr val="FF0000"/>
                </a:solidFill>
                <a:latin typeface="Comic Sans MS" panose="030F0702030302020204" pitchFamily="66" charset="0"/>
                <a:ea typeface="宋体" panose="02010600030101010101" pitchFamily="2" charset="-122"/>
              </a:rPr>
              <a:t>Efficiency</a:t>
            </a:r>
            <a:r>
              <a:rPr lang="en-US" altLang="zh-CN" sz="2400" i="0" dirty="0">
                <a:latin typeface="Comic Sans MS" panose="030F0702030302020204" pitchFamily="66" charset="0"/>
                <a:ea typeface="宋体" panose="02010600030101010101" pitchFamily="2" charset="-122"/>
              </a:rPr>
              <a:t> : long-run </a:t>
            </a:r>
            <a:br>
              <a:rPr lang="en-US" altLang="zh-CN" sz="2400" i="0" dirty="0">
                <a:latin typeface="Comic Sans MS" panose="030F0702030302020204" pitchFamily="66" charset="0"/>
                <a:ea typeface="宋体" panose="02010600030101010101" pitchFamily="2" charset="-122"/>
              </a:rPr>
            </a:br>
            <a:r>
              <a:rPr lang="en-US" altLang="zh-CN" sz="2400" i="0" dirty="0">
                <a:latin typeface="Comic Sans MS" panose="030F0702030302020204" pitchFamily="66" charset="0"/>
                <a:ea typeface="宋体" panose="02010600030101010101" pitchFamily="2" charset="-122"/>
              </a:rPr>
              <a:t>fraction of successful slots </a:t>
            </a:r>
            <a:br>
              <a:rPr lang="en-US" altLang="zh-CN" sz="2400" i="0" dirty="0">
                <a:latin typeface="Comic Sans MS" panose="030F0702030302020204" pitchFamily="66" charset="0"/>
                <a:ea typeface="宋体" panose="02010600030101010101" pitchFamily="2" charset="-122"/>
              </a:rPr>
            </a:br>
            <a:r>
              <a:rPr lang="en-US" altLang="zh-CN" sz="2400" i="0" dirty="0">
                <a:latin typeface="Comic Sans MS" panose="030F0702030302020204" pitchFamily="66" charset="0"/>
                <a:ea typeface="宋体" panose="02010600030101010101" pitchFamily="2" charset="-122"/>
              </a:rPr>
              <a:t>(many nodes, all with many frames to send)</a:t>
            </a:r>
            <a:endParaRPr lang="en-US" altLang="zh-CN" i="0" dirty="0">
              <a:latin typeface="Comic Sans MS" panose="030F0702030302020204" pitchFamily="66" charset="0"/>
              <a:ea typeface="宋体" panose="02010600030101010101" pitchFamily="2" charset="-122"/>
            </a:endParaRPr>
          </a:p>
        </p:txBody>
      </p:sp>
      <p:sp>
        <p:nvSpPr>
          <p:cNvPr id="55303" name="Text Box 10"/>
          <p:cNvSpPr txBox="1"/>
          <p:nvPr/>
        </p:nvSpPr>
        <p:spPr>
          <a:xfrm>
            <a:off x="5106988" y="4529138"/>
            <a:ext cx="3143250" cy="1577975"/>
          </a:xfrm>
          <a:prstGeom prst="rect">
            <a:avLst/>
          </a:prstGeom>
          <a:noFill/>
          <a:ln w="25400" cap="flat" cmpd="sng">
            <a:solidFill>
              <a:srgbClr val="FF0000"/>
            </a:solidFill>
            <a:prstDash val="solid"/>
            <a:miter/>
            <a:headEnd type="none" w="med" len="med"/>
            <a:tailEnd type="none" w="med" len="med"/>
          </a:ln>
        </p:spPr>
        <p:txBody>
          <a:bodyPr anchor="t" anchorCtr="0">
            <a:spAutoFit/>
          </a:bodyPr>
          <a:p>
            <a:pPr eaLnBrk="0" hangingPunct="0">
              <a:buClrTx/>
              <a:buFontTx/>
            </a:pPr>
            <a:r>
              <a:rPr lang="en-US" altLang="zh-CN" sz="2400" dirty="0">
                <a:solidFill>
                  <a:srgbClr val="FF0000"/>
                </a:solidFill>
                <a:latin typeface="Comic Sans MS" panose="030F0702030302020204" pitchFamily="66" charset="0"/>
                <a:ea typeface="宋体" panose="02010600030101010101" pitchFamily="2" charset="-122"/>
              </a:rPr>
              <a:t>At best:</a:t>
            </a:r>
            <a:r>
              <a:rPr lang="en-US" altLang="zh-CN" sz="2400" i="0" dirty="0">
                <a:latin typeface="Comic Sans MS" panose="030F0702030302020204" pitchFamily="66" charset="0"/>
                <a:ea typeface="宋体" panose="02010600030101010101" pitchFamily="2" charset="-122"/>
              </a:rPr>
              <a:t> channel</a:t>
            </a:r>
            <a:endParaRPr lang="en-US" altLang="zh-CN" sz="2400" i="0" dirty="0">
              <a:latin typeface="Comic Sans MS" panose="030F0702030302020204" pitchFamily="66" charset="0"/>
              <a:ea typeface="宋体" panose="02010600030101010101" pitchFamily="2" charset="-122"/>
            </a:endParaRPr>
          </a:p>
          <a:p>
            <a:pPr eaLnBrk="0" hangingPunct="0">
              <a:buClrTx/>
              <a:buFontTx/>
            </a:pPr>
            <a:r>
              <a:rPr lang="en-US" altLang="zh-CN" sz="2400" i="0" dirty="0">
                <a:latin typeface="Comic Sans MS" panose="030F0702030302020204" pitchFamily="66" charset="0"/>
                <a:ea typeface="宋体" panose="02010600030101010101" pitchFamily="2" charset="-122"/>
              </a:rPr>
              <a:t>used for useful </a:t>
            </a:r>
            <a:endParaRPr lang="en-US" altLang="zh-CN" sz="2400" i="0" dirty="0">
              <a:latin typeface="Comic Sans MS" panose="030F0702030302020204" pitchFamily="66" charset="0"/>
              <a:ea typeface="宋体" panose="02010600030101010101" pitchFamily="2" charset="-122"/>
            </a:endParaRPr>
          </a:p>
          <a:p>
            <a:pPr eaLnBrk="0" hangingPunct="0">
              <a:buClrTx/>
              <a:buFontTx/>
            </a:pPr>
            <a:r>
              <a:rPr lang="en-US" altLang="zh-CN" sz="2400" i="0" dirty="0">
                <a:latin typeface="Comic Sans MS" panose="030F0702030302020204" pitchFamily="66" charset="0"/>
                <a:ea typeface="宋体" panose="02010600030101010101" pitchFamily="2" charset="-122"/>
              </a:rPr>
              <a:t>transmissions 37%</a:t>
            </a:r>
            <a:endParaRPr lang="en-US" altLang="zh-CN" sz="2400" i="0" dirty="0">
              <a:latin typeface="Comic Sans MS" panose="030F0702030302020204" pitchFamily="66" charset="0"/>
              <a:ea typeface="宋体" panose="02010600030101010101" pitchFamily="2" charset="-122"/>
            </a:endParaRPr>
          </a:p>
          <a:p>
            <a:pPr eaLnBrk="0" hangingPunct="0">
              <a:buClrTx/>
              <a:buFontTx/>
            </a:pPr>
            <a:r>
              <a:rPr lang="en-US" altLang="zh-CN" sz="2400" i="0" dirty="0">
                <a:latin typeface="Comic Sans MS" panose="030F0702030302020204" pitchFamily="66" charset="0"/>
                <a:ea typeface="宋体" panose="02010600030101010101" pitchFamily="2" charset="-122"/>
              </a:rPr>
              <a:t>of time!</a:t>
            </a:r>
            <a:endParaRPr lang="en-US" altLang="zh-CN" i="0" dirty="0">
              <a:latin typeface="Comic Sans MS" panose="030F0702030302020204" pitchFamily="66" charset="0"/>
              <a:ea typeface="宋体" panose="02010600030101010101" pitchFamily="2" charset="-122"/>
            </a:endParaRPr>
          </a:p>
        </p:txBody>
      </p:sp>
      <p:sp>
        <p:nvSpPr>
          <p:cNvPr id="55304" name="Text Box 11"/>
          <p:cNvSpPr txBox="1"/>
          <p:nvPr/>
        </p:nvSpPr>
        <p:spPr>
          <a:xfrm>
            <a:off x="8367713" y="4533900"/>
            <a:ext cx="474662" cy="1555750"/>
          </a:xfrm>
          <a:prstGeom prst="rect">
            <a:avLst/>
          </a:prstGeom>
          <a:noFill/>
          <a:ln w="9525">
            <a:noFill/>
          </a:ln>
        </p:spPr>
        <p:txBody>
          <a:bodyPr wrap="none" anchor="t" anchorCtr="0">
            <a:spAutoFit/>
          </a:bodyPr>
          <a:p>
            <a:pPr eaLnBrk="0" hangingPunct="0">
              <a:buClrTx/>
              <a:buFontTx/>
            </a:pPr>
            <a:r>
              <a:rPr lang="en-US" altLang="zh-CN" sz="9600" i="0" dirty="0">
                <a:solidFill>
                  <a:srgbClr val="FF0000"/>
                </a:solidFill>
                <a:latin typeface="Comic Sans MS" panose="030F0702030302020204" pitchFamily="66" charset="0"/>
                <a:ea typeface="宋体" panose="02010600030101010101" pitchFamily="2" charset="-122"/>
              </a:rPr>
              <a:t>!</a:t>
            </a:r>
            <a:endParaRPr lang="en-US" altLang="zh-CN" sz="9600" i="0" dirty="0">
              <a:solidFill>
                <a:srgbClr val="FF0000"/>
              </a:solidFill>
              <a:latin typeface="Comic Sans MS" panose="030F0702030302020204" pitchFamily="66" charset="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5734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57347"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Pure (unslotted) ALOHA</a:t>
            </a:r>
            <a:r>
              <a:rPr lang="zh-CN" altLang="en-US" dirty="0">
                <a:ea typeface="宋体" panose="02010600030101010101" pitchFamily="2" charset="-122"/>
              </a:rPr>
              <a:t>（简）</a:t>
            </a:r>
            <a:endParaRPr lang="en-US" altLang="zh-CN" dirty="0">
              <a:ea typeface="宋体" panose="02010600030101010101" pitchFamily="2" charset="-122"/>
            </a:endParaRPr>
          </a:p>
        </p:txBody>
      </p:sp>
      <p:sp>
        <p:nvSpPr>
          <p:cNvPr id="57348" name="Rectangle 3"/>
          <p:cNvSpPr>
            <a:spLocks noGrp="1"/>
          </p:cNvSpPr>
          <p:nvPr>
            <p:ph idx="1"/>
          </p:nvPr>
        </p:nvSpPr>
        <p:spPr>
          <a:xfrm>
            <a:off x="533400" y="1422400"/>
            <a:ext cx="8343900" cy="4648200"/>
          </a:xfrm>
          <a:ln/>
        </p:spPr>
        <p:txBody>
          <a:bodyPr vert="horz" wrap="square" lIns="91440" tIns="45720" rIns="91440" bIns="45720" anchor="t" anchorCtr="0"/>
          <a:p>
            <a:r>
              <a:rPr lang="en-US" altLang="zh-CN" sz="2400" dirty="0">
                <a:ea typeface="宋体" panose="02010600030101010101" pitchFamily="2" charset="-122"/>
              </a:rPr>
              <a:t>unslotted Aloha: simpler, no synchronization</a:t>
            </a:r>
            <a:endParaRPr lang="en-US" altLang="zh-CN" sz="2400" dirty="0">
              <a:ea typeface="宋体" panose="02010600030101010101" pitchFamily="2" charset="-122"/>
            </a:endParaRPr>
          </a:p>
          <a:p>
            <a:r>
              <a:rPr lang="en-US" altLang="zh-CN" sz="2400" dirty="0">
                <a:ea typeface="宋体" panose="02010600030101010101" pitchFamily="2" charset="-122"/>
              </a:rPr>
              <a:t>when frame first arrives</a:t>
            </a:r>
            <a:endParaRPr lang="en-US" altLang="zh-CN" sz="2400" dirty="0">
              <a:ea typeface="宋体" panose="02010600030101010101" pitchFamily="2" charset="-122"/>
            </a:endParaRPr>
          </a:p>
          <a:p>
            <a:pPr lvl="1"/>
            <a:r>
              <a:rPr lang="en-US" altLang="zh-CN" sz="2000" dirty="0">
                <a:ea typeface="宋体" panose="02010600030101010101" pitchFamily="2" charset="-122"/>
              </a:rPr>
              <a:t> transmit immediately </a:t>
            </a:r>
            <a:endParaRPr lang="en-US" altLang="zh-CN" sz="2000" dirty="0">
              <a:ea typeface="宋体" panose="02010600030101010101" pitchFamily="2" charset="-122"/>
            </a:endParaRPr>
          </a:p>
          <a:p>
            <a:r>
              <a:rPr lang="en-US" altLang="zh-CN" sz="2400" dirty="0">
                <a:ea typeface="宋体" panose="02010600030101010101" pitchFamily="2" charset="-122"/>
              </a:rPr>
              <a:t>collision probability increases:</a:t>
            </a:r>
            <a:endParaRPr lang="en-US" altLang="zh-CN" sz="2400" dirty="0">
              <a:ea typeface="宋体" panose="02010600030101010101" pitchFamily="2" charset="-122"/>
            </a:endParaRPr>
          </a:p>
          <a:p>
            <a:pPr lvl="1"/>
            <a:r>
              <a:rPr lang="en-US" altLang="zh-CN" sz="2000" dirty="0">
                <a:ea typeface="宋体" panose="02010600030101010101" pitchFamily="2" charset="-122"/>
              </a:rPr>
              <a:t>frame sent at t</a:t>
            </a:r>
            <a:r>
              <a:rPr lang="en-US" altLang="zh-CN" sz="2000" baseline="-25000" dirty="0">
                <a:ea typeface="宋体" panose="02010600030101010101" pitchFamily="2" charset="-122"/>
              </a:rPr>
              <a:t>0</a:t>
            </a:r>
            <a:r>
              <a:rPr lang="en-US" altLang="zh-CN" sz="2000" dirty="0">
                <a:ea typeface="宋体" panose="02010600030101010101" pitchFamily="2" charset="-122"/>
              </a:rPr>
              <a:t> collides with other frames sent in [t</a:t>
            </a:r>
            <a:r>
              <a:rPr lang="en-US" altLang="zh-CN" sz="2000" baseline="-25000" dirty="0">
                <a:ea typeface="宋体" panose="02010600030101010101" pitchFamily="2" charset="-122"/>
              </a:rPr>
              <a:t>0</a:t>
            </a:r>
            <a:r>
              <a:rPr lang="en-US" altLang="zh-CN" sz="2000" dirty="0">
                <a:ea typeface="宋体" panose="02010600030101010101" pitchFamily="2" charset="-122"/>
              </a:rPr>
              <a:t>-1,t</a:t>
            </a:r>
            <a:r>
              <a:rPr lang="en-US" altLang="zh-CN" sz="2000" baseline="-25000" dirty="0">
                <a:ea typeface="宋体" panose="02010600030101010101" pitchFamily="2" charset="-122"/>
              </a:rPr>
              <a:t>0</a:t>
            </a:r>
            <a:r>
              <a:rPr lang="en-US" altLang="zh-CN" sz="2000" dirty="0">
                <a:ea typeface="宋体" panose="02010600030101010101" pitchFamily="2" charset="-122"/>
              </a:rPr>
              <a:t>+1]</a:t>
            </a:r>
            <a:endParaRPr lang="en-US" altLang="zh-CN" sz="2000" dirty="0">
              <a:ea typeface="宋体" panose="02010600030101010101" pitchFamily="2" charset="-122"/>
            </a:endParaRPr>
          </a:p>
        </p:txBody>
      </p:sp>
      <p:pic>
        <p:nvPicPr>
          <p:cNvPr id="57349" name="Picture 4"/>
          <p:cNvPicPr>
            <a:picLocks noChangeAspect="1"/>
          </p:cNvPicPr>
          <p:nvPr/>
        </p:nvPicPr>
        <p:blipFill>
          <a:blip r:embed="rId1"/>
          <a:stretch>
            <a:fillRect/>
          </a:stretch>
        </p:blipFill>
        <p:spPr>
          <a:xfrm>
            <a:off x="533400" y="3838575"/>
            <a:ext cx="6280150" cy="2543175"/>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5939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59395" name="Rectangle 2"/>
          <p:cNvSpPr>
            <a:spLocks noGrp="1"/>
          </p:cNvSpPr>
          <p:nvPr>
            <p:ph type="title"/>
          </p:nvPr>
        </p:nvSpPr>
        <p:spPr>
          <a:ln/>
        </p:spPr>
        <p:txBody>
          <a:bodyPr vert="horz" wrap="square" lIns="91440" tIns="45720" rIns="91440" bIns="45720" anchor="ctr" anchorCtr="0"/>
          <a:p>
            <a:r>
              <a:rPr lang="en-US" altLang="zh-CN" sz="3600" dirty="0">
                <a:ea typeface="宋体" panose="02010600030101010101" pitchFamily="2" charset="-122"/>
              </a:rPr>
              <a:t>Pure Aloha efficiency</a:t>
            </a:r>
            <a:endParaRPr lang="en-US" altLang="zh-CN" dirty="0">
              <a:ea typeface="宋体" panose="02010600030101010101" pitchFamily="2" charset="-122"/>
            </a:endParaRPr>
          </a:p>
        </p:txBody>
      </p:sp>
      <p:sp>
        <p:nvSpPr>
          <p:cNvPr id="59396" name="Rectangle 3"/>
          <p:cNvSpPr>
            <a:spLocks noGrp="1"/>
          </p:cNvSpPr>
          <p:nvPr>
            <p:ph idx="1"/>
          </p:nvPr>
        </p:nvSpPr>
        <p:spPr>
          <a:xfrm>
            <a:off x="533400" y="1328738"/>
            <a:ext cx="8264525" cy="4648200"/>
          </a:xfrm>
          <a:ln/>
        </p:spPr>
        <p:txBody>
          <a:bodyPr vert="horz" wrap="square" lIns="91440" tIns="45720" rIns="91440" bIns="45720" anchor="t" anchorCtr="0"/>
          <a:p>
            <a:pPr>
              <a:buNone/>
            </a:pPr>
            <a:r>
              <a:rPr lang="en-US" altLang="zh-CN" sz="2000" dirty="0">
                <a:ea typeface="宋体" panose="02010600030101010101" pitchFamily="2" charset="-122"/>
              </a:rPr>
              <a:t>P(success by given node) = P(node transmits) </a:t>
            </a:r>
            <a:r>
              <a:rPr lang="en-US" altLang="zh-CN" baseline="16000" dirty="0">
                <a:ea typeface="宋体" panose="02010600030101010101" pitchFamily="2" charset="-122"/>
              </a:rPr>
              <a:t>.</a:t>
            </a:r>
            <a:endParaRPr lang="en-US" altLang="zh-CN" sz="2000" dirty="0">
              <a:ea typeface="宋体" panose="02010600030101010101" pitchFamily="2" charset="-122"/>
            </a:endParaRPr>
          </a:p>
          <a:p>
            <a:pPr>
              <a:buNone/>
            </a:pPr>
            <a:r>
              <a:rPr lang="en-US" altLang="zh-CN" sz="2000" dirty="0">
                <a:ea typeface="宋体" panose="02010600030101010101" pitchFamily="2" charset="-122"/>
              </a:rPr>
              <a:t>                                         P(no other node transmits in [t</a:t>
            </a:r>
            <a:r>
              <a:rPr lang="en-US" altLang="zh-CN" sz="2000" baseline="-25000" dirty="0">
                <a:ea typeface="宋体" panose="02010600030101010101" pitchFamily="2" charset="-122"/>
              </a:rPr>
              <a:t>0</a:t>
            </a:r>
            <a:r>
              <a:rPr lang="en-US" altLang="zh-CN" sz="2000" dirty="0">
                <a:ea typeface="宋体" panose="02010600030101010101" pitchFamily="2" charset="-122"/>
              </a:rPr>
              <a:t>-1,t</a:t>
            </a:r>
            <a:r>
              <a:rPr lang="en-US" altLang="zh-CN" sz="2000" baseline="-25000" dirty="0">
                <a:ea typeface="宋体" panose="02010600030101010101" pitchFamily="2" charset="-122"/>
              </a:rPr>
              <a:t>0</a:t>
            </a:r>
            <a:r>
              <a:rPr lang="en-US" altLang="zh-CN" sz="2000" dirty="0">
                <a:ea typeface="宋体" panose="02010600030101010101" pitchFamily="2" charset="-122"/>
              </a:rPr>
              <a:t>] </a:t>
            </a:r>
            <a:r>
              <a:rPr lang="en-US" altLang="zh-CN" baseline="16000" dirty="0">
                <a:ea typeface="宋体" panose="02010600030101010101" pitchFamily="2" charset="-122"/>
              </a:rPr>
              <a:t>.</a:t>
            </a:r>
            <a:endParaRPr lang="en-US" altLang="zh-CN" sz="2000" dirty="0">
              <a:ea typeface="宋体" panose="02010600030101010101" pitchFamily="2" charset="-122"/>
            </a:endParaRPr>
          </a:p>
          <a:p>
            <a:pPr>
              <a:buNone/>
            </a:pPr>
            <a:r>
              <a:rPr lang="en-US" altLang="zh-CN" sz="2000" dirty="0">
                <a:ea typeface="宋体" panose="02010600030101010101" pitchFamily="2" charset="-122"/>
              </a:rPr>
              <a:t>                                         P(no other node transmits in [t</a:t>
            </a:r>
            <a:r>
              <a:rPr lang="en-US" altLang="zh-CN" sz="2000" baseline="-25000" dirty="0">
                <a:ea typeface="宋体" panose="02010600030101010101" pitchFamily="2" charset="-122"/>
              </a:rPr>
              <a:t>0</a:t>
            </a:r>
            <a:r>
              <a:rPr lang="en-US" altLang="zh-CN" sz="2000" dirty="0">
                <a:ea typeface="宋体" panose="02010600030101010101" pitchFamily="2" charset="-122"/>
              </a:rPr>
              <a:t>,t</a:t>
            </a:r>
            <a:r>
              <a:rPr lang="en-US" altLang="zh-CN" sz="2000" baseline="-25000" dirty="0">
                <a:ea typeface="宋体" panose="02010600030101010101" pitchFamily="2" charset="-122"/>
              </a:rPr>
              <a:t>0</a:t>
            </a:r>
            <a:r>
              <a:rPr lang="en-US" altLang="zh-CN" sz="2000" dirty="0">
                <a:ea typeface="宋体" panose="02010600030101010101" pitchFamily="2" charset="-122"/>
              </a:rPr>
              <a:t>+1] </a:t>
            </a:r>
            <a:endParaRPr lang="en-US" altLang="zh-CN" sz="2000" dirty="0">
              <a:ea typeface="宋体" panose="02010600030101010101" pitchFamily="2" charset="-122"/>
            </a:endParaRPr>
          </a:p>
          <a:p>
            <a:pPr>
              <a:buNone/>
            </a:pPr>
            <a:r>
              <a:rPr lang="en-US" altLang="zh-CN" sz="2000" dirty="0">
                <a:ea typeface="宋体" panose="02010600030101010101" pitchFamily="2" charset="-122"/>
              </a:rPr>
              <a:t>                                      = p </a:t>
            </a:r>
            <a:r>
              <a:rPr lang="en-US" altLang="zh-CN" baseline="16000" dirty="0">
                <a:ea typeface="宋体" panose="02010600030101010101" pitchFamily="2" charset="-122"/>
              </a:rPr>
              <a:t>. </a:t>
            </a:r>
            <a:r>
              <a:rPr lang="en-US" altLang="zh-CN" sz="2000" dirty="0">
                <a:ea typeface="宋体" panose="02010600030101010101" pitchFamily="2" charset="-122"/>
              </a:rPr>
              <a:t>(1-p)</a:t>
            </a:r>
            <a:r>
              <a:rPr lang="en-US" altLang="zh-CN" sz="2000" b="1" baseline="30000" dirty="0">
                <a:ea typeface="宋体" panose="02010600030101010101" pitchFamily="2" charset="-122"/>
              </a:rPr>
              <a:t>N-1</a:t>
            </a:r>
            <a:r>
              <a:rPr lang="en-US" altLang="zh-CN" baseline="16000" dirty="0">
                <a:ea typeface="宋体" panose="02010600030101010101" pitchFamily="2" charset="-122"/>
              </a:rPr>
              <a:t> . </a:t>
            </a:r>
            <a:r>
              <a:rPr lang="en-US" altLang="zh-CN" sz="2000" dirty="0">
                <a:ea typeface="宋体" panose="02010600030101010101" pitchFamily="2" charset="-122"/>
              </a:rPr>
              <a:t>(1-p)</a:t>
            </a:r>
            <a:r>
              <a:rPr lang="en-US" altLang="zh-CN" sz="2000" b="1" baseline="30000" dirty="0">
                <a:ea typeface="宋体" panose="02010600030101010101" pitchFamily="2" charset="-122"/>
              </a:rPr>
              <a:t>N-1</a:t>
            </a:r>
            <a:endParaRPr lang="en-US" altLang="zh-CN" sz="2000" b="1" baseline="30000" dirty="0">
              <a:ea typeface="宋体" panose="02010600030101010101" pitchFamily="2" charset="-122"/>
            </a:endParaRPr>
          </a:p>
          <a:p>
            <a:pPr>
              <a:buNone/>
            </a:pPr>
            <a:r>
              <a:rPr lang="en-US" altLang="zh-CN" sz="2000" b="1" baseline="30000" dirty="0">
                <a:ea typeface="宋体" panose="02010600030101010101" pitchFamily="2" charset="-122"/>
              </a:rPr>
              <a:t>                                        </a:t>
            </a:r>
            <a:r>
              <a:rPr lang="en-US" altLang="zh-CN" sz="2000" b="1" dirty="0">
                <a:ea typeface="宋体" panose="02010600030101010101" pitchFamily="2" charset="-122"/>
              </a:rPr>
              <a:t>= </a:t>
            </a:r>
            <a:r>
              <a:rPr lang="en-US" altLang="zh-CN" sz="2000" dirty="0">
                <a:ea typeface="宋体" panose="02010600030101010101" pitchFamily="2" charset="-122"/>
              </a:rPr>
              <a:t>p </a:t>
            </a:r>
            <a:r>
              <a:rPr lang="en-US" altLang="zh-CN" baseline="16000" dirty="0">
                <a:ea typeface="宋体" panose="02010600030101010101" pitchFamily="2" charset="-122"/>
              </a:rPr>
              <a:t>. </a:t>
            </a:r>
            <a:r>
              <a:rPr lang="en-US" altLang="zh-CN" sz="2000" dirty="0">
                <a:ea typeface="宋体" panose="02010600030101010101" pitchFamily="2" charset="-122"/>
              </a:rPr>
              <a:t>(1-p)</a:t>
            </a:r>
            <a:r>
              <a:rPr lang="en-US" altLang="zh-CN" sz="2000" b="1" baseline="30000" dirty="0">
                <a:ea typeface="宋体" panose="02010600030101010101" pitchFamily="2" charset="-122"/>
              </a:rPr>
              <a:t>2(N-1)</a:t>
            </a:r>
            <a:r>
              <a:rPr lang="en-US" altLang="zh-CN" baseline="16000" dirty="0">
                <a:ea typeface="宋体" panose="02010600030101010101" pitchFamily="2" charset="-122"/>
              </a:rPr>
              <a:t> </a:t>
            </a:r>
            <a:endParaRPr lang="en-US" altLang="zh-CN" sz="2000" dirty="0">
              <a:ea typeface="宋体" panose="02010600030101010101" pitchFamily="2" charset="-122"/>
            </a:endParaRPr>
          </a:p>
          <a:p>
            <a:pPr>
              <a:buNone/>
            </a:pPr>
            <a:endParaRPr lang="en-US" altLang="zh-CN" baseline="16000" dirty="0">
              <a:ea typeface="宋体" panose="02010600030101010101" pitchFamily="2" charset="-122"/>
            </a:endParaRPr>
          </a:p>
          <a:p>
            <a:pPr>
              <a:buNone/>
            </a:pPr>
            <a:r>
              <a:rPr lang="en-US" altLang="zh-CN" baseline="16000" dirty="0">
                <a:ea typeface="宋体" panose="02010600030101010101" pitchFamily="2" charset="-122"/>
              </a:rPr>
              <a:t>                              … choosing optimum p and then letting n -&gt; infty ...</a:t>
            </a:r>
            <a:endParaRPr lang="en-US" altLang="zh-CN" baseline="16000" dirty="0">
              <a:ea typeface="宋体" panose="02010600030101010101" pitchFamily="2" charset="-122"/>
            </a:endParaRPr>
          </a:p>
          <a:p>
            <a:pPr>
              <a:buNone/>
            </a:pPr>
            <a:r>
              <a:rPr lang="en-US" altLang="zh-CN" baseline="16000" dirty="0">
                <a:ea typeface="宋体" panose="02010600030101010101" pitchFamily="2" charset="-122"/>
              </a:rPr>
              <a:t>                                        </a:t>
            </a:r>
            <a:br>
              <a:rPr lang="en-US" altLang="zh-CN" baseline="16000" dirty="0">
                <a:ea typeface="宋体" panose="02010600030101010101" pitchFamily="2" charset="-122"/>
              </a:rPr>
            </a:br>
            <a:r>
              <a:rPr lang="en-US" altLang="zh-CN" baseline="16000" dirty="0">
                <a:ea typeface="宋体" panose="02010600030101010101" pitchFamily="2" charset="-122"/>
              </a:rPr>
              <a:t>                                    = 1/(2e) = .18 </a:t>
            </a:r>
            <a:r>
              <a:rPr lang="en-US" altLang="zh-CN" sz="2000" dirty="0">
                <a:ea typeface="宋体" panose="02010600030101010101" pitchFamily="2" charset="-122"/>
              </a:rPr>
              <a:t>	</a:t>
            </a:r>
            <a:endParaRPr lang="en-US" altLang="zh-CN" sz="2400" b="1" i="1" dirty="0">
              <a:ea typeface="宋体" panose="02010600030101010101" pitchFamily="2" charset="-122"/>
            </a:endParaRPr>
          </a:p>
          <a:p>
            <a:endParaRPr lang="en-US" altLang="zh-CN" dirty="0">
              <a:ea typeface="宋体" panose="02010600030101010101" pitchFamily="2" charset="-122"/>
            </a:endParaRPr>
          </a:p>
        </p:txBody>
      </p:sp>
      <p:sp>
        <p:nvSpPr>
          <p:cNvPr id="59397" name="Text Box 4"/>
          <p:cNvSpPr txBox="1"/>
          <p:nvPr/>
        </p:nvSpPr>
        <p:spPr>
          <a:xfrm>
            <a:off x="2222500" y="5227638"/>
            <a:ext cx="4546600" cy="457200"/>
          </a:xfrm>
          <a:prstGeom prst="rect">
            <a:avLst/>
          </a:prstGeom>
          <a:noFill/>
          <a:ln w="9525">
            <a:noFill/>
          </a:ln>
        </p:spPr>
        <p:txBody>
          <a:bodyPr wrap="none" anchor="t" anchorCtr="0">
            <a:spAutoFit/>
          </a:bodyPr>
          <a:p>
            <a:pPr eaLnBrk="0" hangingPunct="0">
              <a:buClrTx/>
              <a:buFontTx/>
            </a:pPr>
            <a:r>
              <a:rPr lang="en-US" altLang="zh-CN" sz="2400" i="0" dirty="0">
                <a:solidFill>
                  <a:srgbClr val="FF0000"/>
                </a:solidFill>
                <a:latin typeface="Comic Sans MS" panose="030F0702030302020204" pitchFamily="66" charset="0"/>
                <a:ea typeface="宋体" panose="02010600030101010101" pitchFamily="2" charset="-122"/>
              </a:rPr>
              <a:t>even </a:t>
            </a:r>
            <a:r>
              <a:rPr lang="en-US" altLang="zh-CN" sz="2400" dirty="0">
                <a:solidFill>
                  <a:srgbClr val="FF0000"/>
                </a:solidFill>
                <a:latin typeface="Comic Sans MS" panose="030F0702030302020204" pitchFamily="66" charset="0"/>
                <a:ea typeface="宋体" panose="02010600030101010101" pitchFamily="2" charset="-122"/>
              </a:rPr>
              <a:t>worse</a:t>
            </a:r>
            <a:r>
              <a:rPr lang="en-US" altLang="zh-CN" sz="2400" i="0" dirty="0">
                <a:solidFill>
                  <a:srgbClr val="FF0000"/>
                </a:solidFill>
                <a:latin typeface="Comic Sans MS" panose="030F0702030302020204" pitchFamily="66" charset="0"/>
                <a:ea typeface="宋体" panose="02010600030101010101" pitchFamily="2" charset="-122"/>
              </a:rPr>
              <a:t> than slotted Aloha!</a:t>
            </a:r>
            <a:endParaRPr lang="en-US" altLang="zh-CN" sz="2400" i="0" dirty="0">
              <a:solidFill>
                <a:srgbClr val="FF0000"/>
              </a:solidFill>
              <a:latin typeface="Comic Sans MS" panose="030F0702030302020204" pitchFamily="66" charset="0"/>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6144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61443" name="Rectangle 2"/>
          <p:cNvSpPr>
            <a:spLocks noGrp="1"/>
          </p:cNvSpPr>
          <p:nvPr>
            <p:ph type="title"/>
          </p:nvPr>
        </p:nvSpPr>
        <p:spPr>
          <a:xfrm>
            <a:off x="333375" y="228600"/>
            <a:ext cx="8464550" cy="1143000"/>
          </a:xfrm>
          <a:ln/>
        </p:spPr>
        <p:txBody>
          <a:bodyPr vert="horz" wrap="square" lIns="91440" tIns="45720" rIns="91440" bIns="45720" anchor="ctr" anchorCtr="0"/>
          <a:p>
            <a:r>
              <a:rPr lang="en-US" altLang="zh-CN" sz="3600" dirty="0">
                <a:ea typeface="宋体" panose="02010600030101010101" pitchFamily="2" charset="-122"/>
              </a:rPr>
              <a:t>CSMA (Carrier Sense Multiple Access)</a:t>
            </a:r>
            <a:endParaRPr lang="en-US" altLang="zh-CN" dirty="0">
              <a:ea typeface="宋体" panose="02010600030101010101" pitchFamily="2" charset="-122"/>
            </a:endParaRPr>
          </a:p>
        </p:txBody>
      </p:sp>
      <p:sp>
        <p:nvSpPr>
          <p:cNvPr id="61444" name="Rectangle 3"/>
          <p:cNvSpPr>
            <a:spLocks noGrp="1"/>
          </p:cNvSpPr>
          <p:nvPr>
            <p:ph idx="1"/>
          </p:nvPr>
        </p:nvSpPr>
        <p:spPr>
          <a:xfrm>
            <a:off x="533400" y="1789113"/>
            <a:ext cx="8296275" cy="3246437"/>
          </a:xfrm>
          <a:ln/>
        </p:spPr>
        <p:txBody>
          <a:bodyPr vert="horz" wrap="square" lIns="91440" tIns="45720" rIns="91440" bIns="45720" anchor="t" anchorCtr="0"/>
          <a:p>
            <a:pPr>
              <a:buNone/>
            </a:pPr>
            <a:r>
              <a:rPr lang="en-US" altLang="zh-CN" sz="2400" b="1" u="sng" dirty="0">
                <a:solidFill>
                  <a:srgbClr val="FF0000"/>
                </a:solidFill>
                <a:ea typeface="宋体" panose="02010600030101010101" pitchFamily="2" charset="-122"/>
              </a:rPr>
              <a:t>CSMA</a:t>
            </a:r>
            <a:r>
              <a:rPr lang="en-US" altLang="zh-CN" sz="2400" u="sng" dirty="0">
                <a:solidFill>
                  <a:srgbClr val="FF0000"/>
                </a:solidFill>
                <a:ea typeface="宋体" panose="02010600030101010101" pitchFamily="2" charset="-122"/>
              </a:rPr>
              <a:t>:</a:t>
            </a:r>
            <a:r>
              <a:rPr lang="en-US" altLang="zh-CN" sz="2400" dirty="0">
                <a:ea typeface="宋体" panose="02010600030101010101" pitchFamily="2" charset="-122"/>
              </a:rPr>
              <a:t> listen before transmit:</a:t>
            </a:r>
            <a:endParaRPr lang="en-US" altLang="zh-CN" sz="2400" dirty="0">
              <a:ea typeface="宋体" panose="02010600030101010101" pitchFamily="2" charset="-122"/>
            </a:endParaRPr>
          </a:p>
          <a:p>
            <a:pPr>
              <a:buNone/>
            </a:pPr>
            <a:r>
              <a:rPr lang="en-US" altLang="zh-CN" sz="2400" dirty="0">
                <a:ea typeface="宋体" panose="02010600030101010101" pitchFamily="2" charset="-122"/>
              </a:rPr>
              <a:t>If channel sensed idle: transmit entire frame</a:t>
            </a:r>
            <a:endParaRPr lang="en-US" altLang="zh-CN" sz="2400" dirty="0">
              <a:ea typeface="宋体" panose="02010600030101010101" pitchFamily="2" charset="-122"/>
            </a:endParaRPr>
          </a:p>
          <a:p>
            <a:r>
              <a:rPr lang="en-US" altLang="zh-CN" sz="2400" dirty="0">
                <a:ea typeface="宋体" panose="02010600030101010101" pitchFamily="2" charset="-122"/>
              </a:rPr>
              <a:t>If channel sensed busy, defer transmission </a:t>
            </a:r>
            <a:br>
              <a:rPr lang="en-US" altLang="zh-CN" sz="2400" dirty="0">
                <a:ea typeface="宋体" panose="02010600030101010101" pitchFamily="2" charset="-122"/>
              </a:rPr>
            </a:br>
            <a:br>
              <a:rPr lang="en-US" altLang="zh-CN" sz="2400" dirty="0">
                <a:ea typeface="宋体" panose="02010600030101010101" pitchFamily="2" charset="-122"/>
              </a:rPr>
            </a:br>
            <a:endParaRPr lang="en-US" altLang="zh-CN" sz="2400" dirty="0">
              <a:ea typeface="宋体" panose="02010600030101010101" pitchFamily="2" charset="-122"/>
            </a:endParaRPr>
          </a:p>
          <a:p>
            <a:r>
              <a:rPr lang="en-US" altLang="zh-CN" sz="2400" dirty="0">
                <a:ea typeface="宋体" panose="02010600030101010101" pitchFamily="2" charset="-122"/>
              </a:rPr>
              <a:t>human analogy: don’t interrupt others!</a:t>
            </a:r>
            <a:endParaRPr lang="en-US" altLang="zh-CN" sz="2400" dirty="0">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页脚占位符 3"/>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63490" name="灯片编号占位符 4"/>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63491"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CSMA collisions</a:t>
            </a:r>
            <a:endParaRPr lang="en-US" altLang="zh-CN" dirty="0">
              <a:ea typeface="宋体" panose="02010600030101010101" pitchFamily="2" charset="-122"/>
            </a:endParaRPr>
          </a:p>
        </p:txBody>
      </p:sp>
      <p:sp>
        <p:nvSpPr>
          <p:cNvPr id="63492" name="Rectangle 4"/>
          <p:cNvSpPr/>
          <p:nvPr/>
        </p:nvSpPr>
        <p:spPr>
          <a:xfrm>
            <a:off x="307975" y="1536700"/>
            <a:ext cx="3794125" cy="1371600"/>
          </a:xfrm>
          <a:prstGeom prst="rect">
            <a:avLst/>
          </a:prstGeom>
          <a:noFill/>
          <a:ln w="9525">
            <a:noFill/>
          </a:ln>
        </p:spPr>
        <p:txBody>
          <a:bodyPr anchor="t" anchorCtr="0">
            <a:spAutoFit/>
          </a:bodyPr>
          <a:p>
            <a:pPr eaLnBrk="0" hangingPunct="0">
              <a:buClrTx/>
              <a:buFontTx/>
            </a:pPr>
            <a:r>
              <a:rPr lang="en-US" altLang="zh-CN" sz="2400" i="0" dirty="0">
                <a:solidFill>
                  <a:schemeClr val="accent2"/>
                </a:solidFill>
                <a:latin typeface="Comic Sans MS" panose="030F0702030302020204" pitchFamily="66" charset="0"/>
                <a:ea typeface="宋体" panose="02010600030101010101" pitchFamily="2" charset="-122"/>
              </a:rPr>
              <a:t>collisions </a:t>
            </a:r>
            <a:r>
              <a:rPr lang="en-US" altLang="zh-CN" sz="2400" dirty="0">
                <a:solidFill>
                  <a:schemeClr val="accent2"/>
                </a:solidFill>
                <a:latin typeface="Comic Sans MS" panose="030F0702030302020204" pitchFamily="66" charset="0"/>
                <a:ea typeface="宋体" panose="02010600030101010101" pitchFamily="2" charset="-122"/>
              </a:rPr>
              <a:t>can</a:t>
            </a:r>
            <a:r>
              <a:rPr lang="en-US" altLang="zh-CN" sz="2400" i="0" dirty="0">
                <a:solidFill>
                  <a:schemeClr val="accent2"/>
                </a:solidFill>
                <a:latin typeface="Comic Sans MS" panose="030F0702030302020204" pitchFamily="66" charset="0"/>
                <a:ea typeface="宋体" panose="02010600030101010101" pitchFamily="2" charset="-122"/>
              </a:rPr>
              <a:t> still occur:</a:t>
            </a:r>
            <a:endParaRPr lang="en-US" altLang="zh-CN" sz="2400" i="0" dirty="0">
              <a:latin typeface="Comic Sans MS" panose="030F0702030302020204" pitchFamily="66" charset="0"/>
              <a:ea typeface="宋体" panose="02010600030101010101" pitchFamily="2" charset="-122"/>
            </a:endParaRPr>
          </a:p>
          <a:p>
            <a:pPr eaLnBrk="0" hangingPunct="0">
              <a:buClrTx/>
              <a:buFontTx/>
            </a:pPr>
            <a:r>
              <a:rPr lang="en-US" altLang="zh-CN" sz="2000" i="0" dirty="0">
                <a:latin typeface="Comic Sans MS" panose="030F0702030302020204" pitchFamily="66" charset="0"/>
                <a:ea typeface="宋体" panose="02010600030101010101" pitchFamily="2" charset="-122"/>
              </a:rPr>
              <a:t>propagation delay means </a:t>
            </a:r>
            <a:endParaRPr lang="en-US" altLang="zh-CN" sz="2000" i="0" dirty="0">
              <a:latin typeface="Comic Sans MS" panose="030F0702030302020204" pitchFamily="66" charset="0"/>
              <a:ea typeface="宋体" panose="02010600030101010101" pitchFamily="2" charset="-122"/>
            </a:endParaRPr>
          </a:p>
          <a:p>
            <a:pPr eaLnBrk="0" hangingPunct="0">
              <a:buClrTx/>
              <a:buFontTx/>
            </a:pPr>
            <a:r>
              <a:rPr lang="en-US" altLang="zh-CN" sz="2000" i="0" dirty="0">
                <a:latin typeface="Comic Sans MS" panose="030F0702030302020204" pitchFamily="66" charset="0"/>
                <a:ea typeface="宋体" panose="02010600030101010101" pitchFamily="2" charset="-122"/>
              </a:rPr>
              <a:t>two nodes may not hear</a:t>
            </a:r>
            <a:endParaRPr lang="en-US" altLang="zh-CN" sz="2000" i="0" dirty="0">
              <a:latin typeface="Comic Sans MS" panose="030F0702030302020204" pitchFamily="66" charset="0"/>
              <a:ea typeface="宋体" panose="02010600030101010101" pitchFamily="2" charset="-122"/>
            </a:endParaRPr>
          </a:p>
          <a:p>
            <a:pPr eaLnBrk="0" hangingPunct="0">
              <a:buClrTx/>
              <a:buFontTx/>
            </a:pPr>
            <a:r>
              <a:rPr lang="en-US" altLang="zh-CN" sz="2000" i="0" dirty="0">
                <a:latin typeface="Comic Sans MS" panose="030F0702030302020204" pitchFamily="66" charset="0"/>
                <a:ea typeface="宋体" panose="02010600030101010101" pitchFamily="2" charset="-122"/>
              </a:rPr>
              <a:t>each other’s transmission</a:t>
            </a:r>
            <a:endParaRPr lang="en-US" altLang="zh-CN" sz="2400" i="0" dirty="0">
              <a:latin typeface="Times New Roman" panose="02020603050405020304" pitchFamily="18" charset="0"/>
              <a:ea typeface="宋体" panose="02010600030101010101" pitchFamily="2" charset="-122"/>
            </a:endParaRPr>
          </a:p>
        </p:txBody>
      </p:sp>
      <p:sp>
        <p:nvSpPr>
          <p:cNvPr id="63493" name="Rectangle 5"/>
          <p:cNvSpPr/>
          <p:nvPr/>
        </p:nvSpPr>
        <p:spPr>
          <a:xfrm>
            <a:off x="307975" y="3059113"/>
            <a:ext cx="3498850" cy="1066800"/>
          </a:xfrm>
          <a:prstGeom prst="rect">
            <a:avLst/>
          </a:prstGeom>
          <a:noFill/>
          <a:ln w="9525">
            <a:noFill/>
          </a:ln>
        </p:spPr>
        <p:txBody>
          <a:bodyPr anchor="t" anchorCtr="0">
            <a:spAutoFit/>
          </a:bodyPr>
          <a:p>
            <a:pPr eaLnBrk="0" hangingPunct="0">
              <a:buClrTx/>
              <a:buFontTx/>
            </a:pPr>
            <a:r>
              <a:rPr lang="en-US" altLang="zh-CN" sz="2400" i="0" dirty="0">
                <a:solidFill>
                  <a:schemeClr val="accent2"/>
                </a:solidFill>
                <a:latin typeface="Comic Sans MS" panose="030F0702030302020204" pitchFamily="66" charset="0"/>
                <a:ea typeface="宋体" panose="02010600030101010101" pitchFamily="2" charset="-122"/>
              </a:rPr>
              <a:t>collision:</a:t>
            </a:r>
            <a:endParaRPr lang="en-US" altLang="zh-CN" sz="2400" i="0" dirty="0">
              <a:latin typeface="Comic Sans MS" panose="030F0702030302020204" pitchFamily="66" charset="0"/>
              <a:ea typeface="宋体" panose="02010600030101010101" pitchFamily="2" charset="-122"/>
            </a:endParaRPr>
          </a:p>
          <a:p>
            <a:pPr eaLnBrk="0" hangingPunct="0">
              <a:buClrTx/>
              <a:buFontTx/>
            </a:pPr>
            <a:r>
              <a:rPr lang="en-US" altLang="zh-CN" sz="2000" i="0" dirty="0">
                <a:latin typeface="Comic Sans MS" panose="030F0702030302020204" pitchFamily="66" charset="0"/>
                <a:ea typeface="宋体" panose="02010600030101010101" pitchFamily="2" charset="-122"/>
              </a:rPr>
              <a:t>entire packet transmission </a:t>
            </a:r>
            <a:endParaRPr lang="en-US" altLang="zh-CN" sz="2000" i="0" dirty="0">
              <a:latin typeface="Comic Sans MS" panose="030F0702030302020204" pitchFamily="66" charset="0"/>
              <a:ea typeface="宋体" panose="02010600030101010101" pitchFamily="2" charset="-122"/>
            </a:endParaRPr>
          </a:p>
          <a:p>
            <a:pPr eaLnBrk="0" hangingPunct="0">
              <a:buClrTx/>
              <a:buFontTx/>
            </a:pPr>
            <a:r>
              <a:rPr lang="en-US" altLang="zh-CN" sz="2000" i="0" dirty="0">
                <a:latin typeface="Comic Sans MS" panose="030F0702030302020204" pitchFamily="66" charset="0"/>
                <a:ea typeface="宋体" panose="02010600030101010101" pitchFamily="2" charset="-122"/>
              </a:rPr>
              <a:t>time wasted</a:t>
            </a:r>
            <a:endParaRPr lang="en-US" altLang="zh-CN" sz="2000" i="0" dirty="0">
              <a:latin typeface="Times New Roman" panose="02020603050405020304" pitchFamily="18" charset="0"/>
              <a:ea typeface="宋体" panose="02010600030101010101" pitchFamily="2" charset="-122"/>
            </a:endParaRPr>
          </a:p>
        </p:txBody>
      </p:sp>
      <p:sp>
        <p:nvSpPr>
          <p:cNvPr id="63494" name="Rectangle 7"/>
          <p:cNvSpPr/>
          <p:nvPr/>
        </p:nvSpPr>
        <p:spPr>
          <a:xfrm>
            <a:off x="307975" y="4125913"/>
            <a:ext cx="4135438" cy="1371600"/>
          </a:xfrm>
          <a:prstGeom prst="rect">
            <a:avLst/>
          </a:prstGeom>
          <a:noFill/>
          <a:ln w="9525">
            <a:noFill/>
          </a:ln>
        </p:spPr>
        <p:txBody>
          <a:bodyPr anchor="t" anchorCtr="0">
            <a:spAutoFit/>
          </a:bodyPr>
          <a:p>
            <a:pPr eaLnBrk="0" hangingPunct="0">
              <a:buClrTx/>
              <a:buFontTx/>
            </a:pPr>
            <a:r>
              <a:rPr lang="en-US" altLang="zh-CN" sz="2400" i="0" dirty="0">
                <a:solidFill>
                  <a:schemeClr val="accent2"/>
                </a:solidFill>
                <a:latin typeface="Comic Sans MS" panose="030F0702030302020204" pitchFamily="66" charset="0"/>
                <a:ea typeface="宋体" panose="02010600030101010101" pitchFamily="2" charset="-122"/>
              </a:rPr>
              <a:t>note:</a:t>
            </a:r>
            <a:endParaRPr lang="en-US" altLang="zh-CN" sz="2400" i="0" dirty="0">
              <a:latin typeface="Comic Sans MS" panose="030F0702030302020204" pitchFamily="66" charset="0"/>
              <a:ea typeface="宋体" panose="02010600030101010101" pitchFamily="2" charset="-122"/>
            </a:endParaRPr>
          </a:p>
          <a:p>
            <a:pPr eaLnBrk="0" hangingPunct="0">
              <a:buClrTx/>
              <a:buFontTx/>
            </a:pPr>
            <a:r>
              <a:rPr lang="en-US" altLang="zh-CN" sz="2000" i="0" dirty="0">
                <a:latin typeface="Comic Sans MS" panose="030F0702030302020204" pitchFamily="66" charset="0"/>
                <a:ea typeface="宋体" panose="02010600030101010101" pitchFamily="2" charset="-122"/>
              </a:rPr>
              <a:t>role of distance &amp; propagation delay in determining collision probability</a:t>
            </a:r>
            <a:endParaRPr lang="en-US" altLang="zh-CN" sz="2000" i="0" dirty="0">
              <a:latin typeface="Times New Roman" panose="02020603050405020304" pitchFamily="18" charset="0"/>
              <a:ea typeface="宋体" panose="02010600030101010101" pitchFamily="2" charset="-122"/>
            </a:endParaRPr>
          </a:p>
        </p:txBody>
      </p:sp>
      <p:pic>
        <p:nvPicPr>
          <p:cNvPr id="63495" name="Picture 3" descr="5"/>
          <p:cNvPicPr>
            <a:picLocks noChangeAspect="1"/>
          </p:cNvPicPr>
          <p:nvPr/>
        </p:nvPicPr>
        <p:blipFill>
          <a:blip r:embed="rId1"/>
          <a:stretch>
            <a:fillRect/>
          </a:stretch>
        </p:blipFill>
        <p:spPr>
          <a:xfrm>
            <a:off x="4443413" y="1322388"/>
            <a:ext cx="4287837" cy="5049837"/>
          </a:xfrm>
          <a:prstGeom prst="rect">
            <a:avLst/>
          </a:prstGeom>
          <a:noFill/>
          <a:ln w="9525">
            <a:noFill/>
          </a:ln>
        </p:spPr>
      </p:pic>
      <p:sp>
        <p:nvSpPr>
          <p:cNvPr id="63496" name="Rectangle 6"/>
          <p:cNvSpPr/>
          <p:nvPr/>
        </p:nvSpPr>
        <p:spPr>
          <a:xfrm>
            <a:off x="5521325" y="884238"/>
            <a:ext cx="2568575" cy="336550"/>
          </a:xfrm>
          <a:prstGeom prst="rect">
            <a:avLst/>
          </a:prstGeom>
          <a:noFill/>
          <a:ln w="9525">
            <a:noFill/>
          </a:ln>
        </p:spPr>
        <p:txBody>
          <a:bodyPr anchor="t" anchorCtr="0">
            <a:spAutoFit/>
          </a:bodyPr>
          <a:p>
            <a:pPr algn="ctr" eaLnBrk="0" hangingPunct="0">
              <a:buClrTx/>
              <a:buFontTx/>
            </a:pPr>
            <a:r>
              <a:rPr lang="en-US" altLang="zh-CN" sz="1600" i="0" dirty="0">
                <a:latin typeface="Arial" panose="020B0604020202020204" pitchFamily="34" charset="0"/>
                <a:ea typeface="宋体" panose="02010600030101010101" pitchFamily="2" charset="-122"/>
              </a:rPr>
              <a:t>spatial layout of nodes </a:t>
            </a:r>
            <a:endParaRPr lang="en-US" altLang="zh-CN" sz="2000" i="0" dirty="0">
              <a:latin typeface="Arial" panose="020B0604020202020204" pitchFamily="34" charset="0"/>
              <a:ea typeface="宋体" panose="02010600030101010101" pitchFamily="2" charset="-122"/>
            </a:endParaRPr>
          </a:p>
        </p:txBody>
      </p:sp>
      <p:sp>
        <p:nvSpPr>
          <p:cNvPr id="12" name="Rectangle 87"/>
          <p:cNvSpPr/>
          <p:nvPr/>
        </p:nvSpPr>
        <p:spPr>
          <a:xfrm>
            <a:off x="4827588" y="2552700"/>
            <a:ext cx="3736975" cy="257175"/>
          </a:xfrm>
          <a:prstGeom prst="rect">
            <a:avLst/>
          </a:prstGeom>
          <a:solidFill>
            <a:schemeClr val="bg1"/>
          </a:solidFill>
          <a:ln w="9525">
            <a:noFill/>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sp>
        <p:nvSpPr>
          <p:cNvPr id="13" name="Rectangle 88"/>
          <p:cNvSpPr/>
          <p:nvPr/>
        </p:nvSpPr>
        <p:spPr>
          <a:xfrm>
            <a:off x="4835525" y="2809875"/>
            <a:ext cx="3725863" cy="257175"/>
          </a:xfrm>
          <a:prstGeom prst="rect">
            <a:avLst/>
          </a:prstGeom>
          <a:solidFill>
            <a:schemeClr val="bg1"/>
          </a:solidFill>
          <a:ln w="9525">
            <a:noFill/>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sp>
        <p:nvSpPr>
          <p:cNvPr id="14" name="Rectangle 90"/>
          <p:cNvSpPr/>
          <p:nvPr/>
        </p:nvSpPr>
        <p:spPr>
          <a:xfrm>
            <a:off x="4797425" y="3062288"/>
            <a:ext cx="3763963" cy="1624012"/>
          </a:xfrm>
          <a:prstGeom prst="rect">
            <a:avLst/>
          </a:prstGeom>
          <a:solidFill>
            <a:schemeClr val="bg1"/>
          </a:solidFill>
          <a:ln w="9525">
            <a:noFill/>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sp>
        <p:nvSpPr>
          <p:cNvPr id="15" name="Rectangle 91"/>
          <p:cNvSpPr/>
          <p:nvPr/>
        </p:nvSpPr>
        <p:spPr>
          <a:xfrm>
            <a:off x="4770438" y="4670425"/>
            <a:ext cx="3789362" cy="1635125"/>
          </a:xfrm>
          <a:prstGeom prst="rect">
            <a:avLst/>
          </a:prstGeom>
          <a:solidFill>
            <a:schemeClr val="bg1"/>
          </a:solidFill>
          <a:ln w="9525">
            <a:noFill/>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sp>
        <p:nvSpPr>
          <p:cNvPr id="63501" name="Rectangle 92"/>
          <p:cNvSpPr/>
          <p:nvPr/>
        </p:nvSpPr>
        <p:spPr>
          <a:xfrm>
            <a:off x="4764088" y="1254125"/>
            <a:ext cx="4040187" cy="1301750"/>
          </a:xfrm>
          <a:prstGeom prst="rect">
            <a:avLst/>
          </a:prstGeom>
          <a:solidFill>
            <a:schemeClr val="bg1"/>
          </a:solidFill>
          <a:ln w="9525">
            <a:noFill/>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nvGrpSpPr>
          <p:cNvPr id="63502" name="Group 98"/>
          <p:cNvGrpSpPr/>
          <p:nvPr/>
        </p:nvGrpSpPr>
        <p:grpSpPr>
          <a:xfrm>
            <a:off x="4948238" y="1252538"/>
            <a:ext cx="3513137" cy="628650"/>
            <a:chOff x="3117" y="180"/>
            <a:chExt cx="2213" cy="396"/>
          </a:xfrm>
        </p:grpSpPr>
        <p:grpSp>
          <p:nvGrpSpPr>
            <p:cNvPr id="63503" name="Group 67"/>
            <p:cNvGrpSpPr/>
            <p:nvPr/>
          </p:nvGrpSpPr>
          <p:grpSpPr>
            <a:xfrm flipH="1">
              <a:off x="3117" y="245"/>
              <a:ext cx="316" cy="323"/>
              <a:chOff x="2839" y="3501"/>
              <a:chExt cx="755" cy="803"/>
            </a:xfrm>
          </p:grpSpPr>
          <p:pic>
            <p:nvPicPr>
              <p:cNvPr id="63504" name="Picture 68" descr="desktop_computer_stylized_medium"/>
              <p:cNvPicPr>
                <a:picLocks noChangeAspect="1"/>
              </p:cNvPicPr>
              <p:nvPr/>
            </p:nvPicPr>
            <p:blipFill>
              <a:blip r:embed="rId2"/>
              <a:stretch>
                <a:fillRect/>
              </a:stretch>
            </p:blipFill>
            <p:spPr>
              <a:xfrm>
                <a:off x="2839" y="3501"/>
                <a:ext cx="755" cy="803"/>
              </a:xfrm>
              <a:prstGeom prst="rect">
                <a:avLst/>
              </a:prstGeom>
              <a:noFill/>
              <a:ln w="9525">
                <a:noFill/>
              </a:ln>
            </p:spPr>
          </p:pic>
          <p:sp>
            <p:nvSpPr>
              <p:cNvPr id="63505" name="Freeform 69"/>
              <p:cNvSpPr/>
              <p:nvPr/>
            </p:nvSpPr>
            <p:spPr>
              <a:xfrm>
                <a:off x="2916" y="3578"/>
                <a:ext cx="356" cy="368"/>
              </a:xfrm>
              <a:custGeom>
                <a:avLst/>
                <a:gdLst/>
                <a:ahLst/>
                <a:cxnLst>
                  <a:cxn ang="0">
                    <a:pos x="0" y="0"/>
                  </a:cxn>
                  <a:cxn ang="0">
                    <a:pos x="300" y="14"/>
                  </a:cxn>
                  <a:cxn ang="0">
                    <a:pos x="356" y="294"/>
                  </a:cxn>
                  <a:cxn ang="0">
                    <a:pos x="78" y="368"/>
                  </a:cxn>
                  <a:cxn ang="0">
                    <a:pos x="0" y="0"/>
                  </a:cxn>
                </a:cxnLst>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tileRect/>
              </a:gradFill>
              <a:ln w="9525">
                <a:noFill/>
              </a:ln>
            </p:spPr>
            <p:txBody>
              <a:bodyPr/>
              <a:p>
                <a:endParaRPr lang="zh-CN" altLang="en-US"/>
              </a:p>
            </p:txBody>
          </p:sp>
        </p:grpSp>
        <p:grpSp>
          <p:nvGrpSpPr>
            <p:cNvPr id="63506" name="Group 70"/>
            <p:cNvGrpSpPr/>
            <p:nvPr/>
          </p:nvGrpSpPr>
          <p:grpSpPr>
            <a:xfrm flipH="1">
              <a:off x="3747" y="253"/>
              <a:ext cx="316" cy="323"/>
              <a:chOff x="2839" y="3501"/>
              <a:chExt cx="755" cy="803"/>
            </a:xfrm>
          </p:grpSpPr>
          <p:pic>
            <p:nvPicPr>
              <p:cNvPr id="63507" name="Picture 71" descr="desktop_computer_stylized_medium"/>
              <p:cNvPicPr>
                <a:picLocks noChangeAspect="1"/>
              </p:cNvPicPr>
              <p:nvPr/>
            </p:nvPicPr>
            <p:blipFill>
              <a:blip r:embed="rId2"/>
              <a:stretch>
                <a:fillRect/>
              </a:stretch>
            </p:blipFill>
            <p:spPr>
              <a:xfrm>
                <a:off x="2839" y="3501"/>
                <a:ext cx="755" cy="803"/>
              </a:xfrm>
              <a:prstGeom prst="rect">
                <a:avLst/>
              </a:prstGeom>
              <a:noFill/>
              <a:ln w="9525">
                <a:noFill/>
              </a:ln>
            </p:spPr>
          </p:pic>
          <p:sp>
            <p:nvSpPr>
              <p:cNvPr id="63508" name="Freeform 72"/>
              <p:cNvSpPr/>
              <p:nvPr/>
            </p:nvSpPr>
            <p:spPr>
              <a:xfrm>
                <a:off x="2916" y="3578"/>
                <a:ext cx="356" cy="368"/>
              </a:xfrm>
              <a:custGeom>
                <a:avLst/>
                <a:gdLst/>
                <a:ahLst/>
                <a:cxnLst>
                  <a:cxn ang="0">
                    <a:pos x="0" y="0"/>
                  </a:cxn>
                  <a:cxn ang="0">
                    <a:pos x="300" y="14"/>
                  </a:cxn>
                  <a:cxn ang="0">
                    <a:pos x="356" y="294"/>
                  </a:cxn>
                  <a:cxn ang="0">
                    <a:pos x="78" y="368"/>
                  </a:cxn>
                  <a:cxn ang="0">
                    <a:pos x="0" y="0"/>
                  </a:cxn>
                </a:cxnLst>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tileRect/>
              </a:gradFill>
              <a:ln w="9525">
                <a:noFill/>
              </a:ln>
            </p:spPr>
            <p:txBody>
              <a:bodyPr/>
              <a:p>
                <a:endParaRPr lang="zh-CN" altLang="en-US"/>
              </a:p>
            </p:txBody>
          </p:sp>
        </p:grpSp>
        <p:grpSp>
          <p:nvGrpSpPr>
            <p:cNvPr id="63509" name="Group 73"/>
            <p:cNvGrpSpPr/>
            <p:nvPr/>
          </p:nvGrpSpPr>
          <p:grpSpPr>
            <a:xfrm flipH="1">
              <a:off x="4356" y="247"/>
              <a:ext cx="316" cy="323"/>
              <a:chOff x="2839" y="3501"/>
              <a:chExt cx="755" cy="803"/>
            </a:xfrm>
          </p:grpSpPr>
          <p:pic>
            <p:nvPicPr>
              <p:cNvPr id="63510" name="Picture 74" descr="desktop_computer_stylized_medium"/>
              <p:cNvPicPr>
                <a:picLocks noChangeAspect="1"/>
              </p:cNvPicPr>
              <p:nvPr/>
            </p:nvPicPr>
            <p:blipFill>
              <a:blip r:embed="rId2"/>
              <a:stretch>
                <a:fillRect/>
              </a:stretch>
            </p:blipFill>
            <p:spPr>
              <a:xfrm>
                <a:off x="2839" y="3501"/>
                <a:ext cx="755" cy="803"/>
              </a:xfrm>
              <a:prstGeom prst="rect">
                <a:avLst/>
              </a:prstGeom>
              <a:noFill/>
              <a:ln w="9525">
                <a:noFill/>
              </a:ln>
            </p:spPr>
          </p:pic>
          <p:sp>
            <p:nvSpPr>
              <p:cNvPr id="63511" name="Freeform 75"/>
              <p:cNvSpPr/>
              <p:nvPr/>
            </p:nvSpPr>
            <p:spPr>
              <a:xfrm>
                <a:off x="2916" y="3578"/>
                <a:ext cx="356" cy="368"/>
              </a:xfrm>
              <a:custGeom>
                <a:avLst/>
                <a:gdLst/>
                <a:ahLst/>
                <a:cxnLst>
                  <a:cxn ang="0">
                    <a:pos x="0" y="0"/>
                  </a:cxn>
                  <a:cxn ang="0">
                    <a:pos x="300" y="14"/>
                  </a:cxn>
                  <a:cxn ang="0">
                    <a:pos x="356" y="294"/>
                  </a:cxn>
                  <a:cxn ang="0">
                    <a:pos x="78" y="368"/>
                  </a:cxn>
                  <a:cxn ang="0">
                    <a:pos x="0" y="0"/>
                  </a:cxn>
                </a:cxnLst>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tileRect/>
              </a:gradFill>
              <a:ln w="9525">
                <a:noFill/>
              </a:ln>
            </p:spPr>
            <p:txBody>
              <a:bodyPr/>
              <a:p>
                <a:endParaRPr lang="zh-CN" altLang="en-US"/>
              </a:p>
            </p:txBody>
          </p:sp>
        </p:grpSp>
        <p:grpSp>
          <p:nvGrpSpPr>
            <p:cNvPr id="63512" name="Group 76"/>
            <p:cNvGrpSpPr/>
            <p:nvPr/>
          </p:nvGrpSpPr>
          <p:grpSpPr>
            <a:xfrm flipH="1">
              <a:off x="5014" y="249"/>
              <a:ext cx="316" cy="323"/>
              <a:chOff x="2839" y="3501"/>
              <a:chExt cx="755" cy="803"/>
            </a:xfrm>
          </p:grpSpPr>
          <p:pic>
            <p:nvPicPr>
              <p:cNvPr id="63513" name="Picture 77" descr="desktop_computer_stylized_medium"/>
              <p:cNvPicPr>
                <a:picLocks noChangeAspect="1"/>
              </p:cNvPicPr>
              <p:nvPr/>
            </p:nvPicPr>
            <p:blipFill>
              <a:blip r:embed="rId2"/>
              <a:stretch>
                <a:fillRect/>
              </a:stretch>
            </p:blipFill>
            <p:spPr>
              <a:xfrm>
                <a:off x="2839" y="3501"/>
                <a:ext cx="755" cy="803"/>
              </a:xfrm>
              <a:prstGeom prst="rect">
                <a:avLst/>
              </a:prstGeom>
              <a:noFill/>
              <a:ln w="9525">
                <a:noFill/>
              </a:ln>
            </p:spPr>
          </p:pic>
          <p:sp>
            <p:nvSpPr>
              <p:cNvPr id="63514" name="Freeform 78"/>
              <p:cNvSpPr/>
              <p:nvPr/>
            </p:nvSpPr>
            <p:spPr>
              <a:xfrm>
                <a:off x="2916" y="3578"/>
                <a:ext cx="356" cy="368"/>
              </a:xfrm>
              <a:custGeom>
                <a:avLst/>
                <a:gdLst/>
                <a:ahLst/>
                <a:cxnLst>
                  <a:cxn ang="0">
                    <a:pos x="0" y="0"/>
                  </a:cxn>
                  <a:cxn ang="0">
                    <a:pos x="300" y="14"/>
                  </a:cxn>
                  <a:cxn ang="0">
                    <a:pos x="356" y="294"/>
                  </a:cxn>
                  <a:cxn ang="0">
                    <a:pos x="78" y="368"/>
                  </a:cxn>
                  <a:cxn ang="0">
                    <a:pos x="0" y="0"/>
                  </a:cxn>
                </a:cxnLst>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tileRect/>
              </a:gradFill>
              <a:ln w="9525">
                <a:noFill/>
              </a:ln>
            </p:spPr>
            <p:txBody>
              <a:bodyPr/>
              <a:p>
                <a:endParaRPr lang="zh-CN" altLang="en-US"/>
              </a:p>
            </p:txBody>
          </p:sp>
        </p:grpSp>
        <p:sp>
          <p:nvSpPr>
            <p:cNvPr id="63515" name="Line 93"/>
            <p:cNvSpPr/>
            <p:nvPr/>
          </p:nvSpPr>
          <p:spPr>
            <a:xfrm>
              <a:off x="3309" y="181"/>
              <a:ext cx="1989" cy="0"/>
            </a:xfrm>
            <a:prstGeom prst="line">
              <a:avLst/>
            </a:prstGeom>
            <a:ln w="19050" cap="flat" cmpd="sng">
              <a:solidFill>
                <a:schemeClr val="tx1"/>
              </a:solidFill>
              <a:prstDash val="solid"/>
              <a:round/>
              <a:headEnd type="none" w="med" len="med"/>
              <a:tailEnd type="none" w="med" len="med"/>
            </a:ln>
          </p:spPr>
        </p:sp>
        <p:sp>
          <p:nvSpPr>
            <p:cNvPr id="63516" name="Line 94"/>
            <p:cNvSpPr/>
            <p:nvPr/>
          </p:nvSpPr>
          <p:spPr>
            <a:xfrm>
              <a:off x="3309" y="180"/>
              <a:ext cx="0" cy="87"/>
            </a:xfrm>
            <a:prstGeom prst="line">
              <a:avLst/>
            </a:prstGeom>
            <a:ln w="19050" cap="flat" cmpd="sng">
              <a:solidFill>
                <a:schemeClr val="tx1"/>
              </a:solidFill>
              <a:prstDash val="solid"/>
              <a:round/>
              <a:headEnd type="none" w="med" len="med"/>
              <a:tailEnd type="none" w="med" len="med"/>
            </a:ln>
          </p:spPr>
        </p:sp>
        <p:sp>
          <p:nvSpPr>
            <p:cNvPr id="63517" name="Line 95"/>
            <p:cNvSpPr/>
            <p:nvPr/>
          </p:nvSpPr>
          <p:spPr>
            <a:xfrm>
              <a:off x="3975" y="183"/>
              <a:ext cx="0" cy="87"/>
            </a:xfrm>
            <a:prstGeom prst="line">
              <a:avLst/>
            </a:prstGeom>
            <a:ln w="19050" cap="flat" cmpd="sng">
              <a:solidFill>
                <a:schemeClr val="tx1"/>
              </a:solidFill>
              <a:prstDash val="solid"/>
              <a:round/>
              <a:headEnd type="none" w="med" len="med"/>
              <a:tailEnd type="none" w="med" len="med"/>
            </a:ln>
          </p:spPr>
        </p:sp>
        <p:sp>
          <p:nvSpPr>
            <p:cNvPr id="63518" name="Line 96"/>
            <p:cNvSpPr/>
            <p:nvPr/>
          </p:nvSpPr>
          <p:spPr>
            <a:xfrm>
              <a:off x="4578" y="183"/>
              <a:ext cx="0" cy="87"/>
            </a:xfrm>
            <a:prstGeom prst="line">
              <a:avLst/>
            </a:prstGeom>
            <a:ln w="19050" cap="flat" cmpd="sng">
              <a:solidFill>
                <a:schemeClr val="tx1"/>
              </a:solidFill>
              <a:prstDash val="solid"/>
              <a:round/>
              <a:headEnd type="none" w="med" len="med"/>
              <a:tailEnd type="none" w="med" len="med"/>
            </a:ln>
          </p:spPr>
        </p:sp>
        <p:sp>
          <p:nvSpPr>
            <p:cNvPr id="63519" name="Line 97"/>
            <p:cNvSpPr/>
            <p:nvPr/>
          </p:nvSpPr>
          <p:spPr>
            <a:xfrm>
              <a:off x="5289" y="180"/>
              <a:ext cx="0" cy="87"/>
            </a:xfrm>
            <a:prstGeom prst="line">
              <a:avLst/>
            </a:prstGeom>
            <a:ln w="19050" cap="flat" cmpd="sng">
              <a:solidFill>
                <a:schemeClr val="tx1"/>
              </a:solidFill>
              <a:prstDash val="solid"/>
              <a:round/>
              <a:headEnd type="none" w="med" len="med"/>
              <a:tailEnd type="none" w="med" len="med"/>
            </a:ln>
          </p:spPr>
        </p:sp>
      </p:grpSp>
      <p:sp>
        <p:nvSpPr>
          <p:cNvPr id="63520" name="矩形 1"/>
          <p:cNvSpPr/>
          <p:nvPr/>
        </p:nvSpPr>
        <p:spPr>
          <a:xfrm>
            <a:off x="6254750" y="-169862"/>
            <a:ext cx="234950" cy="368300"/>
          </a:xfrm>
          <a:prstGeom prst="rect">
            <a:avLst/>
          </a:prstGeom>
          <a:noFill/>
          <a:ln w="9525">
            <a:noFill/>
          </a:ln>
        </p:spPr>
        <p:txBody>
          <a:bodyPr wrap="none" anchor="t" anchorCtr="0">
            <a:spAutoFit/>
          </a:bodyPr>
          <a:p>
            <a:pPr eaLnBrk="0" hangingPunct="0">
              <a:buClrTx/>
              <a:buFontTx/>
            </a:pPr>
            <a:r>
              <a:rPr lang="en-US" altLang="zh-CN" i="0" dirty="0">
                <a:latin typeface="Arial" panose="020B0604020202020204" pitchFamily="34" charset="0"/>
                <a:ea typeface="宋体" panose="02010600030101010101" pitchFamily="2" charset="-122"/>
              </a:rPr>
              <a:t>l</a:t>
            </a:r>
            <a:endParaRPr lang="zh-CN" altLang="en-US" dirty="0">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1" fill="hold" grpId="0" nodeType="clickEffect">
                                  <p:stCondLst>
                                    <p:cond delay="0"/>
                                  </p:stCondLst>
                                  <p:childTnLst>
                                    <p:animEffect transition="out" filter="wipe(up)">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1" fill="hold" grpId="0" nodeType="clickEffect">
                                  <p:stCondLst>
                                    <p:cond delay="0"/>
                                  </p:stCondLst>
                                  <p:childTnLst>
                                    <p:animEffect transition="out" filter="wipe(up)">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1" fill="hold" grpId="0" nodeType="clickEffect">
                                  <p:stCondLst>
                                    <p:cond delay="0"/>
                                  </p:stCondLst>
                                  <p:childTnLst>
                                    <p:animEffect transition="out" filter="wipe(up)">
                                      <p:cBhvr>
                                        <p:cTn id="16" dur="500"/>
                                        <p:tgtEl>
                                          <p:spTgt spid="14"/>
                                        </p:tgtEl>
                                      </p:cBhvr>
                                    </p:animEffect>
                                    <p:set>
                                      <p:cBhvr>
                                        <p:cTn id="17" dur="1" fill="hold">
                                          <p:stCondLst>
                                            <p:cond delay="499"/>
                                          </p:stCondLst>
                                        </p:cTn>
                                        <p:tgtEl>
                                          <p:spTgt spid="14"/>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1" fill="hold" grpId="0" nodeType="clickEffect">
                                  <p:stCondLst>
                                    <p:cond delay="0"/>
                                  </p:stCondLst>
                                  <p:childTnLst>
                                    <p:animEffect transition="out" filter="wipe(up)">
                                      <p:cBhvr>
                                        <p:cTn id="21" dur="500"/>
                                        <p:tgtEl>
                                          <p:spTgt spid="15"/>
                                        </p:tgtEl>
                                      </p:cBhvr>
                                    </p:animEffect>
                                    <p:set>
                                      <p:cBhvr>
                                        <p:cTn id="22"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65538"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65539"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CSMA/CD (Collision Detection)</a:t>
            </a:r>
            <a:endParaRPr lang="en-US" altLang="zh-CN" dirty="0">
              <a:ea typeface="宋体" panose="02010600030101010101" pitchFamily="2" charset="-122"/>
            </a:endParaRPr>
          </a:p>
        </p:txBody>
      </p:sp>
      <p:sp>
        <p:nvSpPr>
          <p:cNvPr id="65540" name="Rectangle 3"/>
          <p:cNvSpPr>
            <a:spLocks noGrp="1"/>
          </p:cNvSpPr>
          <p:nvPr>
            <p:ph idx="1"/>
          </p:nvPr>
        </p:nvSpPr>
        <p:spPr>
          <a:xfrm>
            <a:off x="522288" y="1433513"/>
            <a:ext cx="8264525" cy="4648200"/>
          </a:xfrm>
          <a:ln/>
        </p:spPr>
        <p:txBody>
          <a:bodyPr vert="horz" wrap="square" lIns="91440" tIns="45720" rIns="91440" bIns="45720" anchor="t" anchorCtr="0"/>
          <a:p>
            <a:pPr>
              <a:buNone/>
            </a:pPr>
            <a:r>
              <a:rPr lang="en-US" altLang="zh-CN" dirty="0">
                <a:solidFill>
                  <a:srgbClr val="FF0000"/>
                </a:solidFill>
                <a:ea typeface="宋体" panose="02010600030101010101" pitchFamily="2" charset="-122"/>
              </a:rPr>
              <a:t>CSMA/CD:</a:t>
            </a:r>
            <a:r>
              <a:rPr lang="en-US" altLang="zh-CN" dirty="0">
                <a:ea typeface="宋体" panose="02010600030101010101" pitchFamily="2" charset="-122"/>
              </a:rPr>
              <a:t> carrier sensing, deferral as in CSMA</a:t>
            </a:r>
            <a:endParaRPr lang="en-US" altLang="zh-CN" dirty="0">
              <a:ea typeface="宋体" panose="02010600030101010101" pitchFamily="2" charset="-122"/>
            </a:endParaRPr>
          </a:p>
          <a:p>
            <a:pPr lvl="1"/>
            <a:r>
              <a:rPr lang="en-US" altLang="zh-CN" dirty="0">
                <a:ea typeface="宋体" panose="02010600030101010101" pitchFamily="2" charset="-122"/>
              </a:rPr>
              <a:t>collisions </a:t>
            </a:r>
            <a:r>
              <a:rPr lang="en-US" altLang="zh-CN" i="1" dirty="0">
                <a:ea typeface="宋体" panose="02010600030101010101" pitchFamily="2" charset="-122"/>
              </a:rPr>
              <a:t>detected</a:t>
            </a:r>
            <a:r>
              <a:rPr lang="en-US" altLang="zh-CN" dirty="0">
                <a:ea typeface="宋体" panose="02010600030101010101" pitchFamily="2" charset="-122"/>
              </a:rPr>
              <a:t> within short time</a:t>
            </a:r>
            <a:endParaRPr lang="en-US" altLang="zh-CN" dirty="0">
              <a:ea typeface="宋体" panose="02010600030101010101" pitchFamily="2" charset="-122"/>
            </a:endParaRPr>
          </a:p>
          <a:p>
            <a:pPr lvl="1"/>
            <a:r>
              <a:rPr lang="en-US" altLang="zh-CN" dirty="0">
                <a:ea typeface="宋体" panose="02010600030101010101" pitchFamily="2" charset="-122"/>
              </a:rPr>
              <a:t>colliding transmissions aborted, reducing channel wastage </a:t>
            </a:r>
            <a:endParaRPr lang="en-US" altLang="zh-CN" dirty="0">
              <a:ea typeface="宋体" panose="02010600030101010101" pitchFamily="2" charset="-122"/>
            </a:endParaRPr>
          </a:p>
          <a:p>
            <a:r>
              <a:rPr lang="en-US" altLang="zh-CN" dirty="0">
                <a:ea typeface="宋体" panose="02010600030101010101" pitchFamily="2" charset="-122"/>
              </a:rPr>
              <a:t>collision detection:</a:t>
            </a:r>
            <a:r>
              <a:rPr lang="en-US" altLang="zh-CN" sz="2400" dirty="0">
                <a:ea typeface="宋体" panose="02010600030101010101" pitchFamily="2" charset="-122"/>
              </a:rPr>
              <a:t> </a:t>
            </a:r>
            <a:endParaRPr lang="en-US" altLang="zh-CN" sz="2400" dirty="0">
              <a:ea typeface="宋体" panose="02010600030101010101" pitchFamily="2" charset="-122"/>
            </a:endParaRPr>
          </a:p>
          <a:p>
            <a:pPr lvl="1"/>
            <a:r>
              <a:rPr lang="en-US" altLang="zh-CN" dirty="0">
                <a:ea typeface="宋体" panose="02010600030101010101" pitchFamily="2" charset="-122"/>
              </a:rPr>
              <a:t>easy in wired LANs: measure signal strengths, compare transmitted, received signals</a:t>
            </a:r>
            <a:endParaRPr lang="en-US" altLang="zh-CN" dirty="0">
              <a:ea typeface="宋体" panose="02010600030101010101" pitchFamily="2" charset="-122"/>
            </a:endParaRPr>
          </a:p>
          <a:p>
            <a:pPr lvl="1"/>
            <a:r>
              <a:rPr lang="en-US" altLang="zh-CN" dirty="0">
                <a:ea typeface="宋体" panose="02010600030101010101" pitchFamily="2" charset="-122"/>
              </a:rPr>
              <a:t>difficult in wireless LANs: received signal strength overwhelmed by local transmission strength </a:t>
            </a:r>
            <a:endParaRPr lang="en-US" altLang="zh-CN" dirty="0">
              <a:ea typeface="宋体" panose="02010600030101010101" pitchFamily="2" charset="-122"/>
            </a:endParaRPr>
          </a:p>
          <a:p>
            <a:r>
              <a:rPr lang="en-US" altLang="zh-CN" dirty="0">
                <a:ea typeface="宋体" panose="02010600030101010101" pitchFamily="2" charset="-122"/>
              </a:rPr>
              <a:t>human analogy: the polite conversationalist </a:t>
            </a:r>
            <a:endParaRPr lang="en-US" altLang="zh-CN" dirty="0">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页脚占位符 3"/>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67586" name="灯片编号占位符 4"/>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67587"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CSMA/CD collision detection</a:t>
            </a:r>
            <a:endParaRPr lang="en-US" altLang="zh-CN" dirty="0">
              <a:ea typeface="宋体" panose="02010600030101010101" pitchFamily="2" charset="-122"/>
            </a:endParaRPr>
          </a:p>
        </p:txBody>
      </p:sp>
      <p:pic>
        <p:nvPicPr>
          <p:cNvPr id="67588" name="Picture 3"/>
          <p:cNvPicPr>
            <a:picLocks noChangeAspect="1"/>
          </p:cNvPicPr>
          <p:nvPr/>
        </p:nvPicPr>
        <p:blipFill>
          <a:blip r:embed="rId1"/>
          <a:stretch>
            <a:fillRect/>
          </a:stretch>
        </p:blipFill>
        <p:spPr>
          <a:xfrm>
            <a:off x="1855788" y="1531938"/>
            <a:ext cx="4433887" cy="3870325"/>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6963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69635"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“Taking Turns” MAC protocols</a:t>
            </a:r>
            <a:r>
              <a:rPr lang="zh-CN" altLang="en-US" dirty="0">
                <a:ea typeface="宋体" panose="02010600030101010101" pitchFamily="2" charset="-122"/>
              </a:rPr>
              <a:t>（略）</a:t>
            </a:r>
            <a:endParaRPr lang="en-US" altLang="zh-CN" dirty="0">
              <a:ea typeface="宋体" panose="02010600030101010101" pitchFamily="2" charset="-122"/>
            </a:endParaRPr>
          </a:p>
        </p:txBody>
      </p:sp>
      <p:sp>
        <p:nvSpPr>
          <p:cNvPr id="69636" name="Rectangle 3"/>
          <p:cNvSpPr>
            <a:spLocks noGrp="1"/>
          </p:cNvSpPr>
          <p:nvPr>
            <p:ph idx="1"/>
          </p:nvPr>
        </p:nvSpPr>
        <p:spPr>
          <a:ln/>
        </p:spPr>
        <p:txBody>
          <a:bodyPr vert="horz" wrap="square" lIns="91440" tIns="45720" rIns="91440" bIns="45720" anchor="t" anchorCtr="0"/>
          <a:p>
            <a:pPr>
              <a:buNone/>
            </a:pPr>
            <a:r>
              <a:rPr lang="en-US" altLang="zh-CN" sz="2400" dirty="0">
                <a:solidFill>
                  <a:schemeClr val="accent2"/>
                </a:solidFill>
                <a:ea typeface="宋体" panose="02010600030101010101" pitchFamily="2" charset="-122"/>
              </a:rPr>
              <a:t>channel partitioning MAC protocols:</a:t>
            </a:r>
            <a:endParaRPr lang="en-US" altLang="zh-CN" dirty="0">
              <a:ea typeface="宋体" panose="02010600030101010101" pitchFamily="2" charset="-122"/>
            </a:endParaRPr>
          </a:p>
          <a:p>
            <a:pPr lvl="1"/>
            <a:r>
              <a:rPr lang="en-US" altLang="zh-CN" dirty="0">
                <a:ea typeface="宋体" panose="02010600030101010101" pitchFamily="2" charset="-122"/>
              </a:rPr>
              <a:t>share channel </a:t>
            </a:r>
            <a:r>
              <a:rPr lang="en-US" altLang="zh-CN" i="1" dirty="0">
                <a:ea typeface="宋体" panose="02010600030101010101" pitchFamily="2" charset="-122"/>
              </a:rPr>
              <a:t>efficiently</a:t>
            </a:r>
            <a:r>
              <a:rPr lang="en-US" altLang="zh-CN" dirty="0">
                <a:ea typeface="宋体" panose="02010600030101010101" pitchFamily="2" charset="-122"/>
              </a:rPr>
              <a:t> and </a:t>
            </a:r>
            <a:r>
              <a:rPr lang="en-US" altLang="zh-CN" i="1" dirty="0">
                <a:ea typeface="宋体" panose="02010600030101010101" pitchFamily="2" charset="-122"/>
              </a:rPr>
              <a:t>fairly</a:t>
            </a:r>
            <a:r>
              <a:rPr lang="en-US" altLang="zh-CN" dirty="0">
                <a:ea typeface="宋体" panose="02010600030101010101" pitchFamily="2" charset="-122"/>
              </a:rPr>
              <a:t> at high load</a:t>
            </a:r>
            <a:endParaRPr lang="en-US" altLang="zh-CN" dirty="0">
              <a:ea typeface="宋体" panose="02010600030101010101" pitchFamily="2" charset="-122"/>
            </a:endParaRPr>
          </a:p>
          <a:p>
            <a:pPr lvl="1"/>
            <a:r>
              <a:rPr lang="en-US" altLang="zh-CN" dirty="0">
                <a:ea typeface="宋体" panose="02010600030101010101" pitchFamily="2" charset="-122"/>
              </a:rPr>
              <a:t>inefficient at low load: delay in channel access, 1/N bandwidth allocated even if only 1 active node! </a:t>
            </a:r>
            <a:endParaRPr lang="en-US" altLang="zh-CN" dirty="0">
              <a:ea typeface="宋体" panose="02010600030101010101" pitchFamily="2" charset="-122"/>
            </a:endParaRPr>
          </a:p>
          <a:p>
            <a:pPr>
              <a:buNone/>
            </a:pPr>
            <a:r>
              <a:rPr lang="en-US" altLang="zh-CN" sz="2400" dirty="0">
                <a:solidFill>
                  <a:schemeClr val="accent2"/>
                </a:solidFill>
                <a:ea typeface="宋体" panose="02010600030101010101" pitchFamily="2" charset="-122"/>
              </a:rPr>
              <a:t>Random access MAC protocols</a:t>
            </a:r>
            <a:endParaRPr lang="en-US" altLang="zh-CN" dirty="0">
              <a:ea typeface="宋体" panose="02010600030101010101" pitchFamily="2" charset="-122"/>
            </a:endParaRPr>
          </a:p>
          <a:p>
            <a:pPr lvl="1"/>
            <a:r>
              <a:rPr lang="en-US" altLang="zh-CN" dirty="0">
                <a:ea typeface="宋体" panose="02010600030101010101" pitchFamily="2" charset="-122"/>
              </a:rPr>
              <a:t>efficient at low load: single node can fully utilize channel</a:t>
            </a:r>
            <a:endParaRPr lang="en-US" altLang="zh-CN" dirty="0">
              <a:ea typeface="宋体" panose="02010600030101010101" pitchFamily="2" charset="-122"/>
            </a:endParaRPr>
          </a:p>
          <a:p>
            <a:pPr lvl="1"/>
            <a:r>
              <a:rPr lang="en-US" altLang="zh-CN" dirty="0">
                <a:ea typeface="宋体" panose="02010600030101010101" pitchFamily="2" charset="-122"/>
              </a:rPr>
              <a:t>high load: collision overhead</a:t>
            </a:r>
            <a:endParaRPr lang="en-US" altLang="zh-CN" dirty="0">
              <a:ea typeface="宋体" panose="02010600030101010101" pitchFamily="2" charset="-122"/>
            </a:endParaRPr>
          </a:p>
          <a:p>
            <a:pPr>
              <a:buNone/>
            </a:pPr>
            <a:r>
              <a:rPr lang="en-US" altLang="zh-CN" sz="2400" dirty="0">
                <a:solidFill>
                  <a:schemeClr val="accent2"/>
                </a:solidFill>
                <a:ea typeface="宋体" panose="02010600030101010101" pitchFamily="2" charset="-122"/>
              </a:rPr>
              <a:t>“taking turns” protocols</a:t>
            </a:r>
            <a:endParaRPr lang="en-US" altLang="zh-CN" dirty="0">
              <a:ea typeface="宋体" panose="02010600030101010101" pitchFamily="2" charset="-122"/>
            </a:endParaRPr>
          </a:p>
          <a:p>
            <a:pPr lvl="1">
              <a:buNone/>
            </a:pPr>
            <a:r>
              <a:rPr lang="en-US" altLang="zh-CN" dirty="0">
                <a:ea typeface="宋体" panose="02010600030101010101" pitchFamily="2" charset="-122"/>
              </a:rPr>
              <a:t>look for best of both worlds!</a:t>
            </a:r>
            <a:endParaRPr lang="en-US" altLang="zh-CN" dirty="0">
              <a:ea typeface="宋体" panose="0201060003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7168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71683"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“Taking Turns” MAC protocols</a:t>
            </a:r>
            <a:r>
              <a:rPr lang="zh-CN" altLang="en-US" dirty="0">
                <a:ea typeface="宋体" panose="02010600030101010101" pitchFamily="2" charset="-122"/>
              </a:rPr>
              <a:t>（略）</a:t>
            </a:r>
            <a:endParaRPr lang="zh-CN" altLang="en-US" dirty="0">
              <a:ea typeface="宋体" panose="02010600030101010101" pitchFamily="2" charset="-122"/>
            </a:endParaRPr>
          </a:p>
        </p:txBody>
      </p:sp>
      <p:sp>
        <p:nvSpPr>
          <p:cNvPr id="71684" name="Rectangle 3"/>
          <p:cNvSpPr>
            <a:spLocks noGrp="1"/>
          </p:cNvSpPr>
          <p:nvPr>
            <p:ph idx="1"/>
          </p:nvPr>
        </p:nvSpPr>
        <p:spPr>
          <a:xfrm>
            <a:off x="690563" y="1485900"/>
            <a:ext cx="3460750" cy="4648200"/>
          </a:xfrm>
          <a:ln/>
        </p:spPr>
        <p:txBody>
          <a:bodyPr vert="horz" wrap="square" lIns="91440" tIns="45720" rIns="91440" bIns="45720" anchor="t" anchorCtr="0"/>
          <a:p>
            <a:pPr>
              <a:buNone/>
            </a:pPr>
            <a:r>
              <a:rPr lang="en-US" altLang="zh-CN" sz="2400" dirty="0">
                <a:solidFill>
                  <a:srgbClr val="FF0000"/>
                </a:solidFill>
                <a:ea typeface="宋体" panose="02010600030101010101" pitchFamily="2" charset="-122"/>
              </a:rPr>
              <a:t>Polling:</a:t>
            </a:r>
            <a:r>
              <a:rPr lang="en-US" altLang="zh-CN" sz="2400" b="1" dirty="0">
                <a:ea typeface="宋体" panose="02010600030101010101" pitchFamily="2" charset="-122"/>
              </a:rPr>
              <a:t> </a:t>
            </a:r>
            <a:endParaRPr lang="en-US" altLang="zh-CN" sz="2400" dirty="0">
              <a:ea typeface="宋体" panose="02010600030101010101" pitchFamily="2" charset="-122"/>
            </a:endParaRPr>
          </a:p>
          <a:p>
            <a:r>
              <a:rPr lang="en-US" altLang="zh-CN" sz="2400" dirty="0">
                <a:ea typeface="宋体" panose="02010600030101010101" pitchFamily="2" charset="-122"/>
              </a:rPr>
              <a:t>master node “invites” slave nodes to transmit in turn</a:t>
            </a:r>
            <a:endParaRPr lang="en-US" altLang="zh-CN" sz="2400" dirty="0">
              <a:ea typeface="宋体" panose="02010600030101010101" pitchFamily="2" charset="-122"/>
            </a:endParaRPr>
          </a:p>
          <a:p>
            <a:r>
              <a:rPr lang="en-US" altLang="zh-CN" sz="2400" dirty="0">
                <a:ea typeface="宋体" panose="02010600030101010101" pitchFamily="2" charset="-122"/>
              </a:rPr>
              <a:t>typically used with “dumb” slave devices</a:t>
            </a:r>
            <a:endParaRPr lang="en-US" altLang="zh-CN" sz="2400" dirty="0">
              <a:ea typeface="宋体" panose="02010600030101010101" pitchFamily="2" charset="-122"/>
            </a:endParaRPr>
          </a:p>
          <a:p>
            <a:r>
              <a:rPr lang="en-US" altLang="zh-CN" sz="2400" dirty="0">
                <a:ea typeface="宋体" panose="02010600030101010101" pitchFamily="2" charset="-122"/>
              </a:rPr>
              <a:t>concerns:</a:t>
            </a:r>
            <a:endParaRPr lang="en-US" altLang="zh-CN" sz="2400" dirty="0">
              <a:ea typeface="宋体" panose="02010600030101010101" pitchFamily="2" charset="-122"/>
            </a:endParaRPr>
          </a:p>
          <a:p>
            <a:pPr lvl="1"/>
            <a:r>
              <a:rPr lang="en-US" altLang="zh-CN" sz="2000" dirty="0">
                <a:ea typeface="宋体" panose="02010600030101010101" pitchFamily="2" charset="-122"/>
              </a:rPr>
              <a:t>polling overhead </a:t>
            </a:r>
            <a:endParaRPr lang="en-US" altLang="zh-CN" sz="2000" dirty="0">
              <a:ea typeface="宋体" panose="02010600030101010101" pitchFamily="2" charset="-122"/>
            </a:endParaRPr>
          </a:p>
          <a:p>
            <a:pPr lvl="1"/>
            <a:r>
              <a:rPr lang="en-US" altLang="zh-CN" sz="2000" dirty="0">
                <a:ea typeface="宋体" panose="02010600030101010101" pitchFamily="2" charset="-122"/>
              </a:rPr>
              <a:t>latency</a:t>
            </a:r>
            <a:endParaRPr lang="en-US" altLang="zh-CN" sz="2000" dirty="0">
              <a:ea typeface="宋体" panose="02010600030101010101" pitchFamily="2" charset="-122"/>
            </a:endParaRPr>
          </a:p>
          <a:p>
            <a:pPr lvl="1"/>
            <a:r>
              <a:rPr lang="en-US" altLang="zh-CN" sz="2000" dirty="0">
                <a:ea typeface="宋体" panose="02010600030101010101" pitchFamily="2" charset="-122"/>
              </a:rPr>
              <a:t>single point of failure (master)</a:t>
            </a:r>
            <a:endParaRPr lang="en-US" altLang="zh-CN" dirty="0">
              <a:ea typeface="宋体" panose="02010600030101010101" pitchFamily="2" charset="-122"/>
            </a:endParaRPr>
          </a:p>
        </p:txBody>
      </p:sp>
      <p:graphicFrame>
        <p:nvGraphicFramePr>
          <p:cNvPr id="71685" name="Object 7"/>
          <p:cNvGraphicFramePr>
            <a:graphicFrameLocks noChangeAspect="1"/>
          </p:cNvGraphicFramePr>
          <p:nvPr/>
        </p:nvGraphicFramePr>
        <p:xfrm>
          <a:off x="5426075" y="2446338"/>
          <a:ext cx="522288" cy="434975"/>
        </p:xfrm>
        <a:graphic>
          <a:graphicData uri="http://schemas.openxmlformats.org/presentationml/2006/ole">
            <mc:AlternateContent xmlns:mc="http://schemas.openxmlformats.org/markup-compatibility/2006">
              <mc:Choice xmlns:v="urn:schemas-microsoft-com:vml" Requires="v">
                <p:oleObj spid="_x0000_s3103" name="" r:id="rId1" imgW="1307465" imgH="1083945" progId="MS_ClipArt_Gallery.2">
                  <p:embed/>
                </p:oleObj>
              </mc:Choice>
              <mc:Fallback>
                <p:oleObj name="" r:id="rId1" imgW="1307465" imgH="1083945" progId="MS_ClipArt_Gallery.2">
                  <p:embed/>
                  <p:pic>
                    <p:nvPicPr>
                      <p:cNvPr id="0" name="图片 3102"/>
                      <p:cNvPicPr/>
                      <p:nvPr/>
                    </p:nvPicPr>
                    <p:blipFill>
                      <a:blip r:embed="rId2"/>
                      <a:stretch>
                        <a:fillRect/>
                      </a:stretch>
                    </p:blipFill>
                    <p:spPr>
                      <a:xfrm>
                        <a:off x="5426075" y="2446338"/>
                        <a:ext cx="522288" cy="434975"/>
                      </a:xfrm>
                      <a:prstGeom prst="rect">
                        <a:avLst/>
                      </a:prstGeom>
                      <a:noFill/>
                      <a:ln w="38100">
                        <a:noFill/>
                        <a:miter/>
                      </a:ln>
                    </p:spPr>
                  </p:pic>
                </p:oleObj>
              </mc:Fallback>
            </mc:AlternateContent>
          </a:graphicData>
        </a:graphic>
      </p:graphicFrame>
      <p:sp>
        <p:nvSpPr>
          <p:cNvPr id="71686" name="Line 24"/>
          <p:cNvSpPr/>
          <p:nvPr/>
        </p:nvSpPr>
        <p:spPr>
          <a:xfrm flipH="1">
            <a:off x="5286375" y="2717800"/>
            <a:ext cx="927100" cy="1773238"/>
          </a:xfrm>
          <a:prstGeom prst="line">
            <a:avLst/>
          </a:prstGeom>
          <a:ln w="9525" cap="flat" cmpd="sng">
            <a:solidFill>
              <a:schemeClr val="tx1"/>
            </a:solidFill>
            <a:prstDash val="solid"/>
            <a:round/>
            <a:headEnd type="none" w="med" len="med"/>
            <a:tailEnd type="none" w="med" len="med"/>
          </a:ln>
        </p:spPr>
      </p:sp>
      <p:sp>
        <p:nvSpPr>
          <p:cNvPr id="71687" name="Line 25"/>
          <p:cNvSpPr/>
          <p:nvPr/>
        </p:nvSpPr>
        <p:spPr>
          <a:xfrm>
            <a:off x="5927725" y="2768600"/>
            <a:ext cx="254000" cy="0"/>
          </a:xfrm>
          <a:prstGeom prst="line">
            <a:avLst/>
          </a:prstGeom>
          <a:ln w="9525" cap="flat" cmpd="sng">
            <a:solidFill>
              <a:schemeClr val="tx1"/>
            </a:solidFill>
            <a:prstDash val="solid"/>
            <a:round/>
            <a:headEnd type="none" w="med" len="med"/>
            <a:tailEnd type="none" w="med" len="med"/>
          </a:ln>
        </p:spPr>
      </p:sp>
      <p:sp>
        <p:nvSpPr>
          <p:cNvPr id="71688" name="Line 31"/>
          <p:cNvSpPr/>
          <p:nvPr/>
        </p:nvSpPr>
        <p:spPr>
          <a:xfrm>
            <a:off x="6076950" y="2982913"/>
            <a:ext cx="858838" cy="12700"/>
          </a:xfrm>
          <a:prstGeom prst="line">
            <a:avLst/>
          </a:prstGeom>
          <a:ln w="9525" cap="flat" cmpd="sng">
            <a:solidFill>
              <a:schemeClr val="tx1"/>
            </a:solidFill>
            <a:prstDash val="solid"/>
            <a:round/>
            <a:headEnd type="none" w="med" len="med"/>
            <a:tailEnd type="none" w="med" len="med"/>
          </a:ln>
        </p:spPr>
      </p:sp>
      <p:graphicFrame>
        <p:nvGraphicFramePr>
          <p:cNvPr id="71689" name="Object 32"/>
          <p:cNvGraphicFramePr>
            <a:graphicFrameLocks noChangeAspect="1"/>
          </p:cNvGraphicFramePr>
          <p:nvPr/>
        </p:nvGraphicFramePr>
        <p:xfrm>
          <a:off x="6835775" y="2679700"/>
          <a:ext cx="522288" cy="434975"/>
        </p:xfrm>
        <a:graphic>
          <a:graphicData uri="http://schemas.openxmlformats.org/presentationml/2006/ole">
            <mc:AlternateContent xmlns:mc="http://schemas.openxmlformats.org/markup-compatibility/2006">
              <mc:Choice xmlns:v="urn:schemas-microsoft-com:vml" Requires="v">
                <p:oleObj spid="_x0000_s3101" name="" r:id="rId3" imgW="1307465" imgH="1083945" progId="MS_ClipArt_Gallery.2">
                  <p:embed/>
                </p:oleObj>
              </mc:Choice>
              <mc:Fallback>
                <p:oleObj name="" r:id="rId3" imgW="1307465" imgH="1083945" progId="MS_ClipArt_Gallery.2">
                  <p:embed/>
                  <p:pic>
                    <p:nvPicPr>
                      <p:cNvPr id="0" name="图片 3100"/>
                      <p:cNvPicPr/>
                      <p:nvPr/>
                    </p:nvPicPr>
                    <p:blipFill>
                      <a:blip r:embed="rId2"/>
                      <a:stretch>
                        <a:fillRect/>
                      </a:stretch>
                    </p:blipFill>
                    <p:spPr>
                      <a:xfrm>
                        <a:off x="6835775" y="2679700"/>
                        <a:ext cx="522288" cy="434975"/>
                      </a:xfrm>
                      <a:prstGeom prst="rect">
                        <a:avLst/>
                      </a:prstGeom>
                      <a:noFill/>
                      <a:ln w="38100">
                        <a:noFill/>
                        <a:miter/>
                      </a:ln>
                    </p:spPr>
                  </p:pic>
                </p:oleObj>
              </mc:Fallback>
            </mc:AlternateContent>
          </a:graphicData>
        </a:graphic>
      </p:graphicFrame>
      <p:graphicFrame>
        <p:nvGraphicFramePr>
          <p:cNvPr id="71690" name="Object 34"/>
          <p:cNvGraphicFramePr>
            <a:graphicFrameLocks noChangeAspect="1"/>
          </p:cNvGraphicFramePr>
          <p:nvPr/>
        </p:nvGraphicFramePr>
        <p:xfrm>
          <a:off x="5154613" y="2974975"/>
          <a:ext cx="522287" cy="434975"/>
        </p:xfrm>
        <a:graphic>
          <a:graphicData uri="http://schemas.openxmlformats.org/presentationml/2006/ole">
            <mc:AlternateContent xmlns:mc="http://schemas.openxmlformats.org/markup-compatibility/2006">
              <mc:Choice xmlns:v="urn:schemas-microsoft-com:vml" Requires="v">
                <p:oleObj spid="_x0000_s3102" name="" r:id="rId4" imgW="1307465" imgH="1083945" progId="MS_ClipArt_Gallery.2">
                  <p:embed/>
                </p:oleObj>
              </mc:Choice>
              <mc:Fallback>
                <p:oleObj name="" r:id="rId4" imgW="1307465" imgH="1083945" progId="MS_ClipArt_Gallery.2">
                  <p:embed/>
                  <p:pic>
                    <p:nvPicPr>
                      <p:cNvPr id="0" name="图片 3101"/>
                      <p:cNvPicPr/>
                      <p:nvPr/>
                    </p:nvPicPr>
                    <p:blipFill>
                      <a:blip r:embed="rId2"/>
                      <a:stretch>
                        <a:fillRect/>
                      </a:stretch>
                    </p:blipFill>
                    <p:spPr>
                      <a:xfrm>
                        <a:off x="5154613" y="2974975"/>
                        <a:ext cx="522287" cy="434975"/>
                      </a:xfrm>
                      <a:prstGeom prst="rect">
                        <a:avLst/>
                      </a:prstGeom>
                      <a:noFill/>
                      <a:ln w="38100">
                        <a:noFill/>
                        <a:miter/>
                      </a:ln>
                    </p:spPr>
                  </p:pic>
                </p:oleObj>
              </mc:Fallback>
            </mc:AlternateContent>
          </a:graphicData>
        </a:graphic>
      </p:graphicFrame>
      <p:sp>
        <p:nvSpPr>
          <p:cNvPr id="71691" name="Line 35"/>
          <p:cNvSpPr/>
          <p:nvPr/>
        </p:nvSpPr>
        <p:spPr>
          <a:xfrm>
            <a:off x="5656263" y="3297238"/>
            <a:ext cx="254000" cy="0"/>
          </a:xfrm>
          <a:prstGeom prst="line">
            <a:avLst/>
          </a:prstGeom>
          <a:ln w="9525" cap="flat" cmpd="sng">
            <a:solidFill>
              <a:schemeClr val="tx1"/>
            </a:solidFill>
            <a:prstDash val="solid"/>
            <a:round/>
            <a:headEnd type="none" w="med" len="med"/>
            <a:tailEnd type="none" w="med" len="med"/>
          </a:ln>
        </p:spPr>
      </p:sp>
      <p:graphicFrame>
        <p:nvGraphicFramePr>
          <p:cNvPr id="71692" name="Object 36"/>
          <p:cNvGraphicFramePr>
            <a:graphicFrameLocks noChangeAspect="1"/>
          </p:cNvGraphicFramePr>
          <p:nvPr/>
        </p:nvGraphicFramePr>
        <p:xfrm>
          <a:off x="4883150" y="3503613"/>
          <a:ext cx="522288" cy="434975"/>
        </p:xfrm>
        <a:graphic>
          <a:graphicData uri="http://schemas.openxmlformats.org/presentationml/2006/ole">
            <mc:AlternateContent xmlns:mc="http://schemas.openxmlformats.org/markup-compatibility/2006">
              <mc:Choice xmlns:v="urn:schemas-microsoft-com:vml" Requires="v">
                <p:oleObj spid="_x0000_s3099" name="" r:id="rId5" imgW="1307465" imgH="1083945" progId="MS_ClipArt_Gallery.2">
                  <p:embed/>
                </p:oleObj>
              </mc:Choice>
              <mc:Fallback>
                <p:oleObj name="" r:id="rId5" imgW="1307465" imgH="1083945" progId="MS_ClipArt_Gallery.2">
                  <p:embed/>
                  <p:pic>
                    <p:nvPicPr>
                      <p:cNvPr id="0" name="图片 3098"/>
                      <p:cNvPicPr/>
                      <p:nvPr/>
                    </p:nvPicPr>
                    <p:blipFill>
                      <a:blip r:embed="rId2"/>
                      <a:stretch>
                        <a:fillRect/>
                      </a:stretch>
                    </p:blipFill>
                    <p:spPr>
                      <a:xfrm>
                        <a:off x="4883150" y="3503613"/>
                        <a:ext cx="522288" cy="434975"/>
                      </a:xfrm>
                      <a:prstGeom prst="rect">
                        <a:avLst/>
                      </a:prstGeom>
                      <a:noFill/>
                      <a:ln w="38100">
                        <a:noFill/>
                        <a:miter/>
                      </a:ln>
                    </p:spPr>
                  </p:pic>
                </p:oleObj>
              </mc:Fallback>
            </mc:AlternateContent>
          </a:graphicData>
        </a:graphic>
      </p:graphicFrame>
      <p:sp>
        <p:nvSpPr>
          <p:cNvPr id="71693" name="Line 37"/>
          <p:cNvSpPr/>
          <p:nvPr/>
        </p:nvSpPr>
        <p:spPr>
          <a:xfrm>
            <a:off x="5384800" y="3825875"/>
            <a:ext cx="254000" cy="0"/>
          </a:xfrm>
          <a:prstGeom prst="line">
            <a:avLst/>
          </a:prstGeom>
          <a:ln w="9525" cap="flat" cmpd="sng">
            <a:solidFill>
              <a:schemeClr val="tx1"/>
            </a:solidFill>
            <a:prstDash val="solid"/>
            <a:round/>
            <a:headEnd type="none" w="med" len="med"/>
            <a:tailEnd type="none" w="med" len="med"/>
          </a:ln>
        </p:spPr>
      </p:sp>
      <p:graphicFrame>
        <p:nvGraphicFramePr>
          <p:cNvPr id="71694" name="Object 38"/>
          <p:cNvGraphicFramePr>
            <a:graphicFrameLocks noChangeAspect="1"/>
          </p:cNvGraphicFramePr>
          <p:nvPr/>
        </p:nvGraphicFramePr>
        <p:xfrm>
          <a:off x="4611688" y="4032250"/>
          <a:ext cx="522287" cy="434975"/>
        </p:xfrm>
        <a:graphic>
          <a:graphicData uri="http://schemas.openxmlformats.org/presentationml/2006/ole">
            <mc:AlternateContent xmlns:mc="http://schemas.openxmlformats.org/markup-compatibility/2006">
              <mc:Choice xmlns:v="urn:schemas-microsoft-com:vml" Requires="v">
                <p:oleObj spid="_x0000_s3100" name="" r:id="rId6" imgW="1307465" imgH="1083945" progId="MS_ClipArt_Gallery.2">
                  <p:embed/>
                </p:oleObj>
              </mc:Choice>
              <mc:Fallback>
                <p:oleObj name="" r:id="rId6" imgW="1307465" imgH="1083945" progId="MS_ClipArt_Gallery.2">
                  <p:embed/>
                  <p:pic>
                    <p:nvPicPr>
                      <p:cNvPr id="0" name="图片 3099"/>
                      <p:cNvPicPr/>
                      <p:nvPr/>
                    </p:nvPicPr>
                    <p:blipFill>
                      <a:blip r:embed="rId2"/>
                      <a:stretch>
                        <a:fillRect/>
                      </a:stretch>
                    </p:blipFill>
                    <p:spPr>
                      <a:xfrm>
                        <a:off x="4611688" y="4032250"/>
                        <a:ext cx="522287" cy="434975"/>
                      </a:xfrm>
                      <a:prstGeom prst="rect">
                        <a:avLst/>
                      </a:prstGeom>
                      <a:noFill/>
                      <a:ln w="38100">
                        <a:noFill/>
                        <a:miter/>
                      </a:ln>
                    </p:spPr>
                  </p:pic>
                </p:oleObj>
              </mc:Fallback>
            </mc:AlternateContent>
          </a:graphicData>
        </a:graphic>
      </p:graphicFrame>
      <p:sp>
        <p:nvSpPr>
          <p:cNvPr id="71695" name="Line 39"/>
          <p:cNvSpPr/>
          <p:nvPr/>
        </p:nvSpPr>
        <p:spPr>
          <a:xfrm>
            <a:off x="5113338" y="4354513"/>
            <a:ext cx="254000" cy="0"/>
          </a:xfrm>
          <a:prstGeom prst="line">
            <a:avLst/>
          </a:prstGeom>
          <a:ln w="9525" cap="flat" cmpd="sng">
            <a:solidFill>
              <a:schemeClr val="tx1"/>
            </a:solidFill>
            <a:prstDash val="solid"/>
            <a:round/>
            <a:headEnd type="none" w="med" len="med"/>
            <a:tailEnd type="none" w="med" len="med"/>
          </a:ln>
        </p:spPr>
      </p:sp>
      <p:sp>
        <p:nvSpPr>
          <p:cNvPr id="71696" name="Text Box 40"/>
          <p:cNvSpPr txBox="1"/>
          <p:nvPr/>
        </p:nvSpPr>
        <p:spPr>
          <a:xfrm>
            <a:off x="6616700" y="3141663"/>
            <a:ext cx="933450"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master</a:t>
            </a:r>
            <a:endParaRPr lang="en-US" altLang="zh-CN" i="0" dirty="0">
              <a:latin typeface="Comic Sans MS" panose="030F0702030302020204" pitchFamily="66" charset="0"/>
              <a:ea typeface="宋体" panose="02010600030101010101" pitchFamily="2" charset="-122"/>
            </a:endParaRPr>
          </a:p>
        </p:txBody>
      </p:sp>
      <p:sp>
        <p:nvSpPr>
          <p:cNvPr id="71697" name="Text Box 41"/>
          <p:cNvSpPr txBox="1"/>
          <p:nvPr/>
        </p:nvSpPr>
        <p:spPr>
          <a:xfrm>
            <a:off x="4379913" y="4711700"/>
            <a:ext cx="822325"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slaves</a:t>
            </a:r>
            <a:endParaRPr lang="en-US" altLang="zh-CN" i="0" dirty="0">
              <a:latin typeface="Comic Sans MS" panose="030F0702030302020204" pitchFamily="66" charset="0"/>
              <a:ea typeface="宋体" panose="02010600030101010101" pitchFamily="2" charset="-122"/>
            </a:endParaRPr>
          </a:p>
        </p:txBody>
      </p:sp>
      <p:grpSp>
        <p:nvGrpSpPr>
          <p:cNvPr id="184364" name="Group 44"/>
          <p:cNvGrpSpPr/>
          <p:nvPr/>
        </p:nvGrpSpPr>
        <p:grpSpPr>
          <a:xfrm>
            <a:off x="6823075" y="2641600"/>
            <a:ext cx="560388" cy="336550"/>
            <a:chOff x="4212" y="2867"/>
            <a:chExt cx="353" cy="212"/>
          </a:xfrm>
        </p:grpSpPr>
        <p:sp>
          <p:nvSpPr>
            <p:cNvPr id="71699" name="Rectangle 42"/>
            <p:cNvSpPr/>
            <p:nvPr/>
          </p:nvSpPr>
          <p:spPr>
            <a:xfrm>
              <a:off x="4212" y="2916"/>
              <a:ext cx="353" cy="137"/>
            </a:xfrm>
            <a:prstGeom prst="rect">
              <a:avLst/>
            </a:prstGeom>
            <a:solidFill>
              <a:srgbClr val="00CC00"/>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1700" name="Text Box 43"/>
            <p:cNvSpPr txBox="1"/>
            <p:nvPr/>
          </p:nvSpPr>
          <p:spPr>
            <a:xfrm>
              <a:off x="4227" y="2867"/>
              <a:ext cx="321" cy="212"/>
            </a:xfrm>
            <a:prstGeom prst="rect">
              <a:avLst/>
            </a:prstGeom>
            <a:noFill/>
            <a:ln w="9525">
              <a:noFill/>
            </a:ln>
          </p:spPr>
          <p:txBody>
            <a:bodyPr wrap="none" anchor="t" anchorCtr="0">
              <a:spAutoFit/>
            </a:bodyPr>
            <a:p>
              <a:pPr eaLnBrk="0" hangingPunct="0">
                <a:buClrTx/>
                <a:buFontTx/>
              </a:pPr>
              <a:r>
                <a:rPr lang="en-US" altLang="zh-CN" sz="1600" i="0" dirty="0">
                  <a:solidFill>
                    <a:schemeClr val="bg1"/>
                  </a:solidFill>
                  <a:latin typeface="Comic Sans MS" panose="030F0702030302020204" pitchFamily="66" charset="0"/>
                  <a:ea typeface="宋体" panose="02010600030101010101" pitchFamily="2" charset="-122"/>
                </a:rPr>
                <a:t>poll</a:t>
              </a:r>
              <a:endParaRPr lang="en-US" altLang="zh-CN" sz="1600" i="0" dirty="0">
                <a:solidFill>
                  <a:schemeClr val="bg1"/>
                </a:solidFill>
                <a:latin typeface="Comic Sans MS" panose="030F0702030302020204" pitchFamily="66" charset="0"/>
                <a:ea typeface="宋体" panose="02010600030101010101" pitchFamily="2" charset="-122"/>
              </a:endParaRPr>
            </a:p>
          </p:txBody>
        </p:sp>
      </p:grpSp>
      <p:grpSp>
        <p:nvGrpSpPr>
          <p:cNvPr id="184368" name="Group 48"/>
          <p:cNvGrpSpPr/>
          <p:nvPr/>
        </p:nvGrpSpPr>
        <p:grpSpPr>
          <a:xfrm>
            <a:off x="4872038" y="3563938"/>
            <a:ext cx="608012" cy="336550"/>
            <a:chOff x="4415" y="2367"/>
            <a:chExt cx="383" cy="212"/>
          </a:xfrm>
        </p:grpSpPr>
        <p:sp>
          <p:nvSpPr>
            <p:cNvPr id="71702" name="Rectangle 46"/>
            <p:cNvSpPr/>
            <p:nvPr/>
          </p:nvSpPr>
          <p:spPr>
            <a:xfrm>
              <a:off x="4437" y="2400"/>
              <a:ext cx="353" cy="137"/>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1703" name="Text Box 47"/>
            <p:cNvSpPr txBox="1"/>
            <p:nvPr/>
          </p:nvSpPr>
          <p:spPr>
            <a:xfrm>
              <a:off x="4415" y="2367"/>
              <a:ext cx="383" cy="212"/>
            </a:xfrm>
            <a:prstGeom prst="rect">
              <a:avLst/>
            </a:prstGeom>
            <a:noFill/>
            <a:ln w="9525">
              <a:noFill/>
            </a:ln>
          </p:spPr>
          <p:txBody>
            <a:bodyPr wrap="none" anchor="t" anchorCtr="0">
              <a:spAutoFit/>
            </a:bodyPr>
            <a:p>
              <a:pPr eaLnBrk="0" hangingPunct="0">
                <a:buClrTx/>
                <a:buFontTx/>
              </a:pPr>
              <a:r>
                <a:rPr lang="en-US" altLang="zh-CN" sz="1600" i="0" dirty="0">
                  <a:solidFill>
                    <a:schemeClr val="bg1"/>
                  </a:solidFill>
                  <a:latin typeface="Comic Sans MS" panose="030F0702030302020204" pitchFamily="66" charset="0"/>
                  <a:ea typeface="宋体" panose="02010600030101010101" pitchFamily="2" charset="-122"/>
                </a:rPr>
                <a:t>data</a:t>
              </a:r>
              <a:endParaRPr lang="en-US" altLang="zh-CN" sz="1600" i="0" dirty="0">
                <a:solidFill>
                  <a:schemeClr val="bg1"/>
                </a:solidFill>
                <a:latin typeface="Comic Sans MS" panose="030F0702030302020204" pitchFamily="66" charset="0"/>
                <a:ea typeface="宋体" panose="02010600030101010101" pitchFamily="2" charset="-122"/>
              </a:endParaRPr>
            </a:p>
          </p:txBody>
        </p:sp>
      </p:grpSp>
      <p:grpSp>
        <p:nvGrpSpPr>
          <p:cNvPr id="184369" name="Group 49"/>
          <p:cNvGrpSpPr/>
          <p:nvPr/>
        </p:nvGrpSpPr>
        <p:grpSpPr>
          <a:xfrm>
            <a:off x="5378450" y="2446338"/>
            <a:ext cx="608013" cy="336550"/>
            <a:chOff x="4415" y="2367"/>
            <a:chExt cx="383" cy="212"/>
          </a:xfrm>
        </p:grpSpPr>
        <p:sp>
          <p:nvSpPr>
            <p:cNvPr id="71705" name="Rectangle 50"/>
            <p:cNvSpPr/>
            <p:nvPr/>
          </p:nvSpPr>
          <p:spPr>
            <a:xfrm>
              <a:off x="4437" y="2400"/>
              <a:ext cx="353" cy="137"/>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1706" name="Text Box 51"/>
            <p:cNvSpPr txBox="1"/>
            <p:nvPr/>
          </p:nvSpPr>
          <p:spPr>
            <a:xfrm>
              <a:off x="4415" y="2367"/>
              <a:ext cx="383" cy="212"/>
            </a:xfrm>
            <a:prstGeom prst="rect">
              <a:avLst/>
            </a:prstGeom>
            <a:noFill/>
            <a:ln w="9525">
              <a:noFill/>
            </a:ln>
          </p:spPr>
          <p:txBody>
            <a:bodyPr wrap="none" anchor="t" anchorCtr="0">
              <a:spAutoFit/>
            </a:bodyPr>
            <a:p>
              <a:pPr eaLnBrk="0" hangingPunct="0">
                <a:buClrTx/>
                <a:buFontTx/>
              </a:pPr>
              <a:r>
                <a:rPr lang="en-US" altLang="zh-CN" sz="1600" i="0" dirty="0">
                  <a:solidFill>
                    <a:schemeClr val="bg1"/>
                  </a:solidFill>
                  <a:latin typeface="Comic Sans MS" panose="030F0702030302020204" pitchFamily="66" charset="0"/>
                  <a:ea typeface="宋体" panose="02010600030101010101" pitchFamily="2" charset="-122"/>
                </a:rPr>
                <a:t>data</a:t>
              </a:r>
              <a:endParaRPr lang="en-US" altLang="zh-CN" sz="1600" i="0" dirty="0">
                <a:solidFill>
                  <a:schemeClr val="bg1"/>
                </a:solidFill>
                <a:latin typeface="Comic Sans MS" panose="030F0702030302020204" pitchFamily="66"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64"/>
                                        </p:tgtEl>
                                        <p:attrNameLst>
                                          <p:attrName>style.visibility</p:attrName>
                                        </p:attrNameLst>
                                      </p:cBhvr>
                                      <p:to>
                                        <p:strVal val="visible"/>
                                      </p:to>
                                    </p:set>
                                  </p:childTnLst>
                                </p:cTn>
                              </p:par>
                            </p:childTnLst>
                          </p:cTn>
                        </p:par>
                        <p:par>
                          <p:cTn id="7" fill="hold">
                            <p:stCondLst>
                              <p:cond delay="0"/>
                            </p:stCondLst>
                            <p:childTnLst>
                              <p:par>
                                <p:cTn id="8" presetID="0" presetClass="path" presetSubtype="0" accel="50000" decel="50000" fill="hold" nodeType="afterEffect">
                                  <p:stCondLst>
                                    <p:cond delay="0"/>
                                  </p:stCondLst>
                                  <p:childTnLst>
                                    <p:animMotion origin="layout" path="M -3.33333E-6 -1.85185E-6 L -0.09254 -1.85185E-6 L -0.07882 -0.03495 L -0.1526 -0.03495 " pathEditMode="relative" ptsTypes="AAAA">
                                      <p:cBhvr>
                                        <p:cTn id="9" dur="2000" fill="hold"/>
                                        <p:tgtEl>
                                          <p:spTgt spid="184364"/>
                                        </p:tgtEl>
                                        <p:attrNameLst>
                                          <p:attrName>ppt_x</p:attrName>
                                          <p:attrName>ppt_y</p:attrName>
                                        </p:attrNameLst>
                                      </p:cBhvr>
                                    </p:animMotion>
                                  </p:childTnLst>
                                </p:cTn>
                              </p:par>
                            </p:childTnLst>
                          </p:cTn>
                        </p:par>
                        <p:par>
                          <p:cTn id="10" fill="hold">
                            <p:stCondLst>
                              <p:cond delay="2000"/>
                            </p:stCondLst>
                            <p:childTnLst>
                              <p:par>
                                <p:cTn id="11" presetID="1" presetClass="exit" presetSubtype="0" fill="hold" nodeType="afterEffect">
                                  <p:stCondLst>
                                    <p:cond delay="0"/>
                                  </p:stCondLst>
                                  <p:childTnLst>
                                    <p:set>
                                      <p:cBhvr>
                                        <p:cTn id="12" dur="1" fill="hold">
                                          <p:stCondLst>
                                            <p:cond delay="0"/>
                                          </p:stCondLst>
                                        </p:cTn>
                                        <p:tgtEl>
                                          <p:spTgt spid="184364"/>
                                        </p:tgtEl>
                                        <p:attrNameLst>
                                          <p:attrName>style.visibility</p:attrName>
                                        </p:attrNameLst>
                                      </p:cBhvr>
                                      <p:to>
                                        <p:strVal val="hidden"/>
                                      </p:to>
                                    </p:set>
                                  </p:childTnLst>
                                </p:cTn>
                              </p:par>
                            </p:childTnLst>
                          </p:cTn>
                        </p:par>
                        <p:par>
                          <p:cTn id="13" fill="hold">
                            <p:stCondLst>
                              <p:cond delay="2000"/>
                            </p:stCondLst>
                            <p:childTnLst>
                              <p:par>
                                <p:cTn id="14" presetID="1" presetClass="entr" presetSubtype="0" fill="hold" nodeType="afterEffect">
                                  <p:stCondLst>
                                    <p:cond delay="0"/>
                                  </p:stCondLst>
                                  <p:childTnLst>
                                    <p:set>
                                      <p:cBhvr>
                                        <p:cTn id="15" dur="1" fill="hold">
                                          <p:stCondLst>
                                            <p:cond delay="0"/>
                                          </p:stCondLst>
                                        </p:cTn>
                                        <p:tgtEl>
                                          <p:spTgt spid="184369"/>
                                        </p:tgtEl>
                                        <p:attrNameLst>
                                          <p:attrName>style.visibility</p:attrName>
                                        </p:attrNameLst>
                                      </p:cBhvr>
                                      <p:to>
                                        <p:strVal val="visible"/>
                                      </p:to>
                                    </p:set>
                                  </p:childTnLst>
                                </p:cTn>
                              </p:par>
                            </p:childTnLst>
                          </p:cTn>
                        </p:par>
                        <p:par>
                          <p:cTn id="16" fill="hold">
                            <p:stCondLst>
                              <p:cond delay="2000"/>
                            </p:stCondLst>
                            <p:childTnLst>
                              <p:par>
                                <p:cTn id="17" presetID="0" presetClass="path" presetSubtype="0" accel="50000" decel="50000" fill="hold" nodeType="afterEffect">
                                  <p:stCondLst>
                                    <p:cond delay="0"/>
                                  </p:stCondLst>
                                  <p:childTnLst>
                                    <p:animMotion origin="layout" path="M -5.55556E-7 -7.40741E-7 L 0.07119 -0.00162 L 0.0599 0.03171 L 0.15122 0.03009 " pathEditMode="relative" ptsTypes="AAAA">
                                      <p:cBhvr>
                                        <p:cTn id="18" dur="2000" fill="hold"/>
                                        <p:tgtEl>
                                          <p:spTgt spid="184369"/>
                                        </p:tgtEl>
                                        <p:attrNameLst>
                                          <p:attrName>ppt_x</p:attrName>
                                          <p:attrName>ppt_y</p:attrName>
                                        </p:attrNameLst>
                                      </p:cBhvr>
                                    </p:animMotion>
                                  </p:childTnLst>
                                </p:cTn>
                              </p:par>
                            </p:childTnLst>
                          </p:cTn>
                        </p:par>
                        <p:par>
                          <p:cTn id="19" fill="hold">
                            <p:stCondLst>
                              <p:cond delay="4000"/>
                            </p:stCondLst>
                            <p:childTnLst>
                              <p:par>
                                <p:cTn id="20" presetID="1" presetClass="exit" presetSubtype="0" fill="hold" nodeType="afterEffect">
                                  <p:stCondLst>
                                    <p:cond delay="0"/>
                                  </p:stCondLst>
                                  <p:childTnLst>
                                    <p:set>
                                      <p:cBhvr>
                                        <p:cTn id="21" dur="1" fill="hold">
                                          <p:stCondLst>
                                            <p:cond delay="0"/>
                                          </p:stCondLst>
                                        </p:cTn>
                                        <p:tgtEl>
                                          <p:spTgt spid="184369"/>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84364"/>
                                        </p:tgtEl>
                                        <p:attrNameLst>
                                          <p:attrName>style.visibility</p:attrName>
                                        </p:attrNameLst>
                                      </p:cBhvr>
                                      <p:to>
                                        <p:strVal val="visible"/>
                                      </p:to>
                                    </p:set>
                                  </p:childTnLst>
                                </p:cTn>
                              </p:par>
                            </p:childTnLst>
                          </p:cTn>
                        </p:par>
                        <p:par>
                          <p:cTn id="26" fill="hold">
                            <p:stCondLst>
                              <p:cond delay="0"/>
                            </p:stCondLst>
                            <p:childTnLst>
                              <p:par>
                                <p:cTn id="27" presetID="0" presetClass="path" presetSubtype="0" accel="50000" decel="50000" fill="hold" nodeType="afterEffect">
                                  <p:stCondLst>
                                    <p:cond delay="0"/>
                                  </p:stCondLst>
                                  <p:childTnLst>
                                    <p:animMotion origin="layout" path="M -3.88889E-6 -1.85185E-6 L -0.08872 -1.85185E-6 L -0.14375 0.14167 L -0.21753 0.14167 " pathEditMode="relative" ptsTypes="AAAA">
                                      <p:cBhvr>
                                        <p:cTn id="28" dur="2000" fill="hold"/>
                                        <p:tgtEl>
                                          <p:spTgt spid="184364"/>
                                        </p:tgtEl>
                                        <p:attrNameLst>
                                          <p:attrName>ppt_x</p:attrName>
                                          <p:attrName>ppt_y</p:attrName>
                                        </p:attrNameLst>
                                      </p:cBhvr>
                                    </p:animMotion>
                                  </p:childTnLst>
                                </p:cTn>
                              </p:par>
                            </p:childTnLst>
                          </p:cTn>
                        </p:par>
                        <p:par>
                          <p:cTn id="29" fill="hold">
                            <p:stCondLst>
                              <p:cond delay="2000"/>
                            </p:stCondLst>
                            <p:childTnLst>
                              <p:par>
                                <p:cTn id="30" presetID="1" presetClass="exit" presetSubtype="0" fill="hold" nodeType="afterEffect">
                                  <p:stCondLst>
                                    <p:cond delay="0"/>
                                  </p:stCondLst>
                                  <p:childTnLst>
                                    <p:set>
                                      <p:cBhvr>
                                        <p:cTn id="31" dur="1" fill="hold">
                                          <p:stCondLst>
                                            <p:cond delay="0"/>
                                          </p:stCondLst>
                                        </p:cTn>
                                        <p:tgtEl>
                                          <p:spTgt spid="184364"/>
                                        </p:tgtEl>
                                        <p:attrNameLst>
                                          <p:attrName>style.visibility</p:attrName>
                                        </p:attrNameLst>
                                      </p:cBhvr>
                                      <p:to>
                                        <p:strVal val="hidden"/>
                                      </p:to>
                                    </p:set>
                                  </p:childTnLst>
                                </p:cTn>
                              </p:par>
                            </p:childTnLst>
                          </p:cTn>
                        </p:par>
                        <p:par>
                          <p:cTn id="32" fill="hold">
                            <p:stCondLst>
                              <p:cond delay="2000"/>
                            </p:stCondLst>
                            <p:childTnLst>
                              <p:par>
                                <p:cTn id="33" presetID="1" presetClass="entr" presetSubtype="0" fill="hold" nodeType="afterEffect">
                                  <p:stCondLst>
                                    <p:cond delay="0"/>
                                  </p:stCondLst>
                                  <p:childTnLst>
                                    <p:set>
                                      <p:cBhvr>
                                        <p:cTn id="34" dur="1" fill="hold">
                                          <p:stCondLst>
                                            <p:cond delay="0"/>
                                          </p:stCondLst>
                                        </p:cTn>
                                        <p:tgtEl>
                                          <p:spTgt spid="184368"/>
                                        </p:tgtEl>
                                        <p:attrNameLst>
                                          <p:attrName>style.visibility</p:attrName>
                                        </p:attrNameLst>
                                      </p:cBhvr>
                                      <p:to>
                                        <p:strVal val="visible"/>
                                      </p:to>
                                    </p:set>
                                  </p:childTnLst>
                                </p:cTn>
                              </p:par>
                            </p:childTnLst>
                          </p:cTn>
                        </p:par>
                        <p:par>
                          <p:cTn id="35" fill="hold">
                            <p:stCondLst>
                              <p:cond delay="2000"/>
                            </p:stCondLst>
                            <p:childTnLst>
                              <p:par>
                                <p:cTn id="36" presetID="0" presetClass="path" presetSubtype="0" accel="50000" decel="50000" fill="hold" nodeType="afterEffect">
                                  <p:stCondLst>
                                    <p:cond delay="0"/>
                                  </p:stCondLst>
                                  <p:childTnLst>
                                    <p:animMotion origin="layout" path="M 1.66667E-6 6.2963E-6 L 0.07135 -0.00161 L 0.11754 -0.13171 L 0.21129 -0.13333 " pathEditMode="relative" ptsTypes="AAAA">
                                      <p:cBhvr>
                                        <p:cTn id="37" dur="2000" fill="hold"/>
                                        <p:tgtEl>
                                          <p:spTgt spid="184368"/>
                                        </p:tgtEl>
                                        <p:attrNameLst>
                                          <p:attrName>ppt_x</p:attrName>
                                          <p:attrName>ppt_y</p:attrName>
                                        </p:attrNameLst>
                                      </p:cBhvr>
                                    </p:animMotion>
                                  </p:childTnLst>
                                </p:cTn>
                              </p:par>
                            </p:childTnLst>
                          </p:cTn>
                        </p:par>
                        <p:par>
                          <p:cTn id="38" fill="hold">
                            <p:stCondLst>
                              <p:cond delay="4000"/>
                            </p:stCondLst>
                            <p:childTnLst>
                              <p:par>
                                <p:cTn id="39" presetID="1" presetClass="exit" presetSubtype="0" fill="hold" nodeType="afterEffect">
                                  <p:stCondLst>
                                    <p:cond delay="0"/>
                                  </p:stCondLst>
                                  <p:childTnLst>
                                    <p:set>
                                      <p:cBhvr>
                                        <p:cTn id="40" dur="1" fill="hold">
                                          <p:stCondLst>
                                            <p:cond delay="0"/>
                                          </p:stCondLst>
                                        </p:cTn>
                                        <p:tgtEl>
                                          <p:spTgt spid="18436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7373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73731"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“Taking Turns” MAC protocols</a:t>
            </a:r>
            <a:endParaRPr lang="en-US" altLang="zh-CN" dirty="0">
              <a:ea typeface="宋体" panose="02010600030101010101" pitchFamily="2" charset="-122"/>
            </a:endParaRPr>
          </a:p>
        </p:txBody>
      </p:sp>
      <p:sp>
        <p:nvSpPr>
          <p:cNvPr id="73732" name="Rectangle 4"/>
          <p:cNvSpPr/>
          <p:nvPr/>
        </p:nvSpPr>
        <p:spPr>
          <a:xfrm>
            <a:off x="600075" y="1376363"/>
            <a:ext cx="3754438" cy="4648200"/>
          </a:xfrm>
          <a:prstGeom prst="rect">
            <a:avLst/>
          </a:prstGeom>
          <a:noFill/>
          <a:ln w="9525">
            <a:noFill/>
          </a:ln>
        </p:spPr>
        <p:txBody>
          <a:bodyPr anchor="t" anchorCtr="0"/>
          <a:p>
            <a:pPr marL="342900" indent="-342900" eaLnBrk="0" hangingPunct="0">
              <a:spcBef>
                <a:spcPct val="20000"/>
              </a:spcBef>
              <a:buClr>
                <a:schemeClr val="accent2"/>
              </a:buClr>
              <a:buSzPct val="85000"/>
              <a:buFont typeface="ZapfDingbats" pitchFamily="82" charset="2"/>
            </a:pPr>
            <a:r>
              <a:rPr lang="en-US" altLang="zh-CN" sz="2400" i="0" dirty="0">
                <a:solidFill>
                  <a:srgbClr val="FF0000"/>
                </a:solidFill>
                <a:latin typeface="Comic Sans MS" panose="030F0702030302020204" pitchFamily="66" charset="0"/>
                <a:ea typeface="宋体" panose="02010600030101010101" pitchFamily="2" charset="-122"/>
              </a:rPr>
              <a:t>Token passing:</a:t>
            </a:r>
            <a:endParaRPr lang="en-US" altLang="zh-CN" sz="2800" b="1" i="0" dirty="0">
              <a:latin typeface="Comic Sans MS" panose="030F0702030302020204" pitchFamily="66" charset="0"/>
              <a:ea typeface="宋体" panose="02010600030101010101" pitchFamily="2" charset="-122"/>
            </a:endParaRPr>
          </a:p>
          <a:p>
            <a:pPr marL="342900" indent="-342900" eaLnBrk="0" hangingPunct="0">
              <a:spcBef>
                <a:spcPct val="20000"/>
              </a:spcBef>
              <a:buClr>
                <a:schemeClr val="accent2"/>
              </a:buClr>
              <a:buSzPct val="85000"/>
              <a:buFont typeface="ZapfDingbats" pitchFamily="82" charset="2"/>
              <a:buChar char="r"/>
            </a:pPr>
            <a:r>
              <a:rPr lang="en-US" altLang="zh-CN" sz="2400" i="0" dirty="0">
                <a:latin typeface="Comic Sans MS" panose="030F0702030302020204" pitchFamily="66" charset="0"/>
                <a:ea typeface="宋体" panose="02010600030101010101" pitchFamily="2" charset="-122"/>
              </a:rPr>
              <a:t>control </a:t>
            </a:r>
            <a:r>
              <a:rPr lang="en-US" altLang="zh-CN" sz="2400" b="1" i="0" dirty="0">
                <a:latin typeface="Comic Sans MS" panose="030F0702030302020204" pitchFamily="66" charset="0"/>
                <a:ea typeface="宋体" panose="02010600030101010101" pitchFamily="2" charset="-122"/>
              </a:rPr>
              <a:t>token </a:t>
            </a:r>
            <a:r>
              <a:rPr lang="en-US" altLang="zh-CN" sz="2400" i="0" dirty="0">
                <a:latin typeface="Comic Sans MS" panose="030F0702030302020204" pitchFamily="66" charset="0"/>
                <a:ea typeface="宋体" panose="02010600030101010101" pitchFamily="2" charset="-122"/>
              </a:rPr>
              <a:t>passed from one node to next sequentially.</a:t>
            </a:r>
            <a:endParaRPr lang="en-US" altLang="zh-CN" sz="2400" i="0" dirty="0">
              <a:latin typeface="Comic Sans MS" panose="030F0702030302020204" pitchFamily="66" charset="0"/>
              <a:ea typeface="宋体" panose="02010600030101010101" pitchFamily="2" charset="-122"/>
            </a:endParaRPr>
          </a:p>
          <a:p>
            <a:pPr marL="342900" indent="-342900" eaLnBrk="0" hangingPunct="0">
              <a:spcBef>
                <a:spcPct val="20000"/>
              </a:spcBef>
              <a:buClr>
                <a:schemeClr val="accent2"/>
              </a:buClr>
              <a:buSzPct val="85000"/>
              <a:buFont typeface="ZapfDingbats" pitchFamily="82" charset="2"/>
              <a:buChar char="r"/>
            </a:pPr>
            <a:r>
              <a:rPr lang="en-US" altLang="zh-CN" sz="2400" i="0" dirty="0">
                <a:latin typeface="Comic Sans MS" panose="030F0702030302020204" pitchFamily="66" charset="0"/>
                <a:ea typeface="宋体" panose="02010600030101010101" pitchFamily="2" charset="-122"/>
              </a:rPr>
              <a:t>token message</a:t>
            </a:r>
            <a:endParaRPr lang="en-US" altLang="zh-CN" sz="2400" i="0" dirty="0">
              <a:latin typeface="Comic Sans MS" panose="030F0702030302020204" pitchFamily="66" charset="0"/>
              <a:ea typeface="宋体" panose="02010600030101010101" pitchFamily="2" charset="-122"/>
            </a:endParaRPr>
          </a:p>
          <a:p>
            <a:pPr marL="342900" indent="-342900" eaLnBrk="0" hangingPunct="0">
              <a:spcBef>
                <a:spcPct val="20000"/>
              </a:spcBef>
              <a:buClr>
                <a:schemeClr val="accent2"/>
              </a:buClr>
              <a:buSzPct val="85000"/>
              <a:buFont typeface="ZapfDingbats" pitchFamily="82" charset="2"/>
              <a:buChar char="r"/>
            </a:pPr>
            <a:r>
              <a:rPr lang="en-US" altLang="zh-CN" sz="2400" i="0" dirty="0">
                <a:latin typeface="Comic Sans MS" panose="030F0702030302020204" pitchFamily="66" charset="0"/>
                <a:ea typeface="宋体" panose="02010600030101010101" pitchFamily="2" charset="-122"/>
              </a:rPr>
              <a:t>concerns:</a:t>
            </a:r>
            <a:endParaRPr lang="en-US" altLang="zh-CN" sz="2400" i="0" dirty="0">
              <a:latin typeface="Comic Sans MS" panose="030F0702030302020204" pitchFamily="66" charset="0"/>
              <a:ea typeface="宋体" panose="02010600030101010101" pitchFamily="2" charset="-122"/>
            </a:endParaRPr>
          </a:p>
          <a:p>
            <a:pPr marL="742950" lvl="1" indent="-285750" algn="l" rtl="0" eaLnBrk="0" fontAlgn="base" hangingPunct="0">
              <a:spcBef>
                <a:spcPct val="20000"/>
              </a:spcBef>
              <a:spcAft>
                <a:spcPct val="0"/>
              </a:spcAft>
              <a:buClr>
                <a:schemeClr val="accent2"/>
              </a:buClr>
              <a:buSzPct val="75000"/>
              <a:buFont typeface="ZapfDingbats" pitchFamily="82" charset="2"/>
              <a:buChar char="m"/>
            </a:pPr>
            <a:r>
              <a:rPr lang="en-US" altLang="zh-CN" sz="2000" dirty="0">
                <a:solidFill>
                  <a:schemeClr val="tx1"/>
                </a:solidFill>
                <a:latin typeface="Comic Sans MS" panose="030F0702030302020204" pitchFamily="66" charset="0"/>
                <a:ea typeface="宋体" panose="02010600030101010101" pitchFamily="2" charset="-122"/>
              </a:rPr>
              <a:t>token overhead </a:t>
            </a:r>
            <a:endParaRPr lang="en-US" altLang="zh-CN" sz="2000" dirty="0">
              <a:solidFill>
                <a:schemeClr val="tx1"/>
              </a:solidFill>
              <a:latin typeface="Comic Sans MS" panose="030F0702030302020204" pitchFamily="66" charset="0"/>
              <a:ea typeface="宋体" panose="02010600030101010101" pitchFamily="2" charset="-122"/>
            </a:endParaRPr>
          </a:p>
          <a:p>
            <a:pPr marL="742950" lvl="1" indent="-285750" algn="l" rtl="0" eaLnBrk="0" fontAlgn="base" hangingPunct="0">
              <a:spcBef>
                <a:spcPct val="20000"/>
              </a:spcBef>
              <a:spcAft>
                <a:spcPct val="0"/>
              </a:spcAft>
              <a:buClr>
                <a:schemeClr val="accent2"/>
              </a:buClr>
              <a:buSzPct val="75000"/>
              <a:buFont typeface="ZapfDingbats" pitchFamily="82" charset="2"/>
              <a:buChar char="m"/>
            </a:pPr>
            <a:r>
              <a:rPr lang="en-US" altLang="zh-CN" sz="2000" dirty="0">
                <a:solidFill>
                  <a:schemeClr val="tx1"/>
                </a:solidFill>
                <a:latin typeface="Comic Sans MS" panose="030F0702030302020204" pitchFamily="66" charset="0"/>
                <a:ea typeface="宋体" panose="02010600030101010101" pitchFamily="2" charset="-122"/>
              </a:rPr>
              <a:t>latency</a:t>
            </a:r>
            <a:endParaRPr lang="en-US" altLang="zh-CN" sz="2000" dirty="0">
              <a:solidFill>
                <a:schemeClr val="tx1"/>
              </a:solidFill>
              <a:latin typeface="Comic Sans MS" panose="030F0702030302020204" pitchFamily="66" charset="0"/>
              <a:ea typeface="宋体" panose="02010600030101010101" pitchFamily="2" charset="-122"/>
            </a:endParaRPr>
          </a:p>
          <a:p>
            <a:pPr marL="742950" lvl="1" indent="-285750" algn="l" rtl="0" eaLnBrk="0" fontAlgn="base" hangingPunct="0">
              <a:spcBef>
                <a:spcPct val="20000"/>
              </a:spcBef>
              <a:spcAft>
                <a:spcPct val="0"/>
              </a:spcAft>
              <a:buClr>
                <a:schemeClr val="accent2"/>
              </a:buClr>
              <a:buSzPct val="75000"/>
              <a:buFont typeface="ZapfDingbats" pitchFamily="82" charset="2"/>
              <a:buChar char="m"/>
            </a:pPr>
            <a:r>
              <a:rPr lang="en-US" altLang="zh-CN" sz="2000" dirty="0">
                <a:solidFill>
                  <a:schemeClr val="tx1"/>
                </a:solidFill>
                <a:latin typeface="Comic Sans MS" panose="030F0702030302020204" pitchFamily="66" charset="0"/>
                <a:ea typeface="宋体" panose="02010600030101010101" pitchFamily="2" charset="-122"/>
              </a:rPr>
              <a:t>single point of failure (token)</a:t>
            </a:r>
            <a:endParaRPr lang="en-US" altLang="zh-CN" sz="2000" dirty="0">
              <a:solidFill>
                <a:schemeClr val="tx1"/>
              </a:solidFill>
              <a:latin typeface="Comic Sans MS" panose="030F0702030302020204" pitchFamily="66" charset="0"/>
              <a:ea typeface="宋体" panose="02010600030101010101" pitchFamily="2" charset="-122"/>
            </a:endParaRPr>
          </a:p>
          <a:p>
            <a:pPr marL="342900" indent="-342900" eaLnBrk="0" hangingPunct="0">
              <a:spcBef>
                <a:spcPct val="20000"/>
              </a:spcBef>
              <a:buClr>
                <a:schemeClr val="accent2"/>
              </a:buClr>
              <a:buSzPct val="85000"/>
              <a:buFont typeface="ZapfDingbats" pitchFamily="82" charset="2"/>
            </a:pPr>
            <a:r>
              <a:rPr lang="en-US" altLang="zh-CN" sz="2800" i="0" dirty="0">
                <a:latin typeface="Comic Sans MS" panose="030F0702030302020204" pitchFamily="66" charset="0"/>
                <a:ea typeface="宋体" panose="02010600030101010101" pitchFamily="2" charset="-122"/>
              </a:rPr>
              <a:t> </a:t>
            </a:r>
            <a:endParaRPr lang="en-US" altLang="zh-CN" sz="2800" i="0" dirty="0">
              <a:latin typeface="Comic Sans MS" panose="030F0702030302020204" pitchFamily="66" charset="0"/>
              <a:ea typeface="宋体" panose="02010600030101010101" pitchFamily="2" charset="-122"/>
            </a:endParaRPr>
          </a:p>
        </p:txBody>
      </p:sp>
      <p:graphicFrame>
        <p:nvGraphicFramePr>
          <p:cNvPr id="73733" name="Object 7"/>
          <p:cNvGraphicFramePr>
            <a:graphicFrameLocks noChangeAspect="1"/>
          </p:cNvGraphicFramePr>
          <p:nvPr/>
        </p:nvGraphicFramePr>
        <p:xfrm>
          <a:off x="6057900" y="2106613"/>
          <a:ext cx="522288" cy="434975"/>
        </p:xfrm>
        <a:graphic>
          <a:graphicData uri="http://schemas.openxmlformats.org/presentationml/2006/ole">
            <mc:AlternateContent xmlns:mc="http://schemas.openxmlformats.org/markup-compatibility/2006">
              <mc:Choice xmlns:v="urn:schemas-microsoft-com:vml" Requires="v">
                <p:oleObj spid="_x0000_s3106" name="" r:id="rId1" imgW="1307465" imgH="1083945" progId="MS_ClipArt_Gallery.2">
                  <p:embed/>
                </p:oleObj>
              </mc:Choice>
              <mc:Fallback>
                <p:oleObj name="" r:id="rId1" imgW="1307465" imgH="1083945" progId="MS_ClipArt_Gallery.2">
                  <p:embed/>
                  <p:pic>
                    <p:nvPicPr>
                      <p:cNvPr id="0" name="图片 3105"/>
                      <p:cNvPicPr/>
                      <p:nvPr/>
                    </p:nvPicPr>
                    <p:blipFill>
                      <a:blip r:embed="rId2"/>
                      <a:stretch>
                        <a:fillRect/>
                      </a:stretch>
                    </p:blipFill>
                    <p:spPr>
                      <a:xfrm>
                        <a:off x="6057900" y="2106613"/>
                        <a:ext cx="522288" cy="434975"/>
                      </a:xfrm>
                      <a:prstGeom prst="rect">
                        <a:avLst/>
                      </a:prstGeom>
                      <a:noFill/>
                      <a:ln w="38100">
                        <a:noFill/>
                        <a:miter/>
                      </a:ln>
                    </p:spPr>
                  </p:pic>
                </p:oleObj>
              </mc:Fallback>
            </mc:AlternateContent>
          </a:graphicData>
        </a:graphic>
      </p:graphicFrame>
      <p:sp>
        <p:nvSpPr>
          <p:cNvPr id="73734" name="Oval 8"/>
          <p:cNvSpPr/>
          <p:nvPr/>
        </p:nvSpPr>
        <p:spPr>
          <a:xfrm>
            <a:off x="5360988" y="2617788"/>
            <a:ext cx="2046287" cy="2778125"/>
          </a:xfrm>
          <a:prstGeom prst="ellipse">
            <a:avLst/>
          </a:prstGeom>
          <a:noFill/>
          <a:ln w="2857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aphicFrame>
        <p:nvGraphicFramePr>
          <p:cNvPr id="73735" name="Object 9"/>
          <p:cNvGraphicFramePr>
            <a:graphicFrameLocks noChangeAspect="1"/>
          </p:cNvGraphicFramePr>
          <p:nvPr/>
        </p:nvGraphicFramePr>
        <p:xfrm>
          <a:off x="6175375" y="5527675"/>
          <a:ext cx="522288" cy="434975"/>
        </p:xfrm>
        <a:graphic>
          <a:graphicData uri="http://schemas.openxmlformats.org/presentationml/2006/ole">
            <mc:AlternateContent xmlns:mc="http://schemas.openxmlformats.org/markup-compatibility/2006">
              <mc:Choice xmlns:v="urn:schemas-microsoft-com:vml" Requires="v">
                <p:oleObj spid="_x0000_s3105" name="" r:id="rId3" imgW="1307465" imgH="1083945" progId="MS_ClipArt_Gallery.2">
                  <p:embed/>
                </p:oleObj>
              </mc:Choice>
              <mc:Fallback>
                <p:oleObj name="" r:id="rId3" imgW="1307465" imgH="1083945" progId="MS_ClipArt_Gallery.2">
                  <p:embed/>
                  <p:pic>
                    <p:nvPicPr>
                      <p:cNvPr id="0" name="图片 3104"/>
                      <p:cNvPicPr/>
                      <p:nvPr/>
                    </p:nvPicPr>
                    <p:blipFill>
                      <a:blip r:embed="rId2"/>
                      <a:stretch>
                        <a:fillRect/>
                      </a:stretch>
                    </p:blipFill>
                    <p:spPr>
                      <a:xfrm>
                        <a:off x="6175375" y="5527675"/>
                        <a:ext cx="522288" cy="434975"/>
                      </a:xfrm>
                      <a:prstGeom prst="rect">
                        <a:avLst/>
                      </a:prstGeom>
                      <a:noFill/>
                      <a:ln w="38100">
                        <a:noFill/>
                        <a:miter/>
                      </a:ln>
                    </p:spPr>
                  </p:pic>
                </p:oleObj>
              </mc:Fallback>
            </mc:AlternateContent>
          </a:graphicData>
        </a:graphic>
      </p:graphicFrame>
      <p:graphicFrame>
        <p:nvGraphicFramePr>
          <p:cNvPr id="73736" name="Object 10"/>
          <p:cNvGraphicFramePr>
            <a:graphicFrameLocks noChangeAspect="1"/>
          </p:cNvGraphicFramePr>
          <p:nvPr/>
        </p:nvGraphicFramePr>
        <p:xfrm>
          <a:off x="4714875" y="3724275"/>
          <a:ext cx="522288" cy="434975"/>
        </p:xfrm>
        <a:graphic>
          <a:graphicData uri="http://schemas.openxmlformats.org/presentationml/2006/ole">
            <mc:AlternateContent xmlns:mc="http://schemas.openxmlformats.org/markup-compatibility/2006">
              <mc:Choice xmlns:v="urn:schemas-microsoft-com:vml" Requires="v">
                <p:oleObj spid="_x0000_s3107" name="" r:id="rId4" imgW="1307465" imgH="1083945" progId="MS_ClipArt_Gallery.2">
                  <p:embed/>
                </p:oleObj>
              </mc:Choice>
              <mc:Fallback>
                <p:oleObj name="" r:id="rId4" imgW="1307465" imgH="1083945" progId="MS_ClipArt_Gallery.2">
                  <p:embed/>
                  <p:pic>
                    <p:nvPicPr>
                      <p:cNvPr id="0" name="图片 3106"/>
                      <p:cNvPicPr/>
                      <p:nvPr/>
                    </p:nvPicPr>
                    <p:blipFill>
                      <a:blip r:embed="rId2"/>
                      <a:stretch>
                        <a:fillRect/>
                      </a:stretch>
                    </p:blipFill>
                    <p:spPr>
                      <a:xfrm>
                        <a:off x="4714875" y="3724275"/>
                        <a:ext cx="522288" cy="434975"/>
                      </a:xfrm>
                      <a:prstGeom prst="rect">
                        <a:avLst/>
                      </a:prstGeom>
                      <a:noFill/>
                      <a:ln w="38100">
                        <a:noFill/>
                        <a:miter/>
                      </a:ln>
                    </p:spPr>
                  </p:pic>
                </p:oleObj>
              </mc:Fallback>
            </mc:AlternateContent>
          </a:graphicData>
        </a:graphic>
      </p:graphicFrame>
      <p:graphicFrame>
        <p:nvGraphicFramePr>
          <p:cNvPr id="73737" name="Object 11"/>
          <p:cNvGraphicFramePr>
            <a:graphicFrameLocks noChangeAspect="1"/>
          </p:cNvGraphicFramePr>
          <p:nvPr/>
        </p:nvGraphicFramePr>
        <p:xfrm>
          <a:off x="7551738" y="3681413"/>
          <a:ext cx="522287" cy="434975"/>
        </p:xfrm>
        <a:graphic>
          <a:graphicData uri="http://schemas.openxmlformats.org/presentationml/2006/ole">
            <mc:AlternateContent xmlns:mc="http://schemas.openxmlformats.org/markup-compatibility/2006">
              <mc:Choice xmlns:v="urn:schemas-microsoft-com:vml" Requires="v">
                <p:oleObj spid="_x0000_s3104" name="" r:id="rId5" imgW="1307465" imgH="1083945" progId="MS_ClipArt_Gallery.2">
                  <p:embed/>
                </p:oleObj>
              </mc:Choice>
              <mc:Fallback>
                <p:oleObj name="" r:id="rId5" imgW="1307465" imgH="1083945" progId="MS_ClipArt_Gallery.2">
                  <p:embed/>
                  <p:pic>
                    <p:nvPicPr>
                      <p:cNvPr id="0" name="图片 3103"/>
                      <p:cNvPicPr/>
                      <p:nvPr/>
                    </p:nvPicPr>
                    <p:blipFill>
                      <a:blip r:embed="rId2"/>
                      <a:stretch>
                        <a:fillRect/>
                      </a:stretch>
                    </p:blipFill>
                    <p:spPr>
                      <a:xfrm>
                        <a:off x="7551738" y="3681413"/>
                        <a:ext cx="522287" cy="434975"/>
                      </a:xfrm>
                      <a:prstGeom prst="rect">
                        <a:avLst/>
                      </a:prstGeom>
                      <a:noFill/>
                      <a:ln w="38100">
                        <a:noFill/>
                        <a:miter/>
                      </a:ln>
                    </p:spPr>
                  </p:pic>
                </p:oleObj>
              </mc:Fallback>
            </mc:AlternateContent>
          </a:graphicData>
        </a:graphic>
      </p:graphicFrame>
      <p:sp>
        <p:nvSpPr>
          <p:cNvPr id="672780" name="Rectangle 12"/>
          <p:cNvSpPr/>
          <p:nvPr/>
        </p:nvSpPr>
        <p:spPr>
          <a:xfrm>
            <a:off x="6205538" y="1725613"/>
            <a:ext cx="274637" cy="320675"/>
          </a:xfrm>
          <a:prstGeom prst="rect">
            <a:avLst/>
          </a:prstGeom>
          <a:solidFill>
            <a:srgbClr val="00CC00"/>
          </a:solidFill>
          <a:ln w="9525" cap="flat" cmpd="sng">
            <a:solidFill>
              <a:schemeClr val="tx1"/>
            </a:solidFill>
            <a:prstDash val="solid"/>
            <a:miter/>
            <a:headEnd type="none" w="med" len="med"/>
            <a:tailEnd type="none" w="med" len="med"/>
          </a:ln>
        </p:spPr>
        <p:txBody>
          <a:bodyPr wrap="none" anchor="ctr" anchorCtr="0"/>
          <a:p>
            <a:pPr algn="ctr" eaLnBrk="0" hangingPunct="0">
              <a:buClrTx/>
              <a:buFontTx/>
            </a:pPr>
            <a:r>
              <a:rPr lang="en-US" altLang="zh-CN" i="0" dirty="0">
                <a:solidFill>
                  <a:schemeClr val="bg1"/>
                </a:solidFill>
                <a:latin typeface="Comic Sans MS" panose="030F0702030302020204" pitchFamily="66" charset="0"/>
                <a:ea typeface="宋体" panose="02010600030101010101" pitchFamily="2" charset="-122"/>
              </a:rPr>
              <a:t>T</a:t>
            </a:r>
            <a:endParaRPr lang="en-US" altLang="zh-CN" i="0" dirty="0">
              <a:solidFill>
                <a:schemeClr val="bg1"/>
              </a:solidFill>
              <a:latin typeface="Comic Sans MS" panose="030F0702030302020204" pitchFamily="66" charset="0"/>
              <a:ea typeface="宋体" panose="02010600030101010101" pitchFamily="2" charset="-122"/>
            </a:endParaRPr>
          </a:p>
        </p:txBody>
      </p:sp>
      <p:sp>
        <p:nvSpPr>
          <p:cNvPr id="672783" name="Rectangle 15"/>
          <p:cNvSpPr/>
          <p:nvPr/>
        </p:nvSpPr>
        <p:spPr>
          <a:xfrm>
            <a:off x="5949950" y="6008688"/>
            <a:ext cx="811213" cy="320675"/>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pPr algn="ctr" eaLnBrk="0" hangingPunct="0">
              <a:buClrTx/>
              <a:buFontTx/>
            </a:pPr>
            <a:r>
              <a:rPr lang="en-US" altLang="zh-CN" i="0" dirty="0">
                <a:solidFill>
                  <a:schemeClr val="bg1"/>
                </a:solidFill>
                <a:latin typeface="Comic Sans MS" panose="030F0702030302020204" pitchFamily="66" charset="0"/>
                <a:ea typeface="宋体" panose="02010600030101010101" pitchFamily="2" charset="-122"/>
              </a:rPr>
              <a:t>data</a:t>
            </a:r>
            <a:endParaRPr lang="en-US" altLang="zh-CN" i="0" dirty="0">
              <a:solidFill>
                <a:schemeClr val="bg1"/>
              </a:solidFill>
              <a:latin typeface="Comic Sans MS" panose="030F0702030302020204" pitchFamily="66" charset="0"/>
              <a:ea typeface="宋体" panose="02010600030101010101" pitchFamily="2" charset="-122"/>
            </a:endParaRPr>
          </a:p>
        </p:txBody>
      </p:sp>
      <p:sp>
        <p:nvSpPr>
          <p:cNvPr id="672784" name="Text Box 16"/>
          <p:cNvSpPr txBox="1"/>
          <p:nvPr/>
        </p:nvSpPr>
        <p:spPr>
          <a:xfrm>
            <a:off x="4341813" y="3084513"/>
            <a:ext cx="1055687" cy="641350"/>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(nothing</a:t>
            </a:r>
            <a:endParaRPr lang="en-US" altLang="zh-CN" i="0" dirty="0">
              <a:latin typeface="Comic Sans MS" panose="030F0702030302020204" pitchFamily="66" charset="0"/>
              <a:ea typeface="宋体" panose="02010600030101010101" pitchFamily="2" charset="-122"/>
            </a:endParaRPr>
          </a:p>
          <a:p>
            <a:pPr eaLnBrk="0" hangingPunct="0">
              <a:buClrTx/>
              <a:buFontTx/>
            </a:pPr>
            <a:r>
              <a:rPr lang="en-US" altLang="zh-CN" i="0" dirty="0">
                <a:latin typeface="Comic Sans MS" panose="030F0702030302020204" pitchFamily="66" charset="0"/>
                <a:ea typeface="宋体" panose="02010600030101010101" pitchFamily="2" charset="-122"/>
              </a:rPr>
              <a:t>to send)</a:t>
            </a:r>
            <a:endParaRPr lang="en-US" altLang="zh-CN" i="0" dirty="0">
              <a:latin typeface="Comic Sans MS" panose="030F0702030302020204" pitchFamily="66" charset="0"/>
              <a:ea typeface="宋体" panose="02010600030101010101" pitchFamily="2" charset="-122"/>
            </a:endParaRPr>
          </a:p>
        </p:txBody>
      </p:sp>
      <p:sp>
        <p:nvSpPr>
          <p:cNvPr id="672785" name="Rectangle 17"/>
          <p:cNvSpPr/>
          <p:nvPr/>
        </p:nvSpPr>
        <p:spPr>
          <a:xfrm>
            <a:off x="4838700" y="3743325"/>
            <a:ext cx="274638" cy="320675"/>
          </a:xfrm>
          <a:prstGeom prst="rect">
            <a:avLst/>
          </a:prstGeom>
          <a:solidFill>
            <a:srgbClr val="00CC00"/>
          </a:solidFill>
          <a:ln w="9525" cap="flat" cmpd="sng">
            <a:solidFill>
              <a:schemeClr val="tx1"/>
            </a:solidFill>
            <a:prstDash val="solid"/>
            <a:miter/>
            <a:headEnd type="none" w="med" len="med"/>
            <a:tailEnd type="none" w="med" len="med"/>
          </a:ln>
        </p:spPr>
        <p:txBody>
          <a:bodyPr wrap="none" anchor="ctr" anchorCtr="0"/>
          <a:p>
            <a:pPr algn="ctr" eaLnBrk="0" hangingPunct="0">
              <a:buClrTx/>
              <a:buFontTx/>
            </a:pPr>
            <a:r>
              <a:rPr lang="en-US" altLang="zh-CN" i="0" dirty="0">
                <a:solidFill>
                  <a:schemeClr val="bg1"/>
                </a:solidFill>
                <a:latin typeface="Comic Sans MS" panose="030F0702030302020204" pitchFamily="66" charset="0"/>
                <a:ea typeface="宋体" panose="02010600030101010101" pitchFamily="2" charset="-122"/>
              </a:rPr>
              <a:t>T</a:t>
            </a:r>
            <a:endParaRPr lang="en-US" altLang="zh-CN" i="0" dirty="0">
              <a:solidFill>
                <a:schemeClr val="bg1"/>
              </a:solidFill>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105 0.03657 C 0.00694 0.06435 0.00121 0.09282 0.00139 0.10509 C 0.00156 0.11736 0.00659 0.10694 0.00017 0.10995 C -0.00625 0.11296 -0.02361 0.11273 -0.03733 0.12338 C -0.05105 0.13403 -0.06945 0.14444 -0.0823 0.17338 C -0.09514 0.20231 -0.1033 0.27847 -0.11476 0.29676 C -0.12622 0.31505 -0.14341 0.28611 -0.15105 0.28333 " pathEditMode="relative" rAng="0" ptsTypes="aaaaaaa">
                                      <p:cBhvr>
                                        <p:cTn id="6" dur="2000" fill="hold"/>
                                        <p:tgtEl>
                                          <p:spTgt spid="672780"/>
                                        </p:tgtEl>
                                        <p:attrNameLst>
                                          <p:attrName>ppt_x</p:attrName>
                                          <p:attrName>ppt_y</p:attrName>
                                        </p:attrNameLst>
                                      </p:cBhvr>
                                      <p:rCtr x="-7100" y="13900"/>
                                    </p:animMotion>
                                  </p:childTnLst>
                                </p:cTn>
                              </p:par>
                            </p:childTnLst>
                          </p:cTn>
                        </p:par>
                        <p:par>
                          <p:cTn id="7" fill="hold">
                            <p:stCondLst>
                              <p:cond delay="2000"/>
                            </p:stCondLst>
                            <p:childTnLst>
                              <p:par>
                                <p:cTn id="8" presetID="1" presetClass="entr" presetSubtype="0" fill="hold" grpId="0" nodeType="afterEffect">
                                  <p:stCondLst>
                                    <p:cond delay="0"/>
                                  </p:stCondLst>
                                  <p:childTnLst>
                                    <p:set>
                                      <p:cBhvr>
                                        <p:cTn id="9" dur="1" fill="hold">
                                          <p:stCondLst>
                                            <p:cond delay="0"/>
                                          </p:stCondLst>
                                        </p:cTn>
                                        <p:tgtEl>
                                          <p:spTgt spid="672784"/>
                                        </p:tgtEl>
                                        <p:attrNameLst>
                                          <p:attrName>style.visibility</p:attrName>
                                        </p:attrNameLst>
                                      </p:cBhvr>
                                      <p:to>
                                        <p:strVal val="visible"/>
                                      </p:to>
                                    </p:set>
                                  </p:childTnLst>
                                </p:cTn>
                              </p:par>
                            </p:childTnLst>
                          </p:cTn>
                        </p:par>
                        <p:par>
                          <p:cTn id="10" fill="hold">
                            <p:stCondLst>
                              <p:cond delay="2000"/>
                            </p:stCondLst>
                            <p:childTnLst>
                              <p:par>
                                <p:cTn id="11" presetID="1" presetClass="exit" presetSubtype="0" fill="hold" grpId="1" nodeType="afterEffect">
                                  <p:stCondLst>
                                    <p:cond delay="0"/>
                                  </p:stCondLst>
                                  <p:childTnLst>
                                    <p:set>
                                      <p:cBhvr>
                                        <p:cTn id="12" dur="1" fill="hold">
                                          <p:stCondLst>
                                            <p:cond delay="0"/>
                                          </p:stCondLst>
                                        </p:cTn>
                                        <p:tgtEl>
                                          <p:spTgt spid="67278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72785"/>
                                        </p:tgtEl>
                                        <p:attrNameLst>
                                          <p:attrName>style.visibility</p:attrName>
                                        </p:attrNameLst>
                                      </p:cBhvr>
                                      <p:to>
                                        <p:strVal val="visible"/>
                                      </p:to>
                                    </p:set>
                                  </p:childTnLst>
                                </p:cTn>
                              </p:par>
                            </p:childTnLst>
                          </p:cTn>
                        </p:par>
                        <p:par>
                          <p:cTn id="17" fill="hold">
                            <p:stCondLst>
                              <p:cond delay="0"/>
                            </p:stCondLst>
                            <p:childTnLst>
                              <p:par>
                                <p:cTn id="18" presetID="0" presetClass="path" presetSubtype="0" accel="50000" decel="50000" fill="hold" grpId="1" nodeType="afterEffect">
                                  <p:stCondLst>
                                    <p:cond delay="0"/>
                                  </p:stCondLst>
                                  <p:childTnLst>
                                    <p:animMotion origin="layout" path="M 0.0 0.0 C 0.01354 -0.0044 0.02708 -0.0088 0.03506 0.00671 C 0.04305 0.02222 0.04236 0.06875 0.04756 0.09328 C 0.05277 0.11782 0.05538 0.13402 0.06631 0.15347 C 0.07725 0.17291 0.09982 0.19861 0.11371 0.20995 C 0.1276 0.22129 0.1434 0.20926 0.15 0.22176 C 0.15659 0.23426 0.1552 0.25949 0.15381 0.28495 " pathEditMode="relative" ptsTypes="aaaaaaA">
                                      <p:cBhvr>
                                        <p:cTn id="19" dur="2000" fill="hold"/>
                                        <p:tgtEl>
                                          <p:spTgt spid="672785"/>
                                        </p:tgtEl>
                                        <p:attrNameLst>
                                          <p:attrName>ppt_x</p:attrName>
                                          <p:attrName>ppt_y</p:attrName>
                                        </p:attrNameLst>
                                      </p:cBhvr>
                                    </p:animMotion>
                                  </p:childTnLst>
                                </p:cTn>
                              </p:par>
                            </p:childTnLst>
                          </p:cTn>
                        </p:par>
                      </p:childTnLst>
                    </p:cTn>
                  </p:par>
                  <p:par>
                    <p:cTn id="20" fill="hold">
                      <p:stCondLst>
                        <p:cond delay="indefinite"/>
                      </p:stCondLst>
                      <p:childTnLst>
                        <p:par>
                          <p:cTn id="21" fill="hold">
                            <p:stCondLst>
                              <p:cond delay="0"/>
                            </p:stCondLst>
                            <p:childTnLst>
                              <p:par>
                                <p:cTn id="22" presetID="0" presetClass="path" presetSubtype="0" accel="50000" decel="50000" fill="hold" grpId="0" nodeType="clickEffect">
                                  <p:stCondLst>
                                    <p:cond delay="0"/>
                                  </p:stCondLst>
                                  <p:childTnLst>
                                    <p:animMotion origin="layout" path="M 0.01875 -0.02431 C 0.01319 -0.0581 0.00763 -0.09167 0.01371 -0.10926 C 0.01979 -0.12685 0.04114 -0.11273 0.05503 -0.1294 C 0.06892 -0.14607 0.0875 -0.1794 0.09756 -0.20926 C 0.10763 -0.23912 0.11371 -0.27824 0.1151 -0.30926 C 0.11649 -0.34028 0.11371 -0.36783 0.10625 -0.39607 C 0.09878 -0.42431 0.08454 -0.45949 0.06996 -0.4794 C 0.05538 -0.49931 0.03142 -0.50996 0.01875 -0.51598 C 0.00607 -0.52199 0.0052 -0.51875 -0.00625 -0.51598 C -0.01771 -0.5132 -0.03698 -0.51135 -0.05 -0.49931 C -0.06303 -0.48727 -0.07605 -0.46343 -0.0849 -0.44422 C -0.09375 -0.425 -0.10018 -0.4044 -0.10365 -0.38426 C -0.10712 -0.36412 -0.10556 -0.34375 -0.10625 -0.32269 C -0.10695 -0.30162 -0.11025 -0.27801 -0.10747 -0.25764 C -0.10469 -0.23727 -0.09705 -0.21852 -0.08994 -0.20093 C -0.08282 -0.18334 -0.07553 -0.1669 -0.06494 -0.15255 C -0.05434 -0.1382 -0.03768 -0.12107 -0.02622 -0.11435 C -0.01476 -0.10764 -0.00174 -0.11806 0.00381 -0.11273 C 0.00937 -0.10741 0.00677 -0.09931 0.00746 -0.08264 C 0.00816 -0.06598 0.00781 -0.03935 0.00746 -0.01273 " pathEditMode="relative" rAng="0" ptsTypes="aaaaaaaaaaaaaaaaaaaA">
                                      <p:cBhvr>
                                        <p:cTn id="23" dur="2000" fill="hold"/>
                                        <p:tgtEl>
                                          <p:spTgt spid="672783"/>
                                        </p:tgtEl>
                                        <p:attrNameLst>
                                          <p:attrName>ppt_x</p:attrName>
                                          <p:attrName>ppt_y</p:attrName>
                                        </p:attrNameLst>
                                      </p:cBhvr>
                                      <p:rCtr x="-1600" y="-24300"/>
                                    </p:animMotion>
                                  </p:childTnLst>
                                </p:cTn>
                              </p:par>
                            </p:childTnLst>
                          </p:cTn>
                        </p:par>
                        <p:par>
                          <p:cTn id="24" fill="hold">
                            <p:stCondLst>
                              <p:cond delay="2000"/>
                            </p:stCondLst>
                            <p:childTnLst>
                              <p:par>
                                <p:cTn id="25" presetID="1" presetClass="exit" presetSubtype="0" fill="hold" grpId="1" nodeType="afterEffect">
                                  <p:stCondLst>
                                    <p:cond delay="0"/>
                                  </p:stCondLst>
                                  <p:childTnLst>
                                    <p:set>
                                      <p:cBhvr>
                                        <p:cTn id="26" dur="1" fill="hold">
                                          <p:stCondLst>
                                            <p:cond delay="0"/>
                                          </p:stCondLst>
                                        </p:cTn>
                                        <p:tgtEl>
                                          <p:spTgt spid="67278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2780" grpId="0" animBg="1"/>
      <p:bldP spid="672780" grpId="1" animBg="1"/>
      <p:bldP spid="672783" grpId="0" animBg="1"/>
      <p:bldP spid="672783" grpId="1" animBg="1"/>
      <p:bldP spid="672784" grpId="0"/>
      <p:bldP spid="672785" grpId="0" animBg="1"/>
      <p:bldP spid="672785"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75778"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75779"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 Summary of MAC protocols</a:t>
            </a:r>
            <a:endParaRPr lang="en-US" altLang="zh-CN" dirty="0">
              <a:ea typeface="宋体" panose="02010600030101010101" pitchFamily="2" charset="-122"/>
            </a:endParaRPr>
          </a:p>
        </p:txBody>
      </p:sp>
      <p:sp>
        <p:nvSpPr>
          <p:cNvPr id="75780" name="Rectangle 3"/>
          <p:cNvSpPr>
            <a:spLocks noGrp="1"/>
          </p:cNvSpPr>
          <p:nvPr>
            <p:ph idx="1"/>
          </p:nvPr>
        </p:nvSpPr>
        <p:spPr>
          <a:xfrm>
            <a:off x="533400" y="1600200"/>
            <a:ext cx="7772400" cy="4906963"/>
          </a:xfrm>
          <a:ln/>
        </p:spPr>
        <p:txBody>
          <a:bodyPr vert="horz" wrap="square" lIns="91440" tIns="45720" rIns="91440" bIns="45720" anchor="t" anchorCtr="0"/>
          <a:p>
            <a:r>
              <a:rPr lang="en-US" altLang="zh-CN" sz="2400" i="1" dirty="0">
                <a:solidFill>
                  <a:srgbClr val="FF0000"/>
                </a:solidFill>
                <a:ea typeface="宋体" panose="02010600030101010101" pitchFamily="2" charset="-122"/>
              </a:rPr>
              <a:t>channel partitioning,</a:t>
            </a:r>
            <a:r>
              <a:rPr lang="en-US" altLang="zh-CN" sz="2400" dirty="0">
                <a:ea typeface="宋体" panose="02010600030101010101" pitchFamily="2" charset="-122"/>
              </a:rPr>
              <a:t> by time, frequency or code</a:t>
            </a:r>
            <a:endParaRPr lang="en-US" altLang="zh-CN" sz="2400" dirty="0">
              <a:ea typeface="宋体" panose="02010600030101010101" pitchFamily="2" charset="-122"/>
            </a:endParaRPr>
          </a:p>
          <a:p>
            <a:pPr lvl="1"/>
            <a:r>
              <a:rPr lang="en-US" altLang="zh-CN" sz="2000" dirty="0">
                <a:ea typeface="宋体" panose="02010600030101010101" pitchFamily="2" charset="-122"/>
              </a:rPr>
              <a:t>Time Division, Frequency Division</a:t>
            </a:r>
            <a:endParaRPr lang="en-US" altLang="zh-CN" sz="2000" dirty="0">
              <a:ea typeface="宋体" panose="02010600030101010101" pitchFamily="2" charset="-122"/>
            </a:endParaRPr>
          </a:p>
          <a:p>
            <a:r>
              <a:rPr lang="en-US" altLang="zh-CN" sz="2400" i="1" dirty="0">
                <a:solidFill>
                  <a:srgbClr val="FF0000"/>
                </a:solidFill>
                <a:ea typeface="宋体" panose="02010600030101010101" pitchFamily="2" charset="-122"/>
              </a:rPr>
              <a:t>random access </a:t>
            </a:r>
            <a:r>
              <a:rPr lang="en-US" altLang="zh-CN" sz="2400" dirty="0">
                <a:ea typeface="宋体" panose="02010600030101010101" pitchFamily="2" charset="-122"/>
              </a:rPr>
              <a:t>(dynamic), </a:t>
            </a:r>
            <a:endParaRPr lang="en-US" altLang="zh-CN" sz="2400" dirty="0">
              <a:ea typeface="宋体" panose="02010600030101010101" pitchFamily="2" charset="-122"/>
            </a:endParaRPr>
          </a:p>
          <a:p>
            <a:pPr lvl="1"/>
            <a:r>
              <a:rPr lang="en-US" altLang="zh-CN" sz="2000" dirty="0">
                <a:ea typeface="宋体" panose="02010600030101010101" pitchFamily="2" charset="-122"/>
              </a:rPr>
              <a:t>ALOHA, S-ALOHA, CSMA, CSMA/CD</a:t>
            </a:r>
            <a:endParaRPr lang="en-US" altLang="zh-CN" sz="2000" dirty="0">
              <a:ea typeface="宋体" panose="02010600030101010101" pitchFamily="2" charset="-122"/>
            </a:endParaRPr>
          </a:p>
          <a:p>
            <a:pPr lvl="1"/>
            <a:r>
              <a:rPr lang="en-US" altLang="zh-CN" sz="2000" dirty="0">
                <a:ea typeface="宋体" panose="02010600030101010101" pitchFamily="2" charset="-122"/>
              </a:rPr>
              <a:t>carrier sensing: easy in some technologies (wire), hard in others (wireless)</a:t>
            </a:r>
            <a:endParaRPr lang="en-US" altLang="zh-CN" sz="2000" dirty="0">
              <a:ea typeface="宋体" panose="02010600030101010101" pitchFamily="2" charset="-122"/>
            </a:endParaRPr>
          </a:p>
          <a:p>
            <a:pPr lvl="1"/>
            <a:r>
              <a:rPr lang="en-US" altLang="zh-CN" sz="2000" dirty="0">
                <a:ea typeface="宋体" panose="02010600030101010101" pitchFamily="2" charset="-122"/>
              </a:rPr>
              <a:t>CSMA/CD used in Ethernet</a:t>
            </a:r>
            <a:endParaRPr lang="en-US" altLang="zh-CN" sz="2000" dirty="0">
              <a:ea typeface="宋体" panose="02010600030101010101" pitchFamily="2" charset="-122"/>
            </a:endParaRPr>
          </a:p>
          <a:p>
            <a:pPr lvl="1"/>
            <a:r>
              <a:rPr lang="en-US" altLang="zh-CN" sz="2000" dirty="0">
                <a:ea typeface="宋体" panose="02010600030101010101" pitchFamily="2" charset="-122"/>
              </a:rPr>
              <a:t>CSMA/CA used in 802.11</a:t>
            </a:r>
            <a:endParaRPr lang="en-US" altLang="zh-CN" sz="2000" dirty="0">
              <a:ea typeface="宋体" panose="02010600030101010101" pitchFamily="2" charset="-122"/>
            </a:endParaRPr>
          </a:p>
          <a:p>
            <a:r>
              <a:rPr lang="en-US" altLang="zh-CN" sz="2400" i="1" dirty="0">
                <a:solidFill>
                  <a:srgbClr val="FF0000"/>
                </a:solidFill>
                <a:ea typeface="宋体" panose="02010600030101010101" pitchFamily="2" charset="-122"/>
              </a:rPr>
              <a:t>taking turns</a:t>
            </a:r>
            <a:endParaRPr lang="en-US" altLang="zh-CN" sz="2400" i="1" dirty="0">
              <a:solidFill>
                <a:srgbClr val="FF0000"/>
              </a:solidFill>
              <a:ea typeface="宋体" panose="02010600030101010101" pitchFamily="2" charset="-122"/>
            </a:endParaRPr>
          </a:p>
          <a:p>
            <a:pPr lvl="1"/>
            <a:r>
              <a:rPr lang="en-US" altLang="zh-CN" sz="2000" dirty="0">
                <a:ea typeface="宋体" panose="02010600030101010101" pitchFamily="2" charset="-122"/>
              </a:rPr>
              <a:t>polling from central site, token passing</a:t>
            </a:r>
            <a:endParaRPr lang="en-US" altLang="zh-CN" sz="2000" dirty="0">
              <a:ea typeface="宋体" panose="02010600030101010101" pitchFamily="2" charset="-122"/>
            </a:endParaRPr>
          </a:p>
          <a:p>
            <a:pPr lvl="1"/>
            <a:r>
              <a:rPr lang="en-US" altLang="zh-CN" sz="2000" dirty="0">
                <a:ea typeface="宋体" panose="02010600030101010101" pitchFamily="2" charset="-122"/>
              </a:rPr>
              <a:t>Bluetooth, FDDI, IBM Token Ring </a:t>
            </a:r>
            <a:endParaRPr lang="en-US" altLang="zh-CN" sz="2000" dirty="0">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页脚占位符 5"/>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77826"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77827"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Link Layer</a:t>
            </a:r>
            <a:endParaRPr lang="en-US" altLang="zh-CN" dirty="0">
              <a:ea typeface="宋体" panose="02010600030101010101" pitchFamily="2" charset="-122"/>
            </a:endParaRPr>
          </a:p>
        </p:txBody>
      </p:sp>
      <p:sp>
        <p:nvSpPr>
          <p:cNvPr id="77828" name="Rectangle 3"/>
          <p:cNvSpPr>
            <a:spLocks noGrp="1"/>
          </p:cNvSpPr>
          <p:nvPr>
            <p:ph sz="half" idx="1"/>
          </p:nvPr>
        </p:nvSpPr>
        <p:spPr>
          <a:ln/>
        </p:spPr>
        <p:txBody>
          <a:bodyPr vert="horz" wrap="square" lIns="91440" tIns="45720" rIns="91440" bIns="45720" anchor="t" anchorCtr="0"/>
          <a:p>
            <a:pPr>
              <a:buClr>
                <a:schemeClr val="accent2"/>
              </a:buClr>
              <a:buSzPct val="85000"/>
              <a:buFont typeface="ZapfDingbats" pitchFamily="82" charset="2"/>
            </a:pPr>
            <a:r>
              <a:rPr lang="en-US" altLang="zh-CN" sz="2400" dirty="0">
                <a:ea typeface="宋体" panose="02010600030101010101" pitchFamily="2" charset="-122"/>
              </a:rPr>
              <a:t>5.1 Introduction and services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5.2 Error detection and correction </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5.3Multiple access protocols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solidFill>
                  <a:srgbClr val="FF0000"/>
                </a:solidFill>
                <a:ea typeface="宋体" panose="02010600030101010101" pitchFamily="2" charset="-122"/>
              </a:rPr>
              <a:t>5.4 Link-Layer Addressing</a:t>
            </a:r>
            <a:endParaRPr lang="en-US" altLang="zh-CN" sz="2400" dirty="0">
              <a:solidFill>
                <a:srgbClr val="FF0000"/>
              </a:solidFill>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5.5 Ethernet</a:t>
            </a:r>
            <a:endParaRPr lang="en-US" altLang="zh-CN" sz="2400" dirty="0">
              <a:ea typeface="宋体" panose="02010600030101010101" pitchFamily="2" charset="-122"/>
            </a:endParaRPr>
          </a:p>
        </p:txBody>
      </p:sp>
      <p:sp>
        <p:nvSpPr>
          <p:cNvPr id="77829" name="Rectangle 6"/>
          <p:cNvSpPr>
            <a:spLocks noGrp="1"/>
          </p:cNvSpPr>
          <p:nvPr>
            <p:ph sz="half" idx="2"/>
          </p:nvPr>
        </p:nvSpPr>
        <p:spPr>
          <a:xfrm>
            <a:off x="4495800" y="1600200"/>
            <a:ext cx="4054475" cy="4648200"/>
          </a:xfrm>
          <a:ln/>
        </p:spPr>
        <p:txBody>
          <a:bodyPr vert="horz" wrap="square" lIns="91440" tIns="45720" rIns="91440" bIns="45720" anchor="t" anchorCtr="0"/>
          <a:p>
            <a:pPr>
              <a:buClr>
                <a:schemeClr val="accent2"/>
              </a:buClr>
              <a:buSzPct val="85000"/>
              <a:buFont typeface="ZapfDingbats" pitchFamily="82" charset="2"/>
            </a:pPr>
            <a:r>
              <a:rPr lang="en-US" altLang="zh-CN" sz="2400" dirty="0">
                <a:ea typeface="宋体" panose="02010600030101010101" pitchFamily="2" charset="-122"/>
              </a:rPr>
              <a:t>5.6 Link-layer switches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5.7 PPP</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5.8 Link virtualization: MPLS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5.9 A day in the life of a web request</a:t>
            </a:r>
            <a:endParaRPr lang="en-US" altLang="zh-CN" sz="2400" dirty="0">
              <a:ea typeface="宋体" panose="02010600030101010101" pitchFamily="2" charset="-122"/>
            </a:endParaRPr>
          </a:p>
          <a:p>
            <a:pPr>
              <a:buClr>
                <a:schemeClr val="accent2"/>
              </a:buClr>
              <a:buSzPct val="85000"/>
              <a:buFont typeface="ZapfDingbats" pitchFamily="82" charset="2"/>
              <a:buNone/>
            </a:pPr>
            <a:endParaRPr lang="en-US" altLang="zh-CN" sz="2400" dirty="0">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7987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79875"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MAC Addresses and ARP</a:t>
            </a:r>
            <a:endParaRPr lang="en-US" altLang="zh-CN" dirty="0">
              <a:ea typeface="宋体" panose="02010600030101010101" pitchFamily="2" charset="-122"/>
            </a:endParaRPr>
          </a:p>
        </p:txBody>
      </p:sp>
      <p:sp>
        <p:nvSpPr>
          <p:cNvPr id="79876" name="Rectangle 3"/>
          <p:cNvSpPr>
            <a:spLocks noGrp="1"/>
          </p:cNvSpPr>
          <p:nvPr>
            <p:ph idx="1"/>
          </p:nvPr>
        </p:nvSpPr>
        <p:spPr>
          <a:xfrm>
            <a:off x="533400" y="1600200"/>
            <a:ext cx="8247063" cy="4648200"/>
          </a:xfrm>
          <a:ln/>
        </p:spPr>
        <p:txBody>
          <a:bodyPr vert="horz" wrap="square" lIns="91440" tIns="45720" rIns="91440" bIns="45720" anchor="t" anchorCtr="0"/>
          <a:p>
            <a:r>
              <a:rPr lang="en-US" altLang="zh-CN" sz="3200" dirty="0">
                <a:ea typeface="宋体" panose="02010600030101010101" pitchFamily="2" charset="-122"/>
              </a:rPr>
              <a:t>32-bit IP address: </a:t>
            </a:r>
            <a:endParaRPr lang="en-US" altLang="zh-CN" sz="3200" dirty="0">
              <a:ea typeface="宋体" panose="02010600030101010101" pitchFamily="2" charset="-122"/>
            </a:endParaRPr>
          </a:p>
          <a:p>
            <a:pPr lvl="1"/>
            <a:r>
              <a:rPr lang="en-US" altLang="zh-CN" i="1" dirty="0">
                <a:ea typeface="宋体" panose="02010600030101010101" pitchFamily="2" charset="-122"/>
              </a:rPr>
              <a:t>network-layer</a:t>
            </a:r>
            <a:r>
              <a:rPr lang="en-US" altLang="zh-CN" dirty="0">
                <a:ea typeface="宋体" panose="02010600030101010101" pitchFamily="2" charset="-122"/>
              </a:rPr>
              <a:t> address</a:t>
            </a:r>
            <a:endParaRPr lang="en-US" altLang="zh-CN" dirty="0">
              <a:ea typeface="宋体" panose="02010600030101010101" pitchFamily="2" charset="-122"/>
            </a:endParaRPr>
          </a:p>
          <a:p>
            <a:pPr lvl="1"/>
            <a:r>
              <a:rPr lang="en-US" altLang="zh-CN" dirty="0">
                <a:ea typeface="宋体" panose="02010600030101010101" pitchFamily="2" charset="-122"/>
              </a:rPr>
              <a:t>used to get datagram to destination IP subnet </a:t>
            </a:r>
            <a:endParaRPr lang="en-US" altLang="zh-CN" dirty="0">
              <a:ea typeface="宋体" panose="02010600030101010101" pitchFamily="2" charset="-122"/>
            </a:endParaRPr>
          </a:p>
          <a:p>
            <a:r>
              <a:rPr lang="en-US" altLang="zh-CN" sz="3200" dirty="0">
                <a:ea typeface="宋体" panose="02010600030101010101" pitchFamily="2" charset="-122"/>
              </a:rPr>
              <a:t>MAC (or LAN or physical or Ethernet) address:</a:t>
            </a:r>
            <a:r>
              <a:rPr lang="en-US" altLang="zh-CN" sz="3200" dirty="0">
                <a:solidFill>
                  <a:srgbClr val="FF0000"/>
                </a:solidFill>
                <a:ea typeface="宋体" panose="02010600030101010101" pitchFamily="2" charset="-122"/>
              </a:rPr>
              <a:t> </a:t>
            </a:r>
            <a:endParaRPr lang="en-US" altLang="zh-CN" sz="3200" dirty="0">
              <a:solidFill>
                <a:srgbClr val="FF0000"/>
              </a:solidFill>
              <a:ea typeface="宋体" panose="02010600030101010101" pitchFamily="2" charset="-122"/>
            </a:endParaRPr>
          </a:p>
          <a:p>
            <a:pPr lvl="1"/>
            <a:r>
              <a:rPr lang="en-US" altLang="zh-CN" dirty="0">
                <a:ea typeface="宋体" panose="02010600030101010101" pitchFamily="2" charset="-122"/>
              </a:rPr>
              <a:t>function:</a:t>
            </a:r>
            <a:r>
              <a:rPr lang="en-US" altLang="zh-CN" dirty="0">
                <a:solidFill>
                  <a:schemeClr val="accent2"/>
                </a:solidFill>
                <a:ea typeface="宋体" panose="02010600030101010101" pitchFamily="2" charset="-122"/>
              </a:rPr>
              <a:t> </a:t>
            </a:r>
            <a:r>
              <a:rPr lang="en-US" altLang="zh-CN" i="1" dirty="0">
                <a:solidFill>
                  <a:srgbClr val="FF0000"/>
                </a:solidFill>
                <a:ea typeface="宋体" panose="02010600030101010101" pitchFamily="2" charset="-122"/>
              </a:rPr>
              <a:t>get frame from one interface to another physically-connected interface (same network)</a:t>
            </a:r>
            <a:endParaRPr lang="en-US" altLang="zh-CN" i="1" dirty="0">
              <a:solidFill>
                <a:srgbClr val="FF0000"/>
              </a:solidFill>
              <a:ea typeface="宋体" panose="02010600030101010101" pitchFamily="2" charset="-122"/>
            </a:endParaRPr>
          </a:p>
          <a:p>
            <a:pPr lvl="1"/>
            <a:r>
              <a:rPr lang="en-US" altLang="zh-CN" dirty="0">
                <a:ea typeface="宋体" panose="02010600030101010101" pitchFamily="2" charset="-122"/>
              </a:rPr>
              <a:t>48 bit MAC address (for most LANs)</a:t>
            </a:r>
            <a:endParaRPr lang="en-US" altLang="zh-CN" dirty="0">
              <a:ea typeface="宋体" panose="02010600030101010101" pitchFamily="2" charset="-122"/>
            </a:endParaRPr>
          </a:p>
          <a:p>
            <a:pPr lvl="2"/>
            <a:r>
              <a:rPr lang="en-US" altLang="zh-CN" dirty="0">
                <a:ea typeface="宋体" panose="02010600030101010101" pitchFamily="2" charset="-122"/>
              </a:rPr>
              <a:t> burned in NIC ROM, also sometimes software settable</a:t>
            </a:r>
            <a:endParaRPr lang="en-US" altLang="zh-CN" dirty="0">
              <a:ea typeface="宋体"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8192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81923"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LAN Addresses and ARP</a:t>
            </a:r>
            <a:endParaRPr lang="en-US" altLang="zh-CN" dirty="0">
              <a:ea typeface="宋体" panose="02010600030101010101" pitchFamily="2" charset="-122"/>
            </a:endParaRPr>
          </a:p>
        </p:txBody>
      </p:sp>
      <p:sp>
        <p:nvSpPr>
          <p:cNvPr id="81924" name="Text Box 4"/>
          <p:cNvSpPr txBox="1"/>
          <p:nvPr/>
        </p:nvSpPr>
        <p:spPr>
          <a:xfrm>
            <a:off x="766763" y="1314450"/>
            <a:ext cx="5611812" cy="396875"/>
          </a:xfrm>
          <a:prstGeom prst="rect">
            <a:avLst/>
          </a:prstGeom>
          <a:noFill/>
          <a:ln w="9525">
            <a:noFill/>
          </a:ln>
        </p:spPr>
        <p:txBody>
          <a:bodyPr wrap="none" anchor="t" anchorCtr="0">
            <a:spAutoFit/>
          </a:bodyPr>
          <a:p>
            <a:pPr eaLnBrk="0" hangingPunct="0">
              <a:buClrTx/>
              <a:buFontTx/>
            </a:pPr>
            <a:r>
              <a:rPr lang="en-US" altLang="zh-CN" sz="2000" i="0" dirty="0">
                <a:solidFill>
                  <a:srgbClr val="FF0000"/>
                </a:solidFill>
                <a:latin typeface="Comic Sans MS" panose="030F0702030302020204" pitchFamily="66" charset="0"/>
                <a:ea typeface="宋体" panose="02010600030101010101" pitchFamily="2" charset="-122"/>
              </a:rPr>
              <a:t>Each adapter on LAN has unique LAN address</a:t>
            </a:r>
            <a:endParaRPr lang="en-US" altLang="zh-CN" sz="2000" i="0" dirty="0">
              <a:solidFill>
                <a:srgbClr val="FF0000"/>
              </a:solidFill>
              <a:latin typeface="Comic Sans MS" panose="030F0702030302020204" pitchFamily="66" charset="0"/>
              <a:ea typeface="宋体" panose="02010600030101010101" pitchFamily="2" charset="-122"/>
            </a:endParaRPr>
          </a:p>
        </p:txBody>
      </p:sp>
      <p:sp>
        <p:nvSpPr>
          <p:cNvPr id="81925" name="Text Box 5"/>
          <p:cNvSpPr txBox="1"/>
          <p:nvPr/>
        </p:nvSpPr>
        <p:spPr>
          <a:xfrm>
            <a:off x="6230938" y="2490788"/>
            <a:ext cx="2362200" cy="641350"/>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Broadcast address =</a:t>
            </a:r>
            <a:endParaRPr lang="en-US" altLang="zh-CN" i="0" dirty="0">
              <a:solidFill>
                <a:srgbClr val="FF0000"/>
              </a:solidFill>
              <a:latin typeface="Comic Sans MS" panose="030F0702030302020204" pitchFamily="66" charset="0"/>
              <a:ea typeface="宋体" panose="02010600030101010101" pitchFamily="2" charset="-122"/>
            </a:endParaRPr>
          </a:p>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FF-FF-FF-FF-FF-FF</a:t>
            </a:r>
            <a:endParaRPr lang="en-US" altLang="zh-CN" i="0" dirty="0">
              <a:solidFill>
                <a:srgbClr val="FF0000"/>
              </a:solidFill>
              <a:latin typeface="Comic Sans MS" panose="030F0702030302020204" pitchFamily="66" charset="0"/>
              <a:ea typeface="宋体" panose="02010600030101010101" pitchFamily="2" charset="-122"/>
            </a:endParaRPr>
          </a:p>
        </p:txBody>
      </p:sp>
      <p:sp>
        <p:nvSpPr>
          <p:cNvPr id="81926" name="Rectangle 17"/>
          <p:cNvSpPr/>
          <p:nvPr/>
        </p:nvSpPr>
        <p:spPr>
          <a:xfrm>
            <a:off x="6642100" y="3989388"/>
            <a:ext cx="269875" cy="20478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81927" name="Text Box 18"/>
          <p:cNvSpPr txBox="1"/>
          <p:nvPr/>
        </p:nvSpPr>
        <p:spPr>
          <a:xfrm>
            <a:off x="6862763" y="3895725"/>
            <a:ext cx="1203325" cy="366713"/>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 adapter</a:t>
            </a:r>
            <a:endParaRPr lang="en-US" altLang="zh-CN" i="0" dirty="0">
              <a:solidFill>
                <a:srgbClr val="FF0000"/>
              </a:solidFill>
              <a:latin typeface="Comic Sans MS" panose="030F0702030302020204" pitchFamily="66" charset="0"/>
              <a:ea typeface="宋体" panose="02010600030101010101" pitchFamily="2" charset="-122"/>
            </a:endParaRPr>
          </a:p>
        </p:txBody>
      </p:sp>
      <p:graphicFrame>
        <p:nvGraphicFramePr>
          <p:cNvPr id="81928" name="Object 7"/>
          <p:cNvGraphicFramePr>
            <a:graphicFrameLocks noChangeAspect="1"/>
          </p:cNvGraphicFramePr>
          <p:nvPr/>
        </p:nvGraphicFramePr>
        <p:xfrm>
          <a:off x="2967038" y="2052638"/>
          <a:ext cx="611187" cy="520700"/>
        </p:xfrm>
        <a:graphic>
          <a:graphicData uri="http://schemas.openxmlformats.org/presentationml/2006/ole">
            <mc:AlternateContent xmlns:mc="http://schemas.openxmlformats.org/markup-compatibility/2006">
              <mc:Choice xmlns:v="urn:schemas-microsoft-com:vml" Requires="v">
                <p:oleObj spid="_x0000_s3092" name="" r:id="rId1" imgW="1307465" imgH="1083945" progId="MS_ClipArt_Gallery.2">
                  <p:embed/>
                </p:oleObj>
              </mc:Choice>
              <mc:Fallback>
                <p:oleObj name="" r:id="rId1" imgW="1307465" imgH="1083945" progId="MS_ClipArt_Gallery.2">
                  <p:embed/>
                  <p:pic>
                    <p:nvPicPr>
                      <p:cNvPr id="0" name="图片 3091"/>
                      <p:cNvPicPr/>
                      <p:nvPr/>
                    </p:nvPicPr>
                    <p:blipFill>
                      <a:blip r:embed="rId2"/>
                      <a:stretch>
                        <a:fillRect/>
                      </a:stretch>
                    </p:blipFill>
                    <p:spPr>
                      <a:xfrm>
                        <a:off x="2967038" y="2052638"/>
                        <a:ext cx="611187" cy="520700"/>
                      </a:xfrm>
                      <a:prstGeom prst="rect">
                        <a:avLst/>
                      </a:prstGeom>
                      <a:noFill/>
                      <a:ln w="38100">
                        <a:noFill/>
                        <a:miter/>
                      </a:ln>
                    </p:spPr>
                  </p:pic>
                </p:oleObj>
              </mc:Fallback>
            </mc:AlternateContent>
          </a:graphicData>
        </a:graphic>
      </p:graphicFrame>
      <p:sp>
        <p:nvSpPr>
          <p:cNvPr id="81929" name="Freeform 8"/>
          <p:cNvSpPr/>
          <p:nvPr/>
        </p:nvSpPr>
        <p:spPr>
          <a:xfrm>
            <a:off x="2152650" y="3262313"/>
            <a:ext cx="2046288" cy="204946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ln>
        </p:spPr>
        <p:txBody>
          <a:bodyPr/>
          <a:p>
            <a:endParaRPr lang="zh-CN" altLang="en-US"/>
          </a:p>
        </p:txBody>
      </p:sp>
      <p:graphicFrame>
        <p:nvGraphicFramePr>
          <p:cNvPr id="81930" name="Object 9"/>
          <p:cNvGraphicFramePr>
            <a:graphicFrameLocks noChangeAspect="1"/>
          </p:cNvGraphicFramePr>
          <p:nvPr/>
        </p:nvGraphicFramePr>
        <p:xfrm>
          <a:off x="5167313" y="3868738"/>
          <a:ext cx="611187" cy="520700"/>
        </p:xfrm>
        <a:graphic>
          <a:graphicData uri="http://schemas.openxmlformats.org/presentationml/2006/ole">
            <mc:AlternateContent xmlns:mc="http://schemas.openxmlformats.org/markup-compatibility/2006">
              <mc:Choice xmlns:v="urn:schemas-microsoft-com:vml" Requires="v">
                <p:oleObj spid="_x0000_s3091" name="" r:id="rId3" imgW="1307465" imgH="1083945" progId="MS_ClipArt_Gallery.2">
                  <p:embed/>
                </p:oleObj>
              </mc:Choice>
              <mc:Fallback>
                <p:oleObj name="" r:id="rId3" imgW="1307465" imgH="1083945" progId="MS_ClipArt_Gallery.2">
                  <p:embed/>
                  <p:pic>
                    <p:nvPicPr>
                      <p:cNvPr id="0" name="图片 3090"/>
                      <p:cNvPicPr/>
                      <p:nvPr/>
                    </p:nvPicPr>
                    <p:blipFill>
                      <a:blip r:embed="rId2"/>
                      <a:stretch>
                        <a:fillRect/>
                      </a:stretch>
                    </p:blipFill>
                    <p:spPr>
                      <a:xfrm>
                        <a:off x="5167313" y="3868738"/>
                        <a:ext cx="611187" cy="520700"/>
                      </a:xfrm>
                      <a:prstGeom prst="rect">
                        <a:avLst/>
                      </a:prstGeom>
                      <a:noFill/>
                      <a:ln w="38100">
                        <a:noFill/>
                        <a:miter/>
                      </a:ln>
                    </p:spPr>
                  </p:pic>
                </p:oleObj>
              </mc:Fallback>
            </mc:AlternateContent>
          </a:graphicData>
        </a:graphic>
      </p:graphicFrame>
      <p:graphicFrame>
        <p:nvGraphicFramePr>
          <p:cNvPr id="81931" name="Object 10"/>
          <p:cNvGraphicFramePr>
            <a:graphicFrameLocks noChangeAspect="1"/>
          </p:cNvGraphicFramePr>
          <p:nvPr/>
        </p:nvGraphicFramePr>
        <p:xfrm>
          <a:off x="2952750" y="5811838"/>
          <a:ext cx="611188" cy="520700"/>
        </p:xfrm>
        <a:graphic>
          <a:graphicData uri="http://schemas.openxmlformats.org/presentationml/2006/ole">
            <mc:AlternateContent xmlns:mc="http://schemas.openxmlformats.org/markup-compatibility/2006">
              <mc:Choice xmlns:v="urn:schemas-microsoft-com:vml" Requires="v">
                <p:oleObj spid="_x0000_s3093" name="" r:id="rId4" imgW="1307465" imgH="1083945" progId="MS_ClipArt_Gallery.2">
                  <p:embed/>
                </p:oleObj>
              </mc:Choice>
              <mc:Fallback>
                <p:oleObj name="" r:id="rId4" imgW="1307465" imgH="1083945" progId="MS_ClipArt_Gallery.2">
                  <p:embed/>
                  <p:pic>
                    <p:nvPicPr>
                      <p:cNvPr id="0" name="图片 3092"/>
                      <p:cNvPicPr/>
                      <p:nvPr/>
                    </p:nvPicPr>
                    <p:blipFill>
                      <a:blip r:embed="rId2"/>
                      <a:stretch>
                        <a:fillRect/>
                      </a:stretch>
                    </p:blipFill>
                    <p:spPr>
                      <a:xfrm>
                        <a:off x="2952750" y="5811838"/>
                        <a:ext cx="611188" cy="520700"/>
                      </a:xfrm>
                      <a:prstGeom prst="rect">
                        <a:avLst/>
                      </a:prstGeom>
                      <a:noFill/>
                      <a:ln w="38100">
                        <a:noFill/>
                        <a:miter/>
                      </a:ln>
                    </p:spPr>
                  </p:pic>
                </p:oleObj>
              </mc:Fallback>
            </mc:AlternateContent>
          </a:graphicData>
        </a:graphic>
      </p:graphicFrame>
      <p:graphicFrame>
        <p:nvGraphicFramePr>
          <p:cNvPr id="81932" name="Object 11"/>
          <p:cNvGraphicFramePr>
            <a:graphicFrameLocks noChangeAspect="1"/>
          </p:cNvGraphicFramePr>
          <p:nvPr/>
        </p:nvGraphicFramePr>
        <p:xfrm>
          <a:off x="492125" y="3711575"/>
          <a:ext cx="611188" cy="520700"/>
        </p:xfrm>
        <a:graphic>
          <a:graphicData uri="http://schemas.openxmlformats.org/presentationml/2006/ole">
            <mc:AlternateContent xmlns:mc="http://schemas.openxmlformats.org/markup-compatibility/2006">
              <mc:Choice xmlns:v="urn:schemas-microsoft-com:vml" Requires="v">
                <p:oleObj spid="_x0000_s3094" name="" r:id="rId5" imgW="1307465" imgH="1083945" progId="MS_ClipArt_Gallery.2">
                  <p:embed/>
                </p:oleObj>
              </mc:Choice>
              <mc:Fallback>
                <p:oleObj name="" r:id="rId5" imgW="1307465" imgH="1083945" progId="MS_ClipArt_Gallery.2">
                  <p:embed/>
                  <p:pic>
                    <p:nvPicPr>
                      <p:cNvPr id="0" name="图片 3093"/>
                      <p:cNvPicPr/>
                      <p:nvPr/>
                    </p:nvPicPr>
                    <p:blipFill>
                      <a:blip r:embed="rId2"/>
                      <a:stretch>
                        <a:fillRect/>
                      </a:stretch>
                    </p:blipFill>
                    <p:spPr>
                      <a:xfrm>
                        <a:off x="492125" y="3711575"/>
                        <a:ext cx="611188" cy="520700"/>
                      </a:xfrm>
                      <a:prstGeom prst="rect">
                        <a:avLst/>
                      </a:prstGeom>
                      <a:noFill/>
                      <a:ln w="38100">
                        <a:noFill/>
                        <a:miter/>
                      </a:ln>
                    </p:spPr>
                  </p:pic>
                </p:oleObj>
              </mc:Fallback>
            </mc:AlternateContent>
          </a:graphicData>
        </a:graphic>
      </p:graphicFrame>
      <p:sp>
        <p:nvSpPr>
          <p:cNvPr id="81933" name="Rectangle 12"/>
          <p:cNvSpPr/>
          <p:nvPr/>
        </p:nvSpPr>
        <p:spPr>
          <a:xfrm>
            <a:off x="4968875" y="4017963"/>
            <a:ext cx="269875" cy="20478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81934" name="Rectangle 13"/>
          <p:cNvSpPr/>
          <p:nvPr/>
        </p:nvSpPr>
        <p:spPr>
          <a:xfrm>
            <a:off x="1038225" y="3835400"/>
            <a:ext cx="269875" cy="20478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81935" name="Rectangle 14"/>
          <p:cNvSpPr/>
          <p:nvPr/>
        </p:nvSpPr>
        <p:spPr>
          <a:xfrm>
            <a:off x="3238500" y="2546350"/>
            <a:ext cx="192088" cy="25558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81936" name="Rectangle 16"/>
          <p:cNvSpPr/>
          <p:nvPr/>
        </p:nvSpPr>
        <p:spPr>
          <a:xfrm>
            <a:off x="3171825" y="5557838"/>
            <a:ext cx="192088" cy="25558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81937" name="Line 19"/>
          <p:cNvSpPr/>
          <p:nvPr/>
        </p:nvSpPr>
        <p:spPr>
          <a:xfrm>
            <a:off x="1300163" y="3940175"/>
            <a:ext cx="901700" cy="0"/>
          </a:xfrm>
          <a:prstGeom prst="line">
            <a:avLst/>
          </a:prstGeom>
          <a:ln w="9525" cap="flat" cmpd="sng">
            <a:solidFill>
              <a:schemeClr val="tx1"/>
            </a:solidFill>
            <a:prstDash val="solid"/>
            <a:round/>
            <a:headEnd type="none" w="med" len="med"/>
            <a:tailEnd type="none" w="med" len="med"/>
          </a:ln>
        </p:spPr>
      </p:sp>
      <p:sp>
        <p:nvSpPr>
          <p:cNvPr id="81938" name="Line 20"/>
          <p:cNvSpPr/>
          <p:nvPr/>
        </p:nvSpPr>
        <p:spPr>
          <a:xfrm>
            <a:off x="3309938" y="2808288"/>
            <a:ext cx="0" cy="655637"/>
          </a:xfrm>
          <a:prstGeom prst="line">
            <a:avLst/>
          </a:prstGeom>
          <a:ln w="9525" cap="flat" cmpd="sng">
            <a:solidFill>
              <a:schemeClr val="tx1"/>
            </a:solidFill>
            <a:prstDash val="solid"/>
            <a:round/>
            <a:headEnd type="none" w="med" len="med"/>
            <a:tailEnd type="none" w="med" len="med"/>
          </a:ln>
        </p:spPr>
      </p:sp>
      <p:sp>
        <p:nvSpPr>
          <p:cNvPr id="81939" name="Line 21"/>
          <p:cNvSpPr/>
          <p:nvPr/>
        </p:nvSpPr>
        <p:spPr>
          <a:xfrm flipH="1">
            <a:off x="4173538" y="4108450"/>
            <a:ext cx="796925" cy="0"/>
          </a:xfrm>
          <a:prstGeom prst="line">
            <a:avLst/>
          </a:prstGeom>
          <a:ln w="9525" cap="flat" cmpd="sng">
            <a:solidFill>
              <a:schemeClr val="tx1"/>
            </a:solidFill>
            <a:prstDash val="solid"/>
            <a:round/>
            <a:headEnd type="none" w="med" len="med"/>
            <a:tailEnd type="none" w="med" len="med"/>
          </a:ln>
        </p:spPr>
      </p:sp>
      <p:sp>
        <p:nvSpPr>
          <p:cNvPr id="81940" name="Line 22"/>
          <p:cNvSpPr/>
          <p:nvPr/>
        </p:nvSpPr>
        <p:spPr>
          <a:xfrm flipV="1">
            <a:off x="3271838" y="5113338"/>
            <a:ext cx="0" cy="438150"/>
          </a:xfrm>
          <a:prstGeom prst="line">
            <a:avLst/>
          </a:prstGeom>
          <a:ln w="9525" cap="flat" cmpd="sng">
            <a:solidFill>
              <a:schemeClr val="tx1"/>
            </a:solidFill>
            <a:prstDash val="solid"/>
            <a:round/>
            <a:headEnd type="none" w="med" len="med"/>
            <a:tailEnd type="none" w="med" len="med"/>
          </a:ln>
        </p:spPr>
      </p:sp>
      <p:sp>
        <p:nvSpPr>
          <p:cNvPr id="81941" name="Text Box 24"/>
          <p:cNvSpPr txBox="1"/>
          <p:nvPr/>
        </p:nvSpPr>
        <p:spPr>
          <a:xfrm>
            <a:off x="3630613" y="2516188"/>
            <a:ext cx="1898650" cy="304800"/>
          </a:xfrm>
          <a:prstGeom prst="rect">
            <a:avLst/>
          </a:prstGeom>
          <a:noFill/>
          <a:ln w="9525">
            <a:noFill/>
          </a:ln>
        </p:spPr>
        <p:txBody>
          <a:bodyPr wrap="none" anchor="t" anchorCtr="0">
            <a:spAutoFit/>
          </a:bodyPr>
          <a:p>
            <a:pPr eaLnBrk="0" hangingPunct="0">
              <a:buClrTx/>
              <a:buFontTx/>
            </a:pPr>
            <a:r>
              <a:rPr lang="en-US" altLang="zh-CN" sz="1400" i="0" dirty="0">
                <a:latin typeface="Comic Sans MS" panose="030F0702030302020204" pitchFamily="66" charset="0"/>
                <a:ea typeface="宋体" panose="02010600030101010101" pitchFamily="2" charset="-122"/>
              </a:rPr>
              <a:t>1A-2F-BB-76-09-AD</a:t>
            </a:r>
            <a:endParaRPr lang="en-US" altLang="zh-CN" sz="1400" i="0" dirty="0">
              <a:latin typeface="Comic Sans MS" panose="030F0702030302020204" pitchFamily="66" charset="0"/>
              <a:ea typeface="宋体" panose="02010600030101010101" pitchFamily="2" charset="-122"/>
            </a:endParaRPr>
          </a:p>
        </p:txBody>
      </p:sp>
      <p:sp>
        <p:nvSpPr>
          <p:cNvPr id="81942" name="Line 25"/>
          <p:cNvSpPr/>
          <p:nvPr/>
        </p:nvSpPr>
        <p:spPr>
          <a:xfrm flipH="1" flipV="1">
            <a:off x="3438525" y="2652713"/>
            <a:ext cx="257175" cy="12700"/>
          </a:xfrm>
          <a:prstGeom prst="line">
            <a:avLst/>
          </a:prstGeom>
          <a:ln w="9525" cap="flat" cmpd="sng">
            <a:solidFill>
              <a:schemeClr val="tx1"/>
            </a:solidFill>
            <a:prstDash val="solid"/>
            <a:round/>
            <a:headEnd type="none" w="med" len="med"/>
            <a:tailEnd type="triangle" w="med" len="med"/>
          </a:ln>
        </p:spPr>
      </p:sp>
      <p:sp>
        <p:nvSpPr>
          <p:cNvPr id="81943" name="Line 26"/>
          <p:cNvSpPr/>
          <p:nvPr/>
        </p:nvSpPr>
        <p:spPr>
          <a:xfrm flipV="1">
            <a:off x="5087938" y="4211638"/>
            <a:ext cx="0" cy="373062"/>
          </a:xfrm>
          <a:prstGeom prst="line">
            <a:avLst/>
          </a:prstGeom>
          <a:ln w="9525" cap="flat" cmpd="sng">
            <a:solidFill>
              <a:schemeClr val="tx1"/>
            </a:solidFill>
            <a:prstDash val="solid"/>
            <a:round/>
            <a:headEnd type="none" w="med" len="med"/>
            <a:tailEnd type="triangle" w="med" len="med"/>
          </a:ln>
        </p:spPr>
      </p:sp>
      <p:sp>
        <p:nvSpPr>
          <p:cNvPr id="81944" name="Text Box 27"/>
          <p:cNvSpPr txBox="1"/>
          <p:nvPr/>
        </p:nvSpPr>
        <p:spPr>
          <a:xfrm>
            <a:off x="4479925" y="4602163"/>
            <a:ext cx="1900238" cy="304800"/>
          </a:xfrm>
          <a:prstGeom prst="rect">
            <a:avLst/>
          </a:prstGeom>
          <a:noFill/>
          <a:ln w="9525">
            <a:noFill/>
          </a:ln>
        </p:spPr>
        <p:txBody>
          <a:bodyPr wrap="none" anchor="t" anchorCtr="0">
            <a:spAutoFit/>
          </a:bodyPr>
          <a:p>
            <a:pPr eaLnBrk="0" hangingPunct="0">
              <a:buClrTx/>
              <a:buFontTx/>
            </a:pPr>
            <a:r>
              <a:rPr lang="en-US" altLang="zh-CN" sz="1400" i="0" dirty="0">
                <a:latin typeface="Comic Sans MS" panose="030F0702030302020204" pitchFamily="66" charset="0"/>
                <a:ea typeface="宋体" panose="02010600030101010101" pitchFamily="2" charset="-122"/>
              </a:rPr>
              <a:t>58-23-D7-FA-20-B0</a:t>
            </a:r>
            <a:endParaRPr lang="en-US" altLang="zh-CN" sz="1400" i="0" dirty="0">
              <a:latin typeface="Comic Sans MS" panose="030F0702030302020204" pitchFamily="66" charset="0"/>
              <a:ea typeface="宋体" panose="02010600030101010101" pitchFamily="2" charset="-122"/>
            </a:endParaRPr>
          </a:p>
        </p:txBody>
      </p:sp>
      <p:sp>
        <p:nvSpPr>
          <p:cNvPr id="81945" name="Line 28"/>
          <p:cNvSpPr/>
          <p:nvPr/>
        </p:nvSpPr>
        <p:spPr>
          <a:xfrm flipH="1">
            <a:off x="3375025" y="5667375"/>
            <a:ext cx="360363" cy="0"/>
          </a:xfrm>
          <a:prstGeom prst="line">
            <a:avLst/>
          </a:prstGeom>
          <a:ln w="9525" cap="flat" cmpd="sng">
            <a:solidFill>
              <a:schemeClr val="tx1"/>
            </a:solidFill>
            <a:prstDash val="solid"/>
            <a:round/>
            <a:headEnd type="none" w="med" len="med"/>
            <a:tailEnd type="triangle" w="med" len="med"/>
          </a:ln>
        </p:spPr>
      </p:sp>
      <p:sp>
        <p:nvSpPr>
          <p:cNvPr id="81946" name="Text Box 29"/>
          <p:cNvSpPr txBox="1"/>
          <p:nvPr/>
        </p:nvSpPr>
        <p:spPr>
          <a:xfrm>
            <a:off x="3797300" y="5554663"/>
            <a:ext cx="1795463" cy="304800"/>
          </a:xfrm>
          <a:prstGeom prst="rect">
            <a:avLst/>
          </a:prstGeom>
          <a:noFill/>
          <a:ln w="9525">
            <a:noFill/>
          </a:ln>
        </p:spPr>
        <p:txBody>
          <a:bodyPr wrap="none" anchor="t" anchorCtr="0">
            <a:spAutoFit/>
          </a:bodyPr>
          <a:p>
            <a:pPr eaLnBrk="0" hangingPunct="0">
              <a:buClrTx/>
              <a:buFontTx/>
            </a:pPr>
            <a:r>
              <a:rPr lang="en-US" altLang="zh-CN" sz="1400" i="0" dirty="0">
                <a:latin typeface="Comic Sans MS" panose="030F0702030302020204" pitchFamily="66" charset="0"/>
                <a:ea typeface="宋体" panose="02010600030101010101" pitchFamily="2" charset="-122"/>
              </a:rPr>
              <a:t>0C-C4-11-6F-E3-98</a:t>
            </a:r>
            <a:endParaRPr lang="en-US" altLang="zh-CN" sz="1400" i="0" dirty="0">
              <a:latin typeface="Comic Sans MS" panose="030F0702030302020204" pitchFamily="66" charset="0"/>
              <a:ea typeface="宋体" panose="02010600030101010101" pitchFamily="2" charset="-122"/>
            </a:endParaRPr>
          </a:p>
        </p:txBody>
      </p:sp>
      <p:sp>
        <p:nvSpPr>
          <p:cNvPr id="81947" name="Line 30"/>
          <p:cNvSpPr/>
          <p:nvPr/>
        </p:nvSpPr>
        <p:spPr>
          <a:xfrm flipV="1">
            <a:off x="1169988" y="4040188"/>
            <a:ext cx="0" cy="373062"/>
          </a:xfrm>
          <a:prstGeom prst="line">
            <a:avLst/>
          </a:prstGeom>
          <a:ln w="9525" cap="flat" cmpd="sng">
            <a:solidFill>
              <a:schemeClr val="tx1"/>
            </a:solidFill>
            <a:prstDash val="solid"/>
            <a:round/>
            <a:headEnd type="none" w="med" len="med"/>
            <a:tailEnd type="triangle" w="med" len="med"/>
          </a:ln>
        </p:spPr>
      </p:sp>
      <p:sp>
        <p:nvSpPr>
          <p:cNvPr id="81948" name="Text Box 31"/>
          <p:cNvSpPr txBox="1"/>
          <p:nvPr/>
        </p:nvSpPr>
        <p:spPr>
          <a:xfrm>
            <a:off x="319088" y="4473575"/>
            <a:ext cx="1828800" cy="304800"/>
          </a:xfrm>
          <a:prstGeom prst="rect">
            <a:avLst/>
          </a:prstGeom>
          <a:noFill/>
          <a:ln w="9525">
            <a:noFill/>
          </a:ln>
        </p:spPr>
        <p:txBody>
          <a:bodyPr wrap="none" anchor="t" anchorCtr="0">
            <a:spAutoFit/>
          </a:bodyPr>
          <a:p>
            <a:pPr eaLnBrk="0" hangingPunct="0">
              <a:buClrTx/>
              <a:buFontTx/>
            </a:pPr>
            <a:r>
              <a:rPr lang="en-US" altLang="zh-CN" sz="1400" i="0" dirty="0">
                <a:latin typeface="Comic Sans MS" panose="030F0702030302020204" pitchFamily="66" charset="0"/>
                <a:ea typeface="宋体" panose="02010600030101010101" pitchFamily="2" charset="-122"/>
              </a:rPr>
              <a:t>71-65-F7-2B-08-53</a:t>
            </a:r>
            <a:endParaRPr lang="en-US" altLang="zh-CN" sz="1400" i="0" dirty="0">
              <a:latin typeface="Comic Sans MS" panose="030F0702030302020204" pitchFamily="66" charset="0"/>
              <a:ea typeface="宋体" panose="02010600030101010101" pitchFamily="2" charset="-122"/>
            </a:endParaRPr>
          </a:p>
        </p:txBody>
      </p:sp>
      <p:sp>
        <p:nvSpPr>
          <p:cNvPr id="81949" name="Text Box 32"/>
          <p:cNvSpPr txBox="1"/>
          <p:nvPr/>
        </p:nvSpPr>
        <p:spPr>
          <a:xfrm>
            <a:off x="2636838" y="3625850"/>
            <a:ext cx="1157287" cy="915988"/>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   LAN</a:t>
            </a:r>
            <a:endParaRPr lang="en-US" altLang="zh-CN" i="0" dirty="0">
              <a:latin typeface="Comic Sans MS" panose="030F0702030302020204" pitchFamily="66" charset="0"/>
              <a:ea typeface="宋体" panose="02010600030101010101" pitchFamily="2" charset="-122"/>
            </a:endParaRPr>
          </a:p>
          <a:p>
            <a:pPr eaLnBrk="0" hangingPunct="0">
              <a:buClrTx/>
              <a:buFontTx/>
            </a:pPr>
            <a:r>
              <a:rPr lang="en-US" altLang="zh-CN" i="0" dirty="0">
                <a:latin typeface="Comic Sans MS" panose="030F0702030302020204" pitchFamily="66" charset="0"/>
                <a:ea typeface="宋体" panose="02010600030101010101" pitchFamily="2" charset="-122"/>
              </a:rPr>
              <a:t>(wired or</a:t>
            </a:r>
            <a:endParaRPr lang="en-US" altLang="zh-CN" i="0" dirty="0">
              <a:latin typeface="Comic Sans MS" panose="030F0702030302020204" pitchFamily="66" charset="0"/>
              <a:ea typeface="宋体" panose="02010600030101010101" pitchFamily="2" charset="-122"/>
            </a:endParaRPr>
          </a:p>
          <a:p>
            <a:pPr eaLnBrk="0" hangingPunct="0">
              <a:buClrTx/>
              <a:buFontTx/>
            </a:pPr>
            <a:r>
              <a:rPr lang="en-US" altLang="zh-CN" i="0" dirty="0">
                <a:latin typeface="Comic Sans MS" panose="030F0702030302020204" pitchFamily="66" charset="0"/>
                <a:ea typeface="宋体" panose="02010600030101010101" pitchFamily="2" charset="-122"/>
              </a:rPr>
              <a:t>wireless)</a:t>
            </a:r>
            <a:endParaRPr lang="en-US" altLang="zh-CN" i="0" dirty="0">
              <a:latin typeface="Comic Sans MS" panose="030F0702030302020204" pitchFamily="66" charset="0"/>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8397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83971"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LAN Address (more)</a:t>
            </a:r>
            <a:endParaRPr lang="en-US" altLang="zh-CN" dirty="0">
              <a:ea typeface="宋体" panose="02010600030101010101" pitchFamily="2" charset="-122"/>
            </a:endParaRPr>
          </a:p>
        </p:txBody>
      </p:sp>
      <p:sp>
        <p:nvSpPr>
          <p:cNvPr id="83972" name="Rectangle 3"/>
          <p:cNvSpPr>
            <a:spLocks noGrp="1"/>
          </p:cNvSpPr>
          <p:nvPr>
            <p:ph idx="1"/>
          </p:nvPr>
        </p:nvSpPr>
        <p:spPr>
          <a:ln/>
        </p:spPr>
        <p:txBody>
          <a:bodyPr vert="horz" wrap="square" lIns="91440" tIns="45720" rIns="91440" bIns="45720" anchor="t" anchorCtr="0"/>
          <a:p>
            <a:r>
              <a:rPr lang="en-US" altLang="zh-CN" sz="2400" dirty="0">
                <a:ea typeface="宋体" panose="02010600030101010101" pitchFamily="2" charset="-122"/>
              </a:rPr>
              <a:t>MAC address allocation administered by IEEE</a:t>
            </a:r>
            <a:endParaRPr lang="en-US" altLang="zh-CN" sz="2400" dirty="0">
              <a:ea typeface="宋体" panose="02010600030101010101" pitchFamily="2" charset="-122"/>
            </a:endParaRPr>
          </a:p>
          <a:p>
            <a:r>
              <a:rPr lang="en-US" altLang="zh-CN" sz="2400" dirty="0">
                <a:ea typeface="宋体" panose="02010600030101010101" pitchFamily="2" charset="-122"/>
              </a:rPr>
              <a:t>manufacturer buys portion of MAC address space (to assure uniqueness)</a:t>
            </a:r>
            <a:endParaRPr lang="en-US" altLang="zh-CN" sz="2400" dirty="0">
              <a:ea typeface="宋体" panose="02010600030101010101" pitchFamily="2" charset="-122"/>
            </a:endParaRPr>
          </a:p>
          <a:p>
            <a:r>
              <a:rPr lang="en-US" altLang="zh-CN" sz="2400" dirty="0">
                <a:ea typeface="宋体" panose="02010600030101010101" pitchFamily="2" charset="-122"/>
              </a:rPr>
              <a:t>analogy:</a:t>
            </a:r>
            <a:endParaRPr lang="en-US" altLang="zh-CN" sz="2400" dirty="0">
              <a:ea typeface="宋体" panose="02010600030101010101" pitchFamily="2" charset="-122"/>
            </a:endParaRPr>
          </a:p>
          <a:p>
            <a:pPr>
              <a:buNone/>
            </a:pPr>
            <a:r>
              <a:rPr lang="en-US" altLang="zh-CN" sz="2400" dirty="0">
                <a:ea typeface="宋体" panose="02010600030101010101" pitchFamily="2" charset="-122"/>
              </a:rPr>
              <a:t>         (a) MAC address: like Social Security Number</a:t>
            </a:r>
            <a:endParaRPr lang="en-US" altLang="zh-CN" sz="2400" dirty="0">
              <a:ea typeface="宋体" panose="02010600030101010101" pitchFamily="2" charset="-122"/>
            </a:endParaRPr>
          </a:p>
          <a:p>
            <a:pPr>
              <a:buNone/>
            </a:pPr>
            <a:r>
              <a:rPr lang="en-US" altLang="zh-CN" sz="2400" dirty="0">
                <a:ea typeface="宋体" panose="02010600030101010101" pitchFamily="2" charset="-122"/>
              </a:rPr>
              <a:t>         (b) IP address: like postal address</a:t>
            </a:r>
            <a:endParaRPr lang="en-US" altLang="zh-CN" sz="2400" dirty="0">
              <a:ea typeface="宋体" panose="02010600030101010101" pitchFamily="2" charset="-122"/>
            </a:endParaRPr>
          </a:p>
          <a:p>
            <a:r>
              <a:rPr lang="en-US" altLang="zh-CN" sz="2400" dirty="0">
                <a:ea typeface="宋体" panose="02010600030101010101" pitchFamily="2" charset="-122"/>
              </a:rPr>
              <a:t> MAC flat address  </a:t>
            </a:r>
            <a:r>
              <a:rPr lang="en-US" altLang="zh-CN" sz="2400" dirty="0">
                <a:latin typeface="MS Mincho" pitchFamily="49" charset="-128"/>
                <a:ea typeface="MS Mincho" pitchFamily="49" charset="-128"/>
              </a:rPr>
              <a:t>➜</a:t>
            </a:r>
            <a:r>
              <a:rPr lang="en-US" altLang="zh-CN" sz="2400" dirty="0">
                <a:ea typeface="宋体" panose="02010600030101010101" pitchFamily="2" charset="-122"/>
              </a:rPr>
              <a:t> portability </a:t>
            </a:r>
            <a:endParaRPr lang="en-US" altLang="zh-CN" sz="2400" dirty="0">
              <a:ea typeface="宋体" panose="02010600030101010101" pitchFamily="2" charset="-122"/>
            </a:endParaRPr>
          </a:p>
          <a:p>
            <a:pPr lvl="1"/>
            <a:r>
              <a:rPr lang="en-US" altLang="zh-CN" sz="2000" dirty="0">
                <a:ea typeface="宋体" panose="02010600030101010101" pitchFamily="2" charset="-122"/>
              </a:rPr>
              <a:t>can move LAN card from one LAN to another</a:t>
            </a:r>
            <a:endParaRPr lang="en-US" altLang="zh-CN" sz="2000" dirty="0">
              <a:ea typeface="宋体" panose="02010600030101010101" pitchFamily="2" charset="-122"/>
            </a:endParaRPr>
          </a:p>
          <a:p>
            <a:r>
              <a:rPr lang="en-US" altLang="zh-CN" sz="2400" dirty="0">
                <a:ea typeface="宋体" panose="02010600030101010101" pitchFamily="2" charset="-122"/>
              </a:rPr>
              <a:t>IP hierarchical address NOT portable</a:t>
            </a:r>
            <a:endParaRPr lang="en-US" altLang="zh-CN" sz="2400" dirty="0">
              <a:ea typeface="宋体" panose="02010600030101010101" pitchFamily="2" charset="-122"/>
            </a:endParaRPr>
          </a:p>
          <a:p>
            <a:pPr lvl="1"/>
            <a:r>
              <a:rPr lang="en-US" altLang="zh-CN" sz="2000" dirty="0">
                <a:ea typeface="宋体" panose="02010600030101010101" pitchFamily="2" charset="-122"/>
              </a:rPr>
              <a:t> address depends on IP subnet to which node is attached</a:t>
            </a:r>
            <a:endParaRPr lang="en-US" altLang="zh-CN" sz="2000" dirty="0">
              <a:ea typeface="宋体" panose="02010600030101010101" pitchFamily="2" charset="-122"/>
            </a:endParaRPr>
          </a:p>
          <a:p>
            <a:endParaRPr lang="en-US" altLang="zh-CN" dirty="0">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86018"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86019" name="Rectangle 3"/>
          <p:cNvSpPr>
            <a:spLocks noGrp="1"/>
          </p:cNvSpPr>
          <p:nvPr>
            <p:ph type="title"/>
          </p:nvPr>
        </p:nvSpPr>
        <p:spPr>
          <a:xfrm>
            <a:off x="501650" y="241300"/>
            <a:ext cx="8191500" cy="901700"/>
          </a:xfrm>
          <a:ln/>
        </p:spPr>
        <p:txBody>
          <a:bodyPr vert="horz" wrap="square" lIns="91440" tIns="45720" rIns="91440" bIns="45720" anchor="ctr" anchorCtr="0"/>
          <a:p>
            <a:r>
              <a:rPr lang="en-US" altLang="zh-CN" sz="3600" dirty="0">
                <a:ea typeface="宋体" panose="02010600030101010101" pitchFamily="2" charset="-122"/>
              </a:rPr>
              <a:t>ARP: Address Resolution Protocol</a:t>
            </a:r>
            <a:r>
              <a:rPr lang="zh-CN" altLang="en-US" sz="3600" dirty="0">
                <a:ea typeface="宋体" panose="02010600030101010101" pitchFamily="2" charset="-122"/>
              </a:rPr>
              <a:t>（题）</a:t>
            </a:r>
            <a:endParaRPr lang="zh-CN" altLang="en-US" sz="3600" dirty="0">
              <a:ea typeface="宋体" panose="02010600030101010101" pitchFamily="2" charset="-122"/>
            </a:endParaRPr>
          </a:p>
        </p:txBody>
      </p:sp>
      <p:sp>
        <p:nvSpPr>
          <p:cNvPr id="399364" name="Rectangle 4"/>
          <p:cNvSpPr>
            <a:spLocks noGrp="1"/>
          </p:cNvSpPr>
          <p:nvPr>
            <p:ph idx="1"/>
          </p:nvPr>
        </p:nvSpPr>
        <p:spPr>
          <a:xfrm>
            <a:off x="4908550" y="1474788"/>
            <a:ext cx="3990975" cy="4648200"/>
          </a:xfrm>
          <a:ln/>
        </p:spPr>
        <p:txBody>
          <a:bodyPr vert="horz" wrap="square" lIns="91440" tIns="45720" rIns="91440" bIns="45720" anchor="t" anchorCtr="0"/>
          <a:p>
            <a:r>
              <a:rPr lang="en-US" altLang="zh-CN" sz="2400" dirty="0">
                <a:ea typeface="宋体" panose="02010600030101010101" pitchFamily="2" charset="-122"/>
              </a:rPr>
              <a:t>Each IP node (host, router) on LAN has  </a:t>
            </a:r>
            <a:r>
              <a:rPr lang="en-US" altLang="zh-CN" sz="2400" dirty="0">
                <a:solidFill>
                  <a:srgbClr val="FF0000"/>
                </a:solidFill>
                <a:ea typeface="宋体" panose="02010600030101010101" pitchFamily="2" charset="-122"/>
              </a:rPr>
              <a:t>ARP </a:t>
            </a:r>
            <a:r>
              <a:rPr lang="en-US" altLang="zh-CN" sz="2400" dirty="0">
                <a:ea typeface="宋体" panose="02010600030101010101" pitchFamily="2" charset="-122"/>
              </a:rPr>
              <a:t>table</a:t>
            </a:r>
            <a:endParaRPr lang="en-US" altLang="zh-CN" sz="2400" dirty="0">
              <a:ea typeface="宋体" panose="02010600030101010101" pitchFamily="2" charset="-122"/>
            </a:endParaRPr>
          </a:p>
          <a:p>
            <a:r>
              <a:rPr lang="en-US" altLang="zh-CN" sz="2400" dirty="0">
                <a:ea typeface="宋体" panose="02010600030101010101" pitchFamily="2" charset="-122"/>
              </a:rPr>
              <a:t>ARP table: IP/MAC address mappings for some LAN nodes</a:t>
            </a:r>
            <a:endParaRPr lang="en-US" altLang="zh-CN" sz="2400" dirty="0">
              <a:ea typeface="宋体" panose="02010600030101010101" pitchFamily="2" charset="-122"/>
            </a:endParaRPr>
          </a:p>
          <a:p>
            <a:pPr>
              <a:buNone/>
            </a:pPr>
            <a:r>
              <a:rPr lang="en-US" altLang="zh-CN" sz="1800" dirty="0">
                <a:ea typeface="宋体" panose="02010600030101010101" pitchFamily="2" charset="-122"/>
              </a:rPr>
              <a:t>    </a:t>
            </a:r>
            <a:r>
              <a:rPr lang="en-US" altLang="zh-CN" sz="1800" dirty="0">
                <a:solidFill>
                  <a:srgbClr val="FF0000"/>
                </a:solidFill>
                <a:ea typeface="宋体" panose="02010600030101010101" pitchFamily="2" charset="-122"/>
              </a:rPr>
              <a:t>&lt; IP address; MAC address; TTL&gt;</a:t>
            </a:r>
            <a:endParaRPr lang="en-US" altLang="zh-CN" sz="1800" dirty="0">
              <a:solidFill>
                <a:srgbClr val="FF0000"/>
              </a:solidFill>
              <a:ea typeface="宋体" panose="02010600030101010101" pitchFamily="2" charset="-122"/>
            </a:endParaRPr>
          </a:p>
          <a:p>
            <a:pPr lvl="1"/>
            <a:r>
              <a:rPr lang="en-US" altLang="zh-CN" sz="1600" dirty="0">
                <a:ea typeface="宋体" panose="02010600030101010101" pitchFamily="2" charset="-122"/>
              </a:rPr>
              <a:t> </a:t>
            </a:r>
            <a:r>
              <a:rPr lang="en-US" altLang="zh-CN" sz="2000" dirty="0">
                <a:ea typeface="宋体" panose="02010600030101010101" pitchFamily="2" charset="-122"/>
              </a:rPr>
              <a:t>TTL (Time To Live): time after which address mapping will be forgotten (typically 20 min)</a:t>
            </a:r>
            <a:endParaRPr lang="en-US" altLang="zh-CN" dirty="0">
              <a:ea typeface="宋体" panose="02010600030101010101" pitchFamily="2" charset="-122"/>
            </a:endParaRPr>
          </a:p>
        </p:txBody>
      </p:sp>
      <p:grpSp>
        <p:nvGrpSpPr>
          <p:cNvPr id="86021" name="Group 5"/>
          <p:cNvGrpSpPr/>
          <p:nvPr/>
        </p:nvGrpSpPr>
        <p:grpSpPr>
          <a:xfrm>
            <a:off x="230188" y="1487488"/>
            <a:ext cx="4343400" cy="1277937"/>
            <a:chOff x="297" y="3336"/>
            <a:chExt cx="2788" cy="805"/>
          </a:xfrm>
        </p:grpSpPr>
        <p:sp>
          <p:nvSpPr>
            <p:cNvPr id="86022" name="Text Box 6"/>
            <p:cNvSpPr txBox="1"/>
            <p:nvPr/>
          </p:nvSpPr>
          <p:spPr>
            <a:xfrm>
              <a:off x="390" y="3350"/>
              <a:ext cx="2653" cy="748"/>
            </a:xfrm>
            <a:prstGeom prst="rect">
              <a:avLst/>
            </a:prstGeom>
            <a:noFill/>
            <a:ln w="9525">
              <a:noFill/>
            </a:ln>
          </p:spPr>
          <p:txBody>
            <a:bodyPr wrap="none" anchor="t" anchorCtr="0">
              <a:spAutoFit/>
            </a:bodyPr>
            <a:p>
              <a:pPr eaLnBrk="0" hangingPunct="0">
                <a:buClrTx/>
                <a:buFontTx/>
              </a:pPr>
              <a:r>
                <a:rPr lang="en-US" altLang="zh-CN" sz="2400" u="sng" dirty="0">
                  <a:latin typeface="Comic Sans MS" panose="030F0702030302020204" pitchFamily="66" charset="0"/>
                  <a:ea typeface="宋体" panose="02010600030101010101" pitchFamily="2" charset="-122"/>
                </a:rPr>
                <a:t>Question:</a:t>
              </a:r>
              <a:r>
                <a:rPr lang="en-US" altLang="zh-CN" sz="2400" i="0" dirty="0">
                  <a:latin typeface="Comic Sans MS" panose="030F0702030302020204" pitchFamily="66" charset="0"/>
                  <a:ea typeface="宋体" panose="02010600030101010101" pitchFamily="2" charset="-122"/>
                </a:rPr>
                <a:t> how to determine</a:t>
              </a:r>
              <a:endParaRPr lang="en-US" altLang="zh-CN" sz="2400" i="0" dirty="0">
                <a:latin typeface="Comic Sans MS" panose="030F0702030302020204" pitchFamily="66" charset="0"/>
                <a:ea typeface="宋体" panose="02010600030101010101" pitchFamily="2" charset="-122"/>
              </a:endParaRPr>
            </a:p>
            <a:p>
              <a:pPr eaLnBrk="0" hangingPunct="0">
                <a:buClrTx/>
                <a:buFontTx/>
              </a:pPr>
              <a:r>
                <a:rPr lang="en-US" altLang="zh-CN" sz="2400" i="0" dirty="0">
                  <a:latin typeface="Comic Sans MS" panose="030F0702030302020204" pitchFamily="66" charset="0"/>
                  <a:ea typeface="宋体" panose="02010600030101010101" pitchFamily="2" charset="-122"/>
                </a:rPr>
                <a:t>MAC address of B</a:t>
              </a:r>
              <a:endParaRPr lang="en-US" altLang="zh-CN" sz="2400" i="0" dirty="0">
                <a:latin typeface="Comic Sans MS" panose="030F0702030302020204" pitchFamily="66" charset="0"/>
                <a:ea typeface="宋体" panose="02010600030101010101" pitchFamily="2" charset="-122"/>
              </a:endParaRPr>
            </a:p>
            <a:p>
              <a:pPr eaLnBrk="0" hangingPunct="0">
                <a:buClrTx/>
                <a:buFontTx/>
              </a:pPr>
              <a:r>
                <a:rPr lang="en-US" altLang="zh-CN" sz="2400" i="0" dirty="0">
                  <a:latin typeface="Comic Sans MS" panose="030F0702030302020204" pitchFamily="66" charset="0"/>
                  <a:ea typeface="宋体" panose="02010600030101010101" pitchFamily="2" charset="-122"/>
                </a:rPr>
                <a:t>knowing B’s IP address?</a:t>
              </a:r>
              <a:endParaRPr lang="en-US" altLang="zh-CN" sz="2400" i="0" dirty="0">
                <a:latin typeface="Times New Roman" panose="02020603050405020304" pitchFamily="18" charset="0"/>
                <a:ea typeface="宋体" panose="02010600030101010101" pitchFamily="2" charset="-122"/>
              </a:endParaRPr>
            </a:p>
          </p:txBody>
        </p:sp>
        <p:sp>
          <p:nvSpPr>
            <p:cNvPr id="86023" name="Rectangle 7"/>
            <p:cNvSpPr/>
            <p:nvPr/>
          </p:nvSpPr>
          <p:spPr>
            <a:xfrm>
              <a:off x="297" y="3336"/>
              <a:ext cx="2788" cy="805"/>
            </a:xfrm>
            <a:prstGeom prst="rect">
              <a:avLst/>
            </a:prstGeom>
            <a:noFill/>
            <a:ln w="28575" cap="flat" cmpd="sng">
              <a:solidFill>
                <a:srgbClr val="FF0000"/>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aphicFrame>
        <p:nvGraphicFramePr>
          <p:cNvPr id="86024" name="Object 9"/>
          <p:cNvGraphicFramePr>
            <a:graphicFrameLocks noChangeAspect="1"/>
          </p:cNvGraphicFramePr>
          <p:nvPr/>
        </p:nvGraphicFramePr>
        <p:xfrm>
          <a:off x="2354263" y="3044825"/>
          <a:ext cx="415925" cy="387350"/>
        </p:xfrm>
        <a:graphic>
          <a:graphicData uri="http://schemas.openxmlformats.org/presentationml/2006/ole">
            <mc:AlternateContent xmlns:mc="http://schemas.openxmlformats.org/markup-compatibility/2006">
              <mc:Choice xmlns:v="urn:schemas-microsoft-com:vml" Requires="v">
                <p:oleObj spid="_x0000_s3097" name="" r:id="rId1" imgW="1307465" imgH="1083945" progId="MS_ClipArt_Gallery.2">
                  <p:embed/>
                </p:oleObj>
              </mc:Choice>
              <mc:Fallback>
                <p:oleObj name="" r:id="rId1" imgW="1307465" imgH="1083945" progId="MS_ClipArt_Gallery.2">
                  <p:embed/>
                  <p:pic>
                    <p:nvPicPr>
                      <p:cNvPr id="0" name="图片 3096"/>
                      <p:cNvPicPr/>
                      <p:nvPr/>
                    </p:nvPicPr>
                    <p:blipFill>
                      <a:blip r:embed="rId2"/>
                      <a:stretch>
                        <a:fillRect/>
                      </a:stretch>
                    </p:blipFill>
                    <p:spPr>
                      <a:xfrm>
                        <a:off x="2354263" y="3044825"/>
                        <a:ext cx="415925" cy="387350"/>
                      </a:xfrm>
                      <a:prstGeom prst="rect">
                        <a:avLst/>
                      </a:prstGeom>
                      <a:noFill/>
                      <a:ln w="38100">
                        <a:noFill/>
                        <a:miter/>
                      </a:ln>
                    </p:spPr>
                  </p:pic>
                </p:oleObj>
              </mc:Fallback>
            </mc:AlternateContent>
          </a:graphicData>
        </a:graphic>
      </p:graphicFrame>
      <p:sp>
        <p:nvSpPr>
          <p:cNvPr id="86025" name="Freeform 10"/>
          <p:cNvSpPr/>
          <p:nvPr/>
        </p:nvSpPr>
        <p:spPr>
          <a:xfrm>
            <a:off x="1800225" y="3944938"/>
            <a:ext cx="1393825" cy="1525587"/>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ln>
        </p:spPr>
        <p:txBody>
          <a:bodyPr/>
          <a:p>
            <a:endParaRPr lang="zh-CN" altLang="en-US"/>
          </a:p>
        </p:txBody>
      </p:sp>
      <p:graphicFrame>
        <p:nvGraphicFramePr>
          <p:cNvPr id="86026" name="Object 11"/>
          <p:cNvGraphicFramePr>
            <a:graphicFrameLocks noChangeAspect="1"/>
          </p:cNvGraphicFramePr>
          <p:nvPr/>
        </p:nvGraphicFramePr>
        <p:xfrm>
          <a:off x="3852863" y="4397375"/>
          <a:ext cx="415925" cy="387350"/>
        </p:xfrm>
        <a:graphic>
          <a:graphicData uri="http://schemas.openxmlformats.org/presentationml/2006/ole">
            <mc:AlternateContent xmlns:mc="http://schemas.openxmlformats.org/markup-compatibility/2006">
              <mc:Choice xmlns:v="urn:schemas-microsoft-com:vml" Requires="v">
                <p:oleObj spid="_x0000_s3098" name="" r:id="rId3" imgW="1307465" imgH="1083945" progId="MS_ClipArt_Gallery.2">
                  <p:embed/>
                </p:oleObj>
              </mc:Choice>
              <mc:Fallback>
                <p:oleObj name="" r:id="rId3" imgW="1307465" imgH="1083945" progId="MS_ClipArt_Gallery.2">
                  <p:embed/>
                  <p:pic>
                    <p:nvPicPr>
                      <p:cNvPr id="0" name="图片 3097"/>
                      <p:cNvPicPr/>
                      <p:nvPr/>
                    </p:nvPicPr>
                    <p:blipFill>
                      <a:blip r:embed="rId2"/>
                      <a:stretch>
                        <a:fillRect/>
                      </a:stretch>
                    </p:blipFill>
                    <p:spPr>
                      <a:xfrm>
                        <a:off x="3852863" y="4397375"/>
                        <a:ext cx="415925" cy="387350"/>
                      </a:xfrm>
                      <a:prstGeom prst="rect">
                        <a:avLst/>
                      </a:prstGeom>
                      <a:noFill/>
                      <a:ln w="38100">
                        <a:noFill/>
                        <a:miter/>
                      </a:ln>
                    </p:spPr>
                  </p:pic>
                </p:oleObj>
              </mc:Fallback>
            </mc:AlternateContent>
          </a:graphicData>
        </a:graphic>
      </p:graphicFrame>
      <p:graphicFrame>
        <p:nvGraphicFramePr>
          <p:cNvPr id="86027" name="Object 12"/>
          <p:cNvGraphicFramePr>
            <a:graphicFrameLocks noChangeAspect="1"/>
          </p:cNvGraphicFramePr>
          <p:nvPr/>
        </p:nvGraphicFramePr>
        <p:xfrm>
          <a:off x="2344738" y="5843588"/>
          <a:ext cx="415925" cy="387350"/>
        </p:xfrm>
        <a:graphic>
          <a:graphicData uri="http://schemas.openxmlformats.org/presentationml/2006/ole">
            <mc:AlternateContent xmlns:mc="http://schemas.openxmlformats.org/markup-compatibility/2006">
              <mc:Choice xmlns:v="urn:schemas-microsoft-com:vml" Requires="v">
                <p:oleObj spid="_x0000_s3095" name="" r:id="rId4" imgW="1307465" imgH="1083945" progId="MS_ClipArt_Gallery.2">
                  <p:embed/>
                </p:oleObj>
              </mc:Choice>
              <mc:Fallback>
                <p:oleObj name="" r:id="rId4" imgW="1307465" imgH="1083945" progId="MS_ClipArt_Gallery.2">
                  <p:embed/>
                  <p:pic>
                    <p:nvPicPr>
                      <p:cNvPr id="0" name="图片 3094"/>
                      <p:cNvPicPr/>
                      <p:nvPr/>
                    </p:nvPicPr>
                    <p:blipFill>
                      <a:blip r:embed="rId2"/>
                      <a:stretch>
                        <a:fillRect/>
                      </a:stretch>
                    </p:blipFill>
                    <p:spPr>
                      <a:xfrm>
                        <a:off x="2344738" y="5843588"/>
                        <a:ext cx="415925" cy="387350"/>
                      </a:xfrm>
                      <a:prstGeom prst="rect">
                        <a:avLst/>
                      </a:prstGeom>
                      <a:noFill/>
                      <a:ln w="38100">
                        <a:noFill/>
                        <a:miter/>
                      </a:ln>
                    </p:spPr>
                  </p:pic>
                </p:oleObj>
              </mc:Fallback>
            </mc:AlternateContent>
          </a:graphicData>
        </a:graphic>
      </p:graphicFrame>
      <p:graphicFrame>
        <p:nvGraphicFramePr>
          <p:cNvPr id="86028" name="Object 13"/>
          <p:cNvGraphicFramePr>
            <a:graphicFrameLocks noChangeAspect="1"/>
          </p:cNvGraphicFramePr>
          <p:nvPr/>
        </p:nvGraphicFramePr>
        <p:xfrm>
          <a:off x="668338" y="4279900"/>
          <a:ext cx="415925" cy="387350"/>
        </p:xfrm>
        <a:graphic>
          <a:graphicData uri="http://schemas.openxmlformats.org/presentationml/2006/ole">
            <mc:AlternateContent xmlns:mc="http://schemas.openxmlformats.org/markup-compatibility/2006">
              <mc:Choice xmlns:v="urn:schemas-microsoft-com:vml" Requires="v">
                <p:oleObj spid="_x0000_s3096" name="" r:id="rId5" imgW="1307465" imgH="1083945" progId="MS_ClipArt_Gallery.2">
                  <p:embed/>
                </p:oleObj>
              </mc:Choice>
              <mc:Fallback>
                <p:oleObj name="" r:id="rId5" imgW="1307465" imgH="1083945" progId="MS_ClipArt_Gallery.2">
                  <p:embed/>
                  <p:pic>
                    <p:nvPicPr>
                      <p:cNvPr id="0" name="图片 3095"/>
                      <p:cNvPicPr/>
                      <p:nvPr/>
                    </p:nvPicPr>
                    <p:blipFill>
                      <a:blip r:embed="rId2"/>
                      <a:stretch>
                        <a:fillRect/>
                      </a:stretch>
                    </p:blipFill>
                    <p:spPr>
                      <a:xfrm>
                        <a:off x="668338" y="4279900"/>
                        <a:ext cx="415925" cy="387350"/>
                      </a:xfrm>
                      <a:prstGeom prst="rect">
                        <a:avLst/>
                      </a:prstGeom>
                      <a:noFill/>
                      <a:ln w="38100">
                        <a:noFill/>
                        <a:miter/>
                      </a:ln>
                    </p:spPr>
                  </p:pic>
                </p:oleObj>
              </mc:Fallback>
            </mc:AlternateContent>
          </a:graphicData>
        </a:graphic>
      </p:graphicFrame>
      <p:sp>
        <p:nvSpPr>
          <p:cNvPr id="86029" name="Rectangle 14"/>
          <p:cNvSpPr/>
          <p:nvPr/>
        </p:nvSpPr>
        <p:spPr>
          <a:xfrm>
            <a:off x="3717925" y="4508500"/>
            <a:ext cx="184150" cy="152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86030" name="Rectangle 15"/>
          <p:cNvSpPr/>
          <p:nvPr/>
        </p:nvSpPr>
        <p:spPr>
          <a:xfrm>
            <a:off x="1041400" y="4371975"/>
            <a:ext cx="182563" cy="152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86031" name="Rectangle 16"/>
          <p:cNvSpPr/>
          <p:nvPr/>
        </p:nvSpPr>
        <p:spPr>
          <a:xfrm>
            <a:off x="2540000" y="3413125"/>
            <a:ext cx="130175" cy="18891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86032" name="Rectangle 17"/>
          <p:cNvSpPr/>
          <p:nvPr/>
        </p:nvSpPr>
        <p:spPr>
          <a:xfrm>
            <a:off x="2493963" y="5654675"/>
            <a:ext cx="130175" cy="1905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86033" name="Line 18"/>
          <p:cNvSpPr/>
          <p:nvPr/>
        </p:nvSpPr>
        <p:spPr>
          <a:xfrm>
            <a:off x="1219200" y="4449763"/>
            <a:ext cx="614363" cy="0"/>
          </a:xfrm>
          <a:prstGeom prst="line">
            <a:avLst/>
          </a:prstGeom>
          <a:ln w="9525" cap="flat" cmpd="sng">
            <a:solidFill>
              <a:schemeClr val="tx1"/>
            </a:solidFill>
            <a:prstDash val="solid"/>
            <a:round/>
            <a:headEnd type="none" w="med" len="med"/>
            <a:tailEnd type="none" w="med" len="med"/>
          </a:ln>
        </p:spPr>
      </p:sp>
      <p:sp>
        <p:nvSpPr>
          <p:cNvPr id="86034" name="Line 19"/>
          <p:cNvSpPr/>
          <p:nvPr/>
        </p:nvSpPr>
        <p:spPr>
          <a:xfrm>
            <a:off x="2587625" y="3606800"/>
            <a:ext cx="0" cy="488950"/>
          </a:xfrm>
          <a:prstGeom prst="line">
            <a:avLst/>
          </a:prstGeom>
          <a:ln w="9525" cap="flat" cmpd="sng">
            <a:solidFill>
              <a:schemeClr val="tx1"/>
            </a:solidFill>
            <a:prstDash val="solid"/>
            <a:round/>
            <a:headEnd type="none" w="med" len="med"/>
            <a:tailEnd type="none" w="med" len="med"/>
          </a:ln>
        </p:spPr>
      </p:sp>
      <p:sp>
        <p:nvSpPr>
          <p:cNvPr id="86035" name="Line 20"/>
          <p:cNvSpPr/>
          <p:nvPr/>
        </p:nvSpPr>
        <p:spPr>
          <a:xfrm flipH="1">
            <a:off x="3176588" y="4575175"/>
            <a:ext cx="542925" cy="0"/>
          </a:xfrm>
          <a:prstGeom prst="line">
            <a:avLst/>
          </a:prstGeom>
          <a:ln w="9525" cap="flat" cmpd="sng">
            <a:solidFill>
              <a:schemeClr val="tx1"/>
            </a:solidFill>
            <a:prstDash val="solid"/>
            <a:round/>
            <a:headEnd type="none" w="med" len="med"/>
            <a:tailEnd type="none" w="med" len="med"/>
          </a:ln>
        </p:spPr>
      </p:sp>
      <p:sp>
        <p:nvSpPr>
          <p:cNvPr id="86036" name="Line 21"/>
          <p:cNvSpPr/>
          <p:nvPr/>
        </p:nvSpPr>
        <p:spPr>
          <a:xfrm flipV="1">
            <a:off x="2562225" y="5322888"/>
            <a:ext cx="0" cy="327025"/>
          </a:xfrm>
          <a:prstGeom prst="line">
            <a:avLst/>
          </a:prstGeom>
          <a:ln w="9525" cap="flat" cmpd="sng">
            <a:solidFill>
              <a:schemeClr val="tx1"/>
            </a:solidFill>
            <a:prstDash val="solid"/>
            <a:round/>
            <a:headEnd type="none" w="med" len="med"/>
            <a:tailEnd type="none" w="med" len="med"/>
          </a:ln>
        </p:spPr>
      </p:sp>
      <p:sp>
        <p:nvSpPr>
          <p:cNvPr id="86037" name="Text Box 22"/>
          <p:cNvSpPr txBox="1"/>
          <p:nvPr/>
        </p:nvSpPr>
        <p:spPr>
          <a:xfrm>
            <a:off x="2806700" y="3389313"/>
            <a:ext cx="1898650" cy="304800"/>
          </a:xfrm>
          <a:prstGeom prst="rect">
            <a:avLst/>
          </a:prstGeom>
          <a:noFill/>
          <a:ln w="9525">
            <a:noFill/>
          </a:ln>
        </p:spPr>
        <p:txBody>
          <a:bodyPr wrap="none" anchor="t" anchorCtr="0">
            <a:spAutoFit/>
          </a:bodyPr>
          <a:p>
            <a:pPr eaLnBrk="0" hangingPunct="0">
              <a:buClrTx/>
              <a:buFontTx/>
            </a:pPr>
            <a:r>
              <a:rPr lang="en-US" altLang="zh-CN" sz="1400" i="0" dirty="0">
                <a:latin typeface="Comic Sans MS" panose="030F0702030302020204" pitchFamily="66" charset="0"/>
                <a:ea typeface="宋体" panose="02010600030101010101" pitchFamily="2" charset="-122"/>
              </a:rPr>
              <a:t>1A-2F-BB-76-09-AD</a:t>
            </a:r>
            <a:endParaRPr lang="en-US" altLang="zh-CN" sz="1400" i="0" dirty="0">
              <a:latin typeface="Comic Sans MS" panose="030F0702030302020204" pitchFamily="66" charset="0"/>
              <a:ea typeface="宋体" panose="02010600030101010101" pitchFamily="2" charset="-122"/>
            </a:endParaRPr>
          </a:p>
        </p:txBody>
      </p:sp>
      <p:sp>
        <p:nvSpPr>
          <p:cNvPr id="86038" name="Line 23"/>
          <p:cNvSpPr/>
          <p:nvPr/>
        </p:nvSpPr>
        <p:spPr>
          <a:xfrm flipH="1" flipV="1">
            <a:off x="2674938" y="3490913"/>
            <a:ext cx="176212" cy="9525"/>
          </a:xfrm>
          <a:prstGeom prst="line">
            <a:avLst/>
          </a:prstGeom>
          <a:ln w="9525" cap="flat" cmpd="sng">
            <a:solidFill>
              <a:schemeClr val="tx1"/>
            </a:solidFill>
            <a:prstDash val="solid"/>
            <a:round/>
            <a:headEnd type="none" w="med" len="med"/>
            <a:tailEnd type="triangle" w="med" len="med"/>
          </a:ln>
        </p:spPr>
      </p:sp>
      <p:sp>
        <p:nvSpPr>
          <p:cNvPr id="86039" name="Line 24"/>
          <p:cNvSpPr/>
          <p:nvPr/>
        </p:nvSpPr>
        <p:spPr>
          <a:xfrm flipV="1">
            <a:off x="3798888" y="4651375"/>
            <a:ext cx="0" cy="277813"/>
          </a:xfrm>
          <a:prstGeom prst="line">
            <a:avLst/>
          </a:prstGeom>
          <a:ln w="9525" cap="flat" cmpd="sng">
            <a:solidFill>
              <a:schemeClr val="tx1"/>
            </a:solidFill>
            <a:prstDash val="solid"/>
            <a:round/>
            <a:headEnd type="none" w="med" len="med"/>
            <a:tailEnd type="triangle" w="med" len="med"/>
          </a:ln>
        </p:spPr>
      </p:sp>
      <p:sp>
        <p:nvSpPr>
          <p:cNvPr id="86040" name="Text Box 25"/>
          <p:cNvSpPr txBox="1"/>
          <p:nvPr/>
        </p:nvSpPr>
        <p:spPr>
          <a:xfrm>
            <a:off x="3384550" y="4943475"/>
            <a:ext cx="1900238" cy="304800"/>
          </a:xfrm>
          <a:prstGeom prst="rect">
            <a:avLst/>
          </a:prstGeom>
          <a:noFill/>
          <a:ln w="9525">
            <a:noFill/>
          </a:ln>
        </p:spPr>
        <p:txBody>
          <a:bodyPr wrap="none" anchor="t" anchorCtr="0">
            <a:spAutoFit/>
          </a:bodyPr>
          <a:p>
            <a:pPr eaLnBrk="0" hangingPunct="0">
              <a:buClrTx/>
              <a:buFontTx/>
            </a:pPr>
            <a:r>
              <a:rPr lang="en-US" altLang="zh-CN" sz="1400" i="0" dirty="0">
                <a:latin typeface="Comic Sans MS" panose="030F0702030302020204" pitchFamily="66" charset="0"/>
                <a:ea typeface="宋体" panose="02010600030101010101" pitchFamily="2" charset="-122"/>
              </a:rPr>
              <a:t>58-23-D7-FA-20-B0</a:t>
            </a:r>
            <a:endParaRPr lang="en-US" altLang="zh-CN" sz="1400" i="0" dirty="0">
              <a:latin typeface="Comic Sans MS" panose="030F0702030302020204" pitchFamily="66" charset="0"/>
              <a:ea typeface="宋体" panose="02010600030101010101" pitchFamily="2" charset="-122"/>
            </a:endParaRPr>
          </a:p>
        </p:txBody>
      </p:sp>
      <p:sp>
        <p:nvSpPr>
          <p:cNvPr id="86041" name="Line 26"/>
          <p:cNvSpPr/>
          <p:nvPr/>
        </p:nvSpPr>
        <p:spPr>
          <a:xfrm flipH="1">
            <a:off x="2632075" y="5735638"/>
            <a:ext cx="246063" cy="0"/>
          </a:xfrm>
          <a:prstGeom prst="line">
            <a:avLst/>
          </a:prstGeom>
          <a:ln w="9525" cap="flat" cmpd="sng">
            <a:solidFill>
              <a:schemeClr val="tx1"/>
            </a:solidFill>
            <a:prstDash val="solid"/>
            <a:round/>
            <a:headEnd type="none" w="med" len="med"/>
            <a:tailEnd type="triangle" w="med" len="med"/>
          </a:ln>
        </p:spPr>
      </p:sp>
      <p:sp>
        <p:nvSpPr>
          <p:cNvPr id="86042" name="Text Box 27"/>
          <p:cNvSpPr txBox="1"/>
          <p:nvPr/>
        </p:nvSpPr>
        <p:spPr>
          <a:xfrm>
            <a:off x="2921000" y="5651500"/>
            <a:ext cx="1795463" cy="304800"/>
          </a:xfrm>
          <a:prstGeom prst="rect">
            <a:avLst/>
          </a:prstGeom>
          <a:noFill/>
          <a:ln w="9525">
            <a:noFill/>
          </a:ln>
        </p:spPr>
        <p:txBody>
          <a:bodyPr wrap="none" anchor="t" anchorCtr="0">
            <a:spAutoFit/>
          </a:bodyPr>
          <a:p>
            <a:pPr eaLnBrk="0" hangingPunct="0">
              <a:buClrTx/>
              <a:buFontTx/>
            </a:pPr>
            <a:r>
              <a:rPr lang="en-US" altLang="zh-CN" sz="1400" i="0" dirty="0">
                <a:latin typeface="Comic Sans MS" panose="030F0702030302020204" pitchFamily="66" charset="0"/>
                <a:ea typeface="宋体" panose="02010600030101010101" pitchFamily="2" charset="-122"/>
              </a:rPr>
              <a:t>0C-C4-11-6F-E3-98</a:t>
            </a:r>
            <a:endParaRPr lang="en-US" altLang="zh-CN" sz="1400" i="0" dirty="0">
              <a:latin typeface="Comic Sans MS" panose="030F0702030302020204" pitchFamily="66" charset="0"/>
              <a:ea typeface="宋体" panose="02010600030101010101" pitchFamily="2" charset="-122"/>
            </a:endParaRPr>
          </a:p>
        </p:txBody>
      </p:sp>
      <p:sp>
        <p:nvSpPr>
          <p:cNvPr id="86043" name="Line 28"/>
          <p:cNvSpPr/>
          <p:nvPr/>
        </p:nvSpPr>
        <p:spPr>
          <a:xfrm flipV="1">
            <a:off x="1130300" y="4524375"/>
            <a:ext cx="0" cy="277813"/>
          </a:xfrm>
          <a:prstGeom prst="line">
            <a:avLst/>
          </a:prstGeom>
          <a:ln w="9525" cap="flat" cmpd="sng">
            <a:solidFill>
              <a:schemeClr val="tx1"/>
            </a:solidFill>
            <a:prstDash val="solid"/>
            <a:round/>
            <a:headEnd type="none" w="med" len="med"/>
            <a:tailEnd type="triangle" w="med" len="med"/>
          </a:ln>
        </p:spPr>
      </p:sp>
      <p:sp>
        <p:nvSpPr>
          <p:cNvPr id="86044" name="Text Box 29"/>
          <p:cNvSpPr txBox="1"/>
          <p:nvPr/>
        </p:nvSpPr>
        <p:spPr>
          <a:xfrm>
            <a:off x="0" y="4833938"/>
            <a:ext cx="1828800" cy="304800"/>
          </a:xfrm>
          <a:prstGeom prst="rect">
            <a:avLst/>
          </a:prstGeom>
          <a:noFill/>
          <a:ln w="9525">
            <a:noFill/>
          </a:ln>
        </p:spPr>
        <p:txBody>
          <a:bodyPr wrap="none" anchor="t" anchorCtr="0">
            <a:spAutoFit/>
          </a:bodyPr>
          <a:p>
            <a:pPr eaLnBrk="0" hangingPunct="0">
              <a:buClrTx/>
              <a:buFontTx/>
            </a:pPr>
            <a:r>
              <a:rPr lang="en-US" altLang="zh-CN" sz="1400" i="0" dirty="0">
                <a:latin typeface="Comic Sans MS" panose="030F0702030302020204" pitchFamily="66" charset="0"/>
                <a:ea typeface="宋体" panose="02010600030101010101" pitchFamily="2" charset="-122"/>
              </a:rPr>
              <a:t>71-65-F7-2B-08-53</a:t>
            </a:r>
            <a:endParaRPr lang="en-US" altLang="zh-CN" sz="1400" i="0" dirty="0">
              <a:latin typeface="Comic Sans MS" panose="030F0702030302020204" pitchFamily="66" charset="0"/>
              <a:ea typeface="宋体" panose="02010600030101010101" pitchFamily="2" charset="-122"/>
            </a:endParaRPr>
          </a:p>
        </p:txBody>
      </p:sp>
      <p:sp>
        <p:nvSpPr>
          <p:cNvPr id="86045" name="Text Box 30"/>
          <p:cNvSpPr txBox="1"/>
          <p:nvPr/>
        </p:nvSpPr>
        <p:spPr>
          <a:xfrm>
            <a:off x="2012950" y="4435475"/>
            <a:ext cx="863600"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   LAN</a:t>
            </a:r>
            <a:endParaRPr lang="en-US" altLang="zh-CN" i="0" dirty="0">
              <a:latin typeface="Comic Sans MS" panose="030F0702030302020204" pitchFamily="66" charset="0"/>
              <a:ea typeface="宋体" panose="02010600030101010101" pitchFamily="2" charset="-122"/>
            </a:endParaRPr>
          </a:p>
        </p:txBody>
      </p:sp>
      <p:sp>
        <p:nvSpPr>
          <p:cNvPr id="86046" name="Text Box 31"/>
          <p:cNvSpPr txBox="1"/>
          <p:nvPr/>
        </p:nvSpPr>
        <p:spPr>
          <a:xfrm>
            <a:off x="230188" y="3790950"/>
            <a:ext cx="1231900" cy="304800"/>
          </a:xfrm>
          <a:prstGeom prst="rect">
            <a:avLst/>
          </a:prstGeom>
          <a:noFill/>
          <a:ln w="9525">
            <a:noFill/>
          </a:ln>
        </p:spPr>
        <p:txBody>
          <a:bodyPr wrap="none" anchor="t" anchorCtr="0">
            <a:spAutoFit/>
          </a:bodyPr>
          <a:p>
            <a:pPr eaLnBrk="0" hangingPunct="0">
              <a:buClrTx/>
              <a:buFontTx/>
            </a:pPr>
            <a:r>
              <a:rPr lang="en-US" altLang="zh-CN" sz="1400" i="0" dirty="0">
                <a:latin typeface="Comic Sans MS" panose="030F0702030302020204" pitchFamily="66" charset="0"/>
                <a:ea typeface="宋体" panose="02010600030101010101" pitchFamily="2" charset="-122"/>
              </a:rPr>
              <a:t>137.196.7.23</a:t>
            </a:r>
            <a:endParaRPr lang="en-US" altLang="zh-CN" sz="1400" i="0" dirty="0">
              <a:latin typeface="Comic Sans MS" panose="030F0702030302020204" pitchFamily="66" charset="0"/>
              <a:ea typeface="宋体" panose="02010600030101010101" pitchFamily="2" charset="-122"/>
            </a:endParaRPr>
          </a:p>
        </p:txBody>
      </p:sp>
      <p:sp>
        <p:nvSpPr>
          <p:cNvPr id="86047" name="Line 32"/>
          <p:cNvSpPr/>
          <p:nvPr/>
        </p:nvSpPr>
        <p:spPr>
          <a:xfrm>
            <a:off x="876300" y="4043363"/>
            <a:ext cx="0" cy="246062"/>
          </a:xfrm>
          <a:prstGeom prst="line">
            <a:avLst/>
          </a:prstGeom>
          <a:ln w="9525" cap="flat" cmpd="sng">
            <a:solidFill>
              <a:schemeClr val="tx1"/>
            </a:solidFill>
            <a:prstDash val="solid"/>
            <a:round/>
            <a:headEnd type="none" w="med" len="med"/>
            <a:tailEnd type="triangle" w="med" len="med"/>
          </a:ln>
        </p:spPr>
      </p:sp>
      <p:sp>
        <p:nvSpPr>
          <p:cNvPr id="86048" name="Text Box 33"/>
          <p:cNvSpPr txBox="1"/>
          <p:nvPr/>
        </p:nvSpPr>
        <p:spPr>
          <a:xfrm>
            <a:off x="2944813" y="2990850"/>
            <a:ext cx="1231900" cy="304800"/>
          </a:xfrm>
          <a:prstGeom prst="rect">
            <a:avLst/>
          </a:prstGeom>
          <a:noFill/>
          <a:ln w="9525">
            <a:noFill/>
          </a:ln>
        </p:spPr>
        <p:txBody>
          <a:bodyPr wrap="none" anchor="t" anchorCtr="0">
            <a:spAutoFit/>
          </a:bodyPr>
          <a:p>
            <a:pPr eaLnBrk="0" hangingPunct="0">
              <a:buClrTx/>
              <a:buFontTx/>
            </a:pPr>
            <a:r>
              <a:rPr lang="en-US" altLang="zh-CN" sz="1400" i="0" dirty="0">
                <a:latin typeface="Comic Sans MS" panose="030F0702030302020204" pitchFamily="66" charset="0"/>
                <a:ea typeface="宋体" panose="02010600030101010101" pitchFamily="2" charset="-122"/>
              </a:rPr>
              <a:t>137.196.7.78</a:t>
            </a:r>
            <a:endParaRPr lang="en-US" altLang="zh-CN" sz="1400" i="0" dirty="0">
              <a:latin typeface="Comic Sans MS" panose="030F0702030302020204" pitchFamily="66" charset="0"/>
              <a:ea typeface="宋体" panose="02010600030101010101" pitchFamily="2" charset="-122"/>
            </a:endParaRPr>
          </a:p>
        </p:txBody>
      </p:sp>
      <p:sp>
        <p:nvSpPr>
          <p:cNvPr id="86049" name="Line 34"/>
          <p:cNvSpPr/>
          <p:nvPr/>
        </p:nvSpPr>
        <p:spPr>
          <a:xfrm flipH="1" flipV="1">
            <a:off x="2705100" y="3116263"/>
            <a:ext cx="282575" cy="12700"/>
          </a:xfrm>
          <a:prstGeom prst="line">
            <a:avLst/>
          </a:prstGeom>
          <a:ln w="9525" cap="flat" cmpd="sng">
            <a:solidFill>
              <a:schemeClr val="tx1"/>
            </a:solidFill>
            <a:prstDash val="solid"/>
            <a:round/>
            <a:headEnd type="none" w="med" len="med"/>
            <a:tailEnd type="triangle" w="med" len="med"/>
          </a:ln>
        </p:spPr>
      </p:sp>
      <p:sp>
        <p:nvSpPr>
          <p:cNvPr id="86050" name="Line 35"/>
          <p:cNvSpPr/>
          <p:nvPr/>
        </p:nvSpPr>
        <p:spPr>
          <a:xfrm>
            <a:off x="4054475" y="4156075"/>
            <a:ext cx="0" cy="246063"/>
          </a:xfrm>
          <a:prstGeom prst="line">
            <a:avLst/>
          </a:prstGeom>
          <a:ln w="9525" cap="flat" cmpd="sng">
            <a:solidFill>
              <a:schemeClr val="tx1"/>
            </a:solidFill>
            <a:prstDash val="solid"/>
            <a:round/>
            <a:headEnd type="none" w="med" len="med"/>
            <a:tailEnd type="triangle" w="med" len="med"/>
          </a:ln>
        </p:spPr>
      </p:sp>
      <p:sp>
        <p:nvSpPr>
          <p:cNvPr id="86051" name="Text Box 36"/>
          <p:cNvSpPr txBox="1"/>
          <p:nvPr/>
        </p:nvSpPr>
        <p:spPr>
          <a:xfrm>
            <a:off x="3444875" y="3890963"/>
            <a:ext cx="1203325" cy="304800"/>
          </a:xfrm>
          <a:prstGeom prst="rect">
            <a:avLst/>
          </a:prstGeom>
          <a:noFill/>
          <a:ln w="9525">
            <a:noFill/>
          </a:ln>
        </p:spPr>
        <p:txBody>
          <a:bodyPr wrap="none" anchor="t" anchorCtr="0">
            <a:spAutoFit/>
          </a:bodyPr>
          <a:p>
            <a:pPr eaLnBrk="0" hangingPunct="0">
              <a:buClrTx/>
              <a:buFontTx/>
            </a:pPr>
            <a:r>
              <a:rPr lang="en-US" altLang="zh-CN" sz="1400" i="0" dirty="0">
                <a:latin typeface="Comic Sans MS" panose="030F0702030302020204" pitchFamily="66" charset="0"/>
                <a:ea typeface="宋体" panose="02010600030101010101" pitchFamily="2" charset="-122"/>
              </a:rPr>
              <a:t>137.196.7.14</a:t>
            </a:r>
            <a:endParaRPr lang="en-US" altLang="zh-CN" sz="1400" i="0" dirty="0">
              <a:latin typeface="Comic Sans MS" panose="030F0702030302020204" pitchFamily="66" charset="0"/>
              <a:ea typeface="宋体" panose="02010600030101010101" pitchFamily="2" charset="-122"/>
            </a:endParaRPr>
          </a:p>
        </p:txBody>
      </p:sp>
      <p:sp>
        <p:nvSpPr>
          <p:cNvPr id="86052" name="Line 38"/>
          <p:cNvSpPr/>
          <p:nvPr/>
        </p:nvSpPr>
        <p:spPr>
          <a:xfrm>
            <a:off x="2136775" y="6002338"/>
            <a:ext cx="231775" cy="0"/>
          </a:xfrm>
          <a:prstGeom prst="line">
            <a:avLst/>
          </a:prstGeom>
          <a:ln w="9525" cap="flat" cmpd="sng">
            <a:solidFill>
              <a:schemeClr val="tx1"/>
            </a:solidFill>
            <a:prstDash val="solid"/>
            <a:round/>
            <a:headEnd type="none" w="med" len="med"/>
            <a:tailEnd type="triangle" w="med" len="med"/>
          </a:ln>
        </p:spPr>
      </p:sp>
      <p:sp>
        <p:nvSpPr>
          <p:cNvPr id="86053" name="Text Box 39"/>
          <p:cNvSpPr txBox="1"/>
          <p:nvPr/>
        </p:nvSpPr>
        <p:spPr>
          <a:xfrm>
            <a:off x="898525" y="5861050"/>
            <a:ext cx="1231900" cy="304800"/>
          </a:xfrm>
          <a:prstGeom prst="rect">
            <a:avLst/>
          </a:prstGeom>
          <a:noFill/>
          <a:ln w="9525">
            <a:noFill/>
          </a:ln>
        </p:spPr>
        <p:txBody>
          <a:bodyPr wrap="none" anchor="t" anchorCtr="0">
            <a:spAutoFit/>
          </a:bodyPr>
          <a:p>
            <a:pPr eaLnBrk="0" hangingPunct="0">
              <a:buClrTx/>
              <a:buFontTx/>
            </a:pPr>
            <a:r>
              <a:rPr lang="en-US" altLang="zh-CN" sz="1400" i="0" dirty="0">
                <a:latin typeface="Comic Sans MS" panose="030F0702030302020204" pitchFamily="66" charset="0"/>
                <a:ea typeface="宋体" panose="02010600030101010101" pitchFamily="2" charset="-122"/>
              </a:rPr>
              <a:t>137.196.7.88</a:t>
            </a:r>
            <a:endParaRPr lang="en-US" altLang="zh-CN" sz="1400" i="0" dirty="0">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3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页脚占位符 5"/>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88066"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88067" name="Rectangle 2"/>
          <p:cNvSpPr>
            <a:spLocks noGrp="1"/>
          </p:cNvSpPr>
          <p:nvPr>
            <p:ph type="title"/>
          </p:nvPr>
        </p:nvSpPr>
        <p:spPr>
          <a:xfrm>
            <a:off x="533400" y="0"/>
            <a:ext cx="7772400" cy="1143000"/>
          </a:xfrm>
          <a:ln/>
        </p:spPr>
        <p:txBody>
          <a:bodyPr vert="horz" wrap="square" lIns="91440" tIns="45720" rIns="91440" bIns="45720" anchor="ctr" anchorCtr="0"/>
          <a:p>
            <a:r>
              <a:rPr lang="en-US" altLang="zh-CN" sz="3600" dirty="0">
                <a:ea typeface="宋体" panose="02010600030101010101" pitchFamily="2" charset="-122"/>
              </a:rPr>
              <a:t>ARP protocol: Same LAN (network)</a:t>
            </a:r>
            <a:endParaRPr lang="en-US" altLang="zh-CN" sz="3600" dirty="0">
              <a:ea typeface="宋体" panose="02010600030101010101" pitchFamily="2" charset="-122"/>
            </a:endParaRPr>
          </a:p>
        </p:txBody>
      </p:sp>
      <p:sp>
        <p:nvSpPr>
          <p:cNvPr id="88068" name="Rectangle 3"/>
          <p:cNvSpPr>
            <a:spLocks noGrp="1"/>
          </p:cNvSpPr>
          <p:nvPr>
            <p:ph sz="half" idx="1"/>
          </p:nvPr>
        </p:nvSpPr>
        <p:spPr>
          <a:xfrm>
            <a:off x="506413" y="1277938"/>
            <a:ext cx="3810000" cy="4648200"/>
          </a:xfrm>
          <a:ln/>
        </p:spPr>
        <p:txBody>
          <a:bodyPr vert="horz" wrap="square" lIns="91440" tIns="45720" rIns="91440" bIns="45720" anchor="t" anchorCtr="0"/>
          <a:p>
            <a:pPr>
              <a:buClr>
                <a:schemeClr val="accent2"/>
              </a:buClr>
              <a:buSzPct val="85000"/>
              <a:buFont typeface="ZapfDingbats" pitchFamily="82" charset="2"/>
            </a:pPr>
            <a:r>
              <a:rPr lang="en-US" altLang="zh-CN" sz="2000" dirty="0">
                <a:ea typeface="宋体" panose="02010600030101010101" pitchFamily="2" charset="-122"/>
              </a:rPr>
              <a:t>A wants to send datagram to B, and B’s MAC address not in A’s ARP table.</a:t>
            </a:r>
            <a:endParaRPr lang="en-US" altLang="zh-CN" sz="2000" dirty="0">
              <a:ea typeface="宋体" panose="02010600030101010101" pitchFamily="2" charset="-122"/>
            </a:endParaRPr>
          </a:p>
          <a:p>
            <a:pPr>
              <a:buClr>
                <a:schemeClr val="accent2"/>
              </a:buClr>
              <a:buSzPct val="85000"/>
              <a:buFont typeface="ZapfDingbats" pitchFamily="82" charset="2"/>
            </a:pPr>
            <a:r>
              <a:rPr lang="en-US" altLang="zh-CN" sz="2000" dirty="0">
                <a:ea typeface="宋体" panose="02010600030101010101" pitchFamily="2" charset="-122"/>
              </a:rPr>
              <a:t>A </a:t>
            </a:r>
            <a:r>
              <a:rPr lang="en-US" altLang="zh-CN" sz="2000" dirty="0">
                <a:solidFill>
                  <a:srgbClr val="FF0000"/>
                </a:solidFill>
                <a:ea typeface="宋体" panose="02010600030101010101" pitchFamily="2" charset="-122"/>
              </a:rPr>
              <a:t>broadcasts</a:t>
            </a:r>
            <a:r>
              <a:rPr lang="en-US" altLang="zh-CN" sz="2000" dirty="0">
                <a:ea typeface="宋体" panose="02010600030101010101" pitchFamily="2" charset="-122"/>
              </a:rPr>
              <a:t> ARP query packet, containing B's IP address </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dest MAC address = FF-FF-FF-FF-FF-FF</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all machines on LAN receive ARP query</a:t>
            </a:r>
            <a:r>
              <a:rPr lang="en-US" altLang="zh-CN" sz="1800" dirty="0">
                <a:ea typeface="宋体" panose="02010600030101010101" pitchFamily="2" charset="-122"/>
              </a:rPr>
              <a:t> </a:t>
            </a:r>
            <a:endParaRPr lang="en-US" altLang="zh-CN" sz="1800" dirty="0">
              <a:ea typeface="宋体" panose="02010600030101010101" pitchFamily="2" charset="-122"/>
            </a:endParaRPr>
          </a:p>
          <a:p>
            <a:pPr>
              <a:buClr>
                <a:schemeClr val="accent2"/>
              </a:buClr>
              <a:buSzPct val="85000"/>
              <a:buFont typeface="ZapfDingbats" pitchFamily="82" charset="2"/>
            </a:pPr>
            <a:r>
              <a:rPr lang="en-US" altLang="zh-CN" sz="2000" dirty="0">
                <a:ea typeface="宋体" panose="02010600030101010101" pitchFamily="2" charset="-122"/>
              </a:rPr>
              <a:t>B receives ARP packet, replies to A with its (B's) MAC address</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1800" dirty="0">
                <a:ea typeface="宋体" panose="02010600030101010101" pitchFamily="2" charset="-122"/>
              </a:rPr>
              <a:t>frame sent to A’s MAC address (unicast)</a:t>
            </a:r>
            <a:endParaRPr lang="en-US" altLang="zh-CN" sz="1800" dirty="0">
              <a:ea typeface="宋体" panose="02010600030101010101" pitchFamily="2" charset="-122"/>
            </a:endParaRPr>
          </a:p>
          <a:p>
            <a:pPr>
              <a:buClr>
                <a:schemeClr val="accent2"/>
              </a:buClr>
              <a:buSzPct val="85000"/>
              <a:buFont typeface="ZapfDingbats" pitchFamily="82" charset="2"/>
            </a:pPr>
            <a:endParaRPr lang="en-US" altLang="zh-CN" sz="2000" dirty="0">
              <a:ea typeface="宋体" panose="02010600030101010101" pitchFamily="2" charset="-122"/>
            </a:endParaRPr>
          </a:p>
        </p:txBody>
      </p:sp>
      <p:sp>
        <p:nvSpPr>
          <p:cNvPr id="400388" name="Rectangle 4"/>
          <p:cNvSpPr>
            <a:spLocks noGrp="1"/>
          </p:cNvSpPr>
          <p:nvPr>
            <p:ph sz="half" idx="2"/>
          </p:nvPr>
        </p:nvSpPr>
        <p:spPr>
          <a:ln/>
        </p:spPr>
        <p:txBody>
          <a:bodyPr vert="horz" wrap="square" lIns="91440" tIns="45720" rIns="91440" bIns="45720" anchor="t" anchorCtr="0"/>
          <a:p>
            <a:pPr>
              <a:buClr>
                <a:schemeClr val="accent2"/>
              </a:buClr>
              <a:buSzPct val="85000"/>
              <a:buFont typeface="ZapfDingbats" pitchFamily="82" charset="2"/>
            </a:pPr>
            <a:r>
              <a:rPr lang="en-US" altLang="zh-CN" sz="2000" dirty="0">
                <a:ea typeface="宋体" panose="02010600030101010101" pitchFamily="2" charset="-122"/>
              </a:rPr>
              <a:t>A caches (saves) IP-to-MAC address pair in its ARP table until information becomes old (times out) </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soft state: information that times out (goes away) unless refreshed</a:t>
            </a:r>
            <a:endParaRPr lang="en-US" altLang="zh-CN" sz="20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ARP is “plug-and-play”:</a:t>
            </a:r>
            <a:endParaRPr lang="en-US" altLang="zh-CN" sz="24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nodes create their ARP tables </a:t>
            </a:r>
            <a:r>
              <a:rPr lang="en-US" altLang="zh-CN" sz="2000" i="1" dirty="0">
                <a:ea typeface="宋体" panose="02010600030101010101" pitchFamily="2" charset="-122"/>
              </a:rPr>
              <a:t>without intervention from net administrator</a:t>
            </a:r>
            <a:endParaRPr lang="en-US" altLang="zh-CN" sz="2000" i="1"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03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9011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90115" name="Rectangle 3"/>
          <p:cNvSpPr>
            <a:spLocks noGrp="1"/>
          </p:cNvSpPr>
          <p:nvPr>
            <p:ph type="title"/>
          </p:nvPr>
        </p:nvSpPr>
        <p:spPr>
          <a:xfrm>
            <a:off x="533400" y="0"/>
            <a:ext cx="8001000" cy="1143000"/>
          </a:xfrm>
          <a:ln/>
        </p:spPr>
        <p:txBody>
          <a:bodyPr vert="horz" wrap="square" lIns="91440" tIns="45720" rIns="91440" bIns="45720" anchor="ctr" anchorCtr="0"/>
          <a:p>
            <a:r>
              <a:rPr lang="en-US" altLang="zh-CN" sz="3600" dirty="0">
                <a:ea typeface="宋体" panose="02010600030101010101" pitchFamily="2" charset="-122"/>
              </a:rPr>
              <a:t>Addressing: routing to another LAN</a:t>
            </a:r>
            <a:endParaRPr lang="en-US" altLang="zh-CN" sz="3600" dirty="0">
              <a:ea typeface="宋体" panose="02010600030101010101" pitchFamily="2" charset="-122"/>
            </a:endParaRPr>
          </a:p>
        </p:txBody>
      </p:sp>
      <p:grpSp>
        <p:nvGrpSpPr>
          <p:cNvPr id="90116" name="Group 66"/>
          <p:cNvGrpSpPr/>
          <p:nvPr/>
        </p:nvGrpSpPr>
        <p:grpSpPr>
          <a:xfrm>
            <a:off x="798513" y="2027238"/>
            <a:ext cx="7321550" cy="2744787"/>
            <a:chOff x="449" y="1367"/>
            <a:chExt cx="4918" cy="2016"/>
          </a:xfrm>
        </p:grpSpPr>
        <p:sp>
          <p:nvSpPr>
            <p:cNvPr id="90117" name="Text Box 6"/>
            <p:cNvSpPr txBox="1"/>
            <p:nvPr/>
          </p:nvSpPr>
          <p:spPr>
            <a:xfrm>
              <a:off x="2693" y="2770"/>
              <a:ext cx="252" cy="335"/>
            </a:xfrm>
            <a:prstGeom prst="rect">
              <a:avLst/>
            </a:prstGeom>
            <a:noFill/>
            <a:ln w="9525">
              <a:noFill/>
            </a:ln>
          </p:spPr>
          <p:txBody>
            <a:bodyPr wrap="none" anchor="t" anchorCtr="0">
              <a:spAutoFit/>
            </a:bodyPr>
            <a:p>
              <a:pPr eaLnBrk="0" hangingPunct="0">
                <a:spcBef>
                  <a:spcPct val="50000"/>
                </a:spcBef>
                <a:buClrTx/>
                <a:buFontTx/>
              </a:pPr>
              <a:r>
                <a:rPr lang="en-US" altLang="zh-CN" sz="2400" i="0" dirty="0">
                  <a:solidFill>
                    <a:srgbClr val="FF0000"/>
                  </a:solidFill>
                  <a:latin typeface="Comic Sans MS" panose="030F0702030302020204" pitchFamily="66" charset="0"/>
                  <a:ea typeface="宋体" panose="02010600030101010101" pitchFamily="2" charset="-122"/>
                </a:rPr>
                <a:t>R</a:t>
              </a:r>
              <a:endParaRPr lang="en-US" altLang="zh-CN" i="0" dirty="0">
                <a:latin typeface="Comic Sans MS" panose="030F0702030302020204" pitchFamily="66" charset="0"/>
                <a:ea typeface="宋体" panose="02010600030101010101" pitchFamily="2" charset="-122"/>
              </a:endParaRPr>
            </a:p>
          </p:txBody>
        </p:sp>
        <p:grpSp>
          <p:nvGrpSpPr>
            <p:cNvPr id="90118" name="Group 8"/>
            <p:cNvGrpSpPr/>
            <p:nvPr/>
          </p:nvGrpSpPr>
          <p:grpSpPr>
            <a:xfrm>
              <a:off x="2489" y="2157"/>
              <a:ext cx="620" cy="254"/>
              <a:chOff x="3600" y="219"/>
              <a:chExt cx="360" cy="175"/>
            </a:xfrm>
          </p:grpSpPr>
          <p:sp>
            <p:nvSpPr>
              <p:cNvPr id="90119" name="Oval 9"/>
              <p:cNvSpPr/>
              <p:nvPr/>
            </p:nvSpPr>
            <p:spPr>
              <a:xfrm>
                <a:off x="3603" y="297"/>
                <a:ext cx="357" cy="97"/>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90120" name="Line 10"/>
              <p:cNvSpPr/>
              <p:nvPr/>
            </p:nvSpPr>
            <p:spPr>
              <a:xfrm>
                <a:off x="3603" y="289"/>
                <a:ext cx="0" cy="60"/>
              </a:xfrm>
              <a:prstGeom prst="line">
                <a:avLst/>
              </a:prstGeom>
              <a:ln w="12700" cap="flat" cmpd="sng">
                <a:solidFill>
                  <a:schemeClr val="tx1"/>
                </a:solidFill>
                <a:prstDash val="solid"/>
                <a:round/>
                <a:headEnd type="none" w="med" len="med"/>
                <a:tailEnd type="none" w="med" len="med"/>
              </a:ln>
            </p:spPr>
          </p:sp>
          <p:sp>
            <p:nvSpPr>
              <p:cNvPr id="90121" name="Line 11"/>
              <p:cNvSpPr/>
              <p:nvPr/>
            </p:nvSpPr>
            <p:spPr>
              <a:xfrm>
                <a:off x="3960" y="289"/>
                <a:ext cx="0" cy="60"/>
              </a:xfrm>
              <a:prstGeom prst="line">
                <a:avLst/>
              </a:prstGeom>
              <a:ln w="12700" cap="flat" cmpd="sng">
                <a:solidFill>
                  <a:schemeClr val="tx1"/>
                </a:solidFill>
                <a:prstDash val="solid"/>
                <a:round/>
                <a:headEnd type="none" w="med" len="med"/>
                <a:tailEnd type="none" w="med" len="med"/>
              </a:ln>
            </p:spPr>
          </p:sp>
          <p:sp>
            <p:nvSpPr>
              <p:cNvPr id="90122" name="Rectangle 12"/>
              <p:cNvSpPr/>
              <p:nvPr/>
            </p:nvSpPr>
            <p:spPr>
              <a:xfrm>
                <a:off x="3603" y="289"/>
                <a:ext cx="354" cy="59"/>
              </a:xfrm>
              <a:prstGeom prst="rect">
                <a:avLst/>
              </a:prstGeom>
              <a:solidFill>
                <a:schemeClr val="hlink"/>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90123" name="Oval 13"/>
              <p:cNvSpPr/>
              <p:nvPr/>
            </p:nvSpPr>
            <p:spPr>
              <a:xfrm>
                <a:off x="3600" y="219"/>
                <a:ext cx="357" cy="113"/>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90124" name="Group 14"/>
              <p:cNvGrpSpPr/>
              <p:nvPr/>
            </p:nvGrpSpPr>
            <p:grpSpPr>
              <a:xfrm>
                <a:off x="3686" y="244"/>
                <a:ext cx="177" cy="66"/>
                <a:chOff x="2848" y="848"/>
                <a:chExt cx="140" cy="98"/>
              </a:xfrm>
            </p:grpSpPr>
            <p:sp>
              <p:nvSpPr>
                <p:cNvPr id="90125" name="Line 15"/>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90126" name="Line 16"/>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90127" name="Line 17"/>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90128" name="Group 18"/>
              <p:cNvGrpSpPr/>
              <p:nvPr/>
            </p:nvGrpSpPr>
            <p:grpSpPr>
              <a:xfrm flipV="1">
                <a:off x="3686" y="243"/>
                <a:ext cx="177" cy="66"/>
                <a:chOff x="2848" y="848"/>
                <a:chExt cx="140" cy="98"/>
              </a:xfrm>
            </p:grpSpPr>
            <p:sp>
              <p:nvSpPr>
                <p:cNvPr id="90129" name="Line 19"/>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90130" name="Line 20"/>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90131" name="Line 21"/>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sp>
          <p:nvSpPr>
            <p:cNvPr id="90132" name="Rectangle 22"/>
            <p:cNvSpPr/>
            <p:nvPr/>
          </p:nvSpPr>
          <p:spPr>
            <a:xfrm rot="-5400000">
              <a:off x="3120" y="2217"/>
              <a:ext cx="82" cy="119"/>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90133" name="Rectangle 23"/>
            <p:cNvSpPr/>
            <p:nvPr/>
          </p:nvSpPr>
          <p:spPr>
            <a:xfrm rot="-5400000">
              <a:off x="2381" y="2227"/>
              <a:ext cx="82" cy="119"/>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90134" name="Text Box 24"/>
            <p:cNvSpPr txBox="1"/>
            <p:nvPr/>
          </p:nvSpPr>
          <p:spPr>
            <a:xfrm>
              <a:off x="2678" y="1921"/>
              <a:ext cx="1036" cy="202"/>
            </a:xfrm>
            <a:prstGeom prst="rect">
              <a:avLst/>
            </a:prstGeom>
            <a:noFill/>
            <a:ln w="9525">
              <a:noFill/>
            </a:ln>
          </p:spPr>
          <p:txBody>
            <a:bodyPr wrap="none" anchor="t" anchorCtr="0">
              <a:spAutoFit/>
            </a:bodyPr>
            <a:p>
              <a:pPr eaLnBrk="0" hangingPunct="0">
                <a:buClrTx/>
                <a:buFontTx/>
              </a:pPr>
              <a:r>
                <a:rPr lang="en-US" altLang="zh-CN" sz="1200" i="0" dirty="0">
                  <a:latin typeface="Arial" panose="020B0604020202020204" pitchFamily="34" charset="0"/>
                  <a:ea typeface="宋体" panose="02010600030101010101" pitchFamily="2" charset="-122"/>
                </a:rPr>
                <a:t>1A-23-F9-CD-06-9B</a:t>
              </a:r>
              <a:endParaRPr lang="en-US" altLang="zh-CN" sz="1200" i="0" dirty="0">
                <a:latin typeface="Arial" panose="020B0604020202020204" pitchFamily="34" charset="0"/>
                <a:ea typeface="宋体" panose="02010600030101010101" pitchFamily="2" charset="-122"/>
              </a:endParaRPr>
            </a:p>
          </p:txBody>
        </p:sp>
        <p:sp>
          <p:nvSpPr>
            <p:cNvPr id="90135" name="Text Box 25"/>
            <p:cNvSpPr txBox="1"/>
            <p:nvPr/>
          </p:nvSpPr>
          <p:spPr>
            <a:xfrm>
              <a:off x="2725" y="2423"/>
              <a:ext cx="888" cy="202"/>
            </a:xfrm>
            <a:prstGeom prst="rect">
              <a:avLst/>
            </a:prstGeom>
            <a:noFill/>
            <a:ln w="9525">
              <a:noFill/>
            </a:ln>
          </p:spPr>
          <p:txBody>
            <a:bodyPr wrap="none" anchor="t" anchorCtr="0">
              <a:spAutoFit/>
            </a:bodyPr>
            <a:p>
              <a:pPr eaLnBrk="0" hangingPunct="0">
                <a:buClrTx/>
                <a:buFontTx/>
              </a:pPr>
              <a:r>
                <a:rPr lang="en-US" altLang="zh-CN" sz="1200" i="0" dirty="0">
                  <a:latin typeface="Arial" panose="020B0604020202020204" pitchFamily="34" charset="0"/>
                  <a:ea typeface="宋体" panose="02010600030101010101" pitchFamily="2" charset="-122"/>
                </a:rPr>
                <a:t>222.222.222.220</a:t>
              </a:r>
              <a:endParaRPr lang="en-US" altLang="zh-CN" sz="1200" i="0" dirty="0">
                <a:latin typeface="Arial" panose="020B0604020202020204" pitchFamily="34" charset="0"/>
                <a:ea typeface="宋体" panose="02010600030101010101" pitchFamily="2" charset="-122"/>
              </a:endParaRPr>
            </a:p>
          </p:txBody>
        </p:sp>
        <p:sp>
          <p:nvSpPr>
            <p:cNvPr id="90136" name="Text Box 27"/>
            <p:cNvSpPr txBox="1"/>
            <p:nvPr/>
          </p:nvSpPr>
          <p:spPr>
            <a:xfrm>
              <a:off x="2083" y="2573"/>
              <a:ext cx="888" cy="201"/>
            </a:xfrm>
            <a:prstGeom prst="rect">
              <a:avLst/>
            </a:prstGeom>
            <a:noFill/>
            <a:ln w="9525">
              <a:noFill/>
            </a:ln>
          </p:spPr>
          <p:txBody>
            <a:bodyPr wrap="none" anchor="t" anchorCtr="0">
              <a:spAutoFit/>
            </a:bodyPr>
            <a:p>
              <a:pPr eaLnBrk="0" hangingPunct="0">
                <a:buClrTx/>
                <a:buFontTx/>
              </a:pPr>
              <a:r>
                <a:rPr lang="en-US" altLang="zh-CN" sz="1200" i="0" dirty="0">
                  <a:latin typeface="Arial" panose="020B0604020202020204" pitchFamily="34" charset="0"/>
                  <a:ea typeface="宋体" panose="02010600030101010101" pitchFamily="2" charset="-122"/>
                </a:rPr>
                <a:t>111.111.111.110</a:t>
              </a:r>
              <a:endParaRPr lang="en-US" altLang="zh-CN" sz="1200" i="0" dirty="0">
                <a:latin typeface="Arial" panose="020B0604020202020204" pitchFamily="34" charset="0"/>
                <a:ea typeface="宋体" panose="02010600030101010101" pitchFamily="2" charset="-122"/>
              </a:endParaRPr>
            </a:p>
          </p:txBody>
        </p:sp>
        <p:sp>
          <p:nvSpPr>
            <p:cNvPr id="90137" name="Text Box 28"/>
            <p:cNvSpPr txBox="1"/>
            <p:nvPr/>
          </p:nvSpPr>
          <p:spPr>
            <a:xfrm>
              <a:off x="2061" y="1756"/>
              <a:ext cx="1031" cy="202"/>
            </a:xfrm>
            <a:prstGeom prst="rect">
              <a:avLst/>
            </a:prstGeom>
            <a:noFill/>
            <a:ln w="9525">
              <a:noFill/>
            </a:ln>
          </p:spPr>
          <p:txBody>
            <a:bodyPr wrap="none" anchor="t" anchorCtr="0">
              <a:spAutoFit/>
            </a:bodyPr>
            <a:p>
              <a:pPr eaLnBrk="0" hangingPunct="0">
                <a:buClrTx/>
                <a:buFontTx/>
              </a:pPr>
              <a:r>
                <a:rPr lang="en-US" altLang="zh-CN" sz="1200" i="0" dirty="0">
                  <a:latin typeface="Arial" panose="020B0604020202020204" pitchFamily="34" charset="0"/>
                  <a:ea typeface="宋体" panose="02010600030101010101" pitchFamily="2" charset="-122"/>
                </a:rPr>
                <a:t>E6-E9-00-17-BB-4B</a:t>
              </a:r>
              <a:endParaRPr lang="en-US" altLang="zh-CN" sz="1200" i="0" dirty="0">
                <a:latin typeface="Arial" panose="020B0604020202020204" pitchFamily="34" charset="0"/>
                <a:ea typeface="宋体" panose="02010600030101010101" pitchFamily="2" charset="-122"/>
              </a:endParaRPr>
            </a:p>
          </p:txBody>
        </p:sp>
        <p:sp>
          <p:nvSpPr>
            <p:cNvPr id="90138" name="Text Box 29"/>
            <p:cNvSpPr txBox="1"/>
            <p:nvPr/>
          </p:nvSpPr>
          <p:spPr>
            <a:xfrm>
              <a:off x="846" y="3181"/>
              <a:ext cx="1093" cy="202"/>
            </a:xfrm>
            <a:prstGeom prst="rect">
              <a:avLst/>
            </a:prstGeom>
            <a:noFill/>
            <a:ln w="9525">
              <a:noFill/>
            </a:ln>
          </p:spPr>
          <p:txBody>
            <a:bodyPr wrap="none" anchor="t" anchorCtr="0">
              <a:spAutoFit/>
            </a:bodyPr>
            <a:p>
              <a:pPr eaLnBrk="0" hangingPunct="0">
                <a:buClrTx/>
                <a:buFontTx/>
              </a:pPr>
              <a:r>
                <a:rPr lang="en-US" altLang="zh-CN" sz="1200" i="0" dirty="0">
                  <a:latin typeface="Arial" panose="020B0604020202020204" pitchFamily="34" charset="0"/>
                  <a:ea typeface="宋体" panose="02010600030101010101" pitchFamily="2" charset="-122"/>
                </a:rPr>
                <a:t>CC-49-DE-D0-AB-7D</a:t>
              </a:r>
              <a:endParaRPr lang="en-US" altLang="zh-CN" sz="1200" i="0" dirty="0">
                <a:latin typeface="Arial" panose="020B0604020202020204" pitchFamily="34" charset="0"/>
                <a:ea typeface="宋体" panose="02010600030101010101" pitchFamily="2" charset="-122"/>
              </a:endParaRPr>
            </a:p>
          </p:txBody>
        </p:sp>
        <p:sp>
          <p:nvSpPr>
            <p:cNvPr id="90139" name="Text Box 30"/>
            <p:cNvSpPr txBox="1"/>
            <p:nvPr/>
          </p:nvSpPr>
          <p:spPr>
            <a:xfrm>
              <a:off x="449" y="2774"/>
              <a:ext cx="888" cy="202"/>
            </a:xfrm>
            <a:prstGeom prst="rect">
              <a:avLst/>
            </a:prstGeom>
            <a:noFill/>
            <a:ln w="9525">
              <a:noFill/>
            </a:ln>
          </p:spPr>
          <p:txBody>
            <a:bodyPr wrap="none" anchor="t" anchorCtr="0">
              <a:spAutoFit/>
            </a:bodyPr>
            <a:p>
              <a:pPr eaLnBrk="0" hangingPunct="0">
                <a:buClrTx/>
                <a:buFontTx/>
              </a:pPr>
              <a:r>
                <a:rPr lang="en-US" altLang="zh-CN" sz="1200" i="0" dirty="0">
                  <a:latin typeface="Arial" panose="020B0604020202020204" pitchFamily="34" charset="0"/>
                  <a:ea typeface="宋体" panose="02010600030101010101" pitchFamily="2" charset="-122"/>
                </a:rPr>
                <a:t>111.111.111.112</a:t>
              </a:r>
              <a:endParaRPr lang="en-US" altLang="zh-CN" sz="1200" i="0" dirty="0">
                <a:latin typeface="Arial" panose="020B0604020202020204" pitchFamily="34" charset="0"/>
                <a:ea typeface="宋体" panose="02010600030101010101" pitchFamily="2" charset="-122"/>
              </a:endParaRPr>
            </a:p>
          </p:txBody>
        </p:sp>
        <p:graphicFrame>
          <p:nvGraphicFramePr>
            <p:cNvPr id="90140" name="Object 31"/>
            <p:cNvGraphicFramePr>
              <a:graphicFrameLocks noChangeAspect="1"/>
            </p:cNvGraphicFramePr>
            <p:nvPr/>
          </p:nvGraphicFramePr>
          <p:xfrm>
            <a:off x="830" y="2916"/>
            <a:ext cx="301" cy="239"/>
          </p:xfrm>
          <a:graphic>
            <a:graphicData uri="http://schemas.openxmlformats.org/presentationml/2006/ole">
              <mc:AlternateContent xmlns:mc="http://schemas.openxmlformats.org/markup-compatibility/2006">
                <mc:Choice xmlns:v="urn:schemas-microsoft-com:vml" Requires="v">
                  <p:oleObj spid="_x0000_s3117" name="" r:id="rId1" imgW="1307465" imgH="1083945" progId="MS_ClipArt_Gallery.2">
                    <p:embed/>
                  </p:oleObj>
                </mc:Choice>
                <mc:Fallback>
                  <p:oleObj name="" r:id="rId1" imgW="1307465" imgH="1083945" progId="MS_ClipArt_Gallery.2">
                    <p:embed/>
                    <p:pic>
                      <p:nvPicPr>
                        <p:cNvPr id="0" name="图片 3116"/>
                        <p:cNvPicPr/>
                        <p:nvPr/>
                      </p:nvPicPr>
                      <p:blipFill>
                        <a:blip r:embed="rId2"/>
                        <a:stretch>
                          <a:fillRect/>
                        </a:stretch>
                      </p:blipFill>
                      <p:spPr>
                        <a:xfrm>
                          <a:off x="830" y="2916"/>
                          <a:ext cx="301" cy="239"/>
                        </a:xfrm>
                        <a:prstGeom prst="rect">
                          <a:avLst/>
                        </a:prstGeom>
                        <a:noFill/>
                        <a:ln w="38100">
                          <a:noFill/>
                          <a:miter/>
                        </a:ln>
                      </p:spPr>
                    </p:pic>
                  </p:oleObj>
                </mc:Fallback>
              </mc:AlternateContent>
            </a:graphicData>
          </a:graphic>
        </p:graphicFrame>
        <p:sp>
          <p:nvSpPr>
            <p:cNvPr id="90141" name="Rectangle 32"/>
            <p:cNvSpPr/>
            <p:nvPr/>
          </p:nvSpPr>
          <p:spPr>
            <a:xfrm rot="-5400000">
              <a:off x="1124" y="2956"/>
              <a:ext cx="82" cy="119"/>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90142" name="Text Box 33"/>
            <p:cNvSpPr txBox="1"/>
            <p:nvPr/>
          </p:nvSpPr>
          <p:spPr>
            <a:xfrm>
              <a:off x="498" y="2007"/>
              <a:ext cx="888" cy="202"/>
            </a:xfrm>
            <a:prstGeom prst="rect">
              <a:avLst/>
            </a:prstGeom>
            <a:noFill/>
            <a:ln w="9525">
              <a:noFill/>
            </a:ln>
          </p:spPr>
          <p:txBody>
            <a:bodyPr wrap="none" anchor="t" anchorCtr="0">
              <a:spAutoFit/>
            </a:bodyPr>
            <a:p>
              <a:pPr eaLnBrk="0" hangingPunct="0">
                <a:buClrTx/>
                <a:buFontTx/>
              </a:pPr>
              <a:r>
                <a:rPr lang="en-US" altLang="zh-CN" sz="1200" i="0" dirty="0">
                  <a:latin typeface="Arial" panose="020B0604020202020204" pitchFamily="34" charset="0"/>
                  <a:ea typeface="宋体" panose="02010600030101010101" pitchFamily="2" charset="-122"/>
                </a:rPr>
                <a:t>111.111.111.111</a:t>
              </a:r>
              <a:endParaRPr lang="en-US" altLang="zh-CN" sz="1200" i="0" dirty="0">
                <a:latin typeface="Arial" panose="020B0604020202020204" pitchFamily="34" charset="0"/>
                <a:ea typeface="宋体" panose="02010600030101010101" pitchFamily="2" charset="-122"/>
              </a:endParaRPr>
            </a:p>
          </p:txBody>
        </p:sp>
        <p:grpSp>
          <p:nvGrpSpPr>
            <p:cNvPr id="90143" name="Group 35"/>
            <p:cNvGrpSpPr/>
            <p:nvPr/>
          </p:nvGrpSpPr>
          <p:grpSpPr>
            <a:xfrm>
              <a:off x="513" y="1554"/>
              <a:ext cx="567" cy="463"/>
              <a:chOff x="1910" y="3474"/>
              <a:chExt cx="567" cy="463"/>
            </a:xfrm>
          </p:grpSpPr>
          <p:graphicFrame>
            <p:nvGraphicFramePr>
              <p:cNvPr id="90144" name="Object 34"/>
              <p:cNvGraphicFramePr>
                <a:graphicFrameLocks noChangeAspect="1"/>
              </p:cNvGraphicFramePr>
              <p:nvPr/>
            </p:nvGraphicFramePr>
            <p:xfrm>
              <a:off x="1910" y="3487"/>
              <a:ext cx="567" cy="450"/>
            </p:xfrm>
            <a:graphic>
              <a:graphicData uri="http://schemas.openxmlformats.org/presentationml/2006/ole">
                <mc:AlternateContent xmlns:mc="http://schemas.openxmlformats.org/markup-compatibility/2006">
                  <mc:Choice xmlns:v="urn:schemas-microsoft-com:vml" Requires="v">
                    <p:oleObj spid="_x0000_s3116" name="" r:id="rId3" imgW="1307465" imgH="1083945" progId="MS_ClipArt_Gallery.2">
                      <p:embed/>
                    </p:oleObj>
                  </mc:Choice>
                  <mc:Fallback>
                    <p:oleObj name="" r:id="rId3" imgW="1307465" imgH="1083945" progId="MS_ClipArt_Gallery.2">
                      <p:embed/>
                      <p:pic>
                        <p:nvPicPr>
                          <p:cNvPr id="0" name="图片 3115"/>
                          <p:cNvPicPr/>
                          <p:nvPr/>
                        </p:nvPicPr>
                        <p:blipFill>
                          <a:blip r:embed="rId2"/>
                          <a:stretch>
                            <a:fillRect/>
                          </a:stretch>
                        </p:blipFill>
                        <p:spPr>
                          <a:xfrm>
                            <a:off x="1910" y="3487"/>
                            <a:ext cx="567" cy="450"/>
                          </a:xfrm>
                          <a:prstGeom prst="rect">
                            <a:avLst/>
                          </a:prstGeom>
                          <a:noFill/>
                          <a:ln w="38100">
                            <a:noFill/>
                            <a:miter/>
                          </a:ln>
                        </p:spPr>
                      </p:pic>
                    </p:oleObj>
                  </mc:Fallback>
                </mc:AlternateContent>
              </a:graphicData>
            </a:graphic>
          </p:graphicFrame>
          <p:sp>
            <p:nvSpPr>
              <p:cNvPr id="90145" name="Text Box 5"/>
              <p:cNvSpPr txBox="1"/>
              <p:nvPr/>
            </p:nvSpPr>
            <p:spPr>
              <a:xfrm>
                <a:off x="2063" y="3474"/>
                <a:ext cx="273" cy="336"/>
              </a:xfrm>
              <a:prstGeom prst="rect">
                <a:avLst/>
              </a:prstGeom>
              <a:noFill/>
              <a:ln w="9525">
                <a:noFill/>
              </a:ln>
            </p:spPr>
            <p:txBody>
              <a:bodyPr wrap="none" anchor="t" anchorCtr="0">
                <a:spAutoFit/>
              </a:bodyPr>
              <a:p>
                <a:pPr eaLnBrk="0" hangingPunct="0">
                  <a:spcBef>
                    <a:spcPct val="50000"/>
                  </a:spcBef>
                  <a:buClrTx/>
                  <a:buFontTx/>
                </a:pPr>
                <a:r>
                  <a:rPr lang="en-US" altLang="zh-CN" sz="2400" i="0" dirty="0">
                    <a:solidFill>
                      <a:srgbClr val="FF0000"/>
                    </a:solidFill>
                    <a:latin typeface="Comic Sans MS" panose="030F0702030302020204" pitchFamily="66" charset="0"/>
                    <a:ea typeface="宋体" panose="02010600030101010101" pitchFamily="2" charset="-122"/>
                  </a:rPr>
                  <a:t>A</a:t>
                </a:r>
                <a:endParaRPr lang="en-US" altLang="zh-CN" i="0" dirty="0">
                  <a:solidFill>
                    <a:srgbClr val="FF0000"/>
                  </a:solidFill>
                  <a:latin typeface="Comic Sans MS" panose="030F0702030302020204" pitchFamily="66" charset="0"/>
                  <a:ea typeface="宋体" panose="02010600030101010101" pitchFamily="2" charset="-122"/>
                </a:endParaRPr>
              </a:p>
            </p:txBody>
          </p:sp>
        </p:grpSp>
        <p:sp>
          <p:nvSpPr>
            <p:cNvPr id="90146" name="Rectangle 36"/>
            <p:cNvSpPr/>
            <p:nvPr/>
          </p:nvSpPr>
          <p:spPr>
            <a:xfrm rot="-5400000">
              <a:off x="1069" y="1684"/>
              <a:ext cx="82" cy="119"/>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90147" name="Text Box 37"/>
            <p:cNvSpPr txBox="1"/>
            <p:nvPr/>
          </p:nvSpPr>
          <p:spPr>
            <a:xfrm>
              <a:off x="717" y="1402"/>
              <a:ext cx="1014" cy="202"/>
            </a:xfrm>
            <a:prstGeom prst="rect">
              <a:avLst/>
            </a:prstGeom>
            <a:noFill/>
            <a:ln w="9525">
              <a:noFill/>
            </a:ln>
          </p:spPr>
          <p:txBody>
            <a:bodyPr wrap="none" anchor="t" anchorCtr="0">
              <a:spAutoFit/>
            </a:bodyPr>
            <a:p>
              <a:pPr eaLnBrk="0" hangingPunct="0">
                <a:buClrTx/>
                <a:buFontTx/>
              </a:pPr>
              <a:r>
                <a:rPr lang="en-US" altLang="zh-CN" sz="1200" i="0" dirty="0">
                  <a:latin typeface="Arial" panose="020B0604020202020204" pitchFamily="34" charset="0"/>
                  <a:ea typeface="宋体" panose="02010600030101010101" pitchFamily="2" charset="-122"/>
                </a:rPr>
                <a:t>74-29-9C-E8-FF-55</a:t>
              </a:r>
              <a:endParaRPr lang="en-US" altLang="zh-CN" sz="1200" i="0" dirty="0">
                <a:latin typeface="Arial" panose="020B0604020202020204" pitchFamily="34" charset="0"/>
                <a:ea typeface="宋体" panose="02010600030101010101" pitchFamily="2" charset="-122"/>
              </a:endParaRPr>
            </a:p>
          </p:txBody>
        </p:sp>
        <p:graphicFrame>
          <p:nvGraphicFramePr>
            <p:cNvPr id="90148" name="Object 38"/>
            <p:cNvGraphicFramePr>
              <a:graphicFrameLocks noChangeAspect="1"/>
            </p:cNvGraphicFramePr>
            <p:nvPr/>
          </p:nvGraphicFramePr>
          <p:xfrm>
            <a:off x="4596" y="1572"/>
            <a:ext cx="301" cy="239"/>
          </p:xfrm>
          <a:graphic>
            <a:graphicData uri="http://schemas.openxmlformats.org/presentationml/2006/ole">
              <mc:AlternateContent xmlns:mc="http://schemas.openxmlformats.org/markup-compatibility/2006">
                <mc:Choice xmlns:v="urn:schemas-microsoft-com:vml" Requires="v">
                  <p:oleObj spid="_x0000_s3118" name="" r:id="rId4" imgW="1307465" imgH="1083945" progId="MS_ClipArt_Gallery.2">
                    <p:embed/>
                  </p:oleObj>
                </mc:Choice>
                <mc:Fallback>
                  <p:oleObj name="" r:id="rId4" imgW="1307465" imgH="1083945" progId="MS_ClipArt_Gallery.2">
                    <p:embed/>
                    <p:pic>
                      <p:nvPicPr>
                        <p:cNvPr id="0" name="图片 3117"/>
                        <p:cNvPicPr/>
                        <p:nvPr/>
                      </p:nvPicPr>
                      <p:blipFill>
                        <a:blip r:embed="rId2"/>
                        <a:stretch>
                          <a:fillRect/>
                        </a:stretch>
                      </p:blipFill>
                      <p:spPr>
                        <a:xfrm>
                          <a:off x="4596" y="1572"/>
                          <a:ext cx="301" cy="239"/>
                        </a:xfrm>
                        <a:prstGeom prst="rect">
                          <a:avLst/>
                        </a:prstGeom>
                        <a:noFill/>
                        <a:ln w="38100">
                          <a:noFill/>
                          <a:miter/>
                        </a:ln>
                      </p:spPr>
                    </p:pic>
                  </p:oleObj>
                </mc:Fallback>
              </mc:AlternateContent>
            </a:graphicData>
          </a:graphic>
        </p:graphicFrame>
        <p:sp>
          <p:nvSpPr>
            <p:cNvPr id="90149" name="Rectangle 39"/>
            <p:cNvSpPr/>
            <p:nvPr/>
          </p:nvSpPr>
          <p:spPr>
            <a:xfrm rot="-5400000">
              <a:off x="4517" y="1634"/>
              <a:ext cx="82" cy="119"/>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90150" name="Text Box 40"/>
            <p:cNvSpPr txBox="1"/>
            <p:nvPr/>
          </p:nvSpPr>
          <p:spPr>
            <a:xfrm>
              <a:off x="4462" y="1825"/>
              <a:ext cx="888" cy="202"/>
            </a:xfrm>
            <a:prstGeom prst="rect">
              <a:avLst/>
            </a:prstGeom>
            <a:noFill/>
            <a:ln w="9525">
              <a:noFill/>
            </a:ln>
          </p:spPr>
          <p:txBody>
            <a:bodyPr wrap="none" anchor="t" anchorCtr="0">
              <a:spAutoFit/>
            </a:bodyPr>
            <a:p>
              <a:pPr eaLnBrk="0" hangingPunct="0">
                <a:buClrTx/>
                <a:buFontTx/>
              </a:pPr>
              <a:r>
                <a:rPr lang="en-US" altLang="zh-CN" sz="1200" i="0" dirty="0">
                  <a:latin typeface="Arial" panose="020B0604020202020204" pitchFamily="34" charset="0"/>
                  <a:ea typeface="宋体" panose="02010600030101010101" pitchFamily="2" charset="-122"/>
                </a:rPr>
                <a:t>222.222.222.221</a:t>
              </a:r>
              <a:endParaRPr lang="en-US" altLang="zh-CN" sz="1200" i="0" dirty="0">
                <a:latin typeface="Arial" panose="020B0604020202020204" pitchFamily="34" charset="0"/>
                <a:ea typeface="宋体" panose="02010600030101010101" pitchFamily="2" charset="-122"/>
              </a:endParaRPr>
            </a:p>
          </p:txBody>
        </p:sp>
        <p:sp>
          <p:nvSpPr>
            <p:cNvPr id="90151" name="Text Box 41"/>
            <p:cNvSpPr txBox="1"/>
            <p:nvPr/>
          </p:nvSpPr>
          <p:spPr>
            <a:xfrm>
              <a:off x="4126" y="1367"/>
              <a:ext cx="1009" cy="202"/>
            </a:xfrm>
            <a:prstGeom prst="rect">
              <a:avLst/>
            </a:prstGeom>
            <a:noFill/>
            <a:ln w="9525">
              <a:noFill/>
            </a:ln>
          </p:spPr>
          <p:txBody>
            <a:bodyPr wrap="none" anchor="t" anchorCtr="0">
              <a:spAutoFit/>
            </a:bodyPr>
            <a:p>
              <a:pPr eaLnBrk="0" hangingPunct="0">
                <a:buClrTx/>
                <a:buFontTx/>
              </a:pPr>
              <a:r>
                <a:rPr lang="en-US" altLang="zh-CN" sz="1200" i="0" dirty="0">
                  <a:latin typeface="Arial" panose="020B0604020202020204" pitchFamily="34" charset="0"/>
                  <a:ea typeface="宋体" panose="02010600030101010101" pitchFamily="2" charset="-122"/>
                </a:rPr>
                <a:t>88-B2-2F-54-1A-0F</a:t>
              </a:r>
              <a:endParaRPr lang="en-US" altLang="zh-CN" sz="1200" i="0" dirty="0">
                <a:latin typeface="Arial" panose="020B0604020202020204" pitchFamily="34" charset="0"/>
                <a:ea typeface="宋体" panose="02010600030101010101" pitchFamily="2" charset="-122"/>
              </a:endParaRPr>
            </a:p>
          </p:txBody>
        </p:sp>
        <p:grpSp>
          <p:nvGrpSpPr>
            <p:cNvPr id="90152" name="Group 42"/>
            <p:cNvGrpSpPr/>
            <p:nvPr/>
          </p:nvGrpSpPr>
          <p:grpSpPr>
            <a:xfrm>
              <a:off x="4598" y="2532"/>
              <a:ext cx="567" cy="463"/>
              <a:chOff x="1910" y="3474"/>
              <a:chExt cx="567" cy="463"/>
            </a:xfrm>
          </p:grpSpPr>
          <p:graphicFrame>
            <p:nvGraphicFramePr>
              <p:cNvPr id="90153" name="Object 43"/>
              <p:cNvGraphicFramePr>
                <a:graphicFrameLocks noChangeAspect="1"/>
              </p:cNvGraphicFramePr>
              <p:nvPr/>
            </p:nvGraphicFramePr>
            <p:xfrm>
              <a:off x="1910" y="3487"/>
              <a:ext cx="567" cy="450"/>
            </p:xfrm>
            <a:graphic>
              <a:graphicData uri="http://schemas.openxmlformats.org/presentationml/2006/ole">
                <mc:AlternateContent xmlns:mc="http://schemas.openxmlformats.org/markup-compatibility/2006">
                  <mc:Choice xmlns:v="urn:schemas-microsoft-com:vml" Requires="v">
                    <p:oleObj spid="_x0000_s3115" name="" r:id="rId5" imgW="1307465" imgH="1083945" progId="MS_ClipArt_Gallery.2">
                      <p:embed/>
                    </p:oleObj>
                  </mc:Choice>
                  <mc:Fallback>
                    <p:oleObj name="" r:id="rId5" imgW="1307465" imgH="1083945" progId="MS_ClipArt_Gallery.2">
                      <p:embed/>
                      <p:pic>
                        <p:nvPicPr>
                          <p:cNvPr id="0" name="图片 3114"/>
                          <p:cNvPicPr/>
                          <p:nvPr/>
                        </p:nvPicPr>
                        <p:blipFill>
                          <a:blip r:embed="rId2"/>
                          <a:stretch>
                            <a:fillRect/>
                          </a:stretch>
                        </p:blipFill>
                        <p:spPr>
                          <a:xfrm>
                            <a:off x="1910" y="3487"/>
                            <a:ext cx="567" cy="450"/>
                          </a:xfrm>
                          <a:prstGeom prst="rect">
                            <a:avLst/>
                          </a:prstGeom>
                          <a:noFill/>
                          <a:ln w="38100">
                            <a:noFill/>
                            <a:miter/>
                          </a:ln>
                        </p:spPr>
                      </p:pic>
                    </p:oleObj>
                  </mc:Fallback>
                </mc:AlternateContent>
              </a:graphicData>
            </a:graphic>
          </p:graphicFrame>
          <p:sp>
            <p:nvSpPr>
              <p:cNvPr id="90154" name="Text Box 44"/>
              <p:cNvSpPr txBox="1"/>
              <p:nvPr/>
            </p:nvSpPr>
            <p:spPr>
              <a:xfrm>
                <a:off x="2063" y="3474"/>
                <a:ext cx="253" cy="336"/>
              </a:xfrm>
              <a:prstGeom prst="rect">
                <a:avLst/>
              </a:prstGeom>
              <a:noFill/>
              <a:ln w="9525">
                <a:noFill/>
              </a:ln>
            </p:spPr>
            <p:txBody>
              <a:bodyPr wrap="none" anchor="t" anchorCtr="0">
                <a:spAutoFit/>
              </a:bodyPr>
              <a:p>
                <a:pPr eaLnBrk="0" hangingPunct="0">
                  <a:spcBef>
                    <a:spcPct val="50000"/>
                  </a:spcBef>
                  <a:buClrTx/>
                  <a:buFontTx/>
                </a:pPr>
                <a:r>
                  <a:rPr lang="en-US" altLang="zh-CN" sz="2400" i="0" dirty="0">
                    <a:solidFill>
                      <a:srgbClr val="FF0000"/>
                    </a:solidFill>
                    <a:latin typeface="Comic Sans MS" panose="030F0702030302020204" pitchFamily="66" charset="0"/>
                    <a:ea typeface="宋体" panose="02010600030101010101" pitchFamily="2" charset="-122"/>
                  </a:rPr>
                  <a:t>B</a:t>
                </a:r>
                <a:endParaRPr lang="en-US" altLang="zh-CN" i="0" dirty="0">
                  <a:solidFill>
                    <a:srgbClr val="FF0000"/>
                  </a:solidFill>
                  <a:latin typeface="Comic Sans MS" panose="030F0702030302020204" pitchFamily="66" charset="0"/>
                  <a:ea typeface="宋体" panose="02010600030101010101" pitchFamily="2" charset="-122"/>
                </a:endParaRPr>
              </a:p>
            </p:txBody>
          </p:sp>
        </p:grpSp>
        <p:sp>
          <p:nvSpPr>
            <p:cNvPr id="90155" name="Text Box 45"/>
            <p:cNvSpPr txBox="1"/>
            <p:nvPr/>
          </p:nvSpPr>
          <p:spPr>
            <a:xfrm>
              <a:off x="4479" y="2394"/>
              <a:ext cx="888" cy="202"/>
            </a:xfrm>
            <a:prstGeom prst="rect">
              <a:avLst/>
            </a:prstGeom>
            <a:noFill/>
            <a:ln w="9525">
              <a:noFill/>
            </a:ln>
          </p:spPr>
          <p:txBody>
            <a:bodyPr wrap="none" anchor="t" anchorCtr="0">
              <a:spAutoFit/>
            </a:bodyPr>
            <a:p>
              <a:pPr eaLnBrk="0" hangingPunct="0">
                <a:buClrTx/>
                <a:buFontTx/>
              </a:pPr>
              <a:r>
                <a:rPr lang="en-US" altLang="zh-CN" sz="1200" i="0" dirty="0">
                  <a:latin typeface="Arial" panose="020B0604020202020204" pitchFamily="34" charset="0"/>
                  <a:ea typeface="宋体" panose="02010600030101010101" pitchFamily="2" charset="-122"/>
                </a:rPr>
                <a:t>222.222.222.222</a:t>
              </a:r>
              <a:endParaRPr lang="en-US" altLang="zh-CN" sz="1200" i="0" dirty="0">
                <a:latin typeface="Arial" panose="020B0604020202020204" pitchFamily="34" charset="0"/>
                <a:ea typeface="宋体" panose="02010600030101010101" pitchFamily="2" charset="-122"/>
              </a:endParaRPr>
            </a:p>
          </p:txBody>
        </p:sp>
        <p:sp>
          <p:nvSpPr>
            <p:cNvPr id="90156" name="Text Box 46"/>
            <p:cNvSpPr txBox="1"/>
            <p:nvPr/>
          </p:nvSpPr>
          <p:spPr>
            <a:xfrm>
              <a:off x="4199" y="2972"/>
              <a:ext cx="1047" cy="201"/>
            </a:xfrm>
            <a:prstGeom prst="rect">
              <a:avLst/>
            </a:prstGeom>
            <a:noFill/>
            <a:ln w="9525">
              <a:noFill/>
            </a:ln>
          </p:spPr>
          <p:txBody>
            <a:bodyPr wrap="none" anchor="t" anchorCtr="0">
              <a:spAutoFit/>
            </a:bodyPr>
            <a:p>
              <a:pPr eaLnBrk="0" hangingPunct="0">
                <a:buClrTx/>
                <a:buFontTx/>
              </a:pPr>
              <a:r>
                <a:rPr lang="en-US" altLang="zh-CN" sz="1200" i="0" dirty="0">
                  <a:latin typeface="Arial" panose="020B0604020202020204" pitchFamily="34" charset="0"/>
                  <a:ea typeface="宋体" panose="02010600030101010101" pitchFamily="2" charset="-122"/>
                </a:rPr>
                <a:t>49-BD-D2-C7-56-2A</a:t>
              </a:r>
              <a:endParaRPr lang="en-US" altLang="zh-CN" sz="1200" i="0" dirty="0">
                <a:latin typeface="Arial" panose="020B0604020202020204" pitchFamily="34" charset="0"/>
                <a:ea typeface="宋体" panose="02010600030101010101" pitchFamily="2" charset="-122"/>
              </a:endParaRPr>
            </a:p>
          </p:txBody>
        </p:sp>
        <p:sp>
          <p:nvSpPr>
            <p:cNvPr id="90157" name="Rectangle 47"/>
            <p:cNvSpPr/>
            <p:nvPr/>
          </p:nvSpPr>
          <p:spPr>
            <a:xfrm rot="-5400000">
              <a:off x="4548" y="2651"/>
              <a:ext cx="82" cy="119"/>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90158" name="Freeform 48"/>
            <p:cNvSpPr/>
            <p:nvPr/>
          </p:nvSpPr>
          <p:spPr>
            <a:xfrm>
              <a:off x="1277" y="1775"/>
              <a:ext cx="903" cy="996"/>
            </a:xfrm>
            <a:custGeom>
              <a:avLst/>
              <a:gdLst/>
              <a:ahLst/>
              <a:cxnLst>
                <a:cxn ang="0">
                  <a:pos x="180" y="83"/>
                </a:cxn>
                <a:cxn ang="0">
                  <a:pos x="78" y="227"/>
                </a:cxn>
                <a:cxn ang="0">
                  <a:pos x="11" y="507"/>
                </a:cxn>
                <a:cxn ang="0">
                  <a:pos x="11" y="716"/>
                </a:cxn>
                <a:cxn ang="0">
                  <a:pos x="49" y="918"/>
                </a:cxn>
                <a:cxn ang="0">
                  <a:pos x="117" y="990"/>
                </a:cxn>
                <a:cxn ang="0">
                  <a:pos x="230" y="954"/>
                </a:cxn>
                <a:cxn ang="0">
                  <a:pos x="408" y="947"/>
                </a:cxn>
                <a:cxn ang="0">
                  <a:pos x="518" y="831"/>
                </a:cxn>
                <a:cxn ang="0">
                  <a:pos x="585" y="543"/>
                </a:cxn>
                <a:cxn ang="0">
                  <a:pos x="543" y="227"/>
                </a:cxn>
                <a:cxn ang="0">
                  <a:pos x="390" y="25"/>
                </a:cxn>
                <a:cxn ang="0">
                  <a:pos x="180" y="83"/>
                </a:cxn>
              </a:cxnLst>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FFFF"/>
            </a:solidFill>
            <a:ln w="9525" cap="flat" cmpd="sng">
              <a:solidFill>
                <a:schemeClr val="tx1"/>
              </a:solidFill>
              <a:prstDash val="solid"/>
              <a:round/>
              <a:headEnd type="none" w="med" len="med"/>
              <a:tailEnd type="none" w="med" len="med"/>
            </a:ln>
          </p:spPr>
          <p:txBody>
            <a:bodyPr/>
            <a:p>
              <a:endParaRPr lang="zh-CN" altLang="en-US"/>
            </a:p>
          </p:txBody>
        </p:sp>
        <p:sp>
          <p:nvSpPr>
            <p:cNvPr id="90159" name="Freeform 49"/>
            <p:cNvSpPr/>
            <p:nvPr/>
          </p:nvSpPr>
          <p:spPr>
            <a:xfrm>
              <a:off x="3502" y="1812"/>
              <a:ext cx="1005" cy="996"/>
            </a:xfrm>
            <a:custGeom>
              <a:avLst/>
              <a:gdLst/>
              <a:ahLst/>
              <a:cxnLst>
                <a:cxn ang="0">
                  <a:pos x="307" y="83"/>
                </a:cxn>
                <a:cxn ang="0">
                  <a:pos x="134" y="227"/>
                </a:cxn>
                <a:cxn ang="0">
                  <a:pos x="19" y="507"/>
                </a:cxn>
                <a:cxn ang="0">
                  <a:pos x="19" y="716"/>
                </a:cxn>
                <a:cxn ang="0">
                  <a:pos x="84" y="918"/>
                </a:cxn>
                <a:cxn ang="0">
                  <a:pos x="199" y="990"/>
                </a:cxn>
                <a:cxn ang="0">
                  <a:pos x="393" y="954"/>
                </a:cxn>
                <a:cxn ang="0">
                  <a:pos x="696" y="947"/>
                </a:cxn>
                <a:cxn ang="0">
                  <a:pos x="883" y="831"/>
                </a:cxn>
                <a:cxn ang="0">
                  <a:pos x="998" y="543"/>
                </a:cxn>
                <a:cxn ang="0">
                  <a:pos x="926" y="227"/>
                </a:cxn>
                <a:cxn ang="0">
                  <a:pos x="667" y="25"/>
                </a:cxn>
                <a:cxn ang="0">
                  <a:pos x="307" y="83"/>
                </a:cxn>
              </a:cxnLst>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FFFF"/>
            </a:solidFill>
            <a:ln w="9525" cap="flat" cmpd="sng">
              <a:solidFill>
                <a:schemeClr val="tx1"/>
              </a:solidFill>
              <a:prstDash val="solid"/>
              <a:round/>
              <a:headEnd type="none" w="med" len="med"/>
              <a:tailEnd type="none" w="med" len="med"/>
            </a:ln>
          </p:spPr>
          <p:txBody>
            <a:bodyPr/>
            <a:p>
              <a:endParaRPr lang="zh-CN" altLang="en-US"/>
            </a:p>
          </p:txBody>
        </p:sp>
        <p:sp>
          <p:nvSpPr>
            <p:cNvPr id="90160" name="Line 50"/>
            <p:cNvSpPr/>
            <p:nvPr/>
          </p:nvSpPr>
          <p:spPr>
            <a:xfrm>
              <a:off x="1175" y="1753"/>
              <a:ext cx="294" cy="169"/>
            </a:xfrm>
            <a:prstGeom prst="line">
              <a:avLst/>
            </a:prstGeom>
            <a:ln w="9525" cap="flat" cmpd="sng">
              <a:solidFill>
                <a:schemeClr val="tx1"/>
              </a:solidFill>
              <a:prstDash val="solid"/>
              <a:round/>
              <a:headEnd type="none" w="med" len="med"/>
              <a:tailEnd type="none" w="med" len="med"/>
            </a:ln>
          </p:spPr>
        </p:sp>
        <p:sp>
          <p:nvSpPr>
            <p:cNvPr id="90161" name="Line 51"/>
            <p:cNvSpPr/>
            <p:nvPr/>
          </p:nvSpPr>
          <p:spPr>
            <a:xfrm flipV="1">
              <a:off x="1226" y="2754"/>
              <a:ext cx="207" cy="251"/>
            </a:xfrm>
            <a:prstGeom prst="line">
              <a:avLst/>
            </a:prstGeom>
            <a:ln w="9525" cap="flat" cmpd="sng">
              <a:solidFill>
                <a:schemeClr val="tx1"/>
              </a:solidFill>
              <a:prstDash val="solid"/>
              <a:round/>
              <a:headEnd type="none" w="med" len="med"/>
              <a:tailEnd type="none" w="med" len="med"/>
            </a:ln>
          </p:spPr>
        </p:sp>
        <p:sp>
          <p:nvSpPr>
            <p:cNvPr id="90162" name="Line 52"/>
            <p:cNvSpPr/>
            <p:nvPr/>
          </p:nvSpPr>
          <p:spPr>
            <a:xfrm>
              <a:off x="2172" y="2302"/>
              <a:ext cx="194" cy="7"/>
            </a:xfrm>
            <a:prstGeom prst="line">
              <a:avLst/>
            </a:prstGeom>
            <a:ln w="9525" cap="flat" cmpd="sng">
              <a:solidFill>
                <a:schemeClr val="tx1"/>
              </a:solidFill>
              <a:prstDash val="solid"/>
              <a:round/>
              <a:headEnd type="none" w="med" len="med"/>
              <a:tailEnd type="none" w="med" len="med"/>
            </a:ln>
          </p:spPr>
        </p:sp>
        <p:sp>
          <p:nvSpPr>
            <p:cNvPr id="90163" name="Line 53"/>
            <p:cNvSpPr/>
            <p:nvPr/>
          </p:nvSpPr>
          <p:spPr>
            <a:xfrm flipV="1">
              <a:off x="3228" y="2293"/>
              <a:ext cx="302" cy="2"/>
            </a:xfrm>
            <a:prstGeom prst="line">
              <a:avLst/>
            </a:prstGeom>
            <a:ln w="9525" cap="flat" cmpd="sng">
              <a:solidFill>
                <a:schemeClr val="tx1"/>
              </a:solidFill>
              <a:prstDash val="solid"/>
              <a:round/>
              <a:headEnd type="none" w="med" len="med"/>
              <a:tailEnd type="none" w="med" len="med"/>
            </a:ln>
          </p:spPr>
        </p:sp>
        <p:sp>
          <p:nvSpPr>
            <p:cNvPr id="90164" name="Line 54"/>
            <p:cNvSpPr/>
            <p:nvPr/>
          </p:nvSpPr>
          <p:spPr>
            <a:xfrm>
              <a:off x="4398" y="2618"/>
              <a:ext cx="132" cy="96"/>
            </a:xfrm>
            <a:prstGeom prst="line">
              <a:avLst/>
            </a:prstGeom>
            <a:ln w="9525" cap="flat" cmpd="sng">
              <a:solidFill>
                <a:schemeClr val="tx1"/>
              </a:solidFill>
              <a:prstDash val="solid"/>
              <a:round/>
              <a:headEnd type="none" w="med" len="med"/>
              <a:tailEnd type="none" w="med" len="med"/>
            </a:ln>
          </p:spPr>
        </p:sp>
        <p:sp>
          <p:nvSpPr>
            <p:cNvPr id="90165" name="Line 55"/>
            <p:cNvSpPr/>
            <p:nvPr/>
          </p:nvSpPr>
          <p:spPr>
            <a:xfrm flipH="1">
              <a:off x="4273" y="1706"/>
              <a:ext cx="225" cy="181"/>
            </a:xfrm>
            <a:prstGeom prst="line">
              <a:avLst/>
            </a:prstGeom>
            <a:ln w="9525" cap="flat" cmpd="sng">
              <a:solidFill>
                <a:schemeClr val="tx1"/>
              </a:solidFill>
              <a:prstDash val="solid"/>
              <a:round/>
              <a:headEnd type="none" w="med" len="med"/>
              <a:tailEnd type="none" w="med" len="med"/>
            </a:ln>
          </p:spPr>
        </p:sp>
        <p:sp>
          <p:nvSpPr>
            <p:cNvPr id="90166" name="Line 56"/>
            <p:cNvSpPr/>
            <p:nvPr/>
          </p:nvSpPr>
          <p:spPr>
            <a:xfrm flipV="1">
              <a:off x="1170" y="3075"/>
              <a:ext cx="0" cy="120"/>
            </a:xfrm>
            <a:prstGeom prst="line">
              <a:avLst/>
            </a:prstGeom>
            <a:ln w="9525" cap="flat" cmpd="sng">
              <a:solidFill>
                <a:schemeClr val="tx1"/>
              </a:solidFill>
              <a:prstDash val="solid"/>
              <a:round/>
              <a:headEnd type="none" w="med" len="med"/>
              <a:tailEnd type="triangle" w="med" len="med"/>
            </a:ln>
          </p:spPr>
        </p:sp>
        <p:sp>
          <p:nvSpPr>
            <p:cNvPr id="90167" name="Line 57"/>
            <p:cNvSpPr/>
            <p:nvPr/>
          </p:nvSpPr>
          <p:spPr>
            <a:xfrm>
              <a:off x="1110" y="1563"/>
              <a:ext cx="0" cy="132"/>
            </a:xfrm>
            <a:prstGeom prst="line">
              <a:avLst/>
            </a:prstGeom>
            <a:ln w="9525" cap="flat" cmpd="sng">
              <a:solidFill>
                <a:schemeClr val="tx1"/>
              </a:solidFill>
              <a:prstDash val="solid"/>
              <a:round/>
              <a:headEnd type="none" w="med" len="med"/>
              <a:tailEnd type="triangle" w="med" len="med"/>
            </a:ln>
          </p:spPr>
        </p:sp>
        <p:sp>
          <p:nvSpPr>
            <p:cNvPr id="90168" name="Line 58"/>
            <p:cNvSpPr/>
            <p:nvPr/>
          </p:nvSpPr>
          <p:spPr>
            <a:xfrm>
              <a:off x="2424" y="1911"/>
              <a:ext cx="0" cy="321"/>
            </a:xfrm>
            <a:prstGeom prst="line">
              <a:avLst/>
            </a:prstGeom>
            <a:ln w="9525" cap="flat" cmpd="sng">
              <a:solidFill>
                <a:schemeClr val="tx1"/>
              </a:solidFill>
              <a:prstDash val="solid"/>
              <a:round/>
              <a:headEnd type="none" w="med" len="med"/>
              <a:tailEnd type="triangle" w="med" len="med"/>
            </a:ln>
          </p:spPr>
        </p:sp>
        <p:sp>
          <p:nvSpPr>
            <p:cNvPr id="90169" name="Line 59"/>
            <p:cNvSpPr/>
            <p:nvPr/>
          </p:nvSpPr>
          <p:spPr>
            <a:xfrm>
              <a:off x="3144" y="2058"/>
              <a:ext cx="0" cy="153"/>
            </a:xfrm>
            <a:prstGeom prst="line">
              <a:avLst/>
            </a:prstGeom>
            <a:ln w="9525" cap="flat" cmpd="sng">
              <a:solidFill>
                <a:schemeClr val="tx1"/>
              </a:solidFill>
              <a:prstDash val="solid"/>
              <a:round/>
              <a:headEnd type="none" w="med" len="med"/>
              <a:tailEnd type="triangle" w="med" len="med"/>
            </a:ln>
          </p:spPr>
        </p:sp>
        <p:sp>
          <p:nvSpPr>
            <p:cNvPr id="90170" name="Line 60"/>
            <p:cNvSpPr/>
            <p:nvPr/>
          </p:nvSpPr>
          <p:spPr>
            <a:xfrm flipV="1">
              <a:off x="4572" y="2787"/>
              <a:ext cx="0" cy="204"/>
            </a:xfrm>
            <a:prstGeom prst="line">
              <a:avLst/>
            </a:prstGeom>
            <a:ln w="9525" cap="flat" cmpd="sng">
              <a:solidFill>
                <a:schemeClr val="tx1"/>
              </a:solidFill>
              <a:prstDash val="solid"/>
              <a:round/>
              <a:headEnd type="none" w="med" len="med"/>
              <a:tailEnd type="triangle" w="med" len="med"/>
            </a:ln>
          </p:spPr>
        </p:sp>
        <p:sp>
          <p:nvSpPr>
            <p:cNvPr id="90171" name="Line 61"/>
            <p:cNvSpPr/>
            <p:nvPr/>
          </p:nvSpPr>
          <p:spPr>
            <a:xfrm flipH="1">
              <a:off x="4560" y="1497"/>
              <a:ext cx="3" cy="147"/>
            </a:xfrm>
            <a:prstGeom prst="line">
              <a:avLst/>
            </a:prstGeom>
            <a:ln w="9525" cap="flat" cmpd="sng">
              <a:solidFill>
                <a:schemeClr val="tx1"/>
              </a:solidFill>
              <a:prstDash val="solid"/>
              <a:round/>
              <a:headEnd type="none" w="med" len="med"/>
              <a:tailEnd type="triangle" w="med" len="med"/>
            </a:ln>
          </p:spPr>
        </p:sp>
      </p:grpSp>
      <p:sp>
        <p:nvSpPr>
          <p:cNvPr id="90172" name="Rectangle 65"/>
          <p:cNvSpPr>
            <a:spLocks noGrp="1"/>
          </p:cNvSpPr>
          <p:nvPr>
            <p:ph idx="1"/>
          </p:nvPr>
        </p:nvSpPr>
        <p:spPr>
          <a:xfrm>
            <a:off x="533400" y="1095375"/>
            <a:ext cx="7772400" cy="4970463"/>
          </a:xfrm>
          <a:ln/>
        </p:spPr>
        <p:txBody>
          <a:bodyPr vert="horz" wrap="square" lIns="91440" tIns="45720" rIns="91440" bIns="45720" anchor="t" anchorCtr="0"/>
          <a:p>
            <a:pPr>
              <a:buNone/>
            </a:pPr>
            <a:r>
              <a:rPr lang="en-US" altLang="zh-CN" sz="2400" dirty="0">
                <a:ea typeface="宋体" panose="02010600030101010101" pitchFamily="2" charset="-122"/>
              </a:rPr>
              <a:t>walkthrough: </a:t>
            </a:r>
            <a:r>
              <a:rPr lang="en-US" altLang="zh-CN" sz="2400" dirty="0">
                <a:solidFill>
                  <a:srgbClr val="FF0000"/>
                </a:solidFill>
                <a:ea typeface="宋体" panose="02010600030101010101" pitchFamily="2" charset="-122"/>
              </a:rPr>
              <a:t>send datagram from A to B via R</a:t>
            </a:r>
            <a:endParaRPr lang="en-US" altLang="zh-CN" sz="2400" dirty="0">
              <a:ea typeface="宋体" panose="02010600030101010101" pitchFamily="2" charset="-122"/>
            </a:endParaRPr>
          </a:p>
          <a:p>
            <a:pPr>
              <a:buNone/>
            </a:pPr>
            <a:r>
              <a:rPr lang="en-US" altLang="zh-CN" sz="2400" dirty="0">
                <a:ea typeface="宋体" panose="02010600030101010101" pitchFamily="2" charset="-122"/>
              </a:rPr>
              <a:t>                     assume  A knows B’s IP address</a:t>
            </a:r>
            <a:endParaRPr lang="en-US" altLang="zh-CN" sz="2400"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sz="2400" dirty="0">
              <a:ea typeface="宋体" panose="02010600030101010101" pitchFamily="2" charset="-122"/>
            </a:endParaRPr>
          </a:p>
          <a:p>
            <a:r>
              <a:rPr lang="en-US" altLang="zh-CN" sz="2400" dirty="0">
                <a:ea typeface="宋体" panose="02010600030101010101" pitchFamily="2" charset="-122"/>
              </a:rPr>
              <a:t>two ARP tables in  router R, one for each IP network (LAN)</a:t>
            </a:r>
            <a:endParaRPr lang="en-US" altLang="zh-CN" dirty="0">
              <a:ea typeface="宋体" panose="02010600030101010101" pitchFamily="2" charset="-122"/>
            </a:endParaRPr>
          </a:p>
          <a:p>
            <a:pPr>
              <a:buNone/>
            </a:pPr>
            <a:endParaRPr lang="en-US" altLang="zh-CN" sz="2000" dirty="0">
              <a:ea typeface="宋体" panose="02010600030101010101" pitchFamily="2" charset="-122"/>
            </a:endParaRPr>
          </a:p>
          <a:p>
            <a:endParaRPr lang="en-US" altLang="zh-CN" dirty="0">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9216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92163" name="Rectangle 3"/>
          <p:cNvSpPr>
            <a:spLocks noGrp="1"/>
          </p:cNvSpPr>
          <p:nvPr>
            <p:ph idx="1"/>
          </p:nvPr>
        </p:nvSpPr>
        <p:spPr>
          <a:xfrm>
            <a:off x="522288" y="280988"/>
            <a:ext cx="7772400" cy="3476625"/>
          </a:xfrm>
          <a:ln/>
        </p:spPr>
        <p:txBody>
          <a:bodyPr vert="horz" wrap="square" lIns="91440" tIns="45720" rIns="91440" bIns="45720" anchor="t" anchorCtr="0"/>
          <a:p>
            <a:r>
              <a:rPr lang="en-US" altLang="zh-CN" sz="2000" dirty="0">
                <a:ea typeface="宋体" panose="02010600030101010101" pitchFamily="2" charset="-122"/>
              </a:rPr>
              <a:t>A creates IP datagram with source A, destination B </a:t>
            </a:r>
            <a:endParaRPr lang="en-US" altLang="zh-CN" sz="2000" dirty="0">
              <a:ea typeface="宋体" panose="02010600030101010101" pitchFamily="2" charset="-122"/>
            </a:endParaRPr>
          </a:p>
          <a:p>
            <a:r>
              <a:rPr lang="en-US" altLang="zh-CN" sz="2000" dirty="0">
                <a:ea typeface="宋体" panose="02010600030101010101" pitchFamily="2" charset="-122"/>
              </a:rPr>
              <a:t>A uses ARP to get R’s MAC address for </a:t>
            </a:r>
            <a:r>
              <a:rPr lang="en-US" altLang="zh-CN" sz="1800" dirty="0">
                <a:ea typeface="宋体" panose="02010600030101010101" pitchFamily="2" charset="-122"/>
              </a:rPr>
              <a:t>111.111.111.110</a:t>
            </a:r>
            <a:endParaRPr lang="en-US" altLang="zh-CN" sz="2000" dirty="0">
              <a:ea typeface="宋体" panose="02010600030101010101" pitchFamily="2" charset="-122"/>
            </a:endParaRPr>
          </a:p>
          <a:p>
            <a:r>
              <a:rPr lang="en-US" altLang="zh-CN" sz="2000" dirty="0">
                <a:ea typeface="宋体" panose="02010600030101010101" pitchFamily="2" charset="-122"/>
              </a:rPr>
              <a:t>A creates link-layer frame with R's MAC address as dest, frame contains A-to-B IP datagram</a:t>
            </a:r>
            <a:endParaRPr lang="en-US" altLang="zh-CN" sz="2000" dirty="0">
              <a:ea typeface="宋体" panose="02010600030101010101" pitchFamily="2" charset="-122"/>
            </a:endParaRPr>
          </a:p>
          <a:p>
            <a:r>
              <a:rPr lang="en-US" altLang="zh-CN" sz="2000" dirty="0">
                <a:ea typeface="宋体" panose="02010600030101010101" pitchFamily="2" charset="-122"/>
              </a:rPr>
              <a:t>A’s NIC sends frame </a:t>
            </a:r>
            <a:endParaRPr lang="en-US" altLang="zh-CN" sz="2000" dirty="0">
              <a:ea typeface="宋体" panose="02010600030101010101" pitchFamily="2" charset="-122"/>
            </a:endParaRPr>
          </a:p>
          <a:p>
            <a:r>
              <a:rPr lang="en-US" altLang="zh-CN" sz="2000" dirty="0">
                <a:ea typeface="宋体" panose="02010600030101010101" pitchFamily="2" charset="-122"/>
              </a:rPr>
              <a:t>R’s NIC receives frame </a:t>
            </a:r>
            <a:endParaRPr lang="en-US" altLang="zh-CN" sz="2000" dirty="0">
              <a:ea typeface="宋体" panose="02010600030101010101" pitchFamily="2" charset="-122"/>
            </a:endParaRPr>
          </a:p>
          <a:p>
            <a:r>
              <a:rPr lang="en-US" altLang="zh-CN" sz="2000" dirty="0">
                <a:ea typeface="宋体" panose="02010600030101010101" pitchFamily="2" charset="-122"/>
              </a:rPr>
              <a:t>R removes IP datagram from Ethernet frame, sees its destined to B</a:t>
            </a:r>
            <a:endParaRPr lang="en-US" altLang="zh-CN" sz="2000" dirty="0">
              <a:ea typeface="宋体" panose="02010600030101010101" pitchFamily="2" charset="-122"/>
            </a:endParaRPr>
          </a:p>
          <a:p>
            <a:r>
              <a:rPr lang="en-US" altLang="zh-CN" sz="2000" dirty="0">
                <a:ea typeface="宋体" panose="02010600030101010101" pitchFamily="2" charset="-122"/>
              </a:rPr>
              <a:t>R uses ARP to get B’s MAC address </a:t>
            </a:r>
            <a:endParaRPr lang="en-US" altLang="zh-CN" sz="2000" dirty="0">
              <a:ea typeface="宋体" panose="02010600030101010101" pitchFamily="2" charset="-122"/>
            </a:endParaRPr>
          </a:p>
          <a:p>
            <a:r>
              <a:rPr lang="en-US" altLang="zh-CN" sz="2000" dirty="0">
                <a:ea typeface="宋体" panose="02010600030101010101" pitchFamily="2" charset="-122"/>
              </a:rPr>
              <a:t>R creates frame containing A-to-B IP datagram sends to B</a:t>
            </a:r>
            <a:endParaRPr lang="en-US" altLang="zh-CN" dirty="0">
              <a:ea typeface="宋体" panose="02010600030101010101" pitchFamily="2" charset="-122"/>
            </a:endParaRPr>
          </a:p>
        </p:txBody>
      </p:sp>
      <p:grpSp>
        <p:nvGrpSpPr>
          <p:cNvPr id="92164" name="Group 63"/>
          <p:cNvGrpSpPr/>
          <p:nvPr/>
        </p:nvGrpSpPr>
        <p:grpSpPr>
          <a:xfrm>
            <a:off x="927100" y="3908425"/>
            <a:ext cx="6894513" cy="2546350"/>
            <a:chOff x="410" y="2462"/>
            <a:chExt cx="4518" cy="1721"/>
          </a:xfrm>
        </p:grpSpPr>
        <p:sp>
          <p:nvSpPr>
            <p:cNvPr id="92165" name="Text Box 8"/>
            <p:cNvSpPr txBox="1"/>
            <p:nvPr/>
          </p:nvSpPr>
          <p:spPr>
            <a:xfrm>
              <a:off x="2515" y="3649"/>
              <a:ext cx="246" cy="309"/>
            </a:xfrm>
            <a:prstGeom prst="rect">
              <a:avLst/>
            </a:prstGeom>
            <a:noFill/>
            <a:ln w="9525">
              <a:noFill/>
            </a:ln>
          </p:spPr>
          <p:txBody>
            <a:bodyPr wrap="none" anchor="t" anchorCtr="0">
              <a:spAutoFit/>
            </a:bodyPr>
            <a:p>
              <a:pPr eaLnBrk="0" hangingPunct="0">
                <a:spcBef>
                  <a:spcPct val="50000"/>
                </a:spcBef>
                <a:buClrTx/>
                <a:buFontTx/>
              </a:pPr>
              <a:r>
                <a:rPr lang="en-US" altLang="zh-CN" sz="2400" i="0" dirty="0">
                  <a:solidFill>
                    <a:srgbClr val="FF0000"/>
                  </a:solidFill>
                  <a:latin typeface="Comic Sans MS" panose="030F0702030302020204" pitchFamily="66" charset="0"/>
                  <a:ea typeface="宋体" panose="02010600030101010101" pitchFamily="2" charset="-122"/>
                </a:rPr>
                <a:t>R</a:t>
              </a:r>
              <a:endParaRPr lang="en-US" altLang="zh-CN" i="0" dirty="0">
                <a:latin typeface="Comic Sans MS" panose="030F0702030302020204" pitchFamily="66" charset="0"/>
                <a:ea typeface="宋体" panose="02010600030101010101" pitchFamily="2" charset="-122"/>
              </a:endParaRPr>
            </a:p>
          </p:txBody>
        </p:sp>
        <p:grpSp>
          <p:nvGrpSpPr>
            <p:cNvPr id="92166" name="Group 9"/>
            <p:cNvGrpSpPr/>
            <p:nvPr/>
          </p:nvGrpSpPr>
          <p:grpSpPr>
            <a:xfrm>
              <a:off x="2323" y="3124"/>
              <a:ext cx="581" cy="217"/>
              <a:chOff x="3600" y="219"/>
              <a:chExt cx="360" cy="175"/>
            </a:xfrm>
          </p:grpSpPr>
          <p:sp>
            <p:nvSpPr>
              <p:cNvPr id="92167" name="Oval 10"/>
              <p:cNvSpPr/>
              <p:nvPr/>
            </p:nvSpPr>
            <p:spPr>
              <a:xfrm>
                <a:off x="3603" y="297"/>
                <a:ext cx="357" cy="97"/>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92168" name="Line 11"/>
              <p:cNvSpPr/>
              <p:nvPr/>
            </p:nvSpPr>
            <p:spPr>
              <a:xfrm>
                <a:off x="3603" y="289"/>
                <a:ext cx="0" cy="60"/>
              </a:xfrm>
              <a:prstGeom prst="line">
                <a:avLst/>
              </a:prstGeom>
              <a:ln w="12700" cap="flat" cmpd="sng">
                <a:solidFill>
                  <a:schemeClr val="tx1"/>
                </a:solidFill>
                <a:prstDash val="solid"/>
                <a:round/>
                <a:headEnd type="none" w="med" len="med"/>
                <a:tailEnd type="none" w="med" len="med"/>
              </a:ln>
            </p:spPr>
          </p:sp>
          <p:sp>
            <p:nvSpPr>
              <p:cNvPr id="92169" name="Line 12"/>
              <p:cNvSpPr/>
              <p:nvPr/>
            </p:nvSpPr>
            <p:spPr>
              <a:xfrm>
                <a:off x="3960" y="289"/>
                <a:ext cx="0" cy="60"/>
              </a:xfrm>
              <a:prstGeom prst="line">
                <a:avLst/>
              </a:prstGeom>
              <a:ln w="12700" cap="flat" cmpd="sng">
                <a:solidFill>
                  <a:schemeClr val="tx1"/>
                </a:solidFill>
                <a:prstDash val="solid"/>
                <a:round/>
                <a:headEnd type="none" w="med" len="med"/>
                <a:tailEnd type="none" w="med" len="med"/>
              </a:ln>
            </p:spPr>
          </p:sp>
          <p:sp>
            <p:nvSpPr>
              <p:cNvPr id="92170" name="Rectangle 13"/>
              <p:cNvSpPr/>
              <p:nvPr/>
            </p:nvSpPr>
            <p:spPr>
              <a:xfrm>
                <a:off x="3603" y="289"/>
                <a:ext cx="354" cy="59"/>
              </a:xfrm>
              <a:prstGeom prst="rect">
                <a:avLst/>
              </a:prstGeom>
              <a:solidFill>
                <a:schemeClr val="hlink"/>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92171" name="Oval 14"/>
              <p:cNvSpPr/>
              <p:nvPr/>
            </p:nvSpPr>
            <p:spPr>
              <a:xfrm>
                <a:off x="3600" y="219"/>
                <a:ext cx="357" cy="113"/>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92172" name="Group 15"/>
              <p:cNvGrpSpPr/>
              <p:nvPr/>
            </p:nvGrpSpPr>
            <p:grpSpPr>
              <a:xfrm>
                <a:off x="3686" y="244"/>
                <a:ext cx="177" cy="66"/>
                <a:chOff x="2848" y="848"/>
                <a:chExt cx="140" cy="98"/>
              </a:xfrm>
            </p:grpSpPr>
            <p:sp>
              <p:nvSpPr>
                <p:cNvPr id="92173" name="Line 16"/>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92174" name="Line 17"/>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92175" name="Line 18"/>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92176" name="Group 19"/>
              <p:cNvGrpSpPr/>
              <p:nvPr/>
            </p:nvGrpSpPr>
            <p:grpSpPr>
              <a:xfrm flipV="1">
                <a:off x="3686" y="243"/>
                <a:ext cx="177" cy="66"/>
                <a:chOff x="2848" y="848"/>
                <a:chExt cx="140" cy="98"/>
              </a:xfrm>
            </p:grpSpPr>
            <p:sp>
              <p:nvSpPr>
                <p:cNvPr id="92177" name="Line 20"/>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92178" name="Line 21"/>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92179" name="Line 22"/>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sp>
          <p:nvSpPr>
            <p:cNvPr id="92180" name="Rectangle 23"/>
            <p:cNvSpPr/>
            <p:nvPr/>
          </p:nvSpPr>
          <p:spPr>
            <a:xfrm rot="-5400000">
              <a:off x="2918" y="3170"/>
              <a:ext cx="70" cy="11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92181" name="Rectangle 24"/>
            <p:cNvSpPr/>
            <p:nvPr/>
          </p:nvSpPr>
          <p:spPr>
            <a:xfrm rot="-5400000">
              <a:off x="2225" y="3178"/>
              <a:ext cx="70" cy="11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92182" name="Text Box 25"/>
            <p:cNvSpPr txBox="1"/>
            <p:nvPr/>
          </p:nvSpPr>
          <p:spPr>
            <a:xfrm>
              <a:off x="2500" y="2937"/>
              <a:ext cx="863" cy="166"/>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1A-23-F9-CD-06-9B</a:t>
              </a:r>
              <a:endParaRPr lang="en-US" altLang="zh-CN" sz="1000" i="0" dirty="0">
                <a:latin typeface="Arial" panose="020B0604020202020204" pitchFamily="34" charset="0"/>
                <a:ea typeface="宋体" panose="02010600030101010101" pitchFamily="2" charset="-122"/>
              </a:endParaRPr>
            </a:p>
          </p:txBody>
        </p:sp>
        <p:sp>
          <p:nvSpPr>
            <p:cNvPr id="92183" name="Text Box 26"/>
            <p:cNvSpPr txBox="1"/>
            <p:nvPr/>
          </p:nvSpPr>
          <p:spPr>
            <a:xfrm>
              <a:off x="2544" y="3368"/>
              <a:ext cx="738" cy="165"/>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222.222.222.220</a:t>
              </a:r>
              <a:endParaRPr lang="en-US" altLang="zh-CN" sz="1000" i="0" dirty="0">
                <a:latin typeface="Arial" panose="020B0604020202020204" pitchFamily="34" charset="0"/>
                <a:ea typeface="宋体" panose="02010600030101010101" pitchFamily="2" charset="-122"/>
              </a:endParaRPr>
            </a:p>
          </p:txBody>
        </p:sp>
        <p:sp>
          <p:nvSpPr>
            <p:cNvPr id="92184" name="Text Box 27"/>
            <p:cNvSpPr txBox="1"/>
            <p:nvPr/>
          </p:nvSpPr>
          <p:spPr>
            <a:xfrm>
              <a:off x="1942" y="3496"/>
              <a:ext cx="739" cy="166"/>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111.111.111.110</a:t>
              </a:r>
              <a:endParaRPr lang="en-US" altLang="zh-CN" sz="1000" i="0" dirty="0">
                <a:latin typeface="Arial" panose="020B0604020202020204" pitchFamily="34" charset="0"/>
                <a:ea typeface="宋体" panose="02010600030101010101" pitchFamily="2" charset="-122"/>
              </a:endParaRPr>
            </a:p>
          </p:txBody>
        </p:sp>
        <p:sp>
          <p:nvSpPr>
            <p:cNvPr id="92185" name="Text Box 28"/>
            <p:cNvSpPr txBox="1"/>
            <p:nvPr/>
          </p:nvSpPr>
          <p:spPr>
            <a:xfrm>
              <a:off x="1922" y="2796"/>
              <a:ext cx="857" cy="165"/>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E6-E9-00-17-BB-4B</a:t>
              </a:r>
              <a:endParaRPr lang="en-US" altLang="zh-CN" sz="1000" i="0" dirty="0">
                <a:latin typeface="Arial" panose="020B0604020202020204" pitchFamily="34" charset="0"/>
                <a:ea typeface="宋体" panose="02010600030101010101" pitchFamily="2" charset="-122"/>
              </a:endParaRPr>
            </a:p>
          </p:txBody>
        </p:sp>
        <p:sp>
          <p:nvSpPr>
            <p:cNvPr id="92186" name="Text Box 29"/>
            <p:cNvSpPr txBox="1"/>
            <p:nvPr/>
          </p:nvSpPr>
          <p:spPr>
            <a:xfrm>
              <a:off x="782" y="4018"/>
              <a:ext cx="912" cy="165"/>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CC-49-DE-D0-AB-7D</a:t>
              </a:r>
              <a:endParaRPr lang="en-US" altLang="zh-CN" sz="1000" i="0" dirty="0">
                <a:latin typeface="Arial" panose="020B0604020202020204" pitchFamily="34" charset="0"/>
                <a:ea typeface="宋体" panose="02010600030101010101" pitchFamily="2" charset="-122"/>
              </a:endParaRPr>
            </a:p>
          </p:txBody>
        </p:sp>
        <p:sp>
          <p:nvSpPr>
            <p:cNvPr id="92187" name="Text Box 30"/>
            <p:cNvSpPr txBox="1"/>
            <p:nvPr/>
          </p:nvSpPr>
          <p:spPr>
            <a:xfrm>
              <a:off x="410" y="3669"/>
              <a:ext cx="739" cy="165"/>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111.111.111.112</a:t>
              </a:r>
              <a:endParaRPr lang="en-US" altLang="zh-CN" sz="1000" i="0" dirty="0">
                <a:latin typeface="Arial" panose="020B0604020202020204" pitchFamily="34" charset="0"/>
                <a:ea typeface="宋体" panose="02010600030101010101" pitchFamily="2" charset="-122"/>
              </a:endParaRPr>
            </a:p>
          </p:txBody>
        </p:sp>
        <p:graphicFrame>
          <p:nvGraphicFramePr>
            <p:cNvPr id="92188" name="Object 31"/>
            <p:cNvGraphicFramePr>
              <a:graphicFrameLocks noChangeAspect="1"/>
            </p:cNvGraphicFramePr>
            <p:nvPr/>
          </p:nvGraphicFramePr>
          <p:xfrm>
            <a:off x="767" y="3774"/>
            <a:ext cx="283" cy="205"/>
          </p:xfrm>
          <a:graphic>
            <a:graphicData uri="http://schemas.openxmlformats.org/presentationml/2006/ole">
              <mc:AlternateContent xmlns:mc="http://schemas.openxmlformats.org/markup-compatibility/2006">
                <mc:Choice xmlns:v="urn:schemas-microsoft-com:vml" Requires="v">
                  <p:oleObj spid="_x0000_s3122" name="" r:id="rId1" imgW="1307465" imgH="1083945" progId="MS_ClipArt_Gallery.2">
                    <p:embed/>
                  </p:oleObj>
                </mc:Choice>
                <mc:Fallback>
                  <p:oleObj name="" r:id="rId1" imgW="1307465" imgH="1083945" progId="MS_ClipArt_Gallery.2">
                    <p:embed/>
                    <p:pic>
                      <p:nvPicPr>
                        <p:cNvPr id="0" name="图片 3121"/>
                        <p:cNvPicPr/>
                        <p:nvPr/>
                      </p:nvPicPr>
                      <p:blipFill>
                        <a:blip r:embed="rId2"/>
                        <a:stretch>
                          <a:fillRect/>
                        </a:stretch>
                      </p:blipFill>
                      <p:spPr>
                        <a:xfrm>
                          <a:off x="767" y="3774"/>
                          <a:ext cx="283" cy="205"/>
                        </a:xfrm>
                        <a:prstGeom prst="rect">
                          <a:avLst/>
                        </a:prstGeom>
                        <a:noFill/>
                        <a:ln w="38100">
                          <a:noFill/>
                          <a:miter/>
                        </a:ln>
                      </p:spPr>
                    </p:pic>
                  </p:oleObj>
                </mc:Fallback>
              </mc:AlternateContent>
            </a:graphicData>
          </a:graphic>
        </p:graphicFrame>
        <p:sp>
          <p:nvSpPr>
            <p:cNvPr id="92189" name="Rectangle 32"/>
            <p:cNvSpPr/>
            <p:nvPr/>
          </p:nvSpPr>
          <p:spPr>
            <a:xfrm rot="-5400000">
              <a:off x="1046" y="3804"/>
              <a:ext cx="71" cy="11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92190" name="Text Box 33"/>
            <p:cNvSpPr txBox="1"/>
            <p:nvPr/>
          </p:nvSpPr>
          <p:spPr>
            <a:xfrm>
              <a:off x="456" y="3011"/>
              <a:ext cx="738" cy="165"/>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111.111.111.111</a:t>
              </a:r>
              <a:endParaRPr lang="en-US" altLang="zh-CN" sz="1000" i="0" dirty="0">
                <a:latin typeface="Arial" panose="020B0604020202020204" pitchFamily="34" charset="0"/>
                <a:ea typeface="宋体" panose="02010600030101010101" pitchFamily="2" charset="-122"/>
              </a:endParaRPr>
            </a:p>
          </p:txBody>
        </p:sp>
        <p:grpSp>
          <p:nvGrpSpPr>
            <p:cNvPr id="92191" name="Group 34"/>
            <p:cNvGrpSpPr/>
            <p:nvPr/>
          </p:nvGrpSpPr>
          <p:grpSpPr>
            <a:xfrm>
              <a:off x="470" y="2606"/>
              <a:ext cx="532" cy="397"/>
              <a:chOff x="1910" y="3474"/>
              <a:chExt cx="567" cy="463"/>
            </a:xfrm>
          </p:grpSpPr>
          <p:graphicFrame>
            <p:nvGraphicFramePr>
              <p:cNvPr id="92192" name="Object 35"/>
              <p:cNvGraphicFramePr>
                <a:graphicFrameLocks noChangeAspect="1"/>
              </p:cNvGraphicFramePr>
              <p:nvPr/>
            </p:nvGraphicFramePr>
            <p:xfrm>
              <a:off x="1910" y="3487"/>
              <a:ext cx="567" cy="450"/>
            </p:xfrm>
            <a:graphic>
              <a:graphicData uri="http://schemas.openxmlformats.org/presentationml/2006/ole">
                <mc:AlternateContent xmlns:mc="http://schemas.openxmlformats.org/markup-compatibility/2006">
                  <mc:Choice xmlns:v="urn:schemas-microsoft-com:vml" Requires="v">
                    <p:oleObj spid="_x0000_s3121" name="" r:id="rId3" imgW="1307465" imgH="1083945" progId="MS_ClipArt_Gallery.2">
                      <p:embed/>
                    </p:oleObj>
                  </mc:Choice>
                  <mc:Fallback>
                    <p:oleObj name="" r:id="rId3" imgW="1307465" imgH="1083945" progId="MS_ClipArt_Gallery.2">
                      <p:embed/>
                      <p:pic>
                        <p:nvPicPr>
                          <p:cNvPr id="0" name="图片 3120"/>
                          <p:cNvPicPr/>
                          <p:nvPr/>
                        </p:nvPicPr>
                        <p:blipFill>
                          <a:blip r:embed="rId2"/>
                          <a:stretch>
                            <a:fillRect/>
                          </a:stretch>
                        </p:blipFill>
                        <p:spPr>
                          <a:xfrm>
                            <a:off x="1910" y="3487"/>
                            <a:ext cx="567" cy="450"/>
                          </a:xfrm>
                          <a:prstGeom prst="rect">
                            <a:avLst/>
                          </a:prstGeom>
                          <a:noFill/>
                          <a:ln w="38100">
                            <a:noFill/>
                            <a:miter/>
                          </a:ln>
                        </p:spPr>
                      </p:pic>
                    </p:oleObj>
                  </mc:Fallback>
                </mc:AlternateContent>
              </a:graphicData>
            </a:graphic>
          </p:graphicFrame>
          <p:sp>
            <p:nvSpPr>
              <p:cNvPr id="92193" name="Text Box 36"/>
              <p:cNvSpPr txBox="1"/>
              <p:nvPr/>
            </p:nvSpPr>
            <p:spPr>
              <a:xfrm>
                <a:off x="2063" y="3474"/>
                <a:ext cx="259" cy="313"/>
              </a:xfrm>
              <a:prstGeom prst="rect">
                <a:avLst/>
              </a:prstGeom>
              <a:noFill/>
              <a:ln w="9525">
                <a:noFill/>
              </a:ln>
            </p:spPr>
            <p:txBody>
              <a:bodyPr wrap="none" anchor="t" anchorCtr="0">
                <a:spAutoFit/>
              </a:bodyPr>
              <a:p>
                <a:pPr eaLnBrk="0" hangingPunct="0">
                  <a:spcBef>
                    <a:spcPct val="50000"/>
                  </a:spcBef>
                  <a:buClrTx/>
                  <a:buFontTx/>
                </a:pPr>
                <a:r>
                  <a:rPr lang="en-US" altLang="zh-CN" sz="2000" i="0" dirty="0">
                    <a:solidFill>
                      <a:srgbClr val="FF0000"/>
                    </a:solidFill>
                    <a:latin typeface="Comic Sans MS" panose="030F0702030302020204" pitchFamily="66" charset="0"/>
                    <a:ea typeface="宋体" panose="02010600030101010101" pitchFamily="2" charset="-122"/>
                  </a:rPr>
                  <a:t>A</a:t>
                </a:r>
                <a:endParaRPr lang="en-US" altLang="zh-CN" sz="2000" i="0" dirty="0">
                  <a:solidFill>
                    <a:srgbClr val="FF0000"/>
                  </a:solidFill>
                  <a:latin typeface="Comic Sans MS" panose="030F0702030302020204" pitchFamily="66" charset="0"/>
                  <a:ea typeface="宋体" panose="02010600030101010101" pitchFamily="2" charset="-122"/>
                </a:endParaRPr>
              </a:p>
            </p:txBody>
          </p:sp>
        </p:grpSp>
        <p:sp>
          <p:nvSpPr>
            <p:cNvPr id="92194" name="Rectangle 37"/>
            <p:cNvSpPr/>
            <p:nvPr/>
          </p:nvSpPr>
          <p:spPr>
            <a:xfrm rot="-5400000">
              <a:off x="994" y="2712"/>
              <a:ext cx="71" cy="11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92195" name="Text Box 38"/>
            <p:cNvSpPr txBox="1"/>
            <p:nvPr/>
          </p:nvSpPr>
          <p:spPr>
            <a:xfrm>
              <a:off x="661" y="2492"/>
              <a:ext cx="844" cy="165"/>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74-29-9C-E8-FF-55</a:t>
              </a:r>
              <a:endParaRPr lang="en-US" altLang="zh-CN" sz="1000" i="0" dirty="0">
                <a:latin typeface="Arial" panose="020B0604020202020204" pitchFamily="34" charset="0"/>
                <a:ea typeface="宋体" panose="02010600030101010101" pitchFamily="2" charset="-122"/>
              </a:endParaRPr>
            </a:p>
          </p:txBody>
        </p:sp>
        <p:graphicFrame>
          <p:nvGraphicFramePr>
            <p:cNvPr id="92196" name="Object 39"/>
            <p:cNvGraphicFramePr>
              <a:graphicFrameLocks noChangeAspect="1"/>
            </p:cNvGraphicFramePr>
            <p:nvPr/>
          </p:nvGraphicFramePr>
          <p:xfrm>
            <a:off x="4299" y="2622"/>
            <a:ext cx="282" cy="205"/>
          </p:xfrm>
          <a:graphic>
            <a:graphicData uri="http://schemas.openxmlformats.org/presentationml/2006/ole">
              <mc:AlternateContent xmlns:mc="http://schemas.openxmlformats.org/markup-compatibility/2006">
                <mc:Choice xmlns:v="urn:schemas-microsoft-com:vml" Requires="v">
                  <p:oleObj spid="_x0000_s3119" name="" r:id="rId4" imgW="1307465" imgH="1083945" progId="MS_ClipArt_Gallery.2">
                    <p:embed/>
                  </p:oleObj>
                </mc:Choice>
                <mc:Fallback>
                  <p:oleObj name="" r:id="rId4" imgW="1307465" imgH="1083945" progId="MS_ClipArt_Gallery.2">
                    <p:embed/>
                    <p:pic>
                      <p:nvPicPr>
                        <p:cNvPr id="0" name="图片 3118"/>
                        <p:cNvPicPr/>
                        <p:nvPr/>
                      </p:nvPicPr>
                      <p:blipFill>
                        <a:blip r:embed="rId2"/>
                        <a:stretch>
                          <a:fillRect/>
                        </a:stretch>
                      </p:blipFill>
                      <p:spPr>
                        <a:xfrm>
                          <a:off x="4299" y="2622"/>
                          <a:ext cx="282" cy="205"/>
                        </a:xfrm>
                        <a:prstGeom prst="rect">
                          <a:avLst/>
                        </a:prstGeom>
                        <a:noFill/>
                        <a:ln w="38100">
                          <a:noFill/>
                          <a:miter/>
                        </a:ln>
                      </p:spPr>
                    </p:pic>
                  </p:oleObj>
                </mc:Fallback>
              </mc:AlternateContent>
            </a:graphicData>
          </a:graphic>
        </p:graphicFrame>
        <p:sp>
          <p:nvSpPr>
            <p:cNvPr id="92197" name="Rectangle 40"/>
            <p:cNvSpPr/>
            <p:nvPr/>
          </p:nvSpPr>
          <p:spPr>
            <a:xfrm rot="-5400000">
              <a:off x="4228" y="2670"/>
              <a:ext cx="70" cy="11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92198" name="Text Box 41"/>
            <p:cNvSpPr txBox="1"/>
            <p:nvPr/>
          </p:nvSpPr>
          <p:spPr>
            <a:xfrm>
              <a:off x="4173" y="2855"/>
              <a:ext cx="738" cy="165"/>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222.222.222.221</a:t>
              </a:r>
              <a:endParaRPr lang="en-US" altLang="zh-CN" sz="1000" i="0" dirty="0">
                <a:latin typeface="Arial" panose="020B0604020202020204" pitchFamily="34" charset="0"/>
                <a:ea typeface="宋体" panose="02010600030101010101" pitchFamily="2" charset="-122"/>
              </a:endParaRPr>
            </a:p>
          </p:txBody>
        </p:sp>
        <p:sp>
          <p:nvSpPr>
            <p:cNvPr id="92199" name="Text Box 42"/>
            <p:cNvSpPr txBox="1"/>
            <p:nvPr/>
          </p:nvSpPr>
          <p:spPr>
            <a:xfrm>
              <a:off x="3858" y="2462"/>
              <a:ext cx="839" cy="165"/>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88-B2-2F-54-1A-0F</a:t>
              </a:r>
              <a:endParaRPr lang="en-US" altLang="zh-CN" sz="1000" i="0" dirty="0">
                <a:latin typeface="Arial" panose="020B0604020202020204" pitchFamily="34" charset="0"/>
                <a:ea typeface="宋体" panose="02010600030101010101" pitchFamily="2" charset="-122"/>
              </a:endParaRPr>
            </a:p>
          </p:txBody>
        </p:sp>
        <p:grpSp>
          <p:nvGrpSpPr>
            <p:cNvPr id="92200" name="Group 43"/>
            <p:cNvGrpSpPr/>
            <p:nvPr/>
          </p:nvGrpSpPr>
          <p:grpSpPr>
            <a:xfrm>
              <a:off x="4301" y="3445"/>
              <a:ext cx="532" cy="397"/>
              <a:chOff x="1910" y="3474"/>
              <a:chExt cx="567" cy="463"/>
            </a:xfrm>
          </p:grpSpPr>
          <p:graphicFrame>
            <p:nvGraphicFramePr>
              <p:cNvPr id="92201" name="Object 44"/>
              <p:cNvGraphicFramePr>
                <a:graphicFrameLocks noChangeAspect="1"/>
              </p:cNvGraphicFramePr>
              <p:nvPr/>
            </p:nvGraphicFramePr>
            <p:xfrm>
              <a:off x="1910" y="3487"/>
              <a:ext cx="567" cy="450"/>
            </p:xfrm>
            <a:graphic>
              <a:graphicData uri="http://schemas.openxmlformats.org/presentationml/2006/ole">
                <mc:AlternateContent xmlns:mc="http://schemas.openxmlformats.org/markup-compatibility/2006">
                  <mc:Choice xmlns:v="urn:schemas-microsoft-com:vml" Requires="v">
                    <p:oleObj spid="_x0000_s3120" name="" r:id="rId5" imgW="1307465" imgH="1083945" progId="MS_ClipArt_Gallery.2">
                      <p:embed/>
                    </p:oleObj>
                  </mc:Choice>
                  <mc:Fallback>
                    <p:oleObj name="" r:id="rId5" imgW="1307465" imgH="1083945" progId="MS_ClipArt_Gallery.2">
                      <p:embed/>
                      <p:pic>
                        <p:nvPicPr>
                          <p:cNvPr id="0" name="图片 3119"/>
                          <p:cNvPicPr/>
                          <p:nvPr/>
                        </p:nvPicPr>
                        <p:blipFill>
                          <a:blip r:embed="rId2"/>
                          <a:stretch>
                            <a:fillRect/>
                          </a:stretch>
                        </p:blipFill>
                        <p:spPr>
                          <a:xfrm>
                            <a:off x="1910" y="3487"/>
                            <a:ext cx="567" cy="450"/>
                          </a:xfrm>
                          <a:prstGeom prst="rect">
                            <a:avLst/>
                          </a:prstGeom>
                          <a:noFill/>
                          <a:ln w="38100">
                            <a:noFill/>
                            <a:miter/>
                          </a:ln>
                        </p:spPr>
                      </p:pic>
                    </p:oleObj>
                  </mc:Fallback>
                </mc:AlternateContent>
              </a:graphicData>
            </a:graphic>
          </p:graphicFrame>
          <p:sp>
            <p:nvSpPr>
              <p:cNvPr id="92202" name="Text Box 45"/>
              <p:cNvSpPr txBox="1"/>
              <p:nvPr/>
            </p:nvSpPr>
            <p:spPr>
              <a:xfrm>
                <a:off x="2063" y="3474"/>
                <a:ext cx="240" cy="313"/>
              </a:xfrm>
              <a:prstGeom prst="rect">
                <a:avLst/>
              </a:prstGeom>
              <a:noFill/>
              <a:ln w="9525">
                <a:noFill/>
              </a:ln>
            </p:spPr>
            <p:txBody>
              <a:bodyPr wrap="none" anchor="t" anchorCtr="0">
                <a:spAutoFit/>
              </a:bodyPr>
              <a:p>
                <a:pPr eaLnBrk="0" hangingPunct="0">
                  <a:spcBef>
                    <a:spcPct val="50000"/>
                  </a:spcBef>
                  <a:buClrTx/>
                  <a:buFontTx/>
                </a:pPr>
                <a:r>
                  <a:rPr lang="en-US" altLang="zh-CN" sz="2000" i="0" dirty="0">
                    <a:solidFill>
                      <a:srgbClr val="FF0000"/>
                    </a:solidFill>
                    <a:latin typeface="Comic Sans MS" panose="030F0702030302020204" pitchFamily="66" charset="0"/>
                    <a:ea typeface="宋体" panose="02010600030101010101" pitchFamily="2" charset="-122"/>
                  </a:rPr>
                  <a:t>B</a:t>
                </a:r>
                <a:endParaRPr lang="en-US" altLang="zh-CN" sz="2000" i="0" dirty="0">
                  <a:solidFill>
                    <a:srgbClr val="FF0000"/>
                  </a:solidFill>
                  <a:latin typeface="Comic Sans MS" panose="030F0702030302020204" pitchFamily="66" charset="0"/>
                  <a:ea typeface="宋体" panose="02010600030101010101" pitchFamily="2" charset="-122"/>
                </a:endParaRPr>
              </a:p>
            </p:txBody>
          </p:sp>
        </p:grpSp>
        <p:sp>
          <p:nvSpPr>
            <p:cNvPr id="92203" name="Text Box 46"/>
            <p:cNvSpPr txBox="1"/>
            <p:nvPr/>
          </p:nvSpPr>
          <p:spPr>
            <a:xfrm>
              <a:off x="4189" y="3343"/>
              <a:ext cx="739" cy="165"/>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222.222.222.222</a:t>
              </a:r>
              <a:endParaRPr lang="en-US" altLang="zh-CN" sz="1000" i="0" dirty="0">
                <a:latin typeface="Arial" panose="020B0604020202020204" pitchFamily="34" charset="0"/>
                <a:ea typeface="宋体" panose="02010600030101010101" pitchFamily="2" charset="-122"/>
              </a:endParaRPr>
            </a:p>
          </p:txBody>
        </p:sp>
        <p:sp>
          <p:nvSpPr>
            <p:cNvPr id="92204" name="Text Box 47"/>
            <p:cNvSpPr txBox="1"/>
            <p:nvPr/>
          </p:nvSpPr>
          <p:spPr>
            <a:xfrm>
              <a:off x="3927" y="3839"/>
              <a:ext cx="873" cy="166"/>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49-BD-D2-C7-56-2A</a:t>
              </a:r>
              <a:endParaRPr lang="en-US" altLang="zh-CN" sz="1000" i="0" dirty="0">
                <a:latin typeface="Arial" panose="020B0604020202020204" pitchFamily="34" charset="0"/>
                <a:ea typeface="宋体" panose="02010600030101010101" pitchFamily="2" charset="-122"/>
              </a:endParaRPr>
            </a:p>
          </p:txBody>
        </p:sp>
        <p:sp>
          <p:nvSpPr>
            <p:cNvPr id="92205" name="Rectangle 48"/>
            <p:cNvSpPr/>
            <p:nvPr/>
          </p:nvSpPr>
          <p:spPr>
            <a:xfrm rot="-5400000">
              <a:off x="4257" y="3542"/>
              <a:ext cx="70" cy="11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92206" name="Freeform 49"/>
            <p:cNvSpPr/>
            <p:nvPr/>
          </p:nvSpPr>
          <p:spPr>
            <a:xfrm>
              <a:off x="1186" y="2796"/>
              <a:ext cx="847" cy="854"/>
            </a:xfrm>
            <a:custGeom>
              <a:avLst/>
              <a:gdLst/>
              <a:ahLst/>
              <a:cxnLst>
                <a:cxn ang="0">
                  <a:pos x="131" y="39"/>
                </a:cxn>
                <a:cxn ang="0">
                  <a:pos x="56" y="105"/>
                </a:cxn>
                <a:cxn ang="0">
                  <a:pos x="8" y="235"/>
                </a:cxn>
                <a:cxn ang="0">
                  <a:pos x="8" y="332"/>
                </a:cxn>
                <a:cxn ang="0">
                  <a:pos x="36" y="425"/>
                </a:cxn>
                <a:cxn ang="0">
                  <a:pos x="85" y="459"/>
                </a:cxn>
                <a:cxn ang="0">
                  <a:pos x="167" y="442"/>
                </a:cxn>
                <a:cxn ang="0">
                  <a:pos x="296" y="439"/>
                </a:cxn>
                <a:cxn ang="0">
                  <a:pos x="375" y="385"/>
                </a:cxn>
                <a:cxn ang="0">
                  <a:pos x="425" y="252"/>
                </a:cxn>
                <a:cxn ang="0">
                  <a:pos x="394" y="105"/>
                </a:cxn>
                <a:cxn ang="0">
                  <a:pos x="283" y="11"/>
                </a:cxn>
                <a:cxn ang="0">
                  <a:pos x="131" y="39"/>
                </a:cxn>
              </a:cxnLst>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FFFF"/>
            </a:solidFill>
            <a:ln w="9525" cap="flat" cmpd="sng">
              <a:solidFill>
                <a:schemeClr val="tx1"/>
              </a:solidFill>
              <a:prstDash val="solid"/>
              <a:round/>
              <a:headEnd type="none" w="med" len="med"/>
              <a:tailEnd type="none" w="med" len="med"/>
            </a:ln>
          </p:spPr>
          <p:txBody>
            <a:bodyPr/>
            <a:p>
              <a:endParaRPr lang="zh-CN" altLang="en-US"/>
            </a:p>
          </p:txBody>
        </p:sp>
        <p:sp>
          <p:nvSpPr>
            <p:cNvPr id="92207" name="Freeform 50"/>
            <p:cNvSpPr/>
            <p:nvPr/>
          </p:nvSpPr>
          <p:spPr>
            <a:xfrm>
              <a:off x="3273" y="2828"/>
              <a:ext cx="943" cy="854"/>
            </a:xfrm>
            <a:custGeom>
              <a:avLst/>
              <a:gdLst/>
              <a:ahLst/>
              <a:cxnLst>
                <a:cxn ang="0">
                  <a:pos x="222" y="39"/>
                </a:cxn>
                <a:cxn ang="0">
                  <a:pos x="98" y="105"/>
                </a:cxn>
                <a:cxn ang="0">
                  <a:pos x="14" y="235"/>
                </a:cxn>
                <a:cxn ang="0">
                  <a:pos x="14" y="332"/>
                </a:cxn>
                <a:cxn ang="0">
                  <a:pos x="61" y="425"/>
                </a:cxn>
                <a:cxn ang="0">
                  <a:pos x="144" y="459"/>
                </a:cxn>
                <a:cxn ang="0">
                  <a:pos x="286" y="442"/>
                </a:cxn>
                <a:cxn ang="0">
                  <a:pos x="507" y="439"/>
                </a:cxn>
                <a:cxn ang="0">
                  <a:pos x="643" y="385"/>
                </a:cxn>
                <a:cxn ang="0">
                  <a:pos x="725" y="252"/>
                </a:cxn>
                <a:cxn ang="0">
                  <a:pos x="674" y="105"/>
                </a:cxn>
                <a:cxn ang="0">
                  <a:pos x="485" y="11"/>
                </a:cxn>
                <a:cxn ang="0">
                  <a:pos x="222" y="39"/>
                </a:cxn>
              </a:cxnLst>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FFFF"/>
            </a:solidFill>
            <a:ln w="9525" cap="flat" cmpd="sng">
              <a:solidFill>
                <a:schemeClr val="tx1"/>
              </a:solidFill>
              <a:prstDash val="solid"/>
              <a:round/>
              <a:headEnd type="none" w="med" len="med"/>
              <a:tailEnd type="none" w="med" len="med"/>
            </a:ln>
          </p:spPr>
          <p:txBody>
            <a:bodyPr/>
            <a:p>
              <a:endParaRPr lang="zh-CN" altLang="en-US"/>
            </a:p>
          </p:txBody>
        </p:sp>
        <p:sp>
          <p:nvSpPr>
            <p:cNvPr id="92208" name="Line 51"/>
            <p:cNvSpPr/>
            <p:nvPr/>
          </p:nvSpPr>
          <p:spPr>
            <a:xfrm>
              <a:off x="1091" y="2777"/>
              <a:ext cx="276" cy="145"/>
            </a:xfrm>
            <a:prstGeom prst="line">
              <a:avLst/>
            </a:prstGeom>
            <a:ln w="9525" cap="flat" cmpd="sng">
              <a:solidFill>
                <a:schemeClr val="tx1"/>
              </a:solidFill>
              <a:prstDash val="solid"/>
              <a:round/>
              <a:headEnd type="none" w="med" len="med"/>
              <a:tailEnd type="none" w="med" len="med"/>
            </a:ln>
          </p:spPr>
        </p:sp>
        <p:sp>
          <p:nvSpPr>
            <p:cNvPr id="92209" name="Line 52"/>
            <p:cNvSpPr/>
            <p:nvPr/>
          </p:nvSpPr>
          <p:spPr>
            <a:xfrm flipV="1">
              <a:off x="1139" y="3636"/>
              <a:ext cx="194" cy="215"/>
            </a:xfrm>
            <a:prstGeom prst="line">
              <a:avLst/>
            </a:prstGeom>
            <a:ln w="9525" cap="flat" cmpd="sng">
              <a:solidFill>
                <a:schemeClr val="tx1"/>
              </a:solidFill>
              <a:prstDash val="solid"/>
              <a:round/>
              <a:headEnd type="none" w="med" len="med"/>
              <a:tailEnd type="none" w="med" len="med"/>
            </a:ln>
          </p:spPr>
        </p:sp>
        <p:sp>
          <p:nvSpPr>
            <p:cNvPr id="92210" name="Line 53"/>
            <p:cNvSpPr/>
            <p:nvPr/>
          </p:nvSpPr>
          <p:spPr>
            <a:xfrm>
              <a:off x="2026" y="3248"/>
              <a:ext cx="182" cy="6"/>
            </a:xfrm>
            <a:prstGeom prst="line">
              <a:avLst/>
            </a:prstGeom>
            <a:ln w="9525" cap="flat" cmpd="sng">
              <a:solidFill>
                <a:schemeClr val="tx1"/>
              </a:solidFill>
              <a:prstDash val="solid"/>
              <a:round/>
              <a:headEnd type="none" w="med" len="med"/>
              <a:tailEnd type="none" w="med" len="med"/>
            </a:ln>
          </p:spPr>
        </p:sp>
        <p:sp>
          <p:nvSpPr>
            <p:cNvPr id="92211" name="Line 54"/>
            <p:cNvSpPr/>
            <p:nvPr/>
          </p:nvSpPr>
          <p:spPr>
            <a:xfrm flipV="1">
              <a:off x="3016" y="3240"/>
              <a:ext cx="283" cy="2"/>
            </a:xfrm>
            <a:prstGeom prst="line">
              <a:avLst/>
            </a:prstGeom>
            <a:ln w="9525" cap="flat" cmpd="sng">
              <a:solidFill>
                <a:schemeClr val="tx1"/>
              </a:solidFill>
              <a:prstDash val="solid"/>
              <a:round/>
              <a:headEnd type="none" w="med" len="med"/>
              <a:tailEnd type="none" w="med" len="med"/>
            </a:ln>
          </p:spPr>
        </p:sp>
        <p:sp>
          <p:nvSpPr>
            <p:cNvPr id="92212" name="Line 55"/>
            <p:cNvSpPr/>
            <p:nvPr/>
          </p:nvSpPr>
          <p:spPr>
            <a:xfrm>
              <a:off x="4113" y="3519"/>
              <a:ext cx="124" cy="82"/>
            </a:xfrm>
            <a:prstGeom prst="line">
              <a:avLst/>
            </a:prstGeom>
            <a:ln w="9525" cap="flat" cmpd="sng">
              <a:solidFill>
                <a:schemeClr val="tx1"/>
              </a:solidFill>
              <a:prstDash val="solid"/>
              <a:round/>
              <a:headEnd type="none" w="med" len="med"/>
              <a:tailEnd type="none" w="med" len="med"/>
            </a:ln>
          </p:spPr>
        </p:sp>
        <p:sp>
          <p:nvSpPr>
            <p:cNvPr id="92213" name="Line 56"/>
            <p:cNvSpPr/>
            <p:nvPr/>
          </p:nvSpPr>
          <p:spPr>
            <a:xfrm flipH="1">
              <a:off x="3996" y="2737"/>
              <a:ext cx="211" cy="155"/>
            </a:xfrm>
            <a:prstGeom prst="line">
              <a:avLst/>
            </a:prstGeom>
            <a:ln w="9525" cap="flat" cmpd="sng">
              <a:solidFill>
                <a:schemeClr val="tx1"/>
              </a:solidFill>
              <a:prstDash val="solid"/>
              <a:round/>
              <a:headEnd type="none" w="med" len="med"/>
              <a:tailEnd type="none" w="med" len="med"/>
            </a:ln>
          </p:spPr>
        </p:sp>
        <p:sp>
          <p:nvSpPr>
            <p:cNvPr id="92214" name="Line 57"/>
            <p:cNvSpPr/>
            <p:nvPr/>
          </p:nvSpPr>
          <p:spPr>
            <a:xfrm flipV="1">
              <a:off x="1086" y="3911"/>
              <a:ext cx="0" cy="103"/>
            </a:xfrm>
            <a:prstGeom prst="line">
              <a:avLst/>
            </a:prstGeom>
            <a:ln w="9525" cap="flat" cmpd="sng">
              <a:solidFill>
                <a:schemeClr val="tx1"/>
              </a:solidFill>
              <a:prstDash val="solid"/>
              <a:round/>
              <a:headEnd type="none" w="med" len="med"/>
              <a:tailEnd type="triangle" w="med" len="med"/>
            </a:ln>
          </p:spPr>
        </p:sp>
        <p:sp>
          <p:nvSpPr>
            <p:cNvPr id="92215" name="Line 58"/>
            <p:cNvSpPr/>
            <p:nvPr/>
          </p:nvSpPr>
          <p:spPr>
            <a:xfrm>
              <a:off x="1030" y="2614"/>
              <a:ext cx="0" cy="113"/>
            </a:xfrm>
            <a:prstGeom prst="line">
              <a:avLst/>
            </a:prstGeom>
            <a:ln w="9525" cap="flat" cmpd="sng">
              <a:solidFill>
                <a:schemeClr val="tx1"/>
              </a:solidFill>
              <a:prstDash val="solid"/>
              <a:round/>
              <a:headEnd type="none" w="med" len="med"/>
              <a:tailEnd type="triangle" w="med" len="med"/>
            </a:ln>
          </p:spPr>
        </p:sp>
        <p:sp>
          <p:nvSpPr>
            <p:cNvPr id="92216" name="Line 59"/>
            <p:cNvSpPr/>
            <p:nvPr/>
          </p:nvSpPr>
          <p:spPr>
            <a:xfrm>
              <a:off x="2262" y="2913"/>
              <a:ext cx="0" cy="275"/>
            </a:xfrm>
            <a:prstGeom prst="line">
              <a:avLst/>
            </a:prstGeom>
            <a:ln w="9525" cap="flat" cmpd="sng">
              <a:solidFill>
                <a:schemeClr val="tx1"/>
              </a:solidFill>
              <a:prstDash val="solid"/>
              <a:round/>
              <a:headEnd type="none" w="med" len="med"/>
              <a:tailEnd type="triangle" w="med" len="med"/>
            </a:ln>
          </p:spPr>
        </p:sp>
        <p:sp>
          <p:nvSpPr>
            <p:cNvPr id="92217" name="Line 60"/>
            <p:cNvSpPr/>
            <p:nvPr/>
          </p:nvSpPr>
          <p:spPr>
            <a:xfrm>
              <a:off x="2937" y="3039"/>
              <a:ext cx="0" cy="131"/>
            </a:xfrm>
            <a:prstGeom prst="line">
              <a:avLst/>
            </a:prstGeom>
            <a:ln w="9525" cap="flat" cmpd="sng">
              <a:solidFill>
                <a:schemeClr val="tx1"/>
              </a:solidFill>
              <a:prstDash val="solid"/>
              <a:round/>
              <a:headEnd type="none" w="med" len="med"/>
              <a:tailEnd type="triangle" w="med" len="med"/>
            </a:ln>
          </p:spPr>
        </p:sp>
        <p:sp>
          <p:nvSpPr>
            <p:cNvPr id="92218" name="Line 61"/>
            <p:cNvSpPr/>
            <p:nvPr/>
          </p:nvSpPr>
          <p:spPr>
            <a:xfrm flipV="1">
              <a:off x="4276" y="3664"/>
              <a:ext cx="0" cy="175"/>
            </a:xfrm>
            <a:prstGeom prst="line">
              <a:avLst/>
            </a:prstGeom>
            <a:ln w="9525" cap="flat" cmpd="sng">
              <a:solidFill>
                <a:schemeClr val="tx1"/>
              </a:solidFill>
              <a:prstDash val="solid"/>
              <a:round/>
              <a:headEnd type="none" w="med" len="med"/>
              <a:tailEnd type="triangle" w="med" len="med"/>
            </a:ln>
          </p:spPr>
        </p:sp>
        <p:sp>
          <p:nvSpPr>
            <p:cNvPr id="92219" name="Line 62"/>
            <p:cNvSpPr/>
            <p:nvPr/>
          </p:nvSpPr>
          <p:spPr>
            <a:xfrm flipH="1">
              <a:off x="4265" y="2557"/>
              <a:ext cx="3" cy="127"/>
            </a:xfrm>
            <a:prstGeom prst="line">
              <a:avLst/>
            </a:prstGeom>
            <a:ln w="9525" cap="flat" cmpd="sng">
              <a:solidFill>
                <a:schemeClr val="tx1"/>
              </a:solidFill>
              <a:prstDash val="solid"/>
              <a:round/>
              <a:headEnd type="none" w="med" len="med"/>
              <a:tailEnd type="triangle" w="med" len="med"/>
            </a:ln>
          </p:spPr>
        </p:sp>
      </p:grpSp>
      <p:sp>
        <p:nvSpPr>
          <p:cNvPr id="402496" name="Text Box 64"/>
          <p:cNvSpPr txBox="1"/>
          <p:nvPr/>
        </p:nvSpPr>
        <p:spPr>
          <a:xfrm>
            <a:off x="5781675" y="1473200"/>
            <a:ext cx="2862263" cy="925513"/>
          </a:xfrm>
          <a:prstGeom prst="rect">
            <a:avLst/>
          </a:prstGeom>
          <a:noFill/>
          <a:ln w="9525" cap="flat" cmpd="sng">
            <a:solidFill>
              <a:srgbClr val="FF0000"/>
            </a:solidFill>
            <a:prstDash val="solid"/>
            <a:miter/>
            <a:headEnd type="none" w="med" len="med"/>
            <a:tailEnd type="none" w="med" len="med"/>
          </a:ln>
        </p:spPr>
        <p:txBody>
          <a:bodyPr wrap="none" anchor="t" anchorCtr="0">
            <a:spAutoFit/>
          </a:bodyPr>
          <a:p>
            <a:pPr eaLnBrk="0" hangingPunct="0">
              <a:buClrTx/>
              <a:buFontTx/>
            </a:pPr>
            <a:r>
              <a:rPr lang="en-US" altLang="zh-CN" i="0" dirty="0">
                <a:solidFill>
                  <a:schemeClr val="accent2"/>
                </a:solidFill>
                <a:latin typeface="Comic Sans MS" panose="030F0702030302020204" pitchFamily="66" charset="0"/>
                <a:ea typeface="宋体" panose="02010600030101010101" pitchFamily="2" charset="-122"/>
              </a:rPr>
              <a:t>This is a </a:t>
            </a:r>
            <a:r>
              <a:rPr lang="en-US" altLang="zh-CN" i="0" dirty="0">
                <a:solidFill>
                  <a:srgbClr val="FF0000"/>
                </a:solidFill>
                <a:latin typeface="Comic Sans MS" panose="030F0702030302020204" pitchFamily="66" charset="0"/>
                <a:ea typeface="宋体" panose="02010600030101010101" pitchFamily="2" charset="-122"/>
              </a:rPr>
              <a:t>really</a:t>
            </a:r>
            <a:r>
              <a:rPr lang="en-US" altLang="zh-CN" i="0" dirty="0">
                <a:solidFill>
                  <a:schemeClr val="accent2"/>
                </a:solidFill>
                <a:latin typeface="Comic Sans MS" panose="030F0702030302020204" pitchFamily="66" charset="0"/>
                <a:ea typeface="宋体" panose="02010600030101010101" pitchFamily="2" charset="-122"/>
              </a:rPr>
              <a:t> important</a:t>
            </a:r>
            <a:endParaRPr lang="en-US" altLang="zh-CN" i="0" dirty="0">
              <a:solidFill>
                <a:schemeClr val="accent2"/>
              </a:solidFill>
              <a:latin typeface="Comic Sans MS" panose="030F0702030302020204" pitchFamily="66" charset="0"/>
              <a:ea typeface="宋体" panose="02010600030101010101" pitchFamily="2" charset="-122"/>
            </a:endParaRPr>
          </a:p>
          <a:p>
            <a:pPr eaLnBrk="0" hangingPunct="0">
              <a:buClrTx/>
              <a:buFontTx/>
            </a:pPr>
            <a:r>
              <a:rPr lang="en-US" altLang="zh-CN" i="0" dirty="0">
                <a:solidFill>
                  <a:schemeClr val="accent2"/>
                </a:solidFill>
                <a:latin typeface="Comic Sans MS" panose="030F0702030302020204" pitchFamily="66" charset="0"/>
                <a:ea typeface="宋体" panose="02010600030101010101" pitchFamily="2" charset="-122"/>
              </a:rPr>
              <a:t>example – make sure you</a:t>
            </a:r>
            <a:endParaRPr lang="en-US" altLang="zh-CN" i="0" dirty="0">
              <a:solidFill>
                <a:schemeClr val="accent2"/>
              </a:solidFill>
              <a:latin typeface="Comic Sans MS" panose="030F0702030302020204" pitchFamily="66" charset="0"/>
              <a:ea typeface="宋体" panose="02010600030101010101" pitchFamily="2" charset="-122"/>
            </a:endParaRPr>
          </a:p>
          <a:p>
            <a:pPr eaLnBrk="0" hangingPunct="0">
              <a:buClrTx/>
              <a:buFontTx/>
            </a:pPr>
            <a:r>
              <a:rPr lang="en-US" altLang="zh-CN" i="0" dirty="0">
                <a:solidFill>
                  <a:schemeClr val="accent2"/>
                </a:solidFill>
                <a:latin typeface="Comic Sans MS" panose="030F0702030302020204" pitchFamily="66" charset="0"/>
                <a:ea typeface="宋体" panose="02010600030101010101" pitchFamily="2" charset="-122"/>
              </a:rPr>
              <a:t>understand!</a:t>
            </a:r>
            <a:endParaRPr lang="en-US" altLang="zh-CN" i="0" dirty="0">
              <a:solidFill>
                <a:schemeClr val="accent2"/>
              </a:solidFill>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24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5000" fill="hold" grpId="1" nodeType="clickEffect">
                                  <p:stCondLst>
                                    <p:cond delay="0"/>
                                  </p:stCondLst>
                                  <p:childTnLst>
                                    <p:anim calcmode="discrete" valueType="str">
                                      <p:cBhvr>
                                        <p:cTn id="10" dur="1000" fill="hold"/>
                                        <p:tgtEl>
                                          <p:spTgt spid="40249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96" grpId="0" animBg="1"/>
      <p:bldP spid="402496" grpId="1"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页脚占位符 5"/>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94210"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94211"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Link Layer</a:t>
            </a:r>
            <a:endParaRPr lang="en-US" altLang="zh-CN" dirty="0">
              <a:ea typeface="宋体" panose="02010600030101010101" pitchFamily="2" charset="-122"/>
            </a:endParaRPr>
          </a:p>
        </p:txBody>
      </p:sp>
      <p:sp>
        <p:nvSpPr>
          <p:cNvPr id="94212" name="Rectangle 3"/>
          <p:cNvSpPr>
            <a:spLocks noGrp="1"/>
          </p:cNvSpPr>
          <p:nvPr>
            <p:ph sz="half" idx="1"/>
          </p:nvPr>
        </p:nvSpPr>
        <p:spPr>
          <a:ln/>
        </p:spPr>
        <p:txBody>
          <a:bodyPr vert="horz" wrap="square" lIns="91440" tIns="45720" rIns="91440" bIns="45720" anchor="t" anchorCtr="0"/>
          <a:p>
            <a:pPr>
              <a:buClr>
                <a:schemeClr val="accent2"/>
              </a:buClr>
              <a:buSzPct val="85000"/>
              <a:buFont typeface="ZapfDingbats" pitchFamily="82" charset="2"/>
            </a:pPr>
            <a:r>
              <a:rPr lang="en-US" altLang="zh-CN" sz="2400" dirty="0">
                <a:ea typeface="宋体" panose="02010600030101010101" pitchFamily="2" charset="-122"/>
              </a:rPr>
              <a:t>5.1 Introduction and services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5.2 Error detection and correction </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5.3Multiple access protocols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5.4 Link-Layer Addressing</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solidFill>
                  <a:srgbClr val="FF0000"/>
                </a:solidFill>
                <a:ea typeface="宋体" panose="02010600030101010101" pitchFamily="2" charset="-122"/>
              </a:rPr>
              <a:t>5.5 Ethernet</a:t>
            </a:r>
            <a:endParaRPr lang="en-US" altLang="zh-CN" sz="2400" dirty="0">
              <a:solidFill>
                <a:srgbClr val="FF0000"/>
              </a:solidFill>
              <a:ea typeface="宋体" panose="02010600030101010101" pitchFamily="2" charset="-122"/>
            </a:endParaRPr>
          </a:p>
        </p:txBody>
      </p:sp>
      <p:sp>
        <p:nvSpPr>
          <p:cNvPr id="94213" name="Rectangle 6"/>
          <p:cNvSpPr>
            <a:spLocks noGrp="1"/>
          </p:cNvSpPr>
          <p:nvPr>
            <p:ph sz="half" idx="2"/>
          </p:nvPr>
        </p:nvSpPr>
        <p:spPr>
          <a:xfrm>
            <a:off x="4495800" y="1600200"/>
            <a:ext cx="4054475" cy="4648200"/>
          </a:xfrm>
          <a:ln/>
        </p:spPr>
        <p:txBody>
          <a:bodyPr vert="horz" wrap="square" lIns="91440" tIns="45720" rIns="91440" bIns="45720" anchor="t" anchorCtr="0"/>
          <a:p>
            <a:pPr>
              <a:buClr>
                <a:schemeClr val="accent2"/>
              </a:buClr>
              <a:buSzPct val="85000"/>
              <a:buFont typeface="ZapfDingbats" pitchFamily="82" charset="2"/>
            </a:pPr>
            <a:r>
              <a:rPr lang="en-US" altLang="zh-CN" sz="2400" dirty="0">
                <a:ea typeface="宋体" panose="02010600030101010101" pitchFamily="2" charset="-122"/>
              </a:rPr>
              <a:t>5.6 Link-layer switches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5.7 PPP</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5.8 Link virtualization: MPLS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5.9 A day in the life of a web request</a:t>
            </a:r>
            <a:endParaRPr lang="en-US" altLang="zh-CN" sz="2400" dirty="0">
              <a:ea typeface="宋体" panose="02010600030101010101" pitchFamily="2" charset="-122"/>
            </a:endParaRPr>
          </a:p>
          <a:p>
            <a:pPr>
              <a:buClr>
                <a:schemeClr val="accent2"/>
              </a:buClr>
              <a:buSzPct val="85000"/>
              <a:buFont typeface="ZapfDingbats" pitchFamily="82" charset="2"/>
              <a:buNone/>
            </a:pPr>
            <a:endParaRPr lang="en-US" altLang="zh-CN" sz="2400" dirty="0">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96258"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96259" name="Rectangle 2"/>
          <p:cNvSpPr>
            <a:spLocks noGrp="1"/>
          </p:cNvSpPr>
          <p:nvPr>
            <p:ph type="title"/>
          </p:nvPr>
        </p:nvSpPr>
        <p:spPr>
          <a:xfrm>
            <a:off x="685800" y="228600"/>
            <a:ext cx="7772400" cy="838200"/>
          </a:xfrm>
          <a:ln/>
        </p:spPr>
        <p:txBody>
          <a:bodyPr vert="horz" wrap="square" lIns="91440" tIns="45720" rIns="91440" bIns="45720" anchor="ctr" anchorCtr="0"/>
          <a:p>
            <a:r>
              <a:rPr lang="en-US" altLang="zh-CN" dirty="0">
                <a:ea typeface="宋体" panose="02010600030101010101" pitchFamily="2" charset="-122"/>
              </a:rPr>
              <a:t>Ethernet</a:t>
            </a:r>
            <a:endParaRPr lang="en-US" altLang="zh-CN" dirty="0">
              <a:ea typeface="宋体" panose="02010600030101010101" pitchFamily="2" charset="-122"/>
            </a:endParaRPr>
          </a:p>
        </p:txBody>
      </p:sp>
      <p:sp>
        <p:nvSpPr>
          <p:cNvPr id="96260" name="Rectangle 3"/>
          <p:cNvSpPr>
            <a:spLocks noGrp="1"/>
          </p:cNvSpPr>
          <p:nvPr>
            <p:ph idx="1"/>
          </p:nvPr>
        </p:nvSpPr>
        <p:spPr>
          <a:xfrm>
            <a:off x="738188" y="1276350"/>
            <a:ext cx="7519987" cy="2133600"/>
          </a:xfrm>
          <a:ln/>
        </p:spPr>
        <p:txBody>
          <a:bodyPr vert="horz" wrap="square" lIns="91440" tIns="45720" rIns="91440" bIns="45720" anchor="t" anchorCtr="0"/>
          <a:p>
            <a:pPr>
              <a:buNone/>
            </a:pPr>
            <a:r>
              <a:rPr lang="en-US" altLang="zh-CN" sz="2400" dirty="0">
                <a:ea typeface="宋体" panose="02010600030101010101" pitchFamily="2" charset="-122"/>
              </a:rPr>
              <a:t>“dominant” wired LAN technology: </a:t>
            </a:r>
            <a:endParaRPr lang="en-US" altLang="zh-CN" sz="2400" dirty="0">
              <a:ea typeface="宋体" panose="02010600030101010101" pitchFamily="2" charset="-122"/>
            </a:endParaRPr>
          </a:p>
          <a:p>
            <a:r>
              <a:rPr lang="en-US" altLang="zh-CN" sz="2400" dirty="0">
                <a:ea typeface="宋体" panose="02010600030101010101" pitchFamily="2" charset="-122"/>
              </a:rPr>
              <a:t>cheap $20 for NIC</a:t>
            </a:r>
            <a:endParaRPr lang="en-US" altLang="zh-CN" sz="2400" dirty="0">
              <a:ea typeface="宋体" panose="02010600030101010101" pitchFamily="2" charset="-122"/>
            </a:endParaRPr>
          </a:p>
          <a:p>
            <a:r>
              <a:rPr lang="en-US" altLang="zh-CN" sz="2400" dirty="0">
                <a:ea typeface="宋体" panose="02010600030101010101" pitchFamily="2" charset="-122"/>
              </a:rPr>
              <a:t>first widely used LAN technology</a:t>
            </a:r>
            <a:endParaRPr lang="en-US" altLang="zh-CN" sz="2400" dirty="0">
              <a:ea typeface="宋体" panose="02010600030101010101" pitchFamily="2" charset="-122"/>
            </a:endParaRPr>
          </a:p>
          <a:p>
            <a:r>
              <a:rPr lang="en-US" altLang="zh-CN" sz="2400" dirty="0">
                <a:ea typeface="宋体" panose="02010600030101010101" pitchFamily="2" charset="-122"/>
              </a:rPr>
              <a:t>simpler, cheaper than token LANs and ATM</a:t>
            </a:r>
            <a:endParaRPr lang="en-US" altLang="zh-CN" sz="2400" dirty="0">
              <a:ea typeface="宋体" panose="02010600030101010101" pitchFamily="2" charset="-122"/>
            </a:endParaRPr>
          </a:p>
          <a:p>
            <a:r>
              <a:rPr lang="en-US" altLang="zh-CN" sz="2400" dirty="0">
                <a:ea typeface="宋体" panose="02010600030101010101" pitchFamily="2" charset="-122"/>
              </a:rPr>
              <a:t>kept up with speed race: 10 Mbps – 10 Gbps </a:t>
            </a:r>
            <a:endParaRPr lang="en-US" altLang="zh-CN" dirty="0">
              <a:ea typeface="宋体" panose="02010600030101010101" pitchFamily="2" charset="-122"/>
            </a:endParaRPr>
          </a:p>
          <a:p>
            <a:endParaRPr lang="en-US" altLang="zh-CN" dirty="0">
              <a:ea typeface="宋体" panose="02010600030101010101" pitchFamily="2" charset="-122"/>
            </a:endParaRPr>
          </a:p>
        </p:txBody>
      </p:sp>
      <p:pic>
        <p:nvPicPr>
          <p:cNvPr id="96261" name="Picture 4"/>
          <p:cNvPicPr>
            <a:picLocks noChangeAspect="1"/>
          </p:cNvPicPr>
          <p:nvPr/>
        </p:nvPicPr>
        <p:blipFill>
          <a:blip r:embed="rId1"/>
          <a:stretch>
            <a:fillRect/>
          </a:stretch>
        </p:blipFill>
        <p:spPr>
          <a:xfrm>
            <a:off x="830263" y="3670300"/>
            <a:ext cx="5192712" cy="2779713"/>
          </a:xfrm>
          <a:prstGeom prst="rect">
            <a:avLst/>
          </a:prstGeom>
          <a:noFill/>
          <a:ln w="9525">
            <a:noFill/>
          </a:ln>
        </p:spPr>
      </p:pic>
      <p:sp>
        <p:nvSpPr>
          <p:cNvPr id="96262" name="Text Box 5"/>
          <p:cNvSpPr txBox="1"/>
          <p:nvPr/>
        </p:nvSpPr>
        <p:spPr>
          <a:xfrm>
            <a:off x="6218238" y="4487863"/>
            <a:ext cx="2619375" cy="641350"/>
          </a:xfrm>
          <a:prstGeom prst="rect">
            <a:avLst/>
          </a:prstGeom>
          <a:noFill/>
          <a:ln w="9525">
            <a:noFill/>
          </a:ln>
        </p:spPr>
        <p:txBody>
          <a:bodyPr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Metcalfe’s Ethernet</a:t>
            </a:r>
            <a:endParaRPr lang="en-US" altLang="zh-CN" i="0" dirty="0">
              <a:latin typeface="Comic Sans MS" panose="030F0702030302020204" pitchFamily="66" charset="0"/>
              <a:ea typeface="宋体" panose="02010600030101010101" pitchFamily="2" charset="-122"/>
            </a:endParaRPr>
          </a:p>
          <a:p>
            <a:pPr eaLnBrk="0" hangingPunct="0">
              <a:buClrTx/>
              <a:buFontTx/>
            </a:pPr>
            <a:r>
              <a:rPr lang="en-US" altLang="zh-CN" i="0" dirty="0">
                <a:latin typeface="Comic Sans MS" panose="030F0702030302020204" pitchFamily="66" charset="0"/>
                <a:ea typeface="宋体" panose="02010600030101010101" pitchFamily="2" charset="-122"/>
              </a:rPr>
              <a:t>sketch</a:t>
            </a:r>
            <a:endParaRPr lang="en-US" altLang="zh-CN" i="0" dirty="0">
              <a:latin typeface="Comic Sans MS" panose="030F0702030302020204" pitchFamily="66" charset="0"/>
              <a:ea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9830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98307" name="Rectangle 4"/>
          <p:cNvSpPr>
            <a:spLocks noGrp="1"/>
          </p:cNvSpPr>
          <p:nvPr>
            <p:ph type="title"/>
          </p:nvPr>
        </p:nvSpPr>
        <p:spPr>
          <a:xfrm>
            <a:off x="546100" y="0"/>
            <a:ext cx="7772400" cy="1143000"/>
          </a:xfrm>
          <a:ln/>
        </p:spPr>
        <p:txBody>
          <a:bodyPr vert="horz" wrap="square" lIns="91440" tIns="45720" rIns="91440" bIns="45720" anchor="ctr" anchorCtr="0"/>
          <a:p>
            <a:r>
              <a:rPr lang="en-US" altLang="zh-CN" dirty="0">
                <a:ea typeface="宋体" panose="02010600030101010101" pitchFamily="2" charset="-122"/>
              </a:rPr>
              <a:t>Star topology</a:t>
            </a:r>
            <a:endParaRPr lang="en-US" altLang="zh-CN" dirty="0">
              <a:ea typeface="宋体" panose="02010600030101010101" pitchFamily="2" charset="-122"/>
            </a:endParaRPr>
          </a:p>
        </p:txBody>
      </p:sp>
      <p:sp>
        <p:nvSpPr>
          <p:cNvPr id="98308" name="Rectangle 6"/>
          <p:cNvSpPr>
            <a:spLocks noGrp="1"/>
          </p:cNvSpPr>
          <p:nvPr>
            <p:ph idx="1"/>
          </p:nvPr>
        </p:nvSpPr>
        <p:spPr>
          <a:xfrm>
            <a:off x="508000" y="1103313"/>
            <a:ext cx="7772400" cy="2449512"/>
          </a:xfrm>
          <a:ln/>
        </p:spPr>
        <p:txBody>
          <a:bodyPr vert="horz" wrap="square" lIns="91440" tIns="45720" rIns="91440" bIns="45720" anchor="t" anchorCtr="0"/>
          <a:p>
            <a:pPr>
              <a:lnSpc>
                <a:spcPct val="90000"/>
              </a:lnSpc>
            </a:pPr>
            <a:r>
              <a:rPr lang="en-US" altLang="zh-CN" sz="2400" dirty="0">
                <a:ea typeface="宋体" panose="02010600030101010101" pitchFamily="2" charset="-122"/>
              </a:rPr>
              <a:t>bus topology popular through mid 90s</a:t>
            </a:r>
            <a:endParaRPr lang="en-US" altLang="zh-CN" sz="2400" dirty="0">
              <a:ea typeface="宋体" panose="02010600030101010101" pitchFamily="2" charset="-122"/>
            </a:endParaRPr>
          </a:p>
          <a:p>
            <a:pPr lvl="1">
              <a:lnSpc>
                <a:spcPct val="90000"/>
              </a:lnSpc>
            </a:pPr>
            <a:r>
              <a:rPr lang="en-US" altLang="zh-CN" sz="2000" dirty="0">
                <a:ea typeface="宋体" panose="02010600030101010101" pitchFamily="2" charset="-122"/>
              </a:rPr>
              <a:t>all nodes in same collision domain (can collide with each other)</a:t>
            </a:r>
            <a:endParaRPr lang="en-US" altLang="zh-CN" sz="2000" dirty="0">
              <a:ea typeface="宋体" panose="02010600030101010101" pitchFamily="2" charset="-122"/>
            </a:endParaRPr>
          </a:p>
          <a:p>
            <a:pPr>
              <a:lnSpc>
                <a:spcPct val="90000"/>
              </a:lnSpc>
            </a:pPr>
            <a:r>
              <a:rPr lang="en-US" altLang="zh-CN" sz="2400" dirty="0">
                <a:ea typeface="宋体" panose="02010600030101010101" pitchFamily="2" charset="-122"/>
              </a:rPr>
              <a:t>today: star topology prevails</a:t>
            </a:r>
            <a:endParaRPr lang="en-US" altLang="zh-CN" sz="2400" dirty="0">
              <a:ea typeface="宋体" panose="02010600030101010101" pitchFamily="2" charset="-122"/>
            </a:endParaRPr>
          </a:p>
          <a:p>
            <a:pPr lvl="1">
              <a:lnSpc>
                <a:spcPct val="90000"/>
              </a:lnSpc>
            </a:pPr>
            <a:r>
              <a:rPr lang="en-US" altLang="zh-CN" sz="2000" dirty="0">
                <a:ea typeface="宋体" panose="02010600030101010101" pitchFamily="2" charset="-122"/>
              </a:rPr>
              <a:t>active </a:t>
            </a:r>
            <a:r>
              <a:rPr lang="en-US" altLang="zh-CN" sz="2000" i="1" dirty="0">
                <a:solidFill>
                  <a:srgbClr val="FF0000"/>
                </a:solidFill>
                <a:ea typeface="宋体" panose="02010600030101010101" pitchFamily="2" charset="-122"/>
              </a:rPr>
              <a:t>switch</a:t>
            </a:r>
            <a:r>
              <a:rPr lang="en-US" altLang="zh-CN" sz="2000" dirty="0">
                <a:ea typeface="宋体" panose="02010600030101010101" pitchFamily="2" charset="-122"/>
              </a:rPr>
              <a:t> in center</a:t>
            </a:r>
            <a:endParaRPr lang="en-US" altLang="zh-CN" sz="2000" dirty="0">
              <a:ea typeface="宋体" panose="02010600030101010101" pitchFamily="2" charset="-122"/>
            </a:endParaRPr>
          </a:p>
          <a:p>
            <a:pPr lvl="1">
              <a:lnSpc>
                <a:spcPct val="90000"/>
              </a:lnSpc>
            </a:pPr>
            <a:r>
              <a:rPr lang="en-US" altLang="zh-CN" sz="2000" dirty="0">
                <a:ea typeface="宋体" panose="02010600030101010101" pitchFamily="2" charset="-122"/>
              </a:rPr>
              <a:t>each “spoke” runs a (separate) Ethernet protocol (nodes do not collide with each other)</a:t>
            </a:r>
            <a:endParaRPr lang="en-US" altLang="zh-CN" sz="2000" dirty="0">
              <a:ea typeface="宋体" panose="02010600030101010101" pitchFamily="2" charset="-122"/>
            </a:endParaRPr>
          </a:p>
        </p:txBody>
      </p:sp>
      <p:sp>
        <p:nvSpPr>
          <p:cNvPr id="98309" name="Rectangle 8"/>
          <p:cNvSpPr/>
          <p:nvPr/>
        </p:nvSpPr>
        <p:spPr>
          <a:xfrm>
            <a:off x="6226175" y="5043488"/>
            <a:ext cx="417513" cy="92075"/>
          </a:xfrm>
          <a:prstGeom prst="rect">
            <a:avLst/>
          </a:prstGeom>
          <a:solidFill>
            <a:schemeClr val="hlink"/>
          </a:solidFill>
          <a:ln w="9525"/>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p>
            <a:pPr eaLnBrk="0" hangingPunct="0">
              <a:buClrTx/>
              <a:buFontTx/>
            </a:pPr>
            <a:endParaRPr lang="zh-CN" altLang="en-US" dirty="0">
              <a:latin typeface="Comic Sans MS" panose="030F0702030302020204" pitchFamily="66" charset="0"/>
              <a:ea typeface="宋体" panose="02010600030101010101" pitchFamily="2" charset="-122"/>
            </a:endParaRPr>
          </a:p>
        </p:txBody>
      </p:sp>
      <p:graphicFrame>
        <p:nvGraphicFramePr>
          <p:cNvPr id="98310" name="Object 11"/>
          <p:cNvGraphicFramePr>
            <a:graphicFrameLocks noChangeAspect="1"/>
          </p:cNvGraphicFramePr>
          <p:nvPr/>
        </p:nvGraphicFramePr>
        <p:xfrm>
          <a:off x="7880350" y="4783138"/>
          <a:ext cx="601663" cy="463550"/>
        </p:xfrm>
        <a:graphic>
          <a:graphicData uri="http://schemas.openxmlformats.org/presentationml/2006/ole">
            <mc:AlternateContent xmlns:mc="http://schemas.openxmlformats.org/markup-compatibility/2006">
              <mc:Choice xmlns:v="urn:schemas-microsoft-com:vml" Requires="v">
                <p:oleObj spid="_x0000_s3124" name="" r:id="rId1" imgW="1307465" imgH="1083945" progId="MS_ClipArt_Gallery.2">
                  <p:embed/>
                </p:oleObj>
              </mc:Choice>
              <mc:Fallback>
                <p:oleObj name="" r:id="rId1" imgW="1307465" imgH="1083945" progId="MS_ClipArt_Gallery.2">
                  <p:embed/>
                  <p:pic>
                    <p:nvPicPr>
                      <p:cNvPr id="0" name="图片 3123"/>
                      <p:cNvPicPr/>
                      <p:nvPr/>
                    </p:nvPicPr>
                    <p:blipFill>
                      <a:blip r:embed="rId2"/>
                      <a:stretch>
                        <a:fillRect/>
                      </a:stretch>
                    </p:blipFill>
                    <p:spPr>
                      <a:xfrm>
                        <a:off x="7880350" y="4783138"/>
                        <a:ext cx="601663" cy="463550"/>
                      </a:xfrm>
                      <a:prstGeom prst="rect">
                        <a:avLst/>
                      </a:prstGeom>
                      <a:noFill/>
                      <a:ln w="38100">
                        <a:noFill/>
                        <a:miter/>
                      </a:ln>
                    </p:spPr>
                  </p:pic>
                </p:oleObj>
              </mc:Fallback>
            </mc:AlternateContent>
          </a:graphicData>
        </a:graphic>
      </p:graphicFrame>
      <p:graphicFrame>
        <p:nvGraphicFramePr>
          <p:cNvPr id="98311" name="Object 12"/>
          <p:cNvGraphicFramePr>
            <a:graphicFrameLocks noChangeAspect="1"/>
          </p:cNvGraphicFramePr>
          <p:nvPr/>
        </p:nvGraphicFramePr>
        <p:xfrm>
          <a:off x="4572000" y="4784725"/>
          <a:ext cx="601663" cy="463550"/>
        </p:xfrm>
        <a:graphic>
          <a:graphicData uri="http://schemas.openxmlformats.org/presentationml/2006/ole">
            <mc:AlternateContent xmlns:mc="http://schemas.openxmlformats.org/markup-compatibility/2006">
              <mc:Choice xmlns:v="urn:schemas-microsoft-com:vml" Requires="v">
                <p:oleObj spid="_x0000_s3123" name="" r:id="rId3" imgW="1307465" imgH="1083945" progId="MS_ClipArt_Gallery.2">
                  <p:embed/>
                </p:oleObj>
              </mc:Choice>
              <mc:Fallback>
                <p:oleObj name="" r:id="rId3" imgW="1307465" imgH="1083945" progId="MS_ClipArt_Gallery.2">
                  <p:embed/>
                  <p:pic>
                    <p:nvPicPr>
                      <p:cNvPr id="0" name="图片 3122"/>
                      <p:cNvPicPr/>
                      <p:nvPr/>
                    </p:nvPicPr>
                    <p:blipFill>
                      <a:blip r:embed="rId2"/>
                      <a:stretch>
                        <a:fillRect/>
                      </a:stretch>
                    </p:blipFill>
                    <p:spPr>
                      <a:xfrm>
                        <a:off x="4572000" y="4784725"/>
                        <a:ext cx="601663" cy="463550"/>
                      </a:xfrm>
                      <a:prstGeom prst="rect">
                        <a:avLst/>
                      </a:prstGeom>
                      <a:noFill/>
                      <a:ln w="38100">
                        <a:noFill/>
                        <a:miter/>
                      </a:ln>
                    </p:spPr>
                  </p:pic>
                </p:oleObj>
              </mc:Fallback>
            </mc:AlternateContent>
          </a:graphicData>
        </a:graphic>
      </p:graphicFrame>
      <p:sp>
        <p:nvSpPr>
          <p:cNvPr id="98312" name="Rectangle 13"/>
          <p:cNvSpPr/>
          <p:nvPr/>
        </p:nvSpPr>
        <p:spPr>
          <a:xfrm>
            <a:off x="5138738" y="4903788"/>
            <a:ext cx="180975" cy="13652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98313" name="Rectangle 14"/>
          <p:cNvSpPr/>
          <p:nvPr/>
        </p:nvSpPr>
        <p:spPr>
          <a:xfrm>
            <a:off x="7770813" y="4941888"/>
            <a:ext cx="180975" cy="13652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98314" name="Line 17"/>
          <p:cNvSpPr/>
          <p:nvPr/>
        </p:nvSpPr>
        <p:spPr>
          <a:xfrm>
            <a:off x="5316538" y="4983163"/>
            <a:ext cx="974725" cy="0"/>
          </a:xfrm>
          <a:prstGeom prst="line">
            <a:avLst/>
          </a:prstGeom>
          <a:ln w="9525" cap="flat" cmpd="sng">
            <a:solidFill>
              <a:schemeClr val="tx1"/>
            </a:solidFill>
            <a:prstDash val="solid"/>
            <a:round/>
            <a:headEnd type="none" w="med" len="med"/>
            <a:tailEnd type="none" w="med" len="med"/>
          </a:ln>
        </p:spPr>
      </p:sp>
      <p:sp>
        <p:nvSpPr>
          <p:cNvPr id="98315" name="Line 18"/>
          <p:cNvSpPr/>
          <p:nvPr/>
        </p:nvSpPr>
        <p:spPr>
          <a:xfrm>
            <a:off x="6556375" y="4391025"/>
            <a:ext cx="0" cy="504825"/>
          </a:xfrm>
          <a:prstGeom prst="line">
            <a:avLst/>
          </a:prstGeom>
          <a:ln w="9525" cap="flat" cmpd="sng">
            <a:solidFill>
              <a:schemeClr val="tx1"/>
            </a:solidFill>
            <a:prstDash val="solid"/>
            <a:round/>
            <a:headEnd type="none" w="med" len="med"/>
            <a:tailEnd type="none" w="med" len="med"/>
          </a:ln>
        </p:spPr>
      </p:sp>
      <p:sp>
        <p:nvSpPr>
          <p:cNvPr id="98316" name="Line 19"/>
          <p:cNvSpPr/>
          <p:nvPr/>
        </p:nvSpPr>
        <p:spPr>
          <a:xfrm flipH="1">
            <a:off x="6746875" y="4999038"/>
            <a:ext cx="1003300" cy="0"/>
          </a:xfrm>
          <a:prstGeom prst="line">
            <a:avLst/>
          </a:prstGeom>
          <a:ln w="9525" cap="flat" cmpd="sng">
            <a:solidFill>
              <a:schemeClr val="tx1"/>
            </a:solidFill>
            <a:prstDash val="solid"/>
            <a:round/>
            <a:headEnd type="none" w="med" len="med"/>
            <a:tailEnd type="none" w="med" len="med"/>
          </a:ln>
        </p:spPr>
      </p:sp>
      <p:sp>
        <p:nvSpPr>
          <p:cNvPr id="98317" name="Line 20"/>
          <p:cNvSpPr/>
          <p:nvPr/>
        </p:nvSpPr>
        <p:spPr>
          <a:xfrm flipV="1">
            <a:off x="6556375" y="5124450"/>
            <a:ext cx="12700" cy="709613"/>
          </a:xfrm>
          <a:prstGeom prst="line">
            <a:avLst/>
          </a:prstGeom>
          <a:ln w="9525" cap="flat" cmpd="sng">
            <a:solidFill>
              <a:schemeClr val="tx1"/>
            </a:solidFill>
            <a:prstDash val="solid"/>
            <a:round/>
            <a:headEnd type="none" w="med" len="med"/>
            <a:tailEnd type="none" w="med" len="med"/>
          </a:ln>
        </p:spPr>
      </p:sp>
      <p:sp>
        <p:nvSpPr>
          <p:cNvPr id="98318" name="Text Box 23"/>
          <p:cNvSpPr txBox="1"/>
          <p:nvPr/>
        </p:nvSpPr>
        <p:spPr>
          <a:xfrm>
            <a:off x="5464175" y="5359400"/>
            <a:ext cx="796925" cy="336550"/>
          </a:xfrm>
          <a:prstGeom prst="rect">
            <a:avLst/>
          </a:prstGeom>
          <a:noFill/>
          <a:ln w="9525">
            <a:noFill/>
          </a:ln>
        </p:spPr>
        <p:txBody>
          <a:bodyPr wrap="none" anchor="t" anchorCtr="0">
            <a:spAutoFit/>
          </a:bodyPr>
          <a:p>
            <a:pPr eaLnBrk="0" hangingPunct="0">
              <a:buClrTx/>
              <a:buFontTx/>
            </a:pPr>
            <a:r>
              <a:rPr lang="en-US" altLang="zh-CN" sz="1600" i="0" dirty="0">
                <a:latin typeface="Comic Sans MS" panose="030F0702030302020204" pitchFamily="66" charset="0"/>
                <a:ea typeface="宋体" panose="02010600030101010101" pitchFamily="2" charset="-122"/>
              </a:rPr>
              <a:t>switch</a:t>
            </a:r>
            <a:endParaRPr lang="en-US" altLang="zh-CN" sz="1600" i="0" dirty="0">
              <a:latin typeface="Comic Sans MS" panose="030F0702030302020204" pitchFamily="66" charset="0"/>
              <a:ea typeface="宋体" panose="02010600030101010101" pitchFamily="2" charset="-122"/>
            </a:endParaRPr>
          </a:p>
        </p:txBody>
      </p:sp>
      <p:sp>
        <p:nvSpPr>
          <p:cNvPr id="98319" name="Line 24"/>
          <p:cNvSpPr/>
          <p:nvPr/>
        </p:nvSpPr>
        <p:spPr>
          <a:xfrm flipV="1">
            <a:off x="5834063" y="5148263"/>
            <a:ext cx="417512" cy="239712"/>
          </a:xfrm>
          <a:prstGeom prst="line">
            <a:avLst/>
          </a:prstGeom>
          <a:ln w="9525" cap="flat" cmpd="sng">
            <a:solidFill>
              <a:schemeClr val="tx1"/>
            </a:solidFill>
            <a:prstDash val="solid"/>
            <a:round/>
            <a:headEnd type="none" w="med" len="med"/>
            <a:tailEnd type="triangle" w="med" len="med"/>
          </a:ln>
        </p:spPr>
      </p:sp>
      <p:sp>
        <p:nvSpPr>
          <p:cNvPr id="98320" name="Freeform 25"/>
          <p:cNvSpPr/>
          <p:nvPr/>
        </p:nvSpPr>
        <p:spPr>
          <a:xfrm>
            <a:off x="6283325" y="4919663"/>
            <a:ext cx="444500" cy="100012"/>
          </a:xfrm>
          <a:custGeom>
            <a:avLst/>
            <a:gdLst/>
            <a:ahLst/>
            <a:cxnLst>
              <a:cxn ang="0">
                <a:pos x="0" y="2147483646"/>
              </a:cxn>
              <a:cxn ang="0">
                <a:pos x="2147483646" y="2147483646"/>
              </a:cxn>
              <a:cxn ang="0">
                <a:pos x="2147483646" y="0"/>
              </a:cxn>
              <a:cxn ang="0">
                <a:pos x="2147483646" y="0"/>
              </a:cxn>
            </a:cxnLst>
            <a:pathLst>
              <a:path w="280" h="63">
                <a:moveTo>
                  <a:pt x="0" y="63"/>
                </a:moveTo>
                <a:lnTo>
                  <a:pt x="37" y="62"/>
                </a:lnTo>
                <a:lnTo>
                  <a:pt x="219" y="0"/>
                </a:lnTo>
                <a:lnTo>
                  <a:pt x="280"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98321" name="Freeform 26"/>
          <p:cNvSpPr/>
          <p:nvPr/>
        </p:nvSpPr>
        <p:spPr>
          <a:xfrm>
            <a:off x="6396038" y="4914900"/>
            <a:ext cx="230187" cy="103188"/>
          </a:xfrm>
          <a:custGeom>
            <a:avLst/>
            <a:gdLst/>
            <a:ahLst/>
            <a:cxnLst>
              <a:cxn ang="0">
                <a:pos x="0" y="0"/>
              </a:cxn>
              <a:cxn ang="0">
                <a:pos x="2147483646" y="0"/>
              </a:cxn>
              <a:cxn ang="0">
                <a:pos x="2147483646" y="2147483646"/>
              </a:cxn>
              <a:cxn ang="0">
                <a:pos x="2147483646" y="2147483646"/>
              </a:cxn>
            </a:cxnLst>
            <a:pathLst>
              <a:path w="148" h="74">
                <a:moveTo>
                  <a:pt x="0" y="0"/>
                </a:moveTo>
                <a:lnTo>
                  <a:pt x="40" y="0"/>
                </a:lnTo>
                <a:lnTo>
                  <a:pt x="102" y="74"/>
                </a:lnTo>
                <a:lnTo>
                  <a:pt x="148" y="74"/>
                </a:lnTo>
              </a:path>
            </a:pathLst>
          </a:custGeom>
          <a:noFill/>
          <a:ln w="19050" cap="flat" cmpd="sng">
            <a:solidFill>
              <a:schemeClr val="tx1"/>
            </a:solidFill>
            <a:prstDash val="solid"/>
            <a:round/>
            <a:headEnd type="none" w="med" len="med"/>
            <a:tailEnd type="none" w="med" len="med"/>
          </a:ln>
        </p:spPr>
        <p:txBody>
          <a:bodyPr/>
          <a:p>
            <a:endParaRPr lang="zh-CN" altLang="en-US"/>
          </a:p>
        </p:txBody>
      </p:sp>
      <p:grpSp>
        <p:nvGrpSpPr>
          <p:cNvPr id="98322" name="Group 40"/>
          <p:cNvGrpSpPr/>
          <p:nvPr/>
        </p:nvGrpSpPr>
        <p:grpSpPr>
          <a:xfrm>
            <a:off x="1254125" y="3829050"/>
            <a:ext cx="2305050" cy="1946275"/>
            <a:chOff x="493" y="2719"/>
            <a:chExt cx="900" cy="743"/>
          </a:xfrm>
        </p:grpSpPr>
        <p:graphicFrame>
          <p:nvGraphicFramePr>
            <p:cNvPr id="98323" name="Object 28"/>
            <p:cNvGraphicFramePr>
              <a:graphicFrameLocks noChangeAspect="1"/>
            </p:cNvGraphicFramePr>
            <p:nvPr/>
          </p:nvGraphicFramePr>
          <p:xfrm>
            <a:off x="493" y="3231"/>
            <a:ext cx="277" cy="231"/>
          </p:xfrm>
          <a:graphic>
            <a:graphicData uri="http://schemas.openxmlformats.org/presentationml/2006/ole">
              <mc:AlternateContent xmlns:mc="http://schemas.openxmlformats.org/markup-compatibility/2006">
                <mc:Choice xmlns:v="urn:schemas-microsoft-com:vml" Requires="v">
                  <p:oleObj spid="_x0000_s3108" name="" r:id="rId4" imgW="1307465" imgH="1083945" progId="MS_ClipArt_Gallery.2">
                    <p:embed/>
                  </p:oleObj>
                </mc:Choice>
                <mc:Fallback>
                  <p:oleObj name="" r:id="rId4" imgW="1307465" imgH="1083945" progId="MS_ClipArt_Gallery.2">
                    <p:embed/>
                    <p:pic>
                      <p:nvPicPr>
                        <p:cNvPr id="0" name="图片 3107"/>
                        <p:cNvPicPr/>
                        <p:nvPr/>
                      </p:nvPicPr>
                      <p:blipFill>
                        <a:blip r:embed="rId2"/>
                        <a:stretch>
                          <a:fillRect/>
                        </a:stretch>
                      </p:blipFill>
                      <p:spPr>
                        <a:xfrm>
                          <a:off x="493" y="3231"/>
                          <a:ext cx="277" cy="231"/>
                        </a:xfrm>
                        <a:prstGeom prst="rect">
                          <a:avLst/>
                        </a:prstGeom>
                        <a:noFill/>
                        <a:ln w="38100">
                          <a:noFill/>
                          <a:miter/>
                        </a:ln>
                      </p:spPr>
                    </p:pic>
                  </p:oleObj>
                </mc:Fallback>
              </mc:AlternateContent>
            </a:graphicData>
          </a:graphic>
        </p:graphicFrame>
        <p:graphicFrame>
          <p:nvGraphicFramePr>
            <p:cNvPr id="98324" name="Object 29"/>
            <p:cNvGraphicFramePr>
              <a:graphicFrameLocks noChangeAspect="1"/>
            </p:cNvGraphicFramePr>
            <p:nvPr/>
          </p:nvGraphicFramePr>
          <p:xfrm>
            <a:off x="591" y="2989"/>
            <a:ext cx="277" cy="231"/>
          </p:xfrm>
          <a:graphic>
            <a:graphicData uri="http://schemas.openxmlformats.org/presentationml/2006/ole">
              <mc:AlternateContent xmlns:mc="http://schemas.openxmlformats.org/markup-compatibility/2006">
                <mc:Choice xmlns:v="urn:schemas-microsoft-com:vml" Requires="v">
                  <p:oleObj spid="_x0000_s3111" name="" r:id="rId5" imgW="1307465" imgH="1083945" progId="MS_ClipArt_Gallery.2">
                    <p:embed/>
                  </p:oleObj>
                </mc:Choice>
                <mc:Fallback>
                  <p:oleObj name="" r:id="rId5" imgW="1307465" imgH="1083945" progId="MS_ClipArt_Gallery.2">
                    <p:embed/>
                    <p:pic>
                      <p:nvPicPr>
                        <p:cNvPr id="0" name="图片 3110"/>
                        <p:cNvPicPr/>
                        <p:nvPr/>
                      </p:nvPicPr>
                      <p:blipFill>
                        <a:blip r:embed="rId2"/>
                        <a:stretch>
                          <a:fillRect/>
                        </a:stretch>
                      </p:blipFill>
                      <p:spPr>
                        <a:xfrm>
                          <a:off x="591" y="2989"/>
                          <a:ext cx="277" cy="231"/>
                        </a:xfrm>
                        <a:prstGeom prst="rect">
                          <a:avLst/>
                        </a:prstGeom>
                        <a:noFill/>
                        <a:ln w="38100">
                          <a:noFill/>
                          <a:miter/>
                        </a:ln>
                      </p:spPr>
                    </p:pic>
                  </p:oleObj>
                </mc:Fallback>
              </mc:AlternateContent>
            </a:graphicData>
          </a:graphic>
        </p:graphicFrame>
        <p:graphicFrame>
          <p:nvGraphicFramePr>
            <p:cNvPr id="98325" name="Object 30"/>
            <p:cNvGraphicFramePr>
              <a:graphicFrameLocks noChangeAspect="1"/>
            </p:cNvGraphicFramePr>
            <p:nvPr/>
          </p:nvGraphicFramePr>
          <p:xfrm>
            <a:off x="1116" y="2923"/>
            <a:ext cx="277" cy="231"/>
          </p:xfrm>
          <a:graphic>
            <a:graphicData uri="http://schemas.openxmlformats.org/presentationml/2006/ole">
              <mc:AlternateContent xmlns:mc="http://schemas.openxmlformats.org/markup-compatibility/2006">
                <mc:Choice xmlns:v="urn:schemas-microsoft-com:vml" Requires="v">
                  <p:oleObj spid="_x0000_s3114" name="" r:id="rId6" imgW="1307465" imgH="1083945" progId="MS_ClipArt_Gallery.2">
                    <p:embed/>
                  </p:oleObj>
                </mc:Choice>
                <mc:Fallback>
                  <p:oleObj name="" r:id="rId6" imgW="1307465" imgH="1083945" progId="MS_ClipArt_Gallery.2">
                    <p:embed/>
                    <p:pic>
                      <p:nvPicPr>
                        <p:cNvPr id="0" name="图片 3113"/>
                        <p:cNvPicPr/>
                        <p:nvPr/>
                      </p:nvPicPr>
                      <p:blipFill>
                        <a:blip r:embed="rId2"/>
                        <a:stretch>
                          <a:fillRect/>
                        </a:stretch>
                      </p:blipFill>
                      <p:spPr>
                        <a:xfrm>
                          <a:off x="1116" y="2923"/>
                          <a:ext cx="277" cy="231"/>
                        </a:xfrm>
                        <a:prstGeom prst="rect">
                          <a:avLst/>
                        </a:prstGeom>
                        <a:noFill/>
                        <a:ln w="38100">
                          <a:noFill/>
                          <a:miter/>
                        </a:ln>
                      </p:spPr>
                    </p:pic>
                  </p:oleObj>
                </mc:Fallback>
              </mc:AlternateContent>
            </a:graphicData>
          </a:graphic>
        </p:graphicFrame>
        <p:graphicFrame>
          <p:nvGraphicFramePr>
            <p:cNvPr id="98326" name="Object 31"/>
            <p:cNvGraphicFramePr>
              <a:graphicFrameLocks noChangeAspect="1"/>
            </p:cNvGraphicFramePr>
            <p:nvPr/>
          </p:nvGraphicFramePr>
          <p:xfrm>
            <a:off x="1003" y="3219"/>
            <a:ext cx="277" cy="231"/>
          </p:xfrm>
          <a:graphic>
            <a:graphicData uri="http://schemas.openxmlformats.org/presentationml/2006/ole">
              <mc:AlternateContent xmlns:mc="http://schemas.openxmlformats.org/markup-compatibility/2006">
                <mc:Choice xmlns:v="urn:schemas-microsoft-com:vml" Requires="v">
                  <p:oleObj spid="_x0000_s3109" name="" r:id="rId7" imgW="1307465" imgH="1083945" progId="MS_ClipArt_Gallery.2">
                    <p:embed/>
                  </p:oleObj>
                </mc:Choice>
                <mc:Fallback>
                  <p:oleObj name="" r:id="rId7" imgW="1307465" imgH="1083945" progId="MS_ClipArt_Gallery.2">
                    <p:embed/>
                    <p:pic>
                      <p:nvPicPr>
                        <p:cNvPr id="0" name="图片 3108"/>
                        <p:cNvPicPr/>
                        <p:nvPr/>
                      </p:nvPicPr>
                      <p:blipFill>
                        <a:blip r:embed="rId2"/>
                        <a:stretch>
                          <a:fillRect/>
                        </a:stretch>
                      </p:blipFill>
                      <p:spPr>
                        <a:xfrm>
                          <a:off x="1003" y="3219"/>
                          <a:ext cx="277" cy="231"/>
                        </a:xfrm>
                        <a:prstGeom prst="rect">
                          <a:avLst/>
                        </a:prstGeom>
                        <a:noFill/>
                        <a:ln w="38100">
                          <a:noFill/>
                          <a:miter/>
                        </a:ln>
                      </p:spPr>
                    </p:pic>
                  </p:oleObj>
                </mc:Fallback>
              </mc:AlternateContent>
            </a:graphicData>
          </a:graphic>
        </p:graphicFrame>
        <p:sp>
          <p:nvSpPr>
            <p:cNvPr id="98327" name="Line 32"/>
            <p:cNvSpPr/>
            <p:nvPr/>
          </p:nvSpPr>
          <p:spPr>
            <a:xfrm flipH="1">
              <a:off x="847" y="2823"/>
              <a:ext cx="294" cy="561"/>
            </a:xfrm>
            <a:prstGeom prst="line">
              <a:avLst/>
            </a:prstGeom>
            <a:ln w="9525" cap="flat" cmpd="sng">
              <a:solidFill>
                <a:schemeClr val="tx1"/>
              </a:solidFill>
              <a:prstDash val="solid"/>
              <a:round/>
              <a:headEnd type="none" w="med" len="med"/>
              <a:tailEnd type="none" w="med" len="med"/>
            </a:ln>
          </p:spPr>
        </p:sp>
        <p:sp>
          <p:nvSpPr>
            <p:cNvPr id="98328" name="Line 33"/>
            <p:cNvSpPr/>
            <p:nvPr/>
          </p:nvSpPr>
          <p:spPr>
            <a:xfrm>
              <a:off x="836" y="3120"/>
              <a:ext cx="153" cy="1"/>
            </a:xfrm>
            <a:prstGeom prst="line">
              <a:avLst/>
            </a:prstGeom>
            <a:ln w="9525" cap="flat" cmpd="sng">
              <a:solidFill>
                <a:schemeClr val="tx1"/>
              </a:solidFill>
              <a:prstDash val="solid"/>
              <a:round/>
              <a:headEnd type="none" w="med" len="med"/>
              <a:tailEnd type="none" w="med" len="med"/>
            </a:ln>
          </p:spPr>
        </p:sp>
        <p:sp>
          <p:nvSpPr>
            <p:cNvPr id="98329" name="Line 34"/>
            <p:cNvSpPr/>
            <p:nvPr/>
          </p:nvSpPr>
          <p:spPr>
            <a:xfrm>
              <a:off x="751" y="3332"/>
              <a:ext cx="120" cy="1"/>
            </a:xfrm>
            <a:prstGeom prst="line">
              <a:avLst/>
            </a:prstGeom>
            <a:ln w="9525" cap="flat" cmpd="sng">
              <a:solidFill>
                <a:schemeClr val="tx1"/>
              </a:solidFill>
              <a:prstDash val="solid"/>
              <a:round/>
              <a:headEnd type="none" w="med" len="med"/>
              <a:tailEnd type="none" w="med" len="med"/>
            </a:ln>
          </p:spPr>
        </p:sp>
        <p:sp>
          <p:nvSpPr>
            <p:cNvPr id="98330" name="Line 35"/>
            <p:cNvSpPr/>
            <p:nvPr/>
          </p:nvSpPr>
          <p:spPr>
            <a:xfrm flipV="1">
              <a:off x="1031" y="3032"/>
              <a:ext cx="112" cy="5"/>
            </a:xfrm>
            <a:prstGeom prst="line">
              <a:avLst/>
            </a:prstGeom>
            <a:ln w="9525" cap="flat" cmpd="sng">
              <a:solidFill>
                <a:schemeClr val="tx1"/>
              </a:solidFill>
              <a:prstDash val="solid"/>
              <a:round/>
              <a:headEnd type="none" w="med" len="med"/>
              <a:tailEnd type="none" w="med" len="med"/>
            </a:ln>
          </p:spPr>
        </p:sp>
        <p:graphicFrame>
          <p:nvGraphicFramePr>
            <p:cNvPr id="98331" name="Object 36"/>
            <p:cNvGraphicFramePr>
              <a:graphicFrameLocks noChangeAspect="1"/>
            </p:cNvGraphicFramePr>
            <p:nvPr/>
          </p:nvGraphicFramePr>
          <p:xfrm>
            <a:off x="699" y="2719"/>
            <a:ext cx="277" cy="231"/>
          </p:xfrm>
          <a:graphic>
            <a:graphicData uri="http://schemas.openxmlformats.org/presentationml/2006/ole">
              <mc:AlternateContent xmlns:mc="http://schemas.openxmlformats.org/markup-compatibility/2006">
                <mc:Choice xmlns:v="urn:schemas-microsoft-com:vml" Requires="v">
                  <p:oleObj spid="_x0000_s3110" name="" r:id="rId8" imgW="1307465" imgH="1083945" progId="MS_ClipArt_Gallery.2">
                    <p:embed/>
                  </p:oleObj>
                </mc:Choice>
                <mc:Fallback>
                  <p:oleObj name="" r:id="rId8" imgW="1307465" imgH="1083945" progId="MS_ClipArt_Gallery.2">
                    <p:embed/>
                    <p:pic>
                      <p:nvPicPr>
                        <p:cNvPr id="0" name="图片 3109"/>
                        <p:cNvPicPr/>
                        <p:nvPr/>
                      </p:nvPicPr>
                      <p:blipFill>
                        <a:blip r:embed="rId2"/>
                        <a:stretch>
                          <a:fillRect/>
                        </a:stretch>
                      </p:blipFill>
                      <p:spPr>
                        <a:xfrm>
                          <a:off x="699" y="2719"/>
                          <a:ext cx="277" cy="231"/>
                        </a:xfrm>
                        <a:prstGeom prst="rect">
                          <a:avLst/>
                        </a:prstGeom>
                        <a:noFill/>
                        <a:ln w="38100">
                          <a:noFill/>
                          <a:miter/>
                        </a:ln>
                      </p:spPr>
                    </p:pic>
                  </p:oleObj>
                </mc:Fallback>
              </mc:AlternateContent>
            </a:graphicData>
          </a:graphic>
        </p:graphicFrame>
        <p:sp>
          <p:nvSpPr>
            <p:cNvPr id="98332" name="Line 37"/>
            <p:cNvSpPr/>
            <p:nvPr/>
          </p:nvSpPr>
          <p:spPr>
            <a:xfrm>
              <a:off x="950" y="2889"/>
              <a:ext cx="153" cy="1"/>
            </a:xfrm>
            <a:prstGeom prst="line">
              <a:avLst/>
            </a:prstGeom>
            <a:ln w="9525" cap="flat" cmpd="sng">
              <a:solidFill>
                <a:schemeClr val="tx1"/>
              </a:solidFill>
              <a:prstDash val="solid"/>
              <a:round/>
              <a:headEnd type="none" w="med" len="med"/>
              <a:tailEnd type="none" w="med" len="med"/>
            </a:ln>
          </p:spPr>
        </p:sp>
        <p:sp>
          <p:nvSpPr>
            <p:cNvPr id="98333" name="Line 38"/>
            <p:cNvSpPr/>
            <p:nvPr/>
          </p:nvSpPr>
          <p:spPr>
            <a:xfrm>
              <a:off x="950" y="2889"/>
              <a:ext cx="153" cy="1"/>
            </a:xfrm>
            <a:prstGeom prst="line">
              <a:avLst/>
            </a:prstGeom>
            <a:ln w="9525" cap="flat" cmpd="sng">
              <a:solidFill>
                <a:schemeClr val="tx1"/>
              </a:solidFill>
              <a:prstDash val="solid"/>
              <a:round/>
              <a:headEnd type="none" w="med" len="med"/>
              <a:tailEnd type="none" w="med" len="med"/>
            </a:ln>
          </p:spPr>
        </p:sp>
        <p:sp>
          <p:nvSpPr>
            <p:cNvPr id="98334" name="Line 39"/>
            <p:cNvSpPr/>
            <p:nvPr/>
          </p:nvSpPr>
          <p:spPr>
            <a:xfrm>
              <a:off x="907" y="3290"/>
              <a:ext cx="120" cy="1"/>
            </a:xfrm>
            <a:prstGeom prst="line">
              <a:avLst/>
            </a:prstGeom>
            <a:ln w="9525" cap="flat" cmpd="sng">
              <a:solidFill>
                <a:schemeClr val="tx1"/>
              </a:solidFill>
              <a:prstDash val="solid"/>
              <a:round/>
              <a:headEnd type="none" w="med" len="med"/>
              <a:tailEnd type="none" w="med" len="med"/>
            </a:ln>
          </p:spPr>
        </p:sp>
      </p:grpSp>
      <p:graphicFrame>
        <p:nvGraphicFramePr>
          <p:cNvPr id="98335" name="Object 10"/>
          <p:cNvGraphicFramePr>
            <a:graphicFrameLocks noChangeAspect="1"/>
          </p:cNvGraphicFramePr>
          <p:nvPr/>
        </p:nvGraphicFramePr>
        <p:xfrm>
          <a:off x="6235700" y="5835650"/>
          <a:ext cx="601663" cy="463550"/>
        </p:xfrm>
        <a:graphic>
          <a:graphicData uri="http://schemas.openxmlformats.org/presentationml/2006/ole">
            <mc:AlternateContent xmlns:mc="http://schemas.openxmlformats.org/markup-compatibility/2006">
              <mc:Choice xmlns:v="urn:schemas-microsoft-com:vml" Requires="v">
                <p:oleObj spid="_x0000_s3112" name="" r:id="rId9" imgW="1307465" imgH="1083945" progId="MS_ClipArt_Gallery.2">
                  <p:embed/>
                </p:oleObj>
              </mc:Choice>
              <mc:Fallback>
                <p:oleObj name="" r:id="rId9" imgW="1307465" imgH="1083945" progId="MS_ClipArt_Gallery.2">
                  <p:embed/>
                  <p:pic>
                    <p:nvPicPr>
                      <p:cNvPr id="0" name="图片 3111"/>
                      <p:cNvPicPr/>
                      <p:nvPr/>
                    </p:nvPicPr>
                    <p:blipFill>
                      <a:blip r:embed="rId2"/>
                      <a:stretch>
                        <a:fillRect/>
                      </a:stretch>
                    </p:blipFill>
                    <p:spPr>
                      <a:xfrm>
                        <a:off x="6235700" y="5835650"/>
                        <a:ext cx="601663" cy="463550"/>
                      </a:xfrm>
                      <a:prstGeom prst="rect">
                        <a:avLst/>
                      </a:prstGeom>
                      <a:noFill/>
                      <a:ln w="38100">
                        <a:noFill/>
                        <a:miter/>
                      </a:ln>
                    </p:spPr>
                  </p:pic>
                </p:oleObj>
              </mc:Fallback>
            </mc:AlternateContent>
          </a:graphicData>
        </a:graphic>
      </p:graphicFrame>
      <p:sp>
        <p:nvSpPr>
          <p:cNvPr id="98336" name="Rectangle 16"/>
          <p:cNvSpPr/>
          <p:nvPr/>
        </p:nvSpPr>
        <p:spPr>
          <a:xfrm>
            <a:off x="6492875" y="5637213"/>
            <a:ext cx="141288" cy="21431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aphicFrame>
        <p:nvGraphicFramePr>
          <p:cNvPr id="98337" name="Object 9"/>
          <p:cNvGraphicFramePr>
            <a:graphicFrameLocks noChangeAspect="1"/>
          </p:cNvGraphicFramePr>
          <p:nvPr/>
        </p:nvGraphicFramePr>
        <p:xfrm>
          <a:off x="6218238" y="3890963"/>
          <a:ext cx="603250" cy="463550"/>
        </p:xfrm>
        <a:graphic>
          <a:graphicData uri="http://schemas.openxmlformats.org/presentationml/2006/ole">
            <mc:AlternateContent xmlns:mc="http://schemas.openxmlformats.org/markup-compatibility/2006">
              <mc:Choice xmlns:v="urn:schemas-microsoft-com:vml" Requires="v">
                <p:oleObj spid="_x0000_s3113" name="" r:id="rId10" imgW="1307465" imgH="1083945" progId="MS_ClipArt_Gallery.2">
                  <p:embed/>
                </p:oleObj>
              </mc:Choice>
              <mc:Fallback>
                <p:oleObj name="" r:id="rId10" imgW="1307465" imgH="1083945" progId="MS_ClipArt_Gallery.2">
                  <p:embed/>
                  <p:pic>
                    <p:nvPicPr>
                      <p:cNvPr id="0" name="图片 3112"/>
                      <p:cNvPicPr/>
                      <p:nvPr/>
                    </p:nvPicPr>
                    <p:blipFill>
                      <a:blip r:embed="rId2"/>
                      <a:stretch>
                        <a:fillRect/>
                      </a:stretch>
                    </p:blipFill>
                    <p:spPr>
                      <a:xfrm>
                        <a:off x="6218238" y="3890963"/>
                        <a:ext cx="603250" cy="463550"/>
                      </a:xfrm>
                      <a:prstGeom prst="rect">
                        <a:avLst/>
                      </a:prstGeom>
                      <a:noFill/>
                      <a:ln w="38100">
                        <a:noFill/>
                        <a:miter/>
                      </a:ln>
                    </p:spPr>
                  </p:pic>
                </p:oleObj>
              </mc:Fallback>
            </mc:AlternateContent>
          </a:graphicData>
        </a:graphic>
      </p:graphicFrame>
      <p:sp>
        <p:nvSpPr>
          <p:cNvPr id="98338" name="Rectangle 15"/>
          <p:cNvSpPr/>
          <p:nvPr/>
        </p:nvSpPr>
        <p:spPr>
          <a:xfrm>
            <a:off x="6496050" y="4344988"/>
            <a:ext cx="141288" cy="2159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98339" name="Text Box 41"/>
          <p:cNvSpPr txBox="1"/>
          <p:nvPr/>
        </p:nvSpPr>
        <p:spPr>
          <a:xfrm>
            <a:off x="1430338" y="5908675"/>
            <a:ext cx="2044700"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bus: coaxial cable</a:t>
            </a:r>
            <a:endParaRPr lang="en-US" altLang="zh-CN" i="0" dirty="0">
              <a:latin typeface="Comic Sans MS" panose="030F0702030302020204" pitchFamily="66" charset="0"/>
              <a:ea typeface="宋体" panose="02010600030101010101" pitchFamily="2" charset="-122"/>
            </a:endParaRPr>
          </a:p>
        </p:txBody>
      </p:sp>
      <p:sp>
        <p:nvSpPr>
          <p:cNvPr id="98340" name="Text Box 42"/>
          <p:cNvSpPr txBox="1"/>
          <p:nvPr/>
        </p:nvSpPr>
        <p:spPr>
          <a:xfrm>
            <a:off x="5178425" y="6022975"/>
            <a:ext cx="630238"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star</a:t>
            </a:r>
            <a:endParaRPr lang="en-US" altLang="zh-CN" i="0" dirty="0">
              <a:latin typeface="Comic Sans MS" panose="030F0702030302020204" pitchFamily="66" charset="0"/>
              <a:ea typeface="宋体"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0035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00355" name="Rectangle 2"/>
          <p:cNvSpPr>
            <a:spLocks noGrp="1"/>
          </p:cNvSpPr>
          <p:nvPr>
            <p:ph type="title"/>
          </p:nvPr>
        </p:nvSpPr>
        <p:spPr>
          <a:xfrm>
            <a:off x="685800" y="346075"/>
            <a:ext cx="7772400" cy="609600"/>
          </a:xfrm>
          <a:ln/>
        </p:spPr>
        <p:txBody>
          <a:bodyPr vert="horz" wrap="square" lIns="91440" tIns="45720" rIns="91440" bIns="45720" anchor="ctr" anchorCtr="0"/>
          <a:p>
            <a:r>
              <a:rPr lang="en-US" altLang="zh-CN" dirty="0">
                <a:ea typeface="宋体" panose="02010600030101010101" pitchFamily="2" charset="-122"/>
              </a:rPr>
              <a:t>Ethernet Frame Structure</a:t>
            </a:r>
            <a:endParaRPr lang="en-US" altLang="zh-CN" dirty="0">
              <a:ea typeface="宋体" panose="02010600030101010101" pitchFamily="2" charset="-122"/>
            </a:endParaRPr>
          </a:p>
        </p:txBody>
      </p:sp>
      <p:sp>
        <p:nvSpPr>
          <p:cNvPr id="100356" name="Rectangle 3"/>
          <p:cNvSpPr>
            <a:spLocks noGrp="1"/>
          </p:cNvSpPr>
          <p:nvPr>
            <p:ph idx="1"/>
          </p:nvPr>
        </p:nvSpPr>
        <p:spPr>
          <a:xfrm>
            <a:off x="652463" y="1325563"/>
            <a:ext cx="7772400" cy="4343400"/>
          </a:xfrm>
          <a:ln/>
        </p:spPr>
        <p:txBody>
          <a:bodyPr vert="horz" wrap="square" lIns="91440" tIns="45720" rIns="91440" bIns="45720" anchor="t" anchorCtr="0"/>
          <a:p>
            <a:pPr>
              <a:buNone/>
            </a:pPr>
            <a:r>
              <a:rPr lang="en-US" altLang="zh-CN" sz="2400" dirty="0">
                <a:ea typeface="宋体" panose="02010600030101010101" pitchFamily="2" charset="-122"/>
              </a:rPr>
              <a:t>Sending adapter encapsulates IP datagram (or other network layer protocol packet) in </a:t>
            </a:r>
            <a:r>
              <a:rPr lang="en-US" altLang="zh-CN" sz="2400" dirty="0">
                <a:solidFill>
                  <a:srgbClr val="FF0000"/>
                </a:solidFill>
                <a:ea typeface="宋体" panose="02010600030101010101" pitchFamily="2" charset="-122"/>
              </a:rPr>
              <a:t>Ethernet frame</a:t>
            </a:r>
            <a:endParaRPr lang="en-US" altLang="zh-CN" sz="2400" dirty="0">
              <a:ea typeface="宋体" panose="02010600030101010101" pitchFamily="2" charset="-122"/>
            </a:endParaRPr>
          </a:p>
          <a:p>
            <a:endParaRPr lang="en-US" altLang="zh-CN" sz="2400" b="1" dirty="0">
              <a:ea typeface="宋体" panose="02010600030101010101" pitchFamily="2" charset="-122"/>
            </a:endParaRPr>
          </a:p>
          <a:p>
            <a:endParaRPr lang="en-US" altLang="zh-CN" sz="2400" b="1" dirty="0">
              <a:ea typeface="宋体" panose="02010600030101010101" pitchFamily="2" charset="-122"/>
            </a:endParaRPr>
          </a:p>
          <a:p>
            <a:pPr>
              <a:buNone/>
            </a:pPr>
            <a:endParaRPr lang="en-US" altLang="zh-CN" sz="2400" dirty="0">
              <a:solidFill>
                <a:srgbClr val="FF0000"/>
              </a:solidFill>
              <a:ea typeface="宋体" panose="02010600030101010101" pitchFamily="2" charset="-122"/>
            </a:endParaRPr>
          </a:p>
          <a:p>
            <a:pPr>
              <a:buNone/>
            </a:pPr>
            <a:r>
              <a:rPr lang="en-US" altLang="zh-CN" sz="2400" dirty="0">
                <a:solidFill>
                  <a:srgbClr val="FF0000"/>
                </a:solidFill>
                <a:ea typeface="宋体" panose="02010600030101010101" pitchFamily="2" charset="-122"/>
              </a:rPr>
              <a:t>Preamble:</a:t>
            </a:r>
            <a:r>
              <a:rPr lang="en-US" altLang="zh-CN" sz="2400" dirty="0">
                <a:ea typeface="宋体" panose="02010600030101010101" pitchFamily="2" charset="-122"/>
              </a:rPr>
              <a:t> </a:t>
            </a:r>
            <a:endParaRPr lang="en-US" altLang="zh-CN" sz="2400" dirty="0">
              <a:ea typeface="宋体" panose="02010600030101010101" pitchFamily="2" charset="-122"/>
            </a:endParaRPr>
          </a:p>
          <a:p>
            <a:r>
              <a:rPr lang="en-US" altLang="zh-CN" sz="2400" dirty="0">
                <a:ea typeface="宋体" panose="02010600030101010101" pitchFamily="2" charset="-122"/>
              </a:rPr>
              <a:t>7 bytes with pattern 10101010 followed by one byte with pattern 10101011</a:t>
            </a:r>
            <a:endParaRPr lang="en-US" altLang="zh-CN" sz="2400" dirty="0">
              <a:ea typeface="宋体" panose="02010600030101010101" pitchFamily="2" charset="-122"/>
            </a:endParaRPr>
          </a:p>
          <a:p>
            <a:r>
              <a:rPr lang="en-US" altLang="zh-CN" sz="2400" dirty="0">
                <a:ea typeface="宋体" panose="02010600030101010101" pitchFamily="2" charset="-122"/>
              </a:rPr>
              <a:t> used to synchronize receiver, sender clock rates</a:t>
            </a:r>
            <a:endParaRPr lang="en-US" altLang="zh-CN" sz="2400" dirty="0">
              <a:ea typeface="宋体" panose="02010600030101010101" pitchFamily="2" charset="-122"/>
            </a:endParaRPr>
          </a:p>
        </p:txBody>
      </p:sp>
      <p:pic>
        <p:nvPicPr>
          <p:cNvPr id="100357" name="Picture 4"/>
          <p:cNvPicPr>
            <a:picLocks noChangeAspect="1"/>
          </p:cNvPicPr>
          <p:nvPr/>
        </p:nvPicPr>
        <p:blipFill>
          <a:blip r:embed="rId1"/>
          <a:stretch>
            <a:fillRect/>
          </a:stretch>
        </p:blipFill>
        <p:spPr>
          <a:xfrm>
            <a:off x="1762125" y="2452688"/>
            <a:ext cx="5487988" cy="942975"/>
          </a:xfrm>
          <a:prstGeom prst="rect">
            <a:avLst/>
          </a:prstGeom>
          <a:noFill/>
          <a:ln w="9525">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0240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02403" name="Rectangle 2"/>
          <p:cNvSpPr>
            <a:spLocks noGrp="1"/>
          </p:cNvSpPr>
          <p:nvPr>
            <p:ph type="title"/>
          </p:nvPr>
        </p:nvSpPr>
        <p:spPr>
          <a:xfrm>
            <a:off x="533400" y="228600"/>
            <a:ext cx="8077200" cy="1143000"/>
          </a:xfrm>
          <a:ln/>
        </p:spPr>
        <p:txBody>
          <a:bodyPr vert="horz" wrap="square" lIns="91440" tIns="45720" rIns="91440" bIns="45720" anchor="ctr" anchorCtr="0"/>
          <a:p>
            <a:r>
              <a:rPr lang="en-US" altLang="zh-CN" sz="3600" dirty="0">
                <a:ea typeface="宋体" panose="02010600030101010101" pitchFamily="2" charset="-122"/>
              </a:rPr>
              <a:t>Ethernet Frame Structure (more)</a:t>
            </a:r>
            <a:endParaRPr lang="en-US" altLang="zh-CN" sz="3600" dirty="0">
              <a:ea typeface="宋体" panose="02010600030101010101" pitchFamily="2" charset="-122"/>
            </a:endParaRPr>
          </a:p>
        </p:txBody>
      </p:sp>
      <p:sp>
        <p:nvSpPr>
          <p:cNvPr id="102404" name="Rectangle 3"/>
          <p:cNvSpPr>
            <a:spLocks noGrp="1"/>
          </p:cNvSpPr>
          <p:nvPr>
            <p:ph idx="1"/>
          </p:nvPr>
        </p:nvSpPr>
        <p:spPr>
          <a:xfrm>
            <a:off x="523875" y="1314450"/>
            <a:ext cx="7772400" cy="4648200"/>
          </a:xfrm>
          <a:ln/>
        </p:spPr>
        <p:txBody>
          <a:bodyPr vert="horz" wrap="square" lIns="91440" tIns="45720" rIns="91440" bIns="45720" anchor="t" anchorCtr="0"/>
          <a:p>
            <a:r>
              <a:rPr lang="en-US" altLang="zh-CN" sz="2400" dirty="0">
                <a:solidFill>
                  <a:srgbClr val="FF0000"/>
                </a:solidFill>
                <a:ea typeface="宋体" panose="02010600030101010101" pitchFamily="2" charset="-122"/>
              </a:rPr>
              <a:t>Addresses:</a:t>
            </a:r>
            <a:r>
              <a:rPr lang="en-US" altLang="zh-CN" sz="2400" dirty="0">
                <a:ea typeface="宋体" panose="02010600030101010101" pitchFamily="2" charset="-122"/>
              </a:rPr>
              <a:t> 6 bytes</a:t>
            </a:r>
            <a:endParaRPr lang="en-US" altLang="zh-CN" sz="2400" dirty="0">
              <a:ea typeface="宋体" panose="02010600030101010101" pitchFamily="2" charset="-122"/>
            </a:endParaRPr>
          </a:p>
          <a:p>
            <a:pPr lvl="1"/>
            <a:r>
              <a:rPr lang="en-US" altLang="zh-CN" sz="2000" dirty="0">
                <a:ea typeface="宋体" panose="02010600030101010101" pitchFamily="2" charset="-122"/>
              </a:rPr>
              <a:t>if adapter receives frame with matching destination address, or with broadcast address (eg ARP packet), it passes data in frame to network layer protocol</a:t>
            </a:r>
            <a:endParaRPr lang="en-US" altLang="zh-CN" sz="2000" dirty="0">
              <a:ea typeface="宋体" panose="02010600030101010101" pitchFamily="2" charset="-122"/>
            </a:endParaRPr>
          </a:p>
          <a:p>
            <a:pPr lvl="1"/>
            <a:r>
              <a:rPr lang="en-US" altLang="zh-CN" sz="2000" dirty="0">
                <a:ea typeface="宋体" panose="02010600030101010101" pitchFamily="2" charset="-122"/>
              </a:rPr>
              <a:t>otherwise, adapter discards frame</a:t>
            </a:r>
            <a:endParaRPr lang="en-US" altLang="zh-CN" sz="2000" dirty="0">
              <a:ea typeface="宋体" panose="02010600030101010101" pitchFamily="2" charset="-122"/>
            </a:endParaRPr>
          </a:p>
          <a:p>
            <a:r>
              <a:rPr lang="en-US" altLang="zh-CN" sz="2400" dirty="0">
                <a:solidFill>
                  <a:srgbClr val="FF0000"/>
                </a:solidFill>
                <a:ea typeface="宋体" panose="02010600030101010101" pitchFamily="2" charset="-122"/>
              </a:rPr>
              <a:t>Type:</a:t>
            </a:r>
            <a:r>
              <a:rPr lang="en-US" altLang="zh-CN" sz="2400" dirty="0">
                <a:ea typeface="宋体" panose="02010600030101010101" pitchFamily="2" charset="-122"/>
              </a:rPr>
              <a:t> indicates higher layer protocol (mostly IP but others possible, e.g., Novell IPX, AppleTalk)</a:t>
            </a:r>
            <a:endParaRPr lang="en-US" altLang="zh-CN" sz="2400" dirty="0">
              <a:ea typeface="宋体" panose="02010600030101010101" pitchFamily="2" charset="-122"/>
            </a:endParaRPr>
          </a:p>
          <a:p>
            <a:r>
              <a:rPr lang="en-US" altLang="zh-CN" sz="2400" dirty="0">
                <a:solidFill>
                  <a:srgbClr val="FF0000"/>
                </a:solidFill>
                <a:ea typeface="宋体" panose="02010600030101010101" pitchFamily="2" charset="-122"/>
              </a:rPr>
              <a:t>CRC:</a:t>
            </a:r>
            <a:r>
              <a:rPr lang="en-US" altLang="zh-CN" sz="2400" dirty="0">
                <a:ea typeface="宋体" panose="02010600030101010101" pitchFamily="2" charset="-122"/>
              </a:rPr>
              <a:t> checked at receiver, if error is detected, frame is dropped</a:t>
            </a:r>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p:txBody>
      </p:sp>
      <p:pic>
        <p:nvPicPr>
          <p:cNvPr id="102405" name="Picture 4"/>
          <p:cNvPicPr>
            <a:picLocks noChangeAspect="1"/>
          </p:cNvPicPr>
          <p:nvPr/>
        </p:nvPicPr>
        <p:blipFill>
          <a:blip r:embed="rId1"/>
          <a:stretch>
            <a:fillRect/>
          </a:stretch>
        </p:blipFill>
        <p:spPr>
          <a:xfrm>
            <a:off x="1481138" y="5437188"/>
            <a:ext cx="6397625" cy="1100137"/>
          </a:xfrm>
          <a:prstGeom prst="rect">
            <a:avLst/>
          </a:prstGeom>
          <a:noFill/>
          <a:ln w="9525">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0445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04451" name="Rectangle 2"/>
          <p:cNvSpPr>
            <a:spLocks noGrp="1"/>
          </p:cNvSpPr>
          <p:nvPr>
            <p:ph type="title"/>
          </p:nvPr>
        </p:nvSpPr>
        <p:spPr>
          <a:xfrm>
            <a:off x="533400" y="228600"/>
            <a:ext cx="8247063" cy="1143000"/>
          </a:xfrm>
          <a:ln/>
        </p:spPr>
        <p:txBody>
          <a:bodyPr vert="horz" wrap="square" lIns="91440" tIns="45720" rIns="91440" bIns="45720" anchor="ctr" anchorCtr="0"/>
          <a:p>
            <a:r>
              <a:rPr lang="en-US" altLang="zh-CN" sz="3600" dirty="0">
                <a:ea typeface="宋体" panose="02010600030101010101" pitchFamily="2" charset="-122"/>
              </a:rPr>
              <a:t>Ethernet: Unreliable, connectionless</a:t>
            </a:r>
            <a:endParaRPr lang="en-US" altLang="zh-CN" sz="3600" dirty="0">
              <a:ea typeface="宋体" panose="02010600030101010101" pitchFamily="2" charset="-122"/>
            </a:endParaRPr>
          </a:p>
        </p:txBody>
      </p:sp>
      <p:sp>
        <p:nvSpPr>
          <p:cNvPr id="104452" name="Rectangle 3"/>
          <p:cNvSpPr>
            <a:spLocks noGrp="1"/>
          </p:cNvSpPr>
          <p:nvPr>
            <p:ph idx="1"/>
          </p:nvPr>
        </p:nvSpPr>
        <p:spPr>
          <a:xfrm>
            <a:off x="533400" y="1600200"/>
            <a:ext cx="8261350" cy="4648200"/>
          </a:xfrm>
          <a:ln/>
        </p:spPr>
        <p:txBody>
          <a:bodyPr vert="horz" wrap="square" lIns="91440" tIns="45720" rIns="91440" bIns="45720" anchor="t" anchorCtr="0"/>
          <a:p>
            <a:r>
              <a:rPr lang="en-US" altLang="zh-CN" sz="2400" dirty="0">
                <a:solidFill>
                  <a:srgbClr val="FF0000"/>
                </a:solidFill>
                <a:ea typeface="宋体" panose="02010600030101010101" pitchFamily="2" charset="-122"/>
              </a:rPr>
              <a:t>connectionless:</a:t>
            </a:r>
            <a:r>
              <a:rPr lang="en-US" altLang="zh-CN" sz="2400" dirty="0">
                <a:ea typeface="宋体" panose="02010600030101010101" pitchFamily="2" charset="-122"/>
              </a:rPr>
              <a:t> No handshaking between sending and receiving NICs </a:t>
            </a:r>
            <a:endParaRPr lang="en-US" altLang="zh-CN" sz="2400" dirty="0">
              <a:ea typeface="宋体" panose="02010600030101010101" pitchFamily="2" charset="-122"/>
            </a:endParaRPr>
          </a:p>
          <a:p>
            <a:r>
              <a:rPr lang="en-US" altLang="zh-CN" sz="2400" dirty="0">
                <a:solidFill>
                  <a:srgbClr val="FF0000"/>
                </a:solidFill>
                <a:ea typeface="宋体" panose="02010600030101010101" pitchFamily="2" charset="-122"/>
              </a:rPr>
              <a:t>unreliable:</a:t>
            </a:r>
            <a:r>
              <a:rPr lang="en-US" altLang="zh-CN" sz="2400" dirty="0">
                <a:ea typeface="宋体" panose="02010600030101010101" pitchFamily="2" charset="-122"/>
              </a:rPr>
              <a:t> receiving NIC doesn’t send acks or nacks to sending NIC</a:t>
            </a:r>
            <a:endParaRPr lang="en-US" altLang="zh-CN" dirty="0">
              <a:ea typeface="宋体" panose="02010600030101010101" pitchFamily="2" charset="-122"/>
            </a:endParaRPr>
          </a:p>
          <a:p>
            <a:pPr lvl="1"/>
            <a:r>
              <a:rPr lang="en-US" altLang="zh-CN" sz="2000" dirty="0">
                <a:ea typeface="宋体" panose="02010600030101010101" pitchFamily="2" charset="-122"/>
              </a:rPr>
              <a:t>stream of datagrams passed to network layer can have gaps (missing datagrams)</a:t>
            </a:r>
            <a:endParaRPr lang="en-US" altLang="zh-CN" sz="2000" dirty="0">
              <a:ea typeface="宋体" panose="02010600030101010101" pitchFamily="2" charset="-122"/>
            </a:endParaRPr>
          </a:p>
          <a:p>
            <a:pPr lvl="1"/>
            <a:r>
              <a:rPr lang="en-US" altLang="zh-CN" sz="2000" dirty="0">
                <a:ea typeface="宋体" panose="02010600030101010101" pitchFamily="2" charset="-122"/>
              </a:rPr>
              <a:t>gaps will be filled if app is using TCP</a:t>
            </a:r>
            <a:endParaRPr lang="en-US" altLang="zh-CN" sz="2000" dirty="0">
              <a:ea typeface="宋体" panose="02010600030101010101" pitchFamily="2" charset="-122"/>
            </a:endParaRPr>
          </a:p>
          <a:p>
            <a:pPr lvl="1"/>
            <a:r>
              <a:rPr lang="en-US" altLang="zh-CN" sz="2000" dirty="0">
                <a:ea typeface="宋体" panose="02010600030101010101" pitchFamily="2" charset="-122"/>
              </a:rPr>
              <a:t>otherwise, app will see gaps</a:t>
            </a:r>
            <a:endParaRPr lang="en-US" altLang="zh-CN" sz="2000" dirty="0">
              <a:ea typeface="宋体" panose="02010600030101010101" pitchFamily="2" charset="-122"/>
            </a:endParaRPr>
          </a:p>
          <a:p>
            <a:r>
              <a:rPr lang="en-US" altLang="zh-CN" sz="2400" dirty="0">
                <a:ea typeface="宋体" panose="02010600030101010101" pitchFamily="2" charset="-122"/>
              </a:rPr>
              <a:t>Ethernet’s MAC protocol: unslotted </a:t>
            </a:r>
            <a:r>
              <a:rPr lang="en-US" altLang="zh-CN" sz="2400" dirty="0">
                <a:solidFill>
                  <a:srgbClr val="FF0000"/>
                </a:solidFill>
                <a:ea typeface="宋体" panose="02010600030101010101" pitchFamily="2" charset="-122"/>
              </a:rPr>
              <a:t>CSMA/CD</a:t>
            </a:r>
            <a:endParaRPr lang="en-US" altLang="zh-CN" dirty="0">
              <a:solidFill>
                <a:srgbClr val="FF0000"/>
              </a:solidFill>
              <a:ea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页脚占位符 5"/>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06498"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06499" name="Rectangle 2"/>
          <p:cNvSpPr>
            <a:spLocks noGrp="1"/>
          </p:cNvSpPr>
          <p:nvPr>
            <p:ph type="title"/>
          </p:nvPr>
        </p:nvSpPr>
        <p:spPr>
          <a:xfrm>
            <a:off x="533400" y="0"/>
            <a:ext cx="7772400" cy="1143000"/>
          </a:xfrm>
          <a:ln/>
        </p:spPr>
        <p:txBody>
          <a:bodyPr vert="horz" wrap="square" lIns="91440" tIns="45720" rIns="91440" bIns="45720" anchor="ctr" anchorCtr="0"/>
          <a:p>
            <a:r>
              <a:rPr lang="en-US" altLang="zh-CN" dirty="0">
                <a:ea typeface="宋体" panose="02010600030101010101" pitchFamily="2" charset="-122"/>
              </a:rPr>
              <a:t>Ethernet CSMA/CD algorithm</a:t>
            </a:r>
            <a:endParaRPr lang="en-US" altLang="zh-CN" dirty="0">
              <a:ea typeface="宋体" panose="02010600030101010101" pitchFamily="2" charset="-122"/>
            </a:endParaRPr>
          </a:p>
        </p:txBody>
      </p:sp>
      <p:sp>
        <p:nvSpPr>
          <p:cNvPr id="106500" name="Rectangle 3"/>
          <p:cNvSpPr>
            <a:spLocks noGrp="1"/>
          </p:cNvSpPr>
          <p:nvPr>
            <p:ph sz="half" idx="1"/>
          </p:nvPr>
        </p:nvSpPr>
        <p:spPr>
          <a:xfrm>
            <a:off x="276225" y="1289050"/>
            <a:ext cx="4433888" cy="4648200"/>
          </a:xfrm>
          <a:ln/>
        </p:spPr>
        <p:txBody>
          <a:bodyPr vert="horz" wrap="square" lIns="91440" tIns="45720" rIns="91440" bIns="45720" anchor="t" anchorCtr="0"/>
          <a:p>
            <a:pPr>
              <a:buClr>
                <a:schemeClr val="accent2"/>
              </a:buClr>
              <a:buSzPct val="85000"/>
              <a:buFont typeface="ZapfDingbats" pitchFamily="82" charset="2"/>
              <a:buNone/>
            </a:pPr>
            <a:r>
              <a:rPr lang="en-US" altLang="zh-CN" sz="2400" dirty="0">
                <a:ea typeface="宋体" panose="02010600030101010101" pitchFamily="2" charset="-122"/>
              </a:rPr>
              <a:t>1. NIC receives datagram from network layer, creates frame</a:t>
            </a:r>
            <a:endParaRPr lang="en-US" altLang="zh-CN" sz="2400" dirty="0">
              <a:ea typeface="宋体" panose="02010600030101010101" pitchFamily="2" charset="-122"/>
            </a:endParaRPr>
          </a:p>
          <a:p>
            <a:pPr>
              <a:buClr>
                <a:schemeClr val="accent2"/>
              </a:buClr>
              <a:buSzPct val="85000"/>
              <a:buFont typeface="ZapfDingbats" pitchFamily="82" charset="2"/>
              <a:buNone/>
            </a:pPr>
            <a:r>
              <a:rPr lang="en-US" altLang="zh-CN" sz="2400" dirty="0">
                <a:ea typeface="宋体" panose="02010600030101010101" pitchFamily="2" charset="-122"/>
              </a:rPr>
              <a:t>2. If NIC senses channel idle, starts frame transmission If NIC senses channel busy, waits until channel idle, then transmits</a:t>
            </a:r>
            <a:endParaRPr lang="en-US" altLang="zh-CN" sz="2400" dirty="0">
              <a:ea typeface="宋体" panose="02010600030101010101" pitchFamily="2" charset="-122"/>
            </a:endParaRPr>
          </a:p>
          <a:p>
            <a:pPr>
              <a:buClr>
                <a:schemeClr val="accent2"/>
              </a:buClr>
              <a:buSzPct val="85000"/>
              <a:buFont typeface="ZapfDingbats" pitchFamily="82" charset="2"/>
              <a:buNone/>
            </a:pPr>
            <a:r>
              <a:rPr lang="en-US" altLang="zh-CN" sz="2400" dirty="0">
                <a:ea typeface="宋体" panose="02010600030101010101" pitchFamily="2" charset="-122"/>
              </a:rPr>
              <a:t>3. If NIC transmits entire frame without detecting another transmission, NIC is done with frame !</a:t>
            </a:r>
            <a:endParaRPr lang="en-US" altLang="zh-CN" sz="2400" dirty="0">
              <a:ea typeface="宋体" panose="02010600030101010101" pitchFamily="2" charset="-122"/>
            </a:endParaRPr>
          </a:p>
        </p:txBody>
      </p:sp>
      <p:sp>
        <p:nvSpPr>
          <p:cNvPr id="106501" name="Rectangle 4"/>
          <p:cNvSpPr>
            <a:spLocks noGrp="1"/>
          </p:cNvSpPr>
          <p:nvPr>
            <p:ph sz="half" idx="2"/>
          </p:nvPr>
        </p:nvSpPr>
        <p:spPr>
          <a:xfrm>
            <a:off x="4627563" y="1289050"/>
            <a:ext cx="4410075" cy="4648200"/>
          </a:xfrm>
          <a:ln/>
        </p:spPr>
        <p:txBody>
          <a:bodyPr vert="horz" wrap="square" lIns="91440" tIns="45720" rIns="91440" bIns="45720" anchor="t" anchorCtr="0"/>
          <a:p>
            <a:pPr>
              <a:buClr>
                <a:schemeClr val="accent2"/>
              </a:buClr>
              <a:buSzPct val="85000"/>
              <a:buFont typeface="ZapfDingbats" pitchFamily="82" charset="2"/>
              <a:buNone/>
            </a:pPr>
            <a:r>
              <a:rPr lang="en-US" altLang="zh-CN" sz="2400" dirty="0">
                <a:ea typeface="宋体" panose="02010600030101010101" pitchFamily="2" charset="-122"/>
              </a:rPr>
              <a:t>4. If NIC detects another transmission while transmitting,  aborts and sends jam signal</a:t>
            </a:r>
            <a:endParaRPr lang="en-US" altLang="zh-CN" sz="2400" dirty="0">
              <a:ea typeface="宋体" panose="02010600030101010101" pitchFamily="2" charset="-122"/>
            </a:endParaRPr>
          </a:p>
          <a:p>
            <a:pPr>
              <a:buClr>
                <a:schemeClr val="accent2"/>
              </a:buClr>
              <a:buSzPct val="85000"/>
              <a:buFont typeface="ZapfDingbats" pitchFamily="82" charset="2"/>
              <a:buNone/>
            </a:pPr>
            <a:r>
              <a:rPr lang="en-US" altLang="zh-CN" sz="2400" dirty="0">
                <a:ea typeface="宋体" panose="02010600030101010101" pitchFamily="2" charset="-122"/>
              </a:rPr>
              <a:t>5. After aborting, NIC enters </a:t>
            </a:r>
            <a:r>
              <a:rPr lang="en-US" altLang="zh-CN" sz="2400" b="1" dirty="0">
                <a:solidFill>
                  <a:srgbClr val="FF0000"/>
                </a:solidFill>
                <a:ea typeface="宋体" panose="02010600030101010101" pitchFamily="2" charset="-122"/>
              </a:rPr>
              <a:t>exponential backoff</a:t>
            </a:r>
            <a:r>
              <a:rPr lang="en-US" altLang="zh-CN" sz="2400" dirty="0">
                <a:ea typeface="宋体" panose="02010600030101010101" pitchFamily="2" charset="-122"/>
              </a:rPr>
              <a:t>: after </a:t>
            </a:r>
            <a:r>
              <a:rPr lang="en-US" altLang="zh-CN" sz="2400" i="1" dirty="0">
                <a:ea typeface="宋体" panose="02010600030101010101" pitchFamily="2" charset="-122"/>
              </a:rPr>
              <a:t>m</a:t>
            </a:r>
            <a:r>
              <a:rPr lang="en-US" altLang="zh-CN" sz="2400" dirty="0">
                <a:ea typeface="宋体" panose="02010600030101010101" pitchFamily="2" charset="-122"/>
              </a:rPr>
              <a:t>th collision, NIC chooses </a:t>
            </a:r>
            <a:r>
              <a:rPr lang="en-US" altLang="zh-CN" sz="2400" i="1" dirty="0">
                <a:ea typeface="宋体" panose="02010600030101010101" pitchFamily="2" charset="-122"/>
              </a:rPr>
              <a:t>K </a:t>
            </a:r>
            <a:r>
              <a:rPr lang="en-US" altLang="zh-CN" sz="2400" dirty="0">
                <a:ea typeface="宋体" panose="02010600030101010101" pitchFamily="2" charset="-122"/>
              </a:rPr>
              <a:t>at random from </a:t>
            </a:r>
            <a:br>
              <a:rPr lang="en-US" altLang="zh-CN" sz="2400" dirty="0">
                <a:ea typeface="宋体" panose="02010600030101010101" pitchFamily="2" charset="-122"/>
              </a:rPr>
            </a:br>
            <a:r>
              <a:rPr lang="en-US" altLang="zh-CN" sz="2000" dirty="0">
                <a:ea typeface="宋体" panose="02010600030101010101" pitchFamily="2" charset="-122"/>
              </a:rPr>
              <a:t>{0,1,2,…,2</a:t>
            </a:r>
            <a:r>
              <a:rPr lang="en-US" altLang="zh-CN" sz="2000" b="1" baseline="30000" dirty="0">
                <a:ea typeface="宋体" panose="02010600030101010101" pitchFamily="2" charset="-122"/>
              </a:rPr>
              <a:t>m</a:t>
            </a:r>
            <a:r>
              <a:rPr lang="en-US" altLang="zh-CN" sz="2000" dirty="0">
                <a:ea typeface="宋体" panose="02010600030101010101" pitchFamily="2" charset="-122"/>
              </a:rPr>
              <a:t>-1}.</a:t>
            </a:r>
            <a:r>
              <a:rPr lang="en-US" altLang="zh-CN" sz="2400" dirty="0">
                <a:ea typeface="宋体" panose="02010600030101010101" pitchFamily="2" charset="-122"/>
              </a:rPr>
              <a:t> NIC waits K</a:t>
            </a:r>
            <a:r>
              <a:rPr lang="el-GR" altLang="zh-CN" sz="2400" dirty="0"/>
              <a:t>·</a:t>
            </a:r>
            <a:r>
              <a:rPr lang="en-US" altLang="zh-CN" sz="2400" dirty="0">
                <a:ea typeface="宋体" panose="02010600030101010101" pitchFamily="2" charset="-122"/>
              </a:rPr>
              <a:t>512 bit times, returns to Step 2</a:t>
            </a:r>
            <a:endParaRPr lang="en-US" altLang="zh-CN" sz="2400" dirty="0">
              <a:ea typeface="宋体" panose="02010600030101010101" pitchFamily="2" charset="-122"/>
            </a:endParaRPr>
          </a:p>
          <a:p>
            <a:pPr>
              <a:buClr>
                <a:schemeClr val="accent2"/>
              </a:buClr>
              <a:buSzPct val="85000"/>
              <a:buFont typeface="ZapfDingbats" pitchFamily="82" charset="2"/>
              <a:buNone/>
            </a:pPr>
            <a:r>
              <a:rPr lang="en-US" altLang="zh-CN" sz="2000" dirty="0">
                <a:ea typeface="宋体" panose="02010600030101010101" pitchFamily="2" charset="-122"/>
              </a:rPr>
              <a:t> </a:t>
            </a:r>
            <a:r>
              <a:rPr lang="en-US" altLang="zh-CN" sz="2400" dirty="0">
                <a:ea typeface="宋体" panose="02010600030101010101" pitchFamily="2" charset="-122"/>
              </a:rPr>
              <a:t> </a:t>
            </a:r>
            <a:endParaRPr lang="en-US" altLang="zh-CN" sz="2400" dirty="0">
              <a:ea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页脚占位符 5"/>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08546"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08547" name="Rectangle 2"/>
          <p:cNvSpPr>
            <a:spLocks noGrp="1"/>
          </p:cNvSpPr>
          <p:nvPr>
            <p:ph type="title"/>
          </p:nvPr>
        </p:nvSpPr>
        <p:spPr>
          <a:ln/>
        </p:spPr>
        <p:txBody>
          <a:bodyPr vert="horz" wrap="square" lIns="91440" tIns="45720" rIns="91440" bIns="45720" anchor="ctr" anchorCtr="0"/>
          <a:p>
            <a:r>
              <a:rPr lang="en-US" altLang="zh-CN" sz="3600" dirty="0">
                <a:ea typeface="宋体" panose="02010600030101010101" pitchFamily="2" charset="-122"/>
              </a:rPr>
              <a:t>Ethernet’s CSMA/CD (more)</a:t>
            </a:r>
            <a:endParaRPr lang="en-US" altLang="zh-CN" dirty="0">
              <a:ea typeface="宋体" panose="02010600030101010101" pitchFamily="2" charset="-122"/>
            </a:endParaRPr>
          </a:p>
        </p:txBody>
      </p:sp>
      <p:sp>
        <p:nvSpPr>
          <p:cNvPr id="108548" name="Rectangle 3"/>
          <p:cNvSpPr>
            <a:spLocks noGrp="1"/>
          </p:cNvSpPr>
          <p:nvPr>
            <p:ph sz="half" idx="1"/>
          </p:nvPr>
        </p:nvSpPr>
        <p:spPr>
          <a:xfrm>
            <a:off x="533400" y="1371600"/>
            <a:ext cx="3810000" cy="3011488"/>
          </a:xfrm>
          <a:ln/>
        </p:spPr>
        <p:txBody>
          <a:bodyPr vert="horz" wrap="square" lIns="91440" tIns="45720" rIns="91440" bIns="45720" anchor="t" anchorCtr="0"/>
          <a:p>
            <a:pPr>
              <a:buClr>
                <a:schemeClr val="accent2"/>
              </a:buClr>
              <a:buSzPct val="85000"/>
              <a:buFont typeface="ZapfDingbats" pitchFamily="82" charset="2"/>
              <a:buNone/>
            </a:pPr>
            <a:r>
              <a:rPr lang="en-US" altLang="zh-CN" sz="2000" dirty="0">
                <a:solidFill>
                  <a:srgbClr val="FF0000"/>
                </a:solidFill>
                <a:ea typeface="宋体" panose="02010600030101010101" pitchFamily="2" charset="-122"/>
              </a:rPr>
              <a:t>Jam Signal:</a:t>
            </a:r>
            <a:r>
              <a:rPr lang="en-US" altLang="zh-CN" sz="2000" dirty="0">
                <a:ea typeface="宋体" panose="02010600030101010101" pitchFamily="2" charset="-122"/>
              </a:rPr>
              <a:t> make sure all other transmitters are aware of collision; 48 bits</a:t>
            </a:r>
            <a:endParaRPr lang="en-US" altLang="zh-CN" sz="2000" dirty="0">
              <a:ea typeface="宋体" panose="02010600030101010101" pitchFamily="2" charset="-122"/>
            </a:endParaRPr>
          </a:p>
          <a:p>
            <a:pPr>
              <a:buClr>
                <a:schemeClr val="accent2"/>
              </a:buClr>
              <a:buSzPct val="85000"/>
              <a:buFont typeface="ZapfDingbats" pitchFamily="82" charset="2"/>
              <a:buNone/>
            </a:pPr>
            <a:r>
              <a:rPr lang="en-US" altLang="zh-CN" sz="2000" dirty="0">
                <a:solidFill>
                  <a:srgbClr val="FF0000"/>
                </a:solidFill>
                <a:ea typeface="宋体" panose="02010600030101010101" pitchFamily="2" charset="-122"/>
              </a:rPr>
              <a:t>Bit time:</a:t>
            </a:r>
            <a:r>
              <a:rPr lang="en-US" altLang="zh-CN" sz="2000" dirty="0">
                <a:ea typeface="宋体" panose="02010600030101010101" pitchFamily="2" charset="-122"/>
              </a:rPr>
              <a:t> .1 microsec for 10 Mbps Ethernet ;</a:t>
            </a:r>
            <a:br>
              <a:rPr lang="en-US" altLang="zh-CN" sz="2000" dirty="0">
                <a:ea typeface="宋体" panose="02010600030101010101" pitchFamily="2" charset="-122"/>
              </a:rPr>
            </a:br>
            <a:r>
              <a:rPr lang="en-US" altLang="zh-CN" sz="2000" dirty="0">
                <a:ea typeface="宋体" panose="02010600030101010101" pitchFamily="2" charset="-122"/>
              </a:rPr>
              <a:t>for K=1023, wait time is about 50 msec</a:t>
            </a:r>
            <a:endParaRPr lang="en-US" altLang="zh-CN" sz="2000" dirty="0">
              <a:ea typeface="宋体" panose="02010600030101010101" pitchFamily="2" charset="-122"/>
            </a:endParaRPr>
          </a:p>
          <a:p>
            <a:pPr>
              <a:buClr>
                <a:schemeClr val="accent2"/>
              </a:buClr>
              <a:buSzPct val="85000"/>
              <a:buFont typeface="ZapfDingbats" pitchFamily="82" charset="2"/>
              <a:buNone/>
            </a:pPr>
            <a:r>
              <a:rPr lang="en-US" altLang="zh-CN" sz="2000" dirty="0">
                <a:ea typeface="宋体" panose="02010600030101010101" pitchFamily="2" charset="-122"/>
              </a:rPr>
              <a:t> </a:t>
            </a:r>
            <a:endParaRPr lang="en-US" altLang="zh-CN" sz="2000" dirty="0">
              <a:ea typeface="宋体" panose="02010600030101010101" pitchFamily="2" charset="-122"/>
            </a:endParaRPr>
          </a:p>
          <a:p>
            <a:pPr>
              <a:buClr>
                <a:schemeClr val="accent2"/>
              </a:buClr>
              <a:buSzPct val="85000"/>
              <a:buFont typeface="ZapfDingbats" pitchFamily="82" charset="2"/>
              <a:buNone/>
            </a:pPr>
            <a:endParaRPr lang="en-US" altLang="zh-CN" sz="2000" dirty="0">
              <a:ea typeface="宋体" panose="02010600030101010101" pitchFamily="2" charset="-122"/>
            </a:endParaRPr>
          </a:p>
        </p:txBody>
      </p:sp>
      <p:sp>
        <p:nvSpPr>
          <p:cNvPr id="108549" name="Rectangle 4"/>
          <p:cNvSpPr>
            <a:spLocks noGrp="1"/>
          </p:cNvSpPr>
          <p:nvPr>
            <p:ph sz="half" idx="2"/>
          </p:nvPr>
        </p:nvSpPr>
        <p:spPr>
          <a:xfrm>
            <a:off x="4343400" y="1371600"/>
            <a:ext cx="4084638" cy="5048250"/>
          </a:xfrm>
          <a:ln/>
        </p:spPr>
        <p:txBody>
          <a:bodyPr vert="horz" wrap="square" lIns="91440" tIns="45720" rIns="91440" bIns="45720" anchor="t" anchorCtr="0"/>
          <a:p>
            <a:pPr>
              <a:buClr>
                <a:schemeClr val="accent2"/>
              </a:buClr>
              <a:buSzPct val="85000"/>
              <a:buFont typeface="ZapfDingbats" pitchFamily="82" charset="2"/>
              <a:buNone/>
            </a:pPr>
            <a:r>
              <a:rPr lang="en-US" altLang="zh-CN" sz="2000" dirty="0">
                <a:solidFill>
                  <a:srgbClr val="FF0000"/>
                </a:solidFill>
                <a:ea typeface="宋体" panose="02010600030101010101" pitchFamily="2" charset="-122"/>
              </a:rPr>
              <a:t>Exponential Backoff:</a:t>
            </a:r>
            <a:r>
              <a:rPr lang="en-US" altLang="zh-CN" sz="2000" dirty="0">
                <a:ea typeface="宋体" panose="02010600030101010101" pitchFamily="2" charset="-122"/>
              </a:rPr>
              <a:t> </a:t>
            </a:r>
            <a:endParaRPr lang="en-US" altLang="zh-CN" sz="2000" dirty="0">
              <a:ea typeface="宋体" panose="02010600030101010101" pitchFamily="2" charset="-122"/>
            </a:endParaRPr>
          </a:p>
          <a:p>
            <a:pPr>
              <a:buClr>
                <a:schemeClr val="accent2"/>
              </a:buClr>
              <a:buSzPct val="85000"/>
              <a:buFont typeface="ZapfDingbats" pitchFamily="82" charset="2"/>
            </a:pPr>
            <a:r>
              <a:rPr lang="en-US" altLang="zh-CN" sz="2000" i="1" dirty="0">
                <a:solidFill>
                  <a:schemeClr val="accent2"/>
                </a:solidFill>
                <a:ea typeface="宋体" panose="02010600030101010101" pitchFamily="2" charset="-122"/>
              </a:rPr>
              <a:t>Goal</a:t>
            </a:r>
            <a:r>
              <a:rPr lang="en-US" altLang="zh-CN" sz="2000" dirty="0">
                <a:ea typeface="宋体" panose="02010600030101010101" pitchFamily="2" charset="-122"/>
              </a:rPr>
              <a:t>: adapt retransmission attempts to estimated current load</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heavy load: random wait will be longer</a:t>
            </a:r>
            <a:endParaRPr lang="en-US" altLang="zh-CN" sz="2000" dirty="0">
              <a:ea typeface="宋体" panose="02010600030101010101" pitchFamily="2" charset="-122"/>
            </a:endParaRPr>
          </a:p>
          <a:p>
            <a:pPr>
              <a:buClr>
                <a:schemeClr val="accent2"/>
              </a:buClr>
              <a:buSzPct val="85000"/>
              <a:buFont typeface="ZapfDingbats" pitchFamily="82" charset="2"/>
            </a:pPr>
            <a:r>
              <a:rPr lang="en-US" altLang="zh-CN" sz="2000" dirty="0">
                <a:ea typeface="宋体" panose="02010600030101010101" pitchFamily="2" charset="-122"/>
              </a:rPr>
              <a:t>first collision: choose K from {0,1}; delay is K</a:t>
            </a:r>
            <a:r>
              <a:rPr lang="el-GR" altLang="zh-CN" sz="2000" dirty="0"/>
              <a:t>·</a:t>
            </a:r>
            <a:r>
              <a:rPr lang="en-US" altLang="zh-CN" sz="2000" dirty="0">
                <a:ea typeface="宋体" panose="02010600030101010101" pitchFamily="2" charset="-122"/>
              </a:rPr>
              <a:t> 512 bit transmission times</a:t>
            </a:r>
            <a:endParaRPr lang="en-US" altLang="zh-CN" sz="2000" dirty="0">
              <a:ea typeface="宋体" panose="02010600030101010101" pitchFamily="2" charset="-122"/>
            </a:endParaRPr>
          </a:p>
          <a:p>
            <a:pPr>
              <a:buClr>
                <a:schemeClr val="accent2"/>
              </a:buClr>
              <a:buSzPct val="85000"/>
              <a:buFont typeface="ZapfDingbats" pitchFamily="82" charset="2"/>
            </a:pPr>
            <a:r>
              <a:rPr lang="en-US" altLang="zh-CN" sz="2000" dirty="0">
                <a:ea typeface="宋体" panose="02010600030101010101" pitchFamily="2" charset="-122"/>
              </a:rPr>
              <a:t>after second collision: choose K from {0,1,2,3}…</a:t>
            </a:r>
            <a:endParaRPr lang="en-US" altLang="zh-CN" sz="2000" dirty="0">
              <a:ea typeface="宋体" panose="02010600030101010101" pitchFamily="2" charset="-122"/>
            </a:endParaRPr>
          </a:p>
          <a:p>
            <a:pPr>
              <a:buClr>
                <a:schemeClr val="accent2"/>
              </a:buClr>
              <a:buSzPct val="85000"/>
              <a:buFont typeface="ZapfDingbats" pitchFamily="82" charset="2"/>
            </a:pPr>
            <a:r>
              <a:rPr lang="en-US" altLang="zh-CN" sz="2000" dirty="0">
                <a:ea typeface="宋体" panose="02010600030101010101" pitchFamily="2" charset="-122"/>
              </a:rPr>
              <a:t>after ten collisions, choose K from {0,1,2,3,4,…,1023}</a:t>
            </a:r>
            <a:endParaRPr lang="en-US" altLang="zh-CN" sz="2000" dirty="0">
              <a:ea typeface="宋体" panose="02010600030101010101" pitchFamily="2" charset="-122"/>
            </a:endParaRPr>
          </a:p>
        </p:txBody>
      </p:sp>
      <p:sp>
        <p:nvSpPr>
          <p:cNvPr id="108550" name="Text Box 5"/>
          <p:cNvSpPr txBox="1"/>
          <p:nvPr/>
        </p:nvSpPr>
        <p:spPr>
          <a:xfrm>
            <a:off x="641350" y="4498975"/>
            <a:ext cx="3179763" cy="1025525"/>
          </a:xfrm>
          <a:prstGeom prst="rect">
            <a:avLst/>
          </a:prstGeom>
          <a:noFill/>
          <a:ln w="19050" cap="flat" cmpd="sng">
            <a:solidFill>
              <a:srgbClr val="FF0000"/>
            </a:solidFill>
            <a:prstDash val="solid"/>
            <a:miter/>
            <a:headEnd type="none" w="med" len="med"/>
            <a:tailEnd type="none" w="med" len="med"/>
          </a:ln>
        </p:spPr>
        <p:txBody>
          <a:bodyPr wrap="none" anchor="t" anchorCtr="0">
            <a:spAutoFit/>
          </a:bodyPr>
          <a:p>
            <a:pPr eaLnBrk="0" hangingPunct="0">
              <a:buClrTx/>
              <a:buFontTx/>
            </a:pPr>
            <a:r>
              <a:rPr lang="en-US" altLang="zh-CN" sz="2000" i="0" dirty="0">
                <a:latin typeface="Comic Sans MS" panose="030F0702030302020204" pitchFamily="66" charset="0"/>
                <a:ea typeface="宋体" panose="02010600030101010101" pitchFamily="2" charset="-122"/>
              </a:rPr>
              <a:t>See/interact with Java</a:t>
            </a:r>
            <a:endParaRPr lang="en-US" altLang="zh-CN" sz="2000" i="0" dirty="0">
              <a:latin typeface="Comic Sans MS" panose="030F0702030302020204" pitchFamily="66" charset="0"/>
              <a:ea typeface="宋体" panose="02010600030101010101" pitchFamily="2" charset="-122"/>
            </a:endParaRPr>
          </a:p>
          <a:p>
            <a:pPr eaLnBrk="0" hangingPunct="0">
              <a:buClrTx/>
              <a:buFontTx/>
            </a:pPr>
            <a:r>
              <a:rPr lang="en-US" altLang="zh-CN" sz="2000" i="0" dirty="0">
                <a:latin typeface="Comic Sans MS" panose="030F0702030302020204" pitchFamily="66" charset="0"/>
                <a:ea typeface="宋体" panose="02010600030101010101" pitchFamily="2" charset="-122"/>
              </a:rPr>
              <a:t>applet on AWL Web site:</a:t>
            </a:r>
            <a:endParaRPr lang="en-US" altLang="zh-CN" sz="2000" i="0" dirty="0">
              <a:latin typeface="Comic Sans MS" panose="030F0702030302020204" pitchFamily="66" charset="0"/>
              <a:ea typeface="宋体" panose="02010600030101010101" pitchFamily="2" charset="-122"/>
            </a:endParaRPr>
          </a:p>
          <a:p>
            <a:pPr eaLnBrk="0" hangingPunct="0">
              <a:buClrTx/>
              <a:buFontTx/>
            </a:pPr>
            <a:r>
              <a:rPr lang="en-US" altLang="zh-CN" sz="2000" i="0" dirty="0">
                <a:latin typeface="Comic Sans MS" panose="030F0702030302020204" pitchFamily="66" charset="0"/>
                <a:ea typeface="宋体" panose="02010600030101010101" pitchFamily="2" charset="-122"/>
              </a:rPr>
              <a:t>highly recommended !</a:t>
            </a:r>
            <a:endParaRPr lang="en-US" altLang="zh-CN" sz="2000" i="0" dirty="0">
              <a:latin typeface="Comic Sans MS" panose="030F0702030302020204" pitchFamily="66" charset="0"/>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1059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10595"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CSMA/CD efficiency</a:t>
            </a:r>
            <a:endParaRPr lang="en-US" altLang="zh-CN" dirty="0">
              <a:ea typeface="宋体" panose="02010600030101010101" pitchFamily="2" charset="-122"/>
            </a:endParaRPr>
          </a:p>
        </p:txBody>
      </p:sp>
      <p:sp>
        <p:nvSpPr>
          <p:cNvPr id="110596" name="Rectangle 3"/>
          <p:cNvSpPr>
            <a:spLocks noGrp="1"/>
          </p:cNvSpPr>
          <p:nvPr>
            <p:ph idx="1"/>
          </p:nvPr>
        </p:nvSpPr>
        <p:spPr>
          <a:xfrm>
            <a:off x="533400" y="1600200"/>
            <a:ext cx="7772400" cy="1684338"/>
          </a:xfrm>
          <a:ln/>
        </p:spPr>
        <p:txBody>
          <a:bodyPr vert="horz" wrap="square" lIns="91440" tIns="45720" rIns="91440" bIns="45720" anchor="t" anchorCtr="0"/>
          <a:p>
            <a:r>
              <a:rPr lang="en-US" altLang="zh-CN" sz="2400" dirty="0">
                <a:ea typeface="宋体" panose="02010600030101010101" pitchFamily="2" charset="-122"/>
              </a:rPr>
              <a:t>T</a:t>
            </a:r>
            <a:r>
              <a:rPr lang="en-US" altLang="zh-CN" sz="2400" baseline="-25000" dirty="0">
                <a:ea typeface="宋体" panose="02010600030101010101" pitchFamily="2" charset="-122"/>
              </a:rPr>
              <a:t>prop</a:t>
            </a:r>
            <a:r>
              <a:rPr lang="en-US" altLang="zh-CN" sz="2400" dirty="0">
                <a:ea typeface="宋体" panose="02010600030101010101" pitchFamily="2" charset="-122"/>
              </a:rPr>
              <a:t> = max prop delay between 2 nodes in LAN</a:t>
            </a:r>
            <a:endParaRPr lang="en-US" altLang="zh-CN" sz="2400" dirty="0">
              <a:ea typeface="宋体" panose="02010600030101010101" pitchFamily="2" charset="-122"/>
            </a:endParaRPr>
          </a:p>
          <a:p>
            <a:r>
              <a:rPr lang="en-US" altLang="zh-CN" sz="2400" dirty="0">
                <a:ea typeface="宋体" panose="02010600030101010101" pitchFamily="2" charset="-122"/>
              </a:rPr>
              <a:t>t</a:t>
            </a:r>
            <a:r>
              <a:rPr lang="en-US" altLang="zh-CN" sz="2400" baseline="-25000" dirty="0">
                <a:ea typeface="宋体" panose="02010600030101010101" pitchFamily="2" charset="-122"/>
              </a:rPr>
              <a:t>trans</a:t>
            </a:r>
            <a:r>
              <a:rPr lang="en-US" altLang="zh-CN" sz="2400" dirty="0">
                <a:ea typeface="宋体" panose="02010600030101010101" pitchFamily="2" charset="-122"/>
              </a:rPr>
              <a:t> = time to transmit max-size frame</a:t>
            </a:r>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r>
              <a:rPr lang="en-US" altLang="zh-CN" sz="2400" dirty="0">
                <a:ea typeface="宋体" panose="02010600030101010101" pitchFamily="2" charset="-122"/>
              </a:rPr>
              <a:t>efficiency goes to 1 </a:t>
            </a:r>
            <a:endParaRPr lang="en-US" altLang="zh-CN" sz="2400" dirty="0">
              <a:ea typeface="宋体" panose="02010600030101010101" pitchFamily="2" charset="-122"/>
            </a:endParaRPr>
          </a:p>
          <a:p>
            <a:pPr lvl="1"/>
            <a:r>
              <a:rPr lang="en-US" altLang="zh-CN" sz="2000" dirty="0">
                <a:ea typeface="宋体" panose="02010600030101010101" pitchFamily="2" charset="-122"/>
              </a:rPr>
              <a:t>as t</a:t>
            </a:r>
            <a:r>
              <a:rPr lang="en-US" altLang="zh-CN" sz="2000" baseline="-25000" dirty="0">
                <a:ea typeface="宋体" panose="02010600030101010101" pitchFamily="2" charset="-122"/>
              </a:rPr>
              <a:t>prop</a:t>
            </a:r>
            <a:r>
              <a:rPr lang="en-US" altLang="zh-CN" sz="2000" dirty="0">
                <a:ea typeface="宋体" panose="02010600030101010101" pitchFamily="2" charset="-122"/>
              </a:rPr>
              <a:t> goes to 0</a:t>
            </a:r>
            <a:endParaRPr lang="en-US" altLang="zh-CN" sz="2000" dirty="0">
              <a:ea typeface="宋体" panose="02010600030101010101" pitchFamily="2" charset="-122"/>
            </a:endParaRPr>
          </a:p>
          <a:p>
            <a:pPr lvl="1"/>
            <a:r>
              <a:rPr lang="en-US" altLang="zh-CN" sz="2000" dirty="0">
                <a:ea typeface="宋体" panose="02010600030101010101" pitchFamily="2" charset="-122"/>
              </a:rPr>
              <a:t>as t</a:t>
            </a:r>
            <a:r>
              <a:rPr lang="en-US" altLang="zh-CN" sz="2000" baseline="-25000" dirty="0">
                <a:ea typeface="宋体" panose="02010600030101010101" pitchFamily="2" charset="-122"/>
              </a:rPr>
              <a:t>trans</a:t>
            </a:r>
            <a:r>
              <a:rPr lang="en-US" altLang="zh-CN" sz="2000" dirty="0">
                <a:ea typeface="宋体" panose="02010600030101010101" pitchFamily="2" charset="-122"/>
              </a:rPr>
              <a:t> goes to infinity</a:t>
            </a:r>
            <a:endParaRPr lang="en-US" altLang="zh-CN" sz="2000" dirty="0">
              <a:ea typeface="宋体" panose="02010600030101010101" pitchFamily="2" charset="-122"/>
            </a:endParaRPr>
          </a:p>
          <a:p>
            <a:r>
              <a:rPr lang="en-US" altLang="zh-CN" sz="2400" dirty="0">
                <a:ea typeface="宋体" panose="02010600030101010101" pitchFamily="2" charset="-122"/>
              </a:rPr>
              <a:t>better performance than ALOHA: and simple, cheap, decentralized</a:t>
            </a:r>
            <a:r>
              <a:rPr lang="en-US" altLang="zh-CN" dirty="0">
                <a:ea typeface="宋体" panose="02010600030101010101" pitchFamily="2" charset="-122"/>
              </a:rPr>
              <a:t>!</a:t>
            </a:r>
            <a:endParaRPr lang="en-US" altLang="zh-CN" dirty="0">
              <a:ea typeface="宋体" panose="02010600030101010101" pitchFamily="2" charset="-122"/>
            </a:endParaRPr>
          </a:p>
        </p:txBody>
      </p:sp>
      <p:graphicFrame>
        <p:nvGraphicFramePr>
          <p:cNvPr id="110597" name="Object 4"/>
          <p:cNvGraphicFramePr>
            <a:graphicFrameLocks noChangeAspect="1"/>
          </p:cNvGraphicFramePr>
          <p:nvPr/>
        </p:nvGraphicFramePr>
        <p:xfrm>
          <a:off x="2795588" y="2859088"/>
          <a:ext cx="3570287" cy="984250"/>
        </p:xfrm>
        <a:graphic>
          <a:graphicData uri="http://schemas.openxmlformats.org/presentationml/2006/ole">
            <mc:AlternateContent xmlns:mc="http://schemas.openxmlformats.org/markup-compatibility/2006">
              <mc:Choice xmlns:v="urn:schemas-microsoft-com:vml" Requires="v">
                <p:oleObj spid="_x0000_s3125" name="" r:id="rId1" imgW="1422400" imgH="393700" progId="Equation.3">
                  <p:embed/>
                </p:oleObj>
              </mc:Choice>
              <mc:Fallback>
                <p:oleObj name="" r:id="rId1" imgW="1422400" imgH="393700" progId="Equation.3">
                  <p:embed/>
                  <p:pic>
                    <p:nvPicPr>
                      <p:cNvPr id="0" name="图片 3124"/>
                      <p:cNvPicPr/>
                      <p:nvPr/>
                    </p:nvPicPr>
                    <p:blipFill>
                      <a:blip r:embed="rId2"/>
                      <a:stretch>
                        <a:fillRect/>
                      </a:stretch>
                    </p:blipFill>
                    <p:spPr>
                      <a:xfrm>
                        <a:off x="2795588" y="2859088"/>
                        <a:ext cx="3570287" cy="984250"/>
                      </a:xfrm>
                      <a:prstGeom prst="rect">
                        <a:avLst/>
                      </a:prstGeom>
                      <a:noFill/>
                      <a:ln w="38100">
                        <a:noFill/>
                        <a:miter/>
                      </a:ln>
                    </p:spPr>
                  </p:pic>
                </p:oleObj>
              </mc:Fallback>
            </mc:AlternateContent>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1264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12643" name="Rectangle 2"/>
          <p:cNvSpPr>
            <a:spLocks noGrp="1"/>
          </p:cNvSpPr>
          <p:nvPr>
            <p:ph type="title"/>
          </p:nvPr>
        </p:nvSpPr>
        <p:spPr>
          <a:xfrm>
            <a:off x="152400" y="95250"/>
            <a:ext cx="8715375" cy="1143000"/>
          </a:xfrm>
          <a:ln/>
        </p:spPr>
        <p:txBody>
          <a:bodyPr vert="horz" wrap="square" lIns="91440" tIns="45720" rIns="91440" bIns="45720" anchor="ctr" anchorCtr="0"/>
          <a:p>
            <a:r>
              <a:rPr lang="en-US" altLang="zh-CN" sz="2800" dirty="0">
                <a:ea typeface="宋体" panose="02010600030101010101" pitchFamily="2" charset="-122"/>
              </a:rPr>
              <a:t>802.3 Ethernet Standards: Link &amp; Physical Layers</a:t>
            </a:r>
            <a:endParaRPr lang="en-US" altLang="zh-CN" sz="2800" dirty="0">
              <a:ea typeface="宋体" panose="02010600030101010101" pitchFamily="2" charset="-122"/>
            </a:endParaRPr>
          </a:p>
        </p:txBody>
      </p:sp>
      <p:sp>
        <p:nvSpPr>
          <p:cNvPr id="112644" name="Rectangle 3"/>
          <p:cNvSpPr>
            <a:spLocks noGrp="1"/>
          </p:cNvSpPr>
          <p:nvPr>
            <p:ph idx="1"/>
          </p:nvPr>
        </p:nvSpPr>
        <p:spPr>
          <a:xfrm>
            <a:off x="493713" y="1292225"/>
            <a:ext cx="7772400" cy="2100263"/>
          </a:xfrm>
          <a:ln/>
        </p:spPr>
        <p:txBody>
          <a:bodyPr vert="horz" wrap="square" lIns="91440" tIns="45720" rIns="91440" bIns="45720" anchor="t" anchorCtr="0"/>
          <a:p>
            <a:pPr>
              <a:lnSpc>
                <a:spcPct val="90000"/>
              </a:lnSpc>
            </a:pPr>
            <a:r>
              <a:rPr lang="en-US" altLang="zh-CN" i="1" dirty="0">
                <a:solidFill>
                  <a:srgbClr val="FF0000"/>
                </a:solidFill>
                <a:ea typeface="宋体" panose="02010600030101010101" pitchFamily="2" charset="-122"/>
              </a:rPr>
              <a:t>many</a:t>
            </a:r>
            <a:r>
              <a:rPr lang="en-US" altLang="zh-CN" dirty="0">
                <a:ea typeface="宋体" panose="02010600030101010101" pitchFamily="2" charset="-122"/>
              </a:rPr>
              <a:t> different Ethernet standards</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common MAC protocol and frame format</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different speeds: 2 Mbps, 10 Mbps, 100 Mbps, 1Gbps, 10G bps</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different physical layer media: fiber, cable</a:t>
            </a:r>
            <a:endParaRPr lang="en-US" altLang="zh-CN" dirty="0">
              <a:ea typeface="宋体" panose="02010600030101010101" pitchFamily="2" charset="-122"/>
            </a:endParaRPr>
          </a:p>
          <a:p>
            <a:pPr>
              <a:lnSpc>
                <a:spcPct val="90000"/>
              </a:lnSpc>
            </a:pPr>
            <a:endParaRPr lang="en-US" altLang="zh-CN" sz="3200" dirty="0">
              <a:ea typeface="宋体" panose="02010600030101010101" pitchFamily="2" charset="-122"/>
            </a:endParaRPr>
          </a:p>
        </p:txBody>
      </p:sp>
      <p:sp>
        <p:nvSpPr>
          <p:cNvPr id="112645" name="Freeform 39"/>
          <p:cNvSpPr/>
          <p:nvPr/>
        </p:nvSpPr>
        <p:spPr>
          <a:xfrm>
            <a:off x="2873375" y="4075113"/>
            <a:ext cx="1393825" cy="1527175"/>
          </a:xfrm>
          <a:custGeom>
            <a:avLst/>
            <a:gdLst/>
            <a:ahLst/>
            <a:cxnLst>
              <a:cxn ang="0">
                <a:pos x="2147483646" y="0"/>
              </a:cxn>
              <a:cxn ang="0">
                <a:pos x="0" y="2147483646"/>
              </a:cxn>
              <a:cxn ang="0">
                <a:pos x="2147483646" y="2147483646"/>
              </a:cxn>
              <a:cxn ang="0">
                <a:pos x="2147483646" y="2147483646"/>
              </a:cxn>
              <a:cxn ang="0">
                <a:pos x="2147483646" y="0"/>
              </a:cxn>
            </a:cxnLst>
            <a:pathLst>
              <a:path w="878" h="962">
                <a:moveTo>
                  <a:pt x="851" y="0"/>
                </a:moveTo>
                <a:lnTo>
                  <a:pt x="0" y="622"/>
                </a:lnTo>
                <a:lnTo>
                  <a:pt x="7" y="962"/>
                </a:lnTo>
                <a:lnTo>
                  <a:pt x="878" y="960"/>
                </a:lnTo>
                <a:lnTo>
                  <a:pt x="851" y="0"/>
                </a:lnTo>
                <a:close/>
              </a:path>
            </a:pathLst>
          </a:custGeom>
          <a:gradFill rotWithShape="1">
            <a:gsLst>
              <a:gs pos="0">
                <a:srgbClr val="DDDDDD"/>
              </a:gs>
              <a:gs pos="100000">
                <a:schemeClr val="bg1"/>
              </a:gs>
            </a:gsLst>
            <a:lin ang="0" scaled="1"/>
            <a:tileRect/>
          </a:gradFill>
          <a:ln w="9525" cap="flat" cmpd="sng">
            <a:solidFill>
              <a:schemeClr val="tx1"/>
            </a:solidFill>
            <a:prstDash val="dash"/>
            <a:round/>
            <a:headEnd type="none" w="med" len="med"/>
            <a:tailEnd type="none" w="med" len="med"/>
          </a:ln>
        </p:spPr>
        <p:txBody>
          <a:bodyPr/>
          <a:p>
            <a:endParaRPr lang="zh-CN" altLang="en-US"/>
          </a:p>
        </p:txBody>
      </p:sp>
      <p:grpSp>
        <p:nvGrpSpPr>
          <p:cNvPr id="112646" name="Group 40"/>
          <p:cNvGrpSpPr/>
          <p:nvPr/>
        </p:nvGrpSpPr>
        <p:grpSpPr>
          <a:xfrm>
            <a:off x="1577975" y="4189413"/>
            <a:ext cx="1300163" cy="1465262"/>
            <a:chOff x="921" y="785"/>
            <a:chExt cx="819" cy="923"/>
          </a:xfrm>
        </p:grpSpPr>
        <p:sp>
          <p:nvSpPr>
            <p:cNvPr id="112647" name="Rectangle 41"/>
            <p:cNvSpPr/>
            <p:nvPr/>
          </p:nvSpPr>
          <p:spPr>
            <a:xfrm>
              <a:off x="924" y="810"/>
              <a:ext cx="816" cy="86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2648" name="Text Box 42"/>
            <p:cNvSpPr txBox="1"/>
            <p:nvPr/>
          </p:nvSpPr>
          <p:spPr>
            <a:xfrm>
              <a:off x="922" y="785"/>
              <a:ext cx="804" cy="923"/>
            </a:xfrm>
            <a:prstGeom prst="rect">
              <a:avLst/>
            </a:prstGeom>
            <a:noFill/>
            <a:ln w="9525">
              <a:noFill/>
            </a:ln>
          </p:spPr>
          <p:txBody>
            <a:bodyPr wrap="none" anchor="t" anchorCtr="0">
              <a:spAutoFit/>
            </a:bodyPr>
            <a:p>
              <a:pPr algn="ctr">
                <a:buClrTx/>
                <a:buFontTx/>
              </a:pPr>
              <a:r>
                <a:rPr lang="en-US" altLang="zh-CN" i="0" dirty="0">
                  <a:latin typeface="Arial" panose="020B0604020202020204" pitchFamily="34" charset="0"/>
                  <a:ea typeface="宋体" panose="02010600030101010101" pitchFamily="2" charset="-122"/>
                </a:rPr>
                <a:t>application</a:t>
              </a:r>
              <a:endParaRPr lang="en-US" altLang="zh-CN" i="0" dirty="0">
                <a:latin typeface="Arial" panose="020B0604020202020204" pitchFamily="34" charset="0"/>
                <a:ea typeface="宋体" panose="02010600030101010101" pitchFamily="2" charset="-122"/>
              </a:endParaRPr>
            </a:p>
            <a:p>
              <a:pPr algn="ctr">
                <a:buClrTx/>
                <a:buFontTx/>
              </a:pPr>
              <a:r>
                <a:rPr lang="en-US" altLang="zh-CN" i="0" dirty="0">
                  <a:latin typeface="Arial" panose="020B0604020202020204" pitchFamily="34" charset="0"/>
                  <a:ea typeface="宋体" panose="02010600030101010101" pitchFamily="2" charset="-122"/>
                </a:rPr>
                <a:t>transport</a:t>
              </a:r>
              <a:endParaRPr lang="en-US" altLang="zh-CN" i="0" dirty="0">
                <a:latin typeface="Arial" panose="020B0604020202020204" pitchFamily="34" charset="0"/>
                <a:ea typeface="宋体" panose="02010600030101010101" pitchFamily="2" charset="-122"/>
              </a:endParaRPr>
            </a:p>
            <a:p>
              <a:pPr algn="ctr">
                <a:buClrTx/>
                <a:buFontTx/>
              </a:pPr>
              <a:r>
                <a:rPr lang="en-US" altLang="zh-CN" i="0" dirty="0">
                  <a:latin typeface="Arial" panose="020B0604020202020204" pitchFamily="34" charset="0"/>
                  <a:ea typeface="宋体" panose="02010600030101010101" pitchFamily="2" charset="-122"/>
                </a:rPr>
                <a:t>network</a:t>
              </a:r>
              <a:endParaRPr lang="en-US" altLang="zh-CN" i="0" dirty="0">
                <a:latin typeface="Arial" panose="020B0604020202020204" pitchFamily="34" charset="0"/>
                <a:ea typeface="宋体" panose="02010600030101010101" pitchFamily="2" charset="-122"/>
              </a:endParaRPr>
            </a:p>
            <a:p>
              <a:pPr algn="ctr">
                <a:buClrTx/>
                <a:buFontTx/>
              </a:pPr>
              <a:r>
                <a:rPr lang="en-US" altLang="zh-CN" i="0" dirty="0">
                  <a:latin typeface="Arial" panose="020B0604020202020204" pitchFamily="34" charset="0"/>
                  <a:ea typeface="宋体" panose="02010600030101010101" pitchFamily="2" charset="-122"/>
                </a:rPr>
                <a:t>link</a:t>
              </a:r>
              <a:endParaRPr lang="en-US" altLang="zh-CN" i="0" dirty="0">
                <a:latin typeface="Arial" panose="020B0604020202020204" pitchFamily="34" charset="0"/>
                <a:ea typeface="宋体" panose="02010600030101010101" pitchFamily="2" charset="-122"/>
              </a:endParaRPr>
            </a:p>
            <a:p>
              <a:pPr algn="ctr">
                <a:buClrTx/>
                <a:buFontTx/>
              </a:pPr>
              <a:r>
                <a:rPr lang="en-US" altLang="zh-CN" i="0" dirty="0">
                  <a:latin typeface="Arial" panose="020B0604020202020204" pitchFamily="34" charset="0"/>
                  <a:ea typeface="宋体" panose="02010600030101010101" pitchFamily="2" charset="-122"/>
                </a:rPr>
                <a:t>physical</a:t>
              </a:r>
              <a:endParaRPr lang="en-US" altLang="zh-CN" i="0" dirty="0">
                <a:latin typeface="Arial" panose="020B0604020202020204" pitchFamily="34" charset="0"/>
                <a:ea typeface="宋体" panose="02010600030101010101" pitchFamily="2" charset="-122"/>
              </a:endParaRPr>
            </a:p>
          </p:txBody>
        </p:sp>
        <p:sp>
          <p:nvSpPr>
            <p:cNvPr id="112649" name="Line 43"/>
            <p:cNvSpPr/>
            <p:nvPr/>
          </p:nvSpPr>
          <p:spPr>
            <a:xfrm>
              <a:off x="924" y="993"/>
              <a:ext cx="816" cy="0"/>
            </a:xfrm>
            <a:prstGeom prst="line">
              <a:avLst/>
            </a:prstGeom>
            <a:ln w="9525" cap="flat" cmpd="sng">
              <a:solidFill>
                <a:schemeClr val="tx1"/>
              </a:solidFill>
              <a:prstDash val="solid"/>
              <a:round/>
              <a:headEnd type="none" w="med" len="med"/>
              <a:tailEnd type="none" w="med" len="med"/>
            </a:ln>
          </p:spPr>
        </p:sp>
        <p:sp>
          <p:nvSpPr>
            <p:cNvPr id="112650" name="Line 44"/>
            <p:cNvSpPr/>
            <p:nvPr/>
          </p:nvSpPr>
          <p:spPr>
            <a:xfrm>
              <a:off x="924" y="1167"/>
              <a:ext cx="816" cy="0"/>
            </a:xfrm>
            <a:prstGeom prst="line">
              <a:avLst/>
            </a:prstGeom>
            <a:ln w="9525" cap="flat" cmpd="sng">
              <a:solidFill>
                <a:schemeClr val="tx1"/>
              </a:solidFill>
              <a:prstDash val="solid"/>
              <a:round/>
              <a:headEnd type="none" w="med" len="med"/>
              <a:tailEnd type="none" w="med" len="med"/>
            </a:ln>
          </p:spPr>
        </p:sp>
        <p:sp>
          <p:nvSpPr>
            <p:cNvPr id="112651" name="Line 45"/>
            <p:cNvSpPr/>
            <p:nvPr/>
          </p:nvSpPr>
          <p:spPr>
            <a:xfrm>
              <a:off x="921" y="1344"/>
              <a:ext cx="816" cy="0"/>
            </a:xfrm>
            <a:prstGeom prst="line">
              <a:avLst/>
            </a:prstGeom>
            <a:ln w="9525" cap="flat" cmpd="sng">
              <a:solidFill>
                <a:schemeClr val="tx1"/>
              </a:solidFill>
              <a:prstDash val="solid"/>
              <a:round/>
              <a:headEnd type="none" w="med" len="med"/>
              <a:tailEnd type="none" w="med" len="med"/>
            </a:ln>
          </p:spPr>
        </p:sp>
        <p:sp>
          <p:nvSpPr>
            <p:cNvPr id="112652" name="Line 46"/>
            <p:cNvSpPr/>
            <p:nvPr/>
          </p:nvSpPr>
          <p:spPr>
            <a:xfrm>
              <a:off x="926" y="1501"/>
              <a:ext cx="808" cy="3"/>
            </a:xfrm>
            <a:prstGeom prst="line">
              <a:avLst/>
            </a:prstGeom>
            <a:ln w="9525" cap="flat" cmpd="sng">
              <a:solidFill>
                <a:schemeClr val="tx1"/>
              </a:solidFill>
              <a:prstDash val="solid"/>
              <a:round/>
              <a:headEnd type="none" w="med" len="med"/>
              <a:tailEnd type="none" w="med" len="med"/>
            </a:ln>
          </p:spPr>
        </p:sp>
        <p:sp>
          <p:nvSpPr>
            <p:cNvPr id="112653" name="Line 47"/>
            <p:cNvSpPr/>
            <p:nvPr/>
          </p:nvSpPr>
          <p:spPr>
            <a:xfrm>
              <a:off x="926" y="1552"/>
              <a:ext cx="0" cy="106"/>
            </a:xfrm>
            <a:prstGeom prst="line">
              <a:avLst/>
            </a:prstGeom>
            <a:ln w="9525" cap="flat" cmpd="sng">
              <a:solidFill>
                <a:schemeClr val="tx1"/>
              </a:solidFill>
              <a:prstDash val="dash"/>
              <a:round/>
              <a:headEnd type="none" w="med" len="med"/>
              <a:tailEnd type="none" w="med" len="med"/>
            </a:ln>
          </p:spPr>
        </p:sp>
        <p:sp>
          <p:nvSpPr>
            <p:cNvPr id="112654" name="Line 48"/>
            <p:cNvSpPr/>
            <p:nvPr/>
          </p:nvSpPr>
          <p:spPr>
            <a:xfrm>
              <a:off x="1739" y="1541"/>
              <a:ext cx="0" cy="106"/>
            </a:xfrm>
            <a:prstGeom prst="line">
              <a:avLst/>
            </a:prstGeom>
            <a:ln w="9525" cap="flat" cmpd="sng">
              <a:solidFill>
                <a:schemeClr val="tx1"/>
              </a:solidFill>
              <a:prstDash val="dash"/>
              <a:round/>
              <a:headEnd type="none" w="med" len="med"/>
              <a:tailEnd type="none" w="med" len="med"/>
            </a:ln>
          </p:spPr>
        </p:sp>
      </p:grpSp>
      <p:sp>
        <p:nvSpPr>
          <p:cNvPr id="112655" name="Rectangle 49"/>
          <p:cNvSpPr/>
          <p:nvPr/>
        </p:nvSpPr>
        <p:spPr>
          <a:xfrm>
            <a:off x="4230688" y="4038600"/>
            <a:ext cx="4195762" cy="156845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2656" name="Line 50"/>
          <p:cNvSpPr/>
          <p:nvPr/>
        </p:nvSpPr>
        <p:spPr>
          <a:xfrm flipV="1">
            <a:off x="4244975" y="4703763"/>
            <a:ext cx="4178300" cy="0"/>
          </a:xfrm>
          <a:prstGeom prst="line">
            <a:avLst/>
          </a:prstGeom>
          <a:ln w="9525" cap="flat" cmpd="sng">
            <a:solidFill>
              <a:schemeClr val="tx1"/>
            </a:solidFill>
            <a:prstDash val="solid"/>
            <a:round/>
            <a:headEnd type="none" w="med" len="med"/>
            <a:tailEnd type="none" w="med" len="med"/>
          </a:ln>
        </p:spPr>
      </p:sp>
      <p:sp>
        <p:nvSpPr>
          <p:cNvPr id="112657" name="Text Box 51"/>
          <p:cNvSpPr txBox="1"/>
          <p:nvPr/>
        </p:nvSpPr>
        <p:spPr>
          <a:xfrm>
            <a:off x="5413375" y="4079875"/>
            <a:ext cx="1735138" cy="581025"/>
          </a:xfrm>
          <a:prstGeom prst="rect">
            <a:avLst/>
          </a:prstGeom>
          <a:noFill/>
          <a:ln w="9525">
            <a:noFill/>
          </a:ln>
        </p:spPr>
        <p:txBody>
          <a:bodyPr wrap="none" anchor="t" anchorCtr="0">
            <a:spAutoFit/>
          </a:bodyPr>
          <a:p>
            <a:pPr algn="ctr">
              <a:buClrTx/>
              <a:buFontTx/>
            </a:pPr>
            <a:r>
              <a:rPr lang="en-US" altLang="zh-CN" sz="1600" i="0" dirty="0">
                <a:latin typeface="Arial" panose="020B0604020202020204" pitchFamily="34" charset="0"/>
                <a:ea typeface="宋体" panose="02010600030101010101" pitchFamily="2" charset="-122"/>
              </a:rPr>
              <a:t>MAC protocol</a:t>
            </a:r>
            <a:endParaRPr lang="en-US" altLang="zh-CN" sz="1600" i="0" dirty="0">
              <a:latin typeface="Arial" panose="020B0604020202020204" pitchFamily="34" charset="0"/>
              <a:ea typeface="宋体" panose="02010600030101010101" pitchFamily="2" charset="-122"/>
            </a:endParaRPr>
          </a:p>
          <a:p>
            <a:pPr algn="ctr">
              <a:buClrTx/>
              <a:buFontTx/>
            </a:pPr>
            <a:r>
              <a:rPr lang="en-US" altLang="zh-CN" sz="1600" i="0" dirty="0">
                <a:latin typeface="Arial" panose="020B0604020202020204" pitchFamily="34" charset="0"/>
                <a:ea typeface="宋体" panose="02010600030101010101" pitchFamily="2" charset="-122"/>
              </a:rPr>
              <a:t>and frame format</a:t>
            </a:r>
            <a:endParaRPr lang="en-US" altLang="zh-CN" sz="1600" i="0" dirty="0">
              <a:latin typeface="Arial" panose="020B0604020202020204" pitchFamily="34" charset="0"/>
              <a:ea typeface="宋体" panose="02010600030101010101" pitchFamily="2" charset="-122"/>
            </a:endParaRPr>
          </a:p>
        </p:txBody>
      </p:sp>
      <p:sp>
        <p:nvSpPr>
          <p:cNvPr id="112658" name="Text Box 52"/>
          <p:cNvSpPr txBox="1"/>
          <p:nvPr/>
        </p:nvSpPr>
        <p:spPr>
          <a:xfrm>
            <a:off x="4398963" y="4794250"/>
            <a:ext cx="1250950" cy="314325"/>
          </a:xfrm>
          <a:prstGeom prst="rect">
            <a:avLst/>
          </a:prstGeom>
          <a:noFill/>
          <a:ln w="9525" cap="flat" cmpd="sng">
            <a:solidFill>
              <a:schemeClr val="tx1"/>
            </a:solidFill>
            <a:prstDash val="solid"/>
            <a:miter/>
            <a:headEnd type="none" w="med" len="med"/>
            <a:tailEnd type="none" w="med" len="med"/>
          </a:ln>
        </p:spPr>
        <p:txBody>
          <a:bodyPr wrap="none" anchor="t" anchorCtr="0">
            <a:spAutoFit/>
          </a:bodyPr>
          <a:p>
            <a:pPr>
              <a:buClrTx/>
              <a:buFontTx/>
            </a:pPr>
            <a:r>
              <a:rPr lang="en-US" altLang="zh-CN" sz="1400" i="0" dirty="0">
                <a:latin typeface="Arial" panose="020B0604020202020204" pitchFamily="34" charset="0"/>
                <a:ea typeface="宋体" panose="02010600030101010101" pitchFamily="2" charset="-122"/>
              </a:rPr>
              <a:t>100BASE-TX</a:t>
            </a:r>
            <a:endParaRPr lang="en-US" altLang="zh-CN" sz="1400" i="0" dirty="0">
              <a:latin typeface="Arial" panose="020B0604020202020204" pitchFamily="34" charset="0"/>
              <a:ea typeface="宋体" panose="02010600030101010101" pitchFamily="2" charset="-122"/>
            </a:endParaRPr>
          </a:p>
        </p:txBody>
      </p:sp>
      <p:sp>
        <p:nvSpPr>
          <p:cNvPr id="112659" name="Text Box 53"/>
          <p:cNvSpPr txBox="1"/>
          <p:nvPr/>
        </p:nvSpPr>
        <p:spPr>
          <a:xfrm>
            <a:off x="4410075" y="5154613"/>
            <a:ext cx="1230313" cy="314325"/>
          </a:xfrm>
          <a:prstGeom prst="rect">
            <a:avLst/>
          </a:prstGeom>
          <a:noFill/>
          <a:ln w="9525" cap="flat" cmpd="sng">
            <a:solidFill>
              <a:schemeClr val="tx1"/>
            </a:solidFill>
            <a:prstDash val="solid"/>
            <a:miter/>
            <a:headEnd type="none" w="med" len="med"/>
            <a:tailEnd type="none" w="med" len="med"/>
          </a:ln>
        </p:spPr>
        <p:txBody>
          <a:bodyPr wrap="none" anchor="t" anchorCtr="0">
            <a:spAutoFit/>
          </a:bodyPr>
          <a:p>
            <a:pPr>
              <a:buClrTx/>
              <a:buFontTx/>
            </a:pPr>
            <a:r>
              <a:rPr lang="en-US" altLang="zh-CN" sz="1400" i="0" dirty="0">
                <a:latin typeface="Arial" panose="020B0604020202020204" pitchFamily="34" charset="0"/>
                <a:ea typeface="宋体" panose="02010600030101010101" pitchFamily="2" charset="-122"/>
              </a:rPr>
              <a:t>100BASE-T4</a:t>
            </a:r>
            <a:endParaRPr lang="en-US" altLang="zh-CN" sz="1400" i="0" dirty="0">
              <a:latin typeface="Arial" panose="020B0604020202020204" pitchFamily="34" charset="0"/>
              <a:ea typeface="宋体" panose="02010600030101010101" pitchFamily="2" charset="-122"/>
            </a:endParaRPr>
          </a:p>
        </p:txBody>
      </p:sp>
      <p:sp>
        <p:nvSpPr>
          <p:cNvPr id="112660" name="Text Box 54"/>
          <p:cNvSpPr txBox="1"/>
          <p:nvPr/>
        </p:nvSpPr>
        <p:spPr>
          <a:xfrm>
            <a:off x="7081838" y="4789488"/>
            <a:ext cx="1250950" cy="314325"/>
          </a:xfrm>
          <a:prstGeom prst="rect">
            <a:avLst/>
          </a:prstGeom>
          <a:noFill/>
          <a:ln w="9525" cap="flat" cmpd="sng">
            <a:solidFill>
              <a:schemeClr val="tx1"/>
            </a:solidFill>
            <a:prstDash val="solid"/>
            <a:miter/>
            <a:headEnd type="none" w="med" len="med"/>
            <a:tailEnd type="none" w="med" len="med"/>
          </a:ln>
        </p:spPr>
        <p:txBody>
          <a:bodyPr wrap="none" anchor="t" anchorCtr="0">
            <a:spAutoFit/>
          </a:bodyPr>
          <a:p>
            <a:pPr>
              <a:buClrTx/>
              <a:buFontTx/>
            </a:pPr>
            <a:r>
              <a:rPr lang="en-US" altLang="zh-CN" sz="1400" i="0" dirty="0">
                <a:latin typeface="Arial" panose="020B0604020202020204" pitchFamily="34" charset="0"/>
                <a:ea typeface="宋体" panose="02010600030101010101" pitchFamily="2" charset="-122"/>
              </a:rPr>
              <a:t>100BASE-FX</a:t>
            </a:r>
            <a:endParaRPr lang="en-US" altLang="zh-CN" sz="1400" i="0" dirty="0">
              <a:latin typeface="Arial" panose="020B0604020202020204" pitchFamily="34" charset="0"/>
              <a:ea typeface="宋体" panose="02010600030101010101" pitchFamily="2" charset="-122"/>
            </a:endParaRPr>
          </a:p>
        </p:txBody>
      </p:sp>
      <p:sp>
        <p:nvSpPr>
          <p:cNvPr id="112661" name="Freeform 55"/>
          <p:cNvSpPr/>
          <p:nvPr/>
        </p:nvSpPr>
        <p:spPr>
          <a:xfrm>
            <a:off x="2887663" y="4684713"/>
            <a:ext cx="1393825" cy="611187"/>
          </a:xfrm>
          <a:custGeom>
            <a:avLst/>
            <a:gdLst/>
            <a:ahLst/>
            <a:cxnLst>
              <a:cxn ang="0">
                <a:pos x="0" y="2147483646"/>
              </a:cxn>
              <a:cxn ang="0">
                <a:pos x="2147483646" y="0"/>
              </a:cxn>
            </a:cxnLst>
            <a:pathLst>
              <a:path w="878" h="385">
                <a:moveTo>
                  <a:pt x="0" y="385"/>
                </a:moveTo>
                <a:lnTo>
                  <a:pt x="878" y="0"/>
                </a:lnTo>
              </a:path>
            </a:pathLst>
          </a:custGeom>
          <a:noFill/>
          <a:ln w="9525" cap="flat" cmpd="sng">
            <a:solidFill>
              <a:schemeClr val="tx1"/>
            </a:solidFill>
            <a:prstDash val="dash"/>
            <a:round/>
            <a:headEnd type="none" w="med" len="med"/>
            <a:tailEnd type="none" w="med" len="med"/>
          </a:ln>
        </p:spPr>
        <p:txBody>
          <a:bodyPr/>
          <a:p>
            <a:endParaRPr lang="zh-CN" altLang="en-US"/>
          </a:p>
        </p:txBody>
      </p:sp>
      <p:sp>
        <p:nvSpPr>
          <p:cNvPr id="112662" name="Text Box 56"/>
          <p:cNvSpPr txBox="1"/>
          <p:nvPr/>
        </p:nvSpPr>
        <p:spPr>
          <a:xfrm>
            <a:off x="5741988" y="4787900"/>
            <a:ext cx="1230312" cy="314325"/>
          </a:xfrm>
          <a:prstGeom prst="rect">
            <a:avLst/>
          </a:prstGeom>
          <a:noFill/>
          <a:ln w="9525" cap="flat" cmpd="sng">
            <a:solidFill>
              <a:schemeClr val="tx1"/>
            </a:solidFill>
            <a:prstDash val="solid"/>
            <a:miter/>
            <a:headEnd type="none" w="med" len="med"/>
            <a:tailEnd type="none" w="med" len="med"/>
          </a:ln>
        </p:spPr>
        <p:txBody>
          <a:bodyPr wrap="none" anchor="t" anchorCtr="0">
            <a:spAutoFit/>
          </a:bodyPr>
          <a:p>
            <a:pPr>
              <a:buClrTx/>
              <a:buFontTx/>
            </a:pPr>
            <a:r>
              <a:rPr lang="en-US" altLang="zh-CN" sz="1400" i="0" dirty="0">
                <a:latin typeface="Arial" panose="020B0604020202020204" pitchFamily="34" charset="0"/>
                <a:ea typeface="宋体" panose="02010600030101010101" pitchFamily="2" charset="-122"/>
              </a:rPr>
              <a:t>100BASE-T2</a:t>
            </a:r>
            <a:endParaRPr lang="en-US" altLang="zh-CN" sz="1400" i="0" dirty="0">
              <a:latin typeface="Arial" panose="020B0604020202020204" pitchFamily="34" charset="0"/>
              <a:ea typeface="宋体" panose="02010600030101010101" pitchFamily="2" charset="-122"/>
            </a:endParaRPr>
          </a:p>
        </p:txBody>
      </p:sp>
      <p:sp>
        <p:nvSpPr>
          <p:cNvPr id="112663" name="Text Box 57"/>
          <p:cNvSpPr txBox="1"/>
          <p:nvPr/>
        </p:nvSpPr>
        <p:spPr>
          <a:xfrm>
            <a:off x="5724525" y="5148263"/>
            <a:ext cx="1262063" cy="314325"/>
          </a:xfrm>
          <a:prstGeom prst="rect">
            <a:avLst/>
          </a:prstGeom>
          <a:noFill/>
          <a:ln w="9525" cap="flat" cmpd="sng">
            <a:solidFill>
              <a:schemeClr val="tx1"/>
            </a:solidFill>
            <a:prstDash val="solid"/>
            <a:miter/>
            <a:headEnd type="none" w="med" len="med"/>
            <a:tailEnd type="none" w="med" len="med"/>
          </a:ln>
        </p:spPr>
        <p:txBody>
          <a:bodyPr wrap="none" anchor="t" anchorCtr="0">
            <a:spAutoFit/>
          </a:bodyPr>
          <a:p>
            <a:pPr>
              <a:buClrTx/>
              <a:buFontTx/>
            </a:pPr>
            <a:r>
              <a:rPr lang="en-US" altLang="zh-CN" sz="1400" i="0" dirty="0">
                <a:latin typeface="Arial" panose="020B0604020202020204" pitchFamily="34" charset="0"/>
                <a:ea typeface="宋体" panose="02010600030101010101" pitchFamily="2" charset="-122"/>
              </a:rPr>
              <a:t>100BASE-SX</a:t>
            </a:r>
            <a:endParaRPr lang="en-US" altLang="zh-CN" sz="1400" i="0" dirty="0">
              <a:latin typeface="Arial" panose="020B0604020202020204" pitchFamily="34" charset="0"/>
              <a:ea typeface="宋体" panose="02010600030101010101" pitchFamily="2" charset="-122"/>
            </a:endParaRPr>
          </a:p>
        </p:txBody>
      </p:sp>
      <p:sp>
        <p:nvSpPr>
          <p:cNvPr id="112664" name="Text Box 58"/>
          <p:cNvSpPr txBox="1"/>
          <p:nvPr/>
        </p:nvSpPr>
        <p:spPr>
          <a:xfrm>
            <a:off x="7088188" y="5143500"/>
            <a:ext cx="1262062" cy="314325"/>
          </a:xfrm>
          <a:prstGeom prst="rect">
            <a:avLst/>
          </a:prstGeom>
          <a:noFill/>
          <a:ln w="9525" cap="flat" cmpd="sng">
            <a:solidFill>
              <a:schemeClr val="tx1"/>
            </a:solidFill>
            <a:prstDash val="solid"/>
            <a:miter/>
            <a:headEnd type="none" w="med" len="med"/>
            <a:tailEnd type="none" w="med" len="med"/>
          </a:ln>
        </p:spPr>
        <p:txBody>
          <a:bodyPr wrap="none" anchor="t" anchorCtr="0">
            <a:spAutoFit/>
          </a:bodyPr>
          <a:p>
            <a:pPr>
              <a:buClrTx/>
              <a:buFontTx/>
            </a:pPr>
            <a:r>
              <a:rPr lang="en-US" altLang="zh-CN" sz="1400" i="0" dirty="0">
                <a:latin typeface="Arial" panose="020B0604020202020204" pitchFamily="34" charset="0"/>
                <a:ea typeface="宋体" panose="02010600030101010101" pitchFamily="2" charset="-122"/>
              </a:rPr>
              <a:t>100BASE-BX</a:t>
            </a:r>
            <a:endParaRPr lang="en-US" altLang="zh-CN" sz="1400" i="0" dirty="0">
              <a:latin typeface="Arial" panose="020B0604020202020204" pitchFamily="34" charset="0"/>
              <a:ea typeface="宋体" panose="02010600030101010101" pitchFamily="2" charset="-122"/>
            </a:endParaRPr>
          </a:p>
        </p:txBody>
      </p:sp>
      <p:grpSp>
        <p:nvGrpSpPr>
          <p:cNvPr id="412739" name="Group 67"/>
          <p:cNvGrpSpPr/>
          <p:nvPr/>
        </p:nvGrpSpPr>
        <p:grpSpPr>
          <a:xfrm>
            <a:off x="5681663" y="4743450"/>
            <a:ext cx="2921000" cy="1562100"/>
            <a:chOff x="3579" y="2988"/>
            <a:chExt cx="1840" cy="984"/>
          </a:xfrm>
        </p:grpSpPr>
        <p:sp>
          <p:nvSpPr>
            <p:cNvPr id="112666" name="Freeform 59"/>
            <p:cNvSpPr/>
            <p:nvPr/>
          </p:nvSpPr>
          <p:spPr>
            <a:xfrm>
              <a:off x="3579" y="2988"/>
              <a:ext cx="1709" cy="489"/>
            </a:xfrm>
            <a:custGeom>
              <a:avLst/>
              <a:gdLst/>
              <a:ahLst/>
              <a:cxnLst>
                <a:cxn ang="0">
                  <a:pos x="842" y="0"/>
                </a:cxn>
                <a:cxn ang="0">
                  <a:pos x="843" y="239"/>
                </a:cxn>
                <a:cxn ang="0">
                  <a:pos x="5" y="239"/>
                </a:cxn>
                <a:cxn ang="0">
                  <a:pos x="0" y="489"/>
                </a:cxn>
                <a:cxn ang="0">
                  <a:pos x="1709" y="489"/>
                </a:cxn>
                <a:cxn ang="0">
                  <a:pos x="1704" y="0"/>
                </a:cxn>
                <a:cxn ang="0">
                  <a:pos x="842" y="0"/>
                </a:cxn>
              </a:cxnLst>
              <a:pathLst>
                <a:path w="1709" h="489">
                  <a:moveTo>
                    <a:pt x="842" y="0"/>
                  </a:moveTo>
                  <a:lnTo>
                    <a:pt x="843" y="239"/>
                  </a:lnTo>
                  <a:lnTo>
                    <a:pt x="5" y="239"/>
                  </a:lnTo>
                  <a:lnTo>
                    <a:pt x="0" y="489"/>
                  </a:lnTo>
                  <a:lnTo>
                    <a:pt x="1709" y="489"/>
                  </a:lnTo>
                  <a:cubicBezTo>
                    <a:pt x="1707" y="330"/>
                    <a:pt x="1706" y="159"/>
                    <a:pt x="1704" y="0"/>
                  </a:cubicBezTo>
                  <a:lnTo>
                    <a:pt x="842" y="0"/>
                  </a:lnTo>
                  <a:close/>
                </a:path>
              </a:pathLst>
            </a:custGeom>
            <a:noFill/>
            <a:ln w="19050" cap="flat" cmpd="sng">
              <a:solidFill>
                <a:srgbClr val="FF0000"/>
              </a:solidFill>
              <a:prstDash val="solid"/>
              <a:round/>
              <a:headEnd type="none" w="med" len="med"/>
              <a:tailEnd type="none" w="med" len="med"/>
            </a:ln>
          </p:spPr>
          <p:txBody>
            <a:bodyPr/>
            <a:p>
              <a:endParaRPr lang="zh-CN" altLang="en-US"/>
            </a:p>
          </p:txBody>
        </p:sp>
        <p:sp>
          <p:nvSpPr>
            <p:cNvPr id="112667" name="Line 60"/>
            <p:cNvSpPr/>
            <p:nvPr/>
          </p:nvSpPr>
          <p:spPr>
            <a:xfrm>
              <a:off x="4410" y="3494"/>
              <a:ext cx="227" cy="291"/>
            </a:xfrm>
            <a:prstGeom prst="line">
              <a:avLst/>
            </a:prstGeom>
            <a:ln w="28575" cap="flat" cmpd="sng">
              <a:solidFill>
                <a:srgbClr val="FF0000"/>
              </a:solidFill>
              <a:prstDash val="solid"/>
              <a:round/>
              <a:headEnd type="none" w="med" len="med"/>
              <a:tailEnd type="none" w="med" len="med"/>
            </a:ln>
          </p:spPr>
        </p:sp>
        <p:sp>
          <p:nvSpPr>
            <p:cNvPr id="112668" name="Text Box 61"/>
            <p:cNvSpPr txBox="1"/>
            <p:nvPr/>
          </p:nvSpPr>
          <p:spPr>
            <a:xfrm>
              <a:off x="4003" y="3741"/>
              <a:ext cx="1416" cy="231"/>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fiber physical layer</a:t>
              </a:r>
              <a:endParaRPr lang="en-US" altLang="zh-CN" i="0" dirty="0">
                <a:solidFill>
                  <a:srgbClr val="FF0000"/>
                </a:solidFill>
                <a:latin typeface="Comic Sans MS" panose="030F0702030302020204" pitchFamily="66" charset="0"/>
                <a:ea typeface="宋体" panose="02010600030101010101" pitchFamily="2" charset="-122"/>
              </a:endParaRPr>
            </a:p>
          </p:txBody>
        </p:sp>
      </p:grpSp>
      <p:grpSp>
        <p:nvGrpSpPr>
          <p:cNvPr id="412738" name="Group 66"/>
          <p:cNvGrpSpPr/>
          <p:nvPr/>
        </p:nvGrpSpPr>
        <p:grpSpPr>
          <a:xfrm>
            <a:off x="3689350" y="4733925"/>
            <a:ext cx="3303588" cy="1870075"/>
            <a:chOff x="2324" y="2982"/>
            <a:chExt cx="2081" cy="1178"/>
          </a:xfrm>
        </p:grpSpPr>
        <p:sp>
          <p:nvSpPr>
            <p:cNvPr id="112670" name="Freeform 62"/>
            <p:cNvSpPr/>
            <p:nvPr/>
          </p:nvSpPr>
          <p:spPr>
            <a:xfrm>
              <a:off x="2741" y="2982"/>
              <a:ext cx="1664" cy="495"/>
            </a:xfrm>
            <a:custGeom>
              <a:avLst/>
              <a:gdLst/>
              <a:ahLst/>
              <a:cxnLst>
                <a:cxn ang="0">
                  <a:pos x="1664" y="0"/>
                </a:cxn>
                <a:cxn ang="0">
                  <a:pos x="1652" y="233"/>
                </a:cxn>
                <a:cxn ang="0">
                  <a:pos x="820" y="233"/>
                </a:cxn>
                <a:cxn ang="0">
                  <a:pos x="814" y="495"/>
                </a:cxn>
                <a:cxn ang="0">
                  <a:pos x="0" y="495"/>
                </a:cxn>
                <a:cxn ang="0">
                  <a:pos x="0" y="0"/>
                </a:cxn>
                <a:cxn ang="0">
                  <a:pos x="1664" y="0"/>
                </a:cxn>
              </a:cxnLst>
              <a:pathLst>
                <a:path w="1664" h="495">
                  <a:moveTo>
                    <a:pt x="1664" y="0"/>
                  </a:moveTo>
                  <a:lnTo>
                    <a:pt x="1652" y="233"/>
                  </a:lnTo>
                  <a:lnTo>
                    <a:pt x="820" y="233"/>
                  </a:lnTo>
                  <a:lnTo>
                    <a:pt x="814" y="495"/>
                  </a:lnTo>
                  <a:lnTo>
                    <a:pt x="0" y="495"/>
                  </a:lnTo>
                  <a:lnTo>
                    <a:pt x="0" y="0"/>
                  </a:lnTo>
                  <a:lnTo>
                    <a:pt x="1664" y="0"/>
                  </a:lnTo>
                  <a:close/>
                </a:path>
              </a:pathLst>
            </a:custGeom>
            <a:noFill/>
            <a:ln w="28575" cap="flat" cmpd="sng">
              <a:solidFill>
                <a:schemeClr val="accent2"/>
              </a:solidFill>
              <a:prstDash val="solid"/>
              <a:round/>
              <a:headEnd type="none" w="med" len="med"/>
              <a:tailEnd type="none" w="med" len="med"/>
            </a:ln>
          </p:spPr>
          <p:txBody>
            <a:bodyPr/>
            <a:p>
              <a:endParaRPr lang="zh-CN" altLang="en-US"/>
            </a:p>
          </p:txBody>
        </p:sp>
        <p:sp>
          <p:nvSpPr>
            <p:cNvPr id="112671" name="Line 63"/>
            <p:cNvSpPr/>
            <p:nvPr/>
          </p:nvSpPr>
          <p:spPr>
            <a:xfrm flipH="1">
              <a:off x="2929" y="3503"/>
              <a:ext cx="227" cy="291"/>
            </a:xfrm>
            <a:prstGeom prst="line">
              <a:avLst/>
            </a:prstGeom>
            <a:ln w="28575" cap="flat" cmpd="sng">
              <a:solidFill>
                <a:schemeClr val="accent2"/>
              </a:solidFill>
              <a:prstDash val="solid"/>
              <a:round/>
              <a:headEnd type="none" w="med" len="med"/>
              <a:tailEnd type="none" w="med" len="med"/>
            </a:ln>
          </p:spPr>
        </p:sp>
        <p:sp>
          <p:nvSpPr>
            <p:cNvPr id="112672" name="Text Box 65"/>
            <p:cNvSpPr txBox="1"/>
            <p:nvPr/>
          </p:nvSpPr>
          <p:spPr>
            <a:xfrm>
              <a:off x="2324" y="3756"/>
              <a:ext cx="1383" cy="404"/>
            </a:xfrm>
            <a:prstGeom prst="rect">
              <a:avLst/>
            </a:prstGeom>
            <a:noFill/>
            <a:ln w="9525">
              <a:noFill/>
            </a:ln>
          </p:spPr>
          <p:txBody>
            <a:bodyPr wrap="none" anchor="t" anchorCtr="0">
              <a:spAutoFit/>
            </a:bodyPr>
            <a:p>
              <a:pPr eaLnBrk="0" hangingPunct="0">
                <a:buClrTx/>
                <a:buFontTx/>
              </a:pPr>
              <a:r>
                <a:rPr lang="en-US" altLang="zh-CN" i="0" dirty="0">
                  <a:solidFill>
                    <a:schemeClr val="accent2"/>
                  </a:solidFill>
                  <a:latin typeface="Comic Sans MS" panose="030F0702030302020204" pitchFamily="66" charset="0"/>
                  <a:ea typeface="宋体" panose="02010600030101010101" pitchFamily="2" charset="-122"/>
                </a:rPr>
                <a:t>copper (twister</a:t>
              </a:r>
              <a:endParaRPr lang="en-US" altLang="zh-CN" i="0" dirty="0">
                <a:solidFill>
                  <a:schemeClr val="accent2"/>
                </a:solidFill>
                <a:latin typeface="Comic Sans MS" panose="030F0702030302020204" pitchFamily="66" charset="0"/>
                <a:ea typeface="宋体" panose="02010600030101010101" pitchFamily="2" charset="-122"/>
              </a:endParaRPr>
            </a:p>
            <a:p>
              <a:pPr eaLnBrk="0" hangingPunct="0">
                <a:buClrTx/>
                <a:buFontTx/>
              </a:pPr>
              <a:r>
                <a:rPr lang="en-US" altLang="zh-CN" i="0" dirty="0">
                  <a:solidFill>
                    <a:schemeClr val="accent2"/>
                  </a:solidFill>
                  <a:latin typeface="Comic Sans MS" panose="030F0702030302020204" pitchFamily="66" charset="0"/>
                  <a:ea typeface="宋体" panose="02010600030101010101" pitchFamily="2" charset="-122"/>
                </a:rPr>
                <a:t>pair) physical layer</a:t>
              </a:r>
              <a:endParaRPr lang="en-US" altLang="zh-CN" i="0" dirty="0">
                <a:solidFill>
                  <a:schemeClr val="accent2"/>
                </a:solidFill>
                <a:latin typeface="Comic Sans MS" panose="030F0702030302020204" pitchFamily="66"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273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500"/>
                                  </p:stCondLst>
                                  <p:childTnLst>
                                    <p:set>
                                      <p:cBhvr>
                                        <p:cTn id="9" dur="1" fill="hold">
                                          <p:stCondLst>
                                            <p:cond delay="0"/>
                                          </p:stCondLst>
                                        </p:cTn>
                                        <p:tgtEl>
                                          <p:spTgt spid="4127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1468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1469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14691" name="Rectangle 2"/>
          <p:cNvSpPr>
            <a:spLocks noGrp="1"/>
          </p:cNvSpPr>
          <p:nvPr>
            <p:ph type="title"/>
          </p:nvPr>
        </p:nvSpPr>
        <p:spPr>
          <a:xfrm>
            <a:off x="195263" y="219075"/>
            <a:ext cx="7772400" cy="1143000"/>
          </a:xfrm>
          <a:ln/>
        </p:spPr>
        <p:txBody>
          <a:bodyPr vert="horz" wrap="square" lIns="91440" tIns="45720" rIns="91440" bIns="45720" anchor="ctr" anchorCtr="0"/>
          <a:p>
            <a:r>
              <a:rPr lang="en-US" altLang="zh-CN" dirty="0">
                <a:ea typeface="宋体" panose="02010600030101010101" pitchFamily="2" charset="-122"/>
              </a:rPr>
              <a:t>Manchester encoding(</a:t>
            </a:r>
            <a:r>
              <a:rPr lang="zh-CN" altLang="en-US" dirty="0">
                <a:ea typeface="宋体" panose="02010600030101010101" pitchFamily="2" charset="-122"/>
              </a:rPr>
              <a:t>略</a:t>
            </a:r>
            <a:r>
              <a:rPr lang="en-US" altLang="zh-CN" dirty="0">
                <a:ea typeface="宋体" panose="02010600030101010101" pitchFamily="2" charset="-122"/>
              </a:rPr>
              <a:t>)</a:t>
            </a:r>
            <a:endParaRPr lang="en-US" altLang="zh-CN" dirty="0">
              <a:ea typeface="宋体" panose="02010600030101010101" pitchFamily="2" charset="-122"/>
            </a:endParaRPr>
          </a:p>
        </p:txBody>
      </p:sp>
      <p:sp>
        <p:nvSpPr>
          <p:cNvPr id="114692" name="Rectangle 3"/>
          <p:cNvSpPr>
            <a:spLocks noGrp="1"/>
          </p:cNvSpPr>
          <p:nvPr>
            <p:ph idx="1"/>
          </p:nvPr>
        </p:nvSpPr>
        <p:spPr>
          <a:xfrm>
            <a:off x="485775" y="3883025"/>
            <a:ext cx="7772400" cy="2009775"/>
          </a:xfrm>
          <a:ln/>
        </p:spPr>
        <p:txBody>
          <a:bodyPr vert="horz" wrap="square" lIns="91440" tIns="45720" rIns="91440" bIns="45720" anchor="t" anchorCtr="0"/>
          <a:p>
            <a:r>
              <a:rPr lang="en-US" altLang="zh-CN" sz="2400" dirty="0">
                <a:ea typeface="宋体" panose="02010600030101010101" pitchFamily="2" charset="-122"/>
              </a:rPr>
              <a:t>used in 10BaseT</a:t>
            </a:r>
            <a:endParaRPr lang="en-US" altLang="zh-CN" sz="2400" dirty="0">
              <a:ea typeface="宋体" panose="02010600030101010101" pitchFamily="2" charset="-122"/>
            </a:endParaRPr>
          </a:p>
          <a:p>
            <a:r>
              <a:rPr lang="en-US" altLang="zh-CN" sz="2400" dirty="0">
                <a:ea typeface="宋体" panose="02010600030101010101" pitchFamily="2" charset="-122"/>
              </a:rPr>
              <a:t>each bit has a transition</a:t>
            </a:r>
            <a:endParaRPr lang="en-US" altLang="zh-CN" sz="2400" dirty="0">
              <a:ea typeface="宋体" panose="02010600030101010101" pitchFamily="2" charset="-122"/>
            </a:endParaRPr>
          </a:p>
          <a:p>
            <a:r>
              <a:rPr lang="en-US" altLang="zh-CN" sz="2400" dirty="0">
                <a:ea typeface="宋体" panose="02010600030101010101" pitchFamily="2" charset="-122"/>
              </a:rPr>
              <a:t>allows clocks in sending and receiving nodes to synchronize to each other</a:t>
            </a:r>
            <a:endParaRPr lang="en-US" altLang="zh-CN" sz="2400" dirty="0">
              <a:ea typeface="宋体" panose="02010600030101010101" pitchFamily="2" charset="-122"/>
            </a:endParaRPr>
          </a:p>
          <a:p>
            <a:pPr lvl="1"/>
            <a:r>
              <a:rPr lang="en-US" altLang="zh-CN" sz="2000" dirty="0">
                <a:ea typeface="宋体" panose="02010600030101010101" pitchFamily="2" charset="-122"/>
              </a:rPr>
              <a:t>no need for a centralized, global clock among nodes!</a:t>
            </a:r>
            <a:endParaRPr lang="en-US" altLang="zh-CN" sz="2000" dirty="0">
              <a:ea typeface="宋体" panose="02010600030101010101" pitchFamily="2" charset="-122"/>
            </a:endParaRPr>
          </a:p>
          <a:p>
            <a:r>
              <a:rPr lang="en-US" altLang="zh-CN" sz="2400" dirty="0">
                <a:ea typeface="宋体" panose="02010600030101010101" pitchFamily="2" charset="-122"/>
              </a:rPr>
              <a:t>Hey, this is physical-layer stuff!</a:t>
            </a:r>
            <a:endParaRPr lang="en-US" altLang="zh-CN" sz="2400" dirty="0">
              <a:ea typeface="宋体" panose="02010600030101010101" pitchFamily="2" charset="-122"/>
            </a:endParaRPr>
          </a:p>
        </p:txBody>
      </p:sp>
      <p:pic>
        <p:nvPicPr>
          <p:cNvPr id="114693" name="Picture 4"/>
          <p:cNvPicPr>
            <a:picLocks noChangeAspect="1"/>
          </p:cNvPicPr>
          <p:nvPr/>
        </p:nvPicPr>
        <p:blipFill>
          <a:blip r:embed="rId1"/>
          <a:stretch>
            <a:fillRect/>
          </a:stretch>
        </p:blipFill>
        <p:spPr>
          <a:xfrm>
            <a:off x="1452563" y="1408113"/>
            <a:ext cx="5835650" cy="2312987"/>
          </a:xfrm>
          <a:prstGeom prst="rect">
            <a:avLst/>
          </a:prstGeom>
          <a:noFill/>
          <a:ln w="9525">
            <a:noFill/>
          </a:ln>
        </p:spPr>
      </p:pic>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7" name="页脚占位符 5"/>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16738"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16739"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Link Layer</a:t>
            </a:r>
            <a:endParaRPr lang="en-US" altLang="zh-CN" dirty="0">
              <a:ea typeface="宋体" panose="02010600030101010101" pitchFamily="2" charset="-122"/>
            </a:endParaRPr>
          </a:p>
        </p:txBody>
      </p:sp>
      <p:sp>
        <p:nvSpPr>
          <p:cNvPr id="116740" name="Rectangle 3"/>
          <p:cNvSpPr>
            <a:spLocks noGrp="1"/>
          </p:cNvSpPr>
          <p:nvPr>
            <p:ph sz="half" idx="1"/>
          </p:nvPr>
        </p:nvSpPr>
        <p:spPr>
          <a:ln/>
        </p:spPr>
        <p:txBody>
          <a:bodyPr vert="horz" wrap="square" lIns="91440" tIns="45720" rIns="91440" bIns="45720" anchor="t" anchorCtr="0"/>
          <a:p>
            <a:pPr>
              <a:buClr>
                <a:schemeClr val="accent2"/>
              </a:buClr>
              <a:buSzPct val="85000"/>
              <a:buFont typeface="ZapfDingbats" pitchFamily="82" charset="2"/>
            </a:pPr>
            <a:r>
              <a:rPr lang="en-US" altLang="zh-CN" sz="2400" dirty="0">
                <a:ea typeface="宋体" panose="02010600030101010101" pitchFamily="2" charset="-122"/>
              </a:rPr>
              <a:t>5.1 Introduction and services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5.2 Error detection and correction </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5.3 Multiple access protocols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5.4 Link-layer Addressing</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5.5 Ethernet</a:t>
            </a:r>
            <a:endParaRPr lang="en-US" altLang="zh-CN" sz="2400" dirty="0">
              <a:ea typeface="宋体" panose="02010600030101010101" pitchFamily="2" charset="-122"/>
            </a:endParaRPr>
          </a:p>
        </p:txBody>
      </p:sp>
      <p:sp>
        <p:nvSpPr>
          <p:cNvPr id="116741" name="Rectangle 6"/>
          <p:cNvSpPr>
            <a:spLocks noGrp="1"/>
          </p:cNvSpPr>
          <p:nvPr>
            <p:ph sz="half" idx="2"/>
          </p:nvPr>
        </p:nvSpPr>
        <p:spPr>
          <a:xfrm>
            <a:off x="4495800" y="1600200"/>
            <a:ext cx="4054475" cy="4648200"/>
          </a:xfrm>
          <a:ln/>
        </p:spPr>
        <p:txBody>
          <a:bodyPr vert="horz" wrap="square" lIns="91440" tIns="45720" rIns="91440" bIns="45720" anchor="t" anchorCtr="0"/>
          <a:p>
            <a:pPr>
              <a:buClr>
                <a:schemeClr val="accent2"/>
              </a:buClr>
              <a:buSzPct val="85000"/>
              <a:buFont typeface="ZapfDingbats" pitchFamily="82" charset="2"/>
            </a:pPr>
            <a:r>
              <a:rPr lang="en-US" altLang="zh-CN" sz="2400" dirty="0">
                <a:solidFill>
                  <a:srgbClr val="FF0000"/>
                </a:solidFill>
                <a:ea typeface="宋体" panose="02010600030101010101" pitchFamily="2" charset="-122"/>
              </a:rPr>
              <a:t>5.6 Link-layer switches, LANs, VLANs</a:t>
            </a:r>
            <a:endParaRPr lang="en-US" altLang="zh-CN" sz="2400" dirty="0">
              <a:solidFill>
                <a:srgbClr val="FF0000"/>
              </a:solidFill>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5.7 PPP</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5.8 Link virtualization: MPLS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5.9 A day in the life of a web request</a:t>
            </a:r>
            <a:endParaRPr lang="en-US" altLang="zh-CN" sz="2400" dirty="0">
              <a:ea typeface="宋体" panose="02010600030101010101" pitchFamily="2" charset="-122"/>
            </a:endParaRPr>
          </a:p>
          <a:p>
            <a:pPr>
              <a:buClr>
                <a:schemeClr val="accent2"/>
              </a:buClr>
              <a:buSzPct val="85000"/>
              <a:buFont typeface="ZapfDingbats" pitchFamily="82" charset="2"/>
              <a:buNone/>
            </a:pPr>
            <a:endParaRPr lang="en-US" altLang="zh-CN" sz="2400" dirty="0">
              <a:ea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1878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18787" name="Rectangle 2"/>
          <p:cNvSpPr>
            <a:spLocks noGrp="1"/>
          </p:cNvSpPr>
          <p:nvPr>
            <p:ph type="title"/>
          </p:nvPr>
        </p:nvSpPr>
        <p:spPr>
          <a:xfrm>
            <a:off x="522288" y="0"/>
            <a:ext cx="7772400" cy="1143000"/>
          </a:xfrm>
          <a:ln/>
        </p:spPr>
        <p:txBody>
          <a:bodyPr vert="horz" wrap="square" lIns="91440" tIns="45720" rIns="91440" bIns="45720" anchor="ctr" anchorCtr="0"/>
          <a:p>
            <a:r>
              <a:rPr lang="en-US" altLang="zh-CN" dirty="0">
                <a:ea typeface="宋体" panose="02010600030101010101" pitchFamily="2" charset="-122"/>
              </a:rPr>
              <a:t>Hubs</a:t>
            </a:r>
            <a:endParaRPr lang="en-US" altLang="zh-CN" dirty="0">
              <a:ea typeface="宋体" panose="02010600030101010101" pitchFamily="2" charset="-122"/>
            </a:endParaRPr>
          </a:p>
        </p:txBody>
      </p:sp>
      <p:sp>
        <p:nvSpPr>
          <p:cNvPr id="118788" name="Rectangle 3"/>
          <p:cNvSpPr>
            <a:spLocks noGrp="1"/>
          </p:cNvSpPr>
          <p:nvPr>
            <p:ph idx="1"/>
          </p:nvPr>
        </p:nvSpPr>
        <p:spPr>
          <a:xfrm>
            <a:off x="485775" y="977900"/>
            <a:ext cx="7772400" cy="2319338"/>
          </a:xfrm>
          <a:ln/>
        </p:spPr>
        <p:txBody>
          <a:bodyPr vert="horz" wrap="square" lIns="91440" tIns="45720" rIns="91440" bIns="45720" anchor="t" anchorCtr="0"/>
          <a:p>
            <a:pPr>
              <a:buNone/>
            </a:pPr>
            <a:r>
              <a:rPr lang="en-US" altLang="zh-CN" sz="2400" dirty="0">
                <a:ea typeface="宋体" panose="02010600030101010101" pitchFamily="2" charset="-122"/>
              </a:rPr>
              <a:t>… physical-layer (“dumb”) repeaters:</a:t>
            </a:r>
            <a:endParaRPr lang="en-US" altLang="zh-CN" sz="2400" dirty="0">
              <a:ea typeface="宋体" panose="02010600030101010101" pitchFamily="2" charset="-122"/>
            </a:endParaRPr>
          </a:p>
          <a:p>
            <a:pPr lvl="1"/>
            <a:r>
              <a:rPr lang="en-US" altLang="zh-CN" dirty="0">
                <a:ea typeface="宋体" panose="02010600030101010101" pitchFamily="2" charset="-122"/>
              </a:rPr>
              <a:t>bits coming in one link go out </a:t>
            </a:r>
            <a:r>
              <a:rPr lang="en-US" altLang="zh-CN" i="1" dirty="0">
                <a:solidFill>
                  <a:srgbClr val="FF0000"/>
                </a:solidFill>
                <a:ea typeface="宋体" panose="02010600030101010101" pitchFamily="2" charset="-122"/>
              </a:rPr>
              <a:t>all</a:t>
            </a:r>
            <a:r>
              <a:rPr lang="en-US" altLang="zh-CN" dirty="0">
                <a:ea typeface="宋体" panose="02010600030101010101" pitchFamily="2" charset="-122"/>
              </a:rPr>
              <a:t> other links at same rate</a:t>
            </a:r>
            <a:endParaRPr lang="en-US" altLang="zh-CN" dirty="0">
              <a:ea typeface="宋体" panose="02010600030101010101" pitchFamily="2" charset="-122"/>
            </a:endParaRPr>
          </a:p>
          <a:p>
            <a:pPr lvl="1"/>
            <a:r>
              <a:rPr lang="en-US" altLang="zh-CN" dirty="0">
                <a:ea typeface="宋体" panose="02010600030101010101" pitchFamily="2" charset="-122"/>
              </a:rPr>
              <a:t>all nodes connected to hub can collide with one another</a:t>
            </a:r>
            <a:endParaRPr lang="en-US" altLang="zh-CN" dirty="0">
              <a:ea typeface="宋体" panose="02010600030101010101" pitchFamily="2" charset="-122"/>
            </a:endParaRPr>
          </a:p>
          <a:p>
            <a:pPr lvl="1"/>
            <a:r>
              <a:rPr lang="en-US" altLang="zh-CN" dirty="0">
                <a:ea typeface="宋体" panose="02010600030101010101" pitchFamily="2" charset="-122"/>
              </a:rPr>
              <a:t>no frame buffering</a:t>
            </a:r>
            <a:endParaRPr lang="en-US" altLang="zh-CN" dirty="0">
              <a:ea typeface="宋体" panose="02010600030101010101" pitchFamily="2" charset="-122"/>
            </a:endParaRPr>
          </a:p>
          <a:p>
            <a:pPr lvl="1"/>
            <a:r>
              <a:rPr lang="en-US" altLang="zh-CN" dirty="0">
                <a:ea typeface="宋体" panose="02010600030101010101" pitchFamily="2" charset="-122"/>
              </a:rPr>
              <a:t>no CSMA/CD at hub: host NICs detect collisions</a:t>
            </a:r>
            <a:endParaRPr lang="en-US" altLang="zh-CN" dirty="0">
              <a:ea typeface="宋体" panose="02010600030101010101" pitchFamily="2" charset="-122"/>
            </a:endParaRPr>
          </a:p>
        </p:txBody>
      </p:sp>
      <p:grpSp>
        <p:nvGrpSpPr>
          <p:cNvPr id="118789" name="Group 4"/>
          <p:cNvGrpSpPr/>
          <p:nvPr/>
        </p:nvGrpSpPr>
        <p:grpSpPr>
          <a:xfrm>
            <a:off x="2344738" y="3763963"/>
            <a:ext cx="3432175" cy="2708275"/>
            <a:chOff x="1234" y="2136"/>
            <a:chExt cx="2578" cy="1982"/>
          </a:xfrm>
        </p:grpSpPr>
        <p:sp>
          <p:nvSpPr>
            <p:cNvPr id="118790" name="Rectangle 5"/>
            <p:cNvSpPr/>
            <p:nvPr/>
          </p:nvSpPr>
          <p:spPr>
            <a:xfrm>
              <a:off x="2304" y="3074"/>
              <a:ext cx="267" cy="65"/>
            </a:xfrm>
            <a:prstGeom prst="rect">
              <a:avLst/>
            </a:prstGeom>
            <a:solidFill>
              <a:schemeClr val="hlink"/>
            </a:solidFill>
            <a:ln w="9525"/>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p>
              <a:pPr eaLnBrk="0" hangingPunct="0">
                <a:buClrTx/>
                <a:buFontTx/>
              </a:pPr>
              <a:endParaRPr lang="zh-CN" altLang="en-US" dirty="0">
                <a:latin typeface="Comic Sans MS" panose="030F0702030302020204" pitchFamily="66" charset="0"/>
                <a:ea typeface="宋体" panose="02010600030101010101" pitchFamily="2" charset="-122"/>
              </a:endParaRPr>
            </a:p>
          </p:txBody>
        </p:sp>
        <p:graphicFrame>
          <p:nvGraphicFramePr>
            <p:cNvPr id="118791" name="Object 6"/>
            <p:cNvGraphicFramePr>
              <a:graphicFrameLocks noChangeAspect="1"/>
            </p:cNvGraphicFramePr>
            <p:nvPr/>
          </p:nvGraphicFramePr>
          <p:xfrm>
            <a:off x="2299" y="2136"/>
            <a:ext cx="385" cy="328"/>
          </p:xfrm>
          <a:graphic>
            <a:graphicData uri="http://schemas.openxmlformats.org/presentationml/2006/ole">
              <mc:AlternateContent xmlns:mc="http://schemas.openxmlformats.org/markup-compatibility/2006">
                <mc:Choice xmlns:v="urn:schemas-microsoft-com:vml" Requires="v">
                  <p:oleObj spid="_x0000_s3126" name="" r:id="rId1" imgW="1307465" imgH="1083945" progId="MS_ClipArt_Gallery.2">
                    <p:embed/>
                  </p:oleObj>
                </mc:Choice>
                <mc:Fallback>
                  <p:oleObj name="" r:id="rId1" imgW="1307465" imgH="1083945" progId="MS_ClipArt_Gallery.2">
                    <p:embed/>
                    <p:pic>
                      <p:nvPicPr>
                        <p:cNvPr id="0" name="图片 3125"/>
                        <p:cNvPicPr/>
                        <p:nvPr/>
                      </p:nvPicPr>
                      <p:blipFill>
                        <a:blip r:embed="rId2"/>
                        <a:stretch>
                          <a:fillRect/>
                        </a:stretch>
                      </p:blipFill>
                      <p:spPr>
                        <a:xfrm>
                          <a:off x="2299" y="2136"/>
                          <a:ext cx="385" cy="328"/>
                        </a:xfrm>
                        <a:prstGeom prst="rect">
                          <a:avLst/>
                        </a:prstGeom>
                        <a:noFill/>
                        <a:ln w="38100">
                          <a:noFill/>
                          <a:miter/>
                        </a:ln>
                      </p:spPr>
                    </p:pic>
                  </p:oleObj>
                </mc:Fallback>
              </mc:AlternateContent>
            </a:graphicData>
          </a:graphic>
        </p:graphicFrame>
        <p:graphicFrame>
          <p:nvGraphicFramePr>
            <p:cNvPr id="118792" name="Object 7"/>
            <p:cNvGraphicFramePr>
              <a:graphicFrameLocks noChangeAspect="1"/>
            </p:cNvGraphicFramePr>
            <p:nvPr/>
          </p:nvGraphicFramePr>
          <p:xfrm>
            <a:off x="2322" y="3790"/>
            <a:ext cx="385" cy="328"/>
          </p:xfrm>
          <a:graphic>
            <a:graphicData uri="http://schemas.openxmlformats.org/presentationml/2006/ole">
              <mc:AlternateContent xmlns:mc="http://schemas.openxmlformats.org/markup-compatibility/2006">
                <mc:Choice xmlns:v="urn:schemas-microsoft-com:vml" Requires="v">
                  <p:oleObj spid="_x0000_s3127" name="" r:id="rId3" imgW="1307465" imgH="1083945" progId="MS_ClipArt_Gallery.2">
                    <p:embed/>
                  </p:oleObj>
                </mc:Choice>
                <mc:Fallback>
                  <p:oleObj name="" r:id="rId3" imgW="1307465" imgH="1083945" progId="MS_ClipArt_Gallery.2">
                    <p:embed/>
                    <p:pic>
                      <p:nvPicPr>
                        <p:cNvPr id="0" name="图片 3126"/>
                        <p:cNvPicPr/>
                        <p:nvPr/>
                      </p:nvPicPr>
                      <p:blipFill>
                        <a:blip r:embed="rId2"/>
                        <a:stretch>
                          <a:fillRect/>
                        </a:stretch>
                      </p:blipFill>
                      <p:spPr>
                        <a:xfrm>
                          <a:off x="2322" y="3790"/>
                          <a:ext cx="385" cy="328"/>
                        </a:xfrm>
                        <a:prstGeom prst="rect">
                          <a:avLst/>
                        </a:prstGeom>
                        <a:noFill/>
                        <a:ln w="38100">
                          <a:noFill/>
                          <a:miter/>
                        </a:ln>
                      </p:spPr>
                    </p:pic>
                  </p:oleObj>
                </mc:Fallback>
              </mc:AlternateContent>
            </a:graphicData>
          </a:graphic>
        </p:graphicFrame>
        <p:graphicFrame>
          <p:nvGraphicFramePr>
            <p:cNvPr id="118793" name="Object 8"/>
            <p:cNvGraphicFramePr>
              <a:graphicFrameLocks noChangeAspect="1"/>
            </p:cNvGraphicFramePr>
            <p:nvPr/>
          </p:nvGraphicFramePr>
          <p:xfrm>
            <a:off x="3361" y="2889"/>
            <a:ext cx="385" cy="328"/>
          </p:xfrm>
          <a:graphic>
            <a:graphicData uri="http://schemas.openxmlformats.org/presentationml/2006/ole">
              <mc:AlternateContent xmlns:mc="http://schemas.openxmlformats.org/markup-compatibility/2006">
                <mc:Choice xmlns:v="urn:schemas-microsoft-com:vml" Requires="v">
                  <p:oleObj spid="_x0000_s3131" name="" r:id="rId4" imgW="1307465" imgH="1083945" progId="MS_ClipArt_Gallery.2">
                    <p:embed/>
                  </p:oleObj>
                </mc:Choice>
                <mc:Fallback>
                  <p:oleObj name="" r:id="rId4" imgW="1307465" imgH="1083945" progId="MS_ClipArt_Gallery.2">
                    <p:embed/>
                    <p:pic>
                      <p:nvPicPr>
                        <p:cNvPr id="0" name="图片 3130"/>
                        <p:cNvPicPr/>
                        <p:nvPr/>
                      </p:nvPicPr>
                      <p:blipFill>
                        <a:blip r:embed="rId2"/>
                        <a:stretch>
                          <a:fillRect/>
                        </a:stretch>
                      </p:blipFill>
                      <p:spPr>
                        <a:xfrm>
                          <a:off x="3361" y="2889"/>
                          <a:ext cx="385" cy="328"/>
                        </a:xfrm>
                        <a:prstGeom prst="rect">
                          <a:avLst/>
                        </a:prstGeom>
                        <a:noFill/>
                        <a:ln w="38100">
                          <a:noFill/>
                          <a:miter/>
                        </a:ln>
                      </p:spPr>
                    </p:pic>
                  </p:oleObj>
                </mc:Fallback>
              </mc:AlternateContent>
            </a:graphicData>
          </a:graphic>
        </p:graphicFrame>
        <p:graphicFrame>
          <p:nvGraphicFramePr>
            <p:cNvPr id="118794" name="Object 9"/>
            <p:cNvGraphicFramePr>
              <a:graphicFrameLocks noChangeAspect="1"/>
            </p:cNvGraphicFramePr>
            <p:nvPr/>
          </p:nvGraphicFramePr>
          <p:xfrm>
            <a:off x="1234" y="2897"/>
            <a:ext cx="385" cy="328"/>
          </p:xfrm>
          <a:graphic>
            <a:graphicData uri="http://schemas.openxmlformats.org/presentationml/2006/ole">
              <mc:AlternateContent xmlns:mc="http://schemas.openxmlformats.org/markup-compatibility/2006">
                <mc:Choice xmlns:v="urn:schemas-microsoft-com:vml" Requires="v">
                  <p:oleObj spid="_x0000_s3128" name="" r:id="rId5" imgW="1307465" imgH="1083945" progId="MS_ClipArt_Gallery.2">
                    <p:embed/>
                  </p:oleObj>
                </mc:Choice>
                <mc:Fallback>
                  <p:oleObj name="" r:id="rId5" imgW="1307465" imgH="1083945" progId="MS_ClipArt_Gallery.2">
                    <p:embed/>
                    <p:pic>
                      <p:nvPicPr>
                        <p:cNvPr id="0" name="图片 3127"/>
                        <p:cNvPicPr/>
                        <p:nvPr/>
                      </p:nvPicPr>
                      <p:blipFill>
                        <a:blip r:embed="rId2"/>
                        <a:stretch>
                          <a:fillRect/>
                        </a:stretch>
                      </p:blipFill>
                      <p:spPr>
                        <a:xfrm>
                          <a:off x="1234" y="2897"/>
                          <a:ext cx="385" cy="328"/>
                        </a:xfrm>
                        <a:prstGeom prst="rect">
                          <a:avLst/>
                        </a:prstGeom>
                        <a:noFill/>
                        <a:ln w="38100">
                          <a:noFill/>
                          <a:miter/>
                        </a:ln>
                      </p:spPr>
                    </p:pic>
                  </p:oleObj>
                </mc:Fallback>
              </mc:AlternateContent>
            </a:graphicData>
          </a:graphic>
        </p:graphicFrame>
        <p:sp>
          <p:nvSpPr>
            <p:cNvPr id="118795" name="Rectangle 10"/>
            <p:cNvSpPr/>
            <p:nvPr/>
          </p:nvSpPr>
          <p:spPr>
            <a:xfrm>
              <a:off x="1596" y="3002"/>
              <a:ext cx="116" cy="9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8796" name="Rectangle 11"/>
            <p:cNvSpPr/>
            <p:nvPr/>
          </p:nvSpPr>
          <p:spPr>
            <a:xfrm>
              <a:off x="3291" y="3002"/>
              <a:ext cx="116" cy="9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8797" name="Rectangle 12"/>
            <p:cNvSpPr/>
            <p:nvPr/>
          </p:nvSpPr>
          <p:spPr>
            <a:xfrm>
              <a:off x="2480" y="2458"/>
              <a:ext cx="91" cy="15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8798" name="Rectangle 13"/>
            <p:cNvSpPr/>
            <p:nvPr/>
          </p:nvSpPr>
          <p:spPr>
            <a:xfrm>
              <a:off x="2486" y="3649"/>
              <a:ext cx="91" cy="15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8799" name="Line 14"/>
            <p:cNvSpPr/>
            <p:nvPr/>
          </p:nvSpPr>
          <p:spPr>
            <a:xfrm>
              <a:off x="1712" y="3042"/>
              <a:ext cx="633" cy="0"/>
            </a:xfrm>
            <a:prstGeom prst="line">
              <a:avLst/>
            </a:prstGeom>
            <a:ln w="9525" cap="flat" cmpd="sng">
              <a:solidFill>
                <a:schemeClr val="tx1"/>
              </a:solidFill>
              <a:prstDash val="solid"/>
              <a:round/>
              <a:headEnd type="none" w="med" len="med"/>
              <a:tailEnd type="none" w="med" len="med"/>
            </a:ln>
          </p:spPr>
        </p:sp>
        <p:sp>
          <p:nvSpPr>
            <p:cNvPr id="118800" name="Line 15"/>
            <p:cNvSpPr/>
            <p:nvPr/>
          </p:nvSpPr>
          <p:spPr>
            <a:xfrm>
              <a:off x="2515" y="2612"/>
              <a:ext cx="0" cy="357"/>
            </a:xfrm>
            <a:prstGeom prst="line">
              <a:avLst/>
            </a:prstGeom>
            <a:ln w="9525" cap="flat" cmpd="sng">
              <a:solidFill>
                <a:schemeClr val="tx1"/>
              </a:solidFill>
              <a:prstDash val="solid"/>
              <a:round/>
              <a:headEnd type="none" w="med" len="med"/>
              <a:tailEnd type="none" w="med" len="med"/>
            </a:ln>
          </p:spPr>
        </p:sp>
        <p:sp>
          <p:nvSpPr>
            <p:cNvPr id="118801" name="Line 16"/>
            <p:cNvSpPr/>
            <p:nvPr/>
          </p:nvSpPr>
          <p:spPr>
            <a:xfrm flipH="1">
              <a:off x="2637" y="3042"/>
              <a:ext cx="641" cy="0"/>
            </a:xfrm>
            <a:prstGeom prst="line">
              <a:avLst/>
            </a:prstGeom>
            <a:ln w="9525" cap="flat" cmpd="sng">
              <a:solidFill>
                <a:schemeClr val="tx1"/>
              </a:solidFill>
              <a:prstDash val="solid"/>
              <a:round/>
              <a:headEnd type="none" w="med" len="med"/>
              <a:tailEnd type="none" w="med" len="med"/>
            </a:ln>
          </p:spPr>
        </p:sp>
        <p:sp>
          <p:nvSpPr>
            <p:cNvPr id="118802" name="Line 17"/>
            <p:cNvSpPr/>
            <p:nvPr/>
          </p:nvSpPr>
          <p:spPr>
            <a:xfrm flipV="1">
              <a:off x="2515" y="3131"/>
              <a:ext cx="8" cy="503"/>
            </a:xfrm>
            <a:prstGeom prst="line">
              <a:avLst/>
            </a:prstGeom>
            <a:ln w="9525" cap="flat" cmpd="sng">
              <a:solidFill>
                <a:schemeClr val="tx1"/>
              </a:solidFill>
              <a:prstDash val="solid"/>
              <a:round/>
              <a:headEnd type="none" w="med" len="med"/>
              <a:tailEnd type="none" w="med" len="med"/>
            </a:ln>
          </p:spPr>
        </p:sp>
        <p:sp>
          <p:nvSpPr>
            <p:cNvPr id="118803" name="Text Box 18"/>
            <p:cNvSpPr txBox="1"/>
            <p:nvPr/>
          </p:nvSpPr>
          <p:spPr>
            <a:xfrm>
              <a:off x="2814" y="2665"/>
              <a:ext cx="998" cy="246"/>
            </a:xfrm>
            <a:prstGeom prst="rect">
              <a:avLst/>
            </a:prstGeom>
            <a:noFill/>
            <a:ln w="9525">
              <a:noFill/>
            </a:ln>
          </p:spPr>
          <p:txBody>
            <a:bodyPr wrap="none" anchor="t" anchorCtr="0">
              <a:spAutoFit/>
            </a:bodyPr>
            <a:p>
              <a:pPr eaLnBrk="0" hangingPunct="0">
                <a:buClrTx/>
                <a:buFontTx/>
              </a:pPr>
              <a:r>
                <a:rPr lang="en-US" altLang="zh-CN" sz="1600" i="0" dirty="0">
                  <a:latin typeface="Comic Sans MS" panose="030F0702030302020204" pitchFamily="66" charset="0"/>
                  <a:ea typeface="宋体" panose="02010600030101010101" pitchFamily="2" charset="-122"/>
                </a:rPr>
                <a:t>twisted pair</a:t>
              </a:r>
              <a:endParaRPr lang="en-US" altLang="zh-CN" sz="1600" i="0" dirty="0">
                <a:latin typeface="Comic Sans MS" panose="030F0702030302020204" pitchFamily="66" charset="0"/>
                <a:ea typeface="宋体" panose="02010600030101010101" pitchFamily="2" charset="-122"/>
              </a:endParaRPr>
            </a:p>
          </p:txBody>
        </p:sp>
        <p:sp>
          <p:nvSpPr>
            <p:cNvPr id="118804" name="Line 19"/>
            <p:cNvSpPr/>
            <p:nvPr/>
          </p:nvSpPr>
          <p:spPr>
            <a:xfrm flipH="1">
              <a:off x="2969" y="2839"/>
              <a:ext cx="187" cy="195"/>
            </a:xfrm>
            <a:prstGeom prst="line">
              <a:avLst/>
            </a:prstGeom>
            <a:ln w="9525" cap="flat" cmpd="sng">
              <a:solidFill>
                <a:schemeClr val="tx1"/>
              </a:solidFill>
              <a:prstDash val="solid"/>
              <a:round/>
              <a:headEnd type="none" w="med" len="med"/>
              <a:tailEnd type="triangle" w="med" len="med"/>
            </a:ln>
          </p:spPr>
        </p:sp>
        <p:sp>
          <p:nvSpPr>
            <p:cNvPr id="118805" name="Text Box 20"/>
            <p:cNvSpPr txBox="1"/>
            <p:nvPr/>
          </p:nvSpPr>
          <p:spPr>
            <a:xfrm>
              <a:off x="1817" y="3297"/>
              <a:ext cx="397" cy="246"/>
            </a:xfrm>
            <a:prstGeom prst="rect">
              <a:avLst/>
            </a:prstGeom>
            <a:noFill/>
            <a:ln w="9525">
              <a:noFill/>
            </a:ln>
          </p:spPr>
          <p:txBody>
            <a:bodyPr wrap="none" anchor="t" anchorCtr="0">
              <a:spAutoFit/>
            </a:bodyPr>
            <a:p>
              <a:pPr eaLnBrk="0" hangingPunct="0">
                <a:buClrTx/>
                <a:buFontTx/>
              </a:pPr>
              <a:r>
                <a:rPr lang="en-US" altLang="zh-CN" sz="1600" i="0" dirty="0">
                  <a:latin typeface="Comic Sans MS" panose="030F0702030302020204" pitchFamily="66" charset="0"/>
                  <a:ea typeface="宋体" panose="02010600030101010101" pitchFamily="2" charset="-122"/>
                </a:rPr>
                <a:t>hub</a:t>
              </a:r>
              <a:endParaRPr lang="en-US" altLang="zh-CN" sz="1600" i="0" dirty="0">
                <a:latin typeface="Comic Sans MS" panose="030F0702030302020204" pitchFamily="66" charset="0"/>
                <a:ea typeface="宋体" panose="02010600030101010101" pitchFamily="2" charset="-122"/>
              </a:endParaRPr>
            </a:p>
          </p:txBody>
        </p:sp>
        <p:sp>
          <p:nvSpPr>
            <p:cNvPr id="118806" name="Line 21"/>
            <p:cNvSpPr/>
            <p:nvPr/>
          </p:nvSpPr>
          <p:spPr>
            <a:xfrm flipV="1">
              <a:off x="2053" y="3148"/>
              <a:ext cx="267" cy="170"/>
            </a:xfrm>
            <a:prstGeom prst="line">
              <a:avLst/>
            </a:prstGeom>
            <a:ln w="9525" cap="flat" cmpd="sng">
              <a:solidFill>
                <a:schemeClr val="tx1"/>
              </a:solidFill>
              <a:prstDash val="solid"/>
              <a:round/>
              <a:headEnd type="none" w="med" len="med"/>
              <a:tailEnd type="triangle" w="med" len="med"/>
            </a:ln>
          </p:spPr>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3"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2083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20835" name="Rectangle 2"/>
          <p:cNvSpPr>
            <a:spLocks noGrp="1"/>
          </p:cNvSpPr>
          <p:nvPr>
            <p:ph type="title"/>
          </p:nvPr>
        </p:nvSpPr>
        <p:spPr>
          <a:xfrm>
            <a:off x="546100" y="0"/>
            <a:ext cx="7772400" cy="1143000"/>
          </a:xfrm>
          <a:ln/>
        </p:spPr>
        <p:txBody>
          <a:bodyPr vert="horz" wrap="square" lIns="91440" tIns="45720" rIns="91440" bIns="45720" anchor="ctr" anchorCtr="0"/>
          <a:p>
            <a:r>
              <a:rPr lang="en-US" altLang="zh-CN" dirty="0">
                <a:ea typeface="宋体" panose="02010600030101010101" pitchFamily="2" charset="-122"/>
              </a:rPr>
              <a:t>Switch</a:t>
            </a:r>
            <a:endParaRPr lang="en-US" altLang="zh-CN" dirty="0">
              <a:ea typeface="宋体" panose="02010600030101010101" pitchFamily="2" charset="-122"/>
            </a:endParaRPr>
          </a:p>
        </p:txBody>
      </p:sp>
      <p:sp>
        <p:nvSpPr>
          <p:cNvPr id="120836" name="Rectangle 3"/>
          <p:cNvSpPr>
            <a:spLocks noGrp="1"/>
          </p:cNvSpPr>
          <p:nvPr>
            <p:ph idx="1"/>
          </p:nvPr>
        </p:nvSpPr>
        <p:spPr>
          <a:xfrm>
            <a:off x="925513" y="1231900"/>
            <a:ext cx="8001000" cy="3803650"/>
          </a:xfrm>
          <a:ln/>
        </p:spPr>
        <p:txBody>
          <a:bodyPr vert="horz" wrap="square" lIns="91440" tIns="45720" rIns="91440" bIns="45720" anchor="t" anchorCtr="0"/>
          <a:p>
            <a:r>
              <a:rPr lang="en-US" altLang="zh-CN" dirty="0">
                <a:solidFill>
                  <a:srgbClr val="FF0000"/>
                </a:solidFill>
                <a:ea typeface="宋体" panose="02010600030101010101" pitchFamily="2" charset="-122"/>
              </a:rPr>
              <a:t>link-layer device: smarter than hubs, take </a:t>
            </a:r>
            <a:r>
              <a:rPr lang="en-US" altLang="zh-CN" i="1" dirty="0">
                <a:solidFill>
                  <a:srgbClr val="FF0000"/>
                </a:solidFill>
                <a:ea typeface="宋体" panose="02010600030101010101" pitchFamily="2" charset="-122"/>
              </a:rPr>
              <a:t>active</a:t>
            </a:r>
            <a:r>
              <a:rPr lang="en-US" altLang="zh-CN" dirty="0">
                <a:solidFill>
                  <a:srgbClr val="FF0000"/>
                </a:solidFill>
                <a:ea typeface="宋体" panose="02010600030101010101" pitchFamily="2" charset="-122"/>
              </a:rPr>
              <a:t> role</a:t>
            </a:r>
            <a:endParaRPr lang="en-US" altLang="zh-CN" dirty="0">
              <a:solidFill>
                <a:srgbClr val="FF0000"/>
              </a:solidFill>
              <a:ea typeface="宋体" panose="02010600030101010101" pitchFamily="2" charset="-122"/>
            </a:endParaRPr>
          </a:p>
          <a:p>
            <a:pPr lvl="1"/>
            <a:r>
              <a:rPr lang="en-US" altLang="zh-CN" dirty="0">
                <a:ea typeface="宋体" panose="02010600030101010101" pitchFamily="2" charset="-122"/>
              </a:rPr>
              <a:t>store, forward Ethernet frames</a:t>
            </a:r>
            <a:endParaRPr lang="en-US" altLang="zh-CN" dirty="0">
              <a:ea typeface="宋体" panose="02010600030101010101" pitchFamily="2" charset="-122"/>
            </a:endParaRPr>
          </a:p>
          <a:p>
            <a:pPr lvl="1"/>
            <a:r>
              <a:rPr lang="en-US" altLang="zh-CN" dirty="0">
                <a:ea typeface="宋体" panose="02010600030101010101" pitchFamily="2" charset="-122"/>
              </a:rPr>
              <a:t>examine incoming frame’s MAC address, </a:t>
            </a:r>
            <a:r>
              <a:rPr lang="en-US" altLang="zh-CN" dirty="0">
                <a:solidFill>
                  <a:srgbClr val="FF0000"/>
                </a:solidFill>
                <a:ea typeface="宋体" panose="02010600030101010101" pitchFamily="2" charset="-122"/>
              </a:rPr>
              <a:t>selectively</a:t>
            </a:r>
            <a:r>
              <a:rPr lang="en-US" altLang="zh-CN" dirty="0">
                <a:ea typeface="宋体" panose="02010600030101010101" pitchFamily="2" charset="-122"/>
              </a:rPr>
              <a:t> forward  frame to one-or-more outgoing links when frame is to be forwarded on segment, uses CSMA/CD to access segment</a:t>
            </a:r>
            <a:endParaRPr lang="en-US" altLang="zh-CN" sz="2000" dirty="0">
              <a:ea typeface="宋体" panose="02010600030101010101" pitchFamily="2" charset="-122"/>
            </a:endParaRPr>
          </a:p>
          <a:p>
            <a:r>
              <a:rPr lang="en-US" altLang="zh-CN" i="1" dirty="0">
                <a:solidFill>
                  <a:srgbClr val="FF0000"/>
                </a:solidFill>
                <a:ea typeface="宋体" panose="02010600030101010101" pitchFamily="2" charset="-122"/>
              </a:rPr>
              <a:t>transparent</a:t>
            </a:r>
            <a:endParaRPr lang="en-US" altLang="zh-CN" i="1" dirty="0">
              <a:solidFill>
                <a:srgbClr val="FF0000"/>
              </a:solidFill>
              <a:ea typeface="宋体" panose="02010600030101010101" pitchFamily="2" charset="-122"/>
            </a:endParaRPr>
          </a:p>
          <a:p>
            <a:pPr lvl="1"/>
            <a:r>
              <a:rPr lang="en-US" altLang="zh-CN" dirty="0">
                <a:ea typeface="宋体" panose="02010600030101010101" pitchFamily="2" charset="-122"/>
              </a:rPr>
              <a:t>hosts are unaware of presence of switches</a:t>
            </a:r>
            <a:endParaRPr lang="en-US" altLang="zh-CN" sz="2000" dirty="0">
              <a:ea typeface="宋体" panose="02010600030101010101" pitchFamily="2" charset="-122"/>
            </a:endParaRPr>
          </a:p>
          <a:p>
            <a:r>
              <a:rPr lang="en-US" altLang="zh-CN" i="1" dirty="0">
                <a:solidFill>
                  <a:srgbClr val="FF0000"/>
                </a:solidFill>
                <a:ea typeface="宋体" panose="02010600030101010101" pitchFamily="2" charset="-122"/>
              </a:rPr>
              <a:t>plug-and-play, self-learning</a:t>
            </a:r>
            <a:endParaRPr lang="en-US" altLang="zh-CN" i="1" dirty="0">
              <a:solidFill>
                <a:srgbClr val="FF0000"/>
              </a:solidFill>
              <a:ea typeface="宋体" panose="02010600030101010101" pitchFamily="2" charset="-122"/>
            </a:endParaRPr>
          </a:p>
          <a:p>
            <a:pPr lvl="1"/>
            <a:r>
              <a:rPr lang="en-US" altLang="zh-CN" dirty="0">
                <a:ea typeface="宋体" panose="02010600030101010101" pitchFamily="2" charset="-122"/>
              </a:rPr>
              <a:t>switches do not need to be configured</a:t>
            </a:r>
            <a:endParaRPr lang="en-US" altLang="zh-CN" sz="2000" dirty="0">
              <a:ea typeface="宋体" panose="02010600030101010101" pitchFamily="2" charset="-122"/>
            </a:endParaRPr>
          </a:p>
          <a:p>
            <a:endParaRPr lang="en-US" altLang="zh-CN" sz="2400" dirty="0">
              <a:ea typeface="宋体" panose="0201060003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2288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22883" name="Rectangle 2"/>
          <p:cNvSpPr>
            <a:spLocks noGrp="1"/>
          </p:cNvSpPr>
          <p:nvPr>
            <p:ph type="title"/>
          </p:nvPr>
        </p:nvSpPr>
        <p:spPr>
          <a:xfrm>
            <a:off x="533400" y="309563"/>
            <a:ext cx="7772400" cy="1143000"/>
          </a:xfrm>
          <a:ln/>
        </p:spPr>
        <p:txBody>
          <a:bodyPr vert="horz" wrap="square" lIns="91440" tIns="45720" rIns="91440" bIns="45720" anchor="ctr" anchorCtr="0"/>
          <a:p>
            <a:r>
              <a:rPr lang="en-US" altLang="zh-CN" sz="3200" dirty="0">
                <a:ea typeface="宋体" panose="02010600030101010101" pitchFamily="2" charset="-122"/>
              </a:rPr>
              <a:t>Switch:  allows </a:t>
            </a:r>
            <a:r>
              <a:rPr lang="en-US" altLang="zh-CN" sz="3200" i="1" dirty="0">
                <a:ea typeface="宋体" panose="02010600030101010101" pitchFamily="2" charset="-122"/>
              </a:rPr>
              <a:t>multiple</a:t>
            </a:r>
            <a:r>
              <a:rPr lang="en-US" altLang="zh-CN" sz="3200" dirty="0">
                <a:ea typeface="宋体" panose="02010600030101010101" pitchFamily="2" charset="-122"/>
              </a:rPr>
              <a:t> simultaneous transmissions</a:t>
            </a:r>
            <a:endParaRPr lang="en-US" altLang="zh-CN" sz="3200" dirty="0">
              <a:ea typeface="宋体" panose="02010600030101010101" pitchFamily="2" charset="-122"/>
            </a:endParaRPr>
          </a:p>
        </p:txBody>
      </p:sp>
      <p:sp>
        <p:nvSpPr>
          <p:cNvPr id="122884" name="Rectangle 3"/>
          <p:cNvSpPr>
            <a:spLocks noGrp="1"/>
          </p:cNvSpPr>
          <p:nvPr>
            <p:ph idx="1"/>
          </p:nvPr>
        </p:nvSpPr>
        <p:spPr>
          <a:xfrm>
            <a:off x="484188" y="1800225"/>
            <a:ext cx="4503737" cy="4576763"/>
          </a:xfrm>
          <a:ln/>
        </p:spPr>
        <p:txBody>
          <a:bodyPr vert="horz" wrap="square" lIns="91440" tIns="45720" rIns="91440" bIns="45720" anchor="t" anchorCtr="0"/>
          <a:p>
            <a:pPr>
              <a:lnSpc>
                <a:spcPct val="90000"/>
              </a:lnSpc>
            </a:pPr>
            <a:r>
              <a:rPr lang="en-US" altLang="zh-CN" sz="2400" dirty="0">
                <a:ea typeface="宋体" panose="02010600030101010101" pitchFamily="2" charset="-122"/>
              </a:rPr>
              <a:t>hosts have dedicated, direct connection to switch</a:t>
            </a:r>
            <a:endParaRPr lang="en-US" altLang="zh-CN" sz="2400" dirty="0">
              <a:ea typeface="宋体" panose="02010600030101010101" pitchFamily="2" charset="-122"/>
            </a:endParaRPr>
          </a:p>
          <a:p>
            <a:pPr>
              <a:lnSpc>
                <a:spcPct val="90000"/>
              </a:lnSpc>
            </a:pPr>
            <a:r>
              <a:rPr lang="en-US" altLang="zh-CN" sz="2400" dirty="0">
                <a:ea typeface="宋体" panose="02010600030101010101" pitchFamily="2" charset="-122"/>
              </a:rPr>
              <a:t>switches buffer packets</a:t>
            </a:r>
            <a:endParaRPr lang="en-US" altLang="zh-CN" sz="2400" dirty="0">
              <a:ea typeface="宋体" panose="02010600030101010101" pitchFamily="2" charset="-122"/>
            </a:endParaRPr>
          </a:p>
          <a:p>
            <a:pPr>
              <a:lnSpc>
                <a:spcPct val="90000"/>
              </a:lnSpc>
            </a:pPr>
            <a:r>
              <a:rPr lang="en-US" altLang="zh-CN" sz="2400" dirty="0">
                <a:ea typeface="宋体" panose="02010600030101010101" pitchFamily="2" charset="-122"/>
              </a:rPr>
              <a:t>Ethernet protocol used on </a:t>
            </a:r>
            <a:r>
              <a:rPr lang="en-US" altLang="zh-CN" sz="2400" i="1" dirty="0">
                <a:ea typeface="宋体" panose="02010600030101010101" pitchFamily="2" charset="-122"/>
              </a:rPr>
              <a:t>each</a:t>
            </a:r>
            <a:r>
              <a:rPr lang="en-US" altLang="zh-CN" sz="2400" dirty="0">
                <a:ea typeface="宋体" panose="02010600030101010101" pitchFamily="2" charset="-122"/>
              </a:rPr>
              <a:t> incoming link, but no collisions; full duplex</a:t>
            </a:r>
            <a:endParaRPr lang="en-US" altLang="zh-CN" sz="2400" dirty="0">
              <a:ea typeface="宋体" panose="02010600030101010101" pitchFamily="2" charset="-122"/>
            </a:endParaRPr>
          </a:p>
          <a:p>
            <a:pPr lvl="1">
              <a:lnSpc>
                <a:spcPct val="90000"/>
              </a:lnSpc>
            </a:pPr>
            <a:r>
              <a:rPr lang="en-US" altLang="zh-CN" sz="2000" dirty="0">
                <a:ea typeface="宋体" panose="02010600030101010101" pitchFamily="2" charset="-122"/>
              </a:rPr>
              <a:t>each link is its own collision domain</a:t>
            </a:r>
            <a:endParaRPr lang="en-US" altLang="zh-CN" sz="2000" dirty="0">
              <a:ea typeface="宋体" panose="02010600030101010101" pitchFamily="2" charset="-122"/>
            </a:endParaRPr>
          </a:p>
          <a:p>
            <a:pPr>
              <a:lnSpc>
                <a:spcPct val="90000"/>
              </a:lnSpc>
            </a:pPr>
            <a:r>
              <a:rPr lang="en-US" altLang="zh-CN" sz="2400" i="1" dirty="0">
                <a:solidFill>
                  <a:srgbClr val="FF0000"/>
                </a:solidFill>
                <a:ea typeface="宋体" panose="02010600030101010101" pitchFamily="2" charset="-122"/>
              </a:rPr>
              <a:t>switching:</a:t>
            </a:r>
            <a:r>
              <a:rPr lang="en-US" altLang="zh-CN" sz="2400" dirty="0">
                <a:solidFill>
                  <a:schemeClr val="accent2"/>
                </a:solidFill>
                <a:ea typeface="宋体" panose="02010600030101010101" pitchFamily="2" charset="-122"/>
              </a:rPr>
              <a:t> </a:t>
            </a:r>
            <a:r>
              <a:rPr lang="en-US" altLang="zh-CN" sz="2400" dirty="0">
                <a:ea typeface="宋体" panose="02010600030101010101" pitchFamily="2" charset="-122"/>
              </a:rPr>
              <a:t>A-to-A’ and B-to-B’ simultaneously, without collisions </a:t>
            </a:r>
            <a:endParaRPr lang="en-US" altLang="zh-CN" sz="2400" dirty="0">
              <a:ea typeface="宋体" panose="02010600030101010101" pitchFamily="2" charset="-122"/>
            </a:endParaRPr>
          </a:p>
          <a:p>
            <a:pPr lvl="1">
              <a:lnSpc>
                <a:spcPct val="90000"/>
              </a:lnSpc>
            </a:pPr>
            <a:r>
              <a:rPr lang="en-US" altLang="zh-CN" sz="2000" dirty="0">
                <a:ea typeface="宋体" panose="02010600030101010101" pitchFamily="2" charset="-122"/>
              </a:rPr>
              <a:t>not possible with dumb hub</a:t>
            </a:r>
            <a:endParaRPr lang="en-US" altLang="zh-CN" sz="2000" dirty="0">
              <a:ea typeface="宋体" panose="02010600030101010101" pitchFamily="2" charset="-122"/>
            </a:endParaRPr>
          </a:p>
          <a:p>
            <a:pPr>
              <a:lnSpc>
                <a:spcPct val="90000"/>
              </a:lnSpc>
              <a:buNone/>
            </a:pPr>
            <a:endParaRPr lang="en-US" altLang="zh-CN" sz="2400" dirty="0">
              <a:ea typeface="宋体" panose="02010600030101010101" pitchFamily="2" charset="-122"/>
            </a:endParaRPr>
          </a:p>
        </p:txBody>
      </p:sp>
      <p:graphicFrame>
        <p:nvGraphicFramePr>
          <p:cNvPr id="122885" name="Object 11"/>
          <p:cNvGraphicFramePr>
            <a:graphicFrameLocks noChangeAspect="1"/>
          </p:cNvGraphicFramePr>
          <p:nvPr/>
        </p:nvGraphicFramePr>
        <p:xfrm>
          <a:off x="5029200" y="2185988"/>
          <a:ext cx="611188" cy="520700"/>
        </p:xfrm>
        <a:graphic>
          <a:graphicData uri="http://schemas.openxmlformats.org/presentationml/2006/ole">
            <mc:AlternateContent xmlns:mc="http://schemas.openxmlformats.org/markup-compatibility/2006">
              <mc:Choice xmlns:v="urn:schemas-microsoft-com:vml" Requires="v">
                <p:oleObj spid="_x0000_s3129" name="" r:id="rId1" imgW="1307465" imgH="1083945" progId="MS_ClipArt_Gallery.2">
                  <p:embed/>
                </p:oleObj>
              </mc:Choice>
              <mc:Fallback>
                <p:oleObj name="" r:id="rId1" imgW="1307465" imgH="1083945" progId="MS_ClipArt_Gallery.2">
                  <p:embed/>
                  <p:pic>
                    <p:nvPicPr>
                      <p:cNvPr id="0" name="图片 3128"/>
                      <p:cNvPicPr/>
                      <p:nvPr/>
                    </p:nvPicPr>
                    <p:blipFill>
                      <a:blip r:embed="rId2"/>
                      <a:stretch>
                        <a:fillRect/>
                      </a:stretch>
                    </p:blipFill>
                    <p:spPr>
                      <a:xfrm>
                        <a:off x="5029200" y="2185988"/>
                        <a:ext cx="611188" cy="520700"/>
                      </a:xfrm>
                      <a:prstGeom prst="rect">
                        <a:avLst/>
                      </a:prstGeom>
                      <a:noFill/>
                      <a:ln w="38100">
                        <a:noFill/>
                        <a:miter/>
                      </a:ln>
                    </p:spPr>
                  </p:pic>
                </p:oleObj>
              </mc:Fallback>
            </mc:AlternateContent>
          </a:graphicData>
        </a:graphic>
      </p:graphicFrame>
      <p:graphicFrame>
        <p:nvGraphicFramePr>
          <p:cNvPr id="122886" name="Object 12"/>
          <p:cNvGraphicFramePr>
            <a:graphicFrameLocks noChangeAspect="1"/>
          </p:cNvGraphicFramePr>
          <p:nvPr/>
        </p:nvGraphicFramePr>
        <p:xfrm>
          <a:off x="7686675" y="3311525"/>
          <a:ext cx="611188" cy="520700"/>
        </p:xfrm>
        <a:graphic>
          <a:graphicData uri="http://schemas.openxmlformats.org/presentationml/2006/ole">
            <mc:AlternateContent xmlns:mc="http://schemas.openxmlformats.org/markup-compatibility/2006">
              <mc:Choice xmlns:v="urn:schemas-microsoft-com:vml" Requires="v">
                <p:oleObj spid="_x0000_s3130" name="" r:id="rId3" imgW="1307465" imgH="1083945" progId="MS_ClipArt_Gallery.2">
                  <p:embed/>
                </p:oleObj>
              </mc:Choice>
              <mc:Fallback>
                <p:oleObj name="" r:id="rId3" imgW="1307465" imgH="1083945" progId="MS_ClipArt_Gallery.2">
                  <p:embed/>
                  <p:pic>
                    <p:nvPicPr>
                      <p:cNvPr id="0" name="图片 3129"/>
                      <p:cNvPicPr/>
                      <p:nvPr/>
                    </p:nvPicPr>
                    <p:blipFill>
                      <a:blip r:embed="rId2"/>
                      <a:stretch>
                        <a:fillRect/>
                      </a:stretch>
                    </p:blipFill>
                    <p:spPr>
                      <a:xfrm>
                        <a:off x="7686675" y="3311525"/>
                        <a:ext cx="611188" cy="520700"/>
                      </a:xfrm>
                      <a:prstGeom prst="rect">
                        <a:avLst/>
                      </a:prstGeom>
                      <a:noFill/>
                      <a:ln w="38100">
                        <a:noFill/>
                        <a:miter/>
                      </a:ln>
                    </p:spPr>
                  </p:pic>
                </p:oleObj>
              </mc:Fallback>
            </mc:AlternateContent>
          </a:graphicData>
        </a:graphic>
      </p:graphicFrame>
      <p:sp>
        <p:nvSpPr>
          <p:cNvPr id="122887" name="Line 13"/>
          <p:cNvSpPr/>
          <p:nvPr/>
        </p:nvSpPr>
        <p:spPr>
          <a:xfrm>
            <a:off x="5575300" y="2582863"/>
            <a:ext cx="754063" cy="433387"/>
          </a:xfrm>
          <a:prstGeom prst="line">
            <a:avLst/>
          </a:prstGeom>
          <a:ln w="28575" cap="flat" cmpd="sng">
            <a:solidFill>
              <a:schemeClr val="tx1"/>
            </a:solidFill>
            <a:prstDash val="solid"/>
            <a:round/>
            <a:headEnd type="none" w="med" len="med"/>
            <a:tailEnd type="none" w="med" len="med"/>
          </a:ln>
        </p:spPr>
      </p:sp>
      <p:sp>
        <p:nvSpPr>
          <p:cNvPr id="122888" name="Line 14"/>
          <p:cNvSpPr/>
          <p:nvPr/>
        </p:nvSpPr>
        <p:spPr>
          <a:xfrm flipV="1">
            <a:off x="5637213" y="3200400"/>
            <a:ext cx="679450" cy="655638"/>
          </a:xfrm>
          <a:prstGeom prst="line">
            <a:avLst/>
          </a:prstGeom>
          <a:ln w="31750" cap="flat" cmpd="sng">
            <a:solidFill>
              <a:schemeClr val="tx1"/>
            </a:solidFill>
            <a:prstDash val="solid"/>
            <a:round/>
            <a:headEnd type="none" w="med" len="med"/>
            <a:tailEnd type="none" w="med" len="med"/>
          </a:ln>
        </p:spPr>
      </p:sp>
      <p:sp>
        <p:nvSpPr>
          <p:cNvPr id="122889" name="Line 15"/>
          <p:cNvSpPr/>
          <p:nvPr/>
        </p:nvSpPr>
        <p:spPr>
          <a:xfrm flipV="1">
            <a:off x="6761163" y="2533650"/>
            <a:ext cx="593725" cy="407988"/>
          </a:xfrm>
          <a:prstGeom prst="line">
            <a:avLst/>
          </a:prstGeom>
          <a:ln w="28575" cap="flat" cmpd="sng">
            <a:solidFill>
              <a:schemeClr val="tx1"/>
            </a:solidFill>
            <a:prstDash val="solid"/>
            <a:round/>
            <a:headEnd type="none" w="med" len="med"/>
            <a:tailEnd type="none" w="med" len="med"/>
          </a:ln>
        </p:spPr>
      </p:sp>
      <p:sp>
        <p:nvSpPr>
          <p:cNvPr id="122890" name="Line 16"/>
          <p:cNvSpPr/>
          <p:nvPr/>
        </p:nvSpPr>
        <p:spPr>
          <a:xfrm>
            <a:off x="6835775" y="3016250"/>
            <a:ext cx="939800" cy="395288"/>
          </a:xfrm>
          <a:prstGeom prst="line">
            <a:avLst/>
          </a:prstGeom>
          <a:ln w="28575" cap="flat" cmpd="sng">
            <a:solidFill>
              <a:schemeClr val="tx1"/>
            </a:solidFill>
            <a:prstDash val="solid"/>
            <a:round/>
            <a:headEnd type="none" w="med" len="med"/>
            <a:tailEnd type="none" w="med" len="med"/>
          </a:ln>
        </p:spPr>
      </p:sp>
      <p:graphicFrame>
        <p:nvGraphicFramePr>
          <p:cNvPr id="122891" name="Object 17"/>
          <p:cNvGraphicFramePr>
            <a:graphicFrameLocks noChangeAspect="1"/>
          </p:cNvGraphicFramePr>
          <p:nvPr/>
        </p:nvGraphicFramePr>
        <p:xfrm>
          <a:off x="5365750" y="3836988"/>
          <a:ext cx="611188" cy="520700"/>
        </p:xfrm>
        <a:graphic>
          <a:graphicData uri="http://schemas.openxmlformats.org/presentationml/2006/ole">
            <mc:AlternateContent xmlns:mc="http://schemas.openxmlformats.org/markup-compatibility/2006">
              <mc:Choice xmlns:v="urn:schemas-microsoft-com:vml" Requires="v">
                <p:oleObj spid="_x0000_s3135" name="" r:id="rId4" imgW="1307465" imgH="1083945" progId="MS_ClipArt_Gallery.2">
                  <p:embed/>
                </p:oleObj>
              </mc:Choice>
              <mc:Fallback>
                <p:oleObj name="" r:id="rId4" imgW="1307465" imgH="1083945" progId="MS_ClipArt_Gallery.2">
                  <p:embed/>
                  <p:pic>
                    <p:nvPicPr>
                      <p:cNvPr id="0" name="图片 3134"/>
                      <p:cNvPicPr/>
                      <p:nvPr/>
                    </p:nvPicPr>
                    <p:blipFill>
                      <a:blip r:embed="rId2"/>
                      <a:stretch>
                        <a:fillRect/>
                      </a:stretch>
                    </p:blipFill>
                    <p:spPr>
                      <a:xfrm>
                        <a:off x="5365750" y="3836988"/>
                        <a:ext cx="611188" cy="520700"/>
                      </a:xfrm>
                      <a:prstGeom prst="rect">
                        <a:avLst/>
                      </a:prstGeom>
                      <a:noFill/>
                      <a:ln w="38100">
                        <a:noFill/>
                        <a:miter/>
                      </a:ln>
                    </p:spPr>
                  </p:pic>
                </p:oleObj>
              </mc:Fallback>
            </mc:AlternateContent>
          </a:graphicData>
        </a:graphic>
      </p:graphicFrame>
      <p:graphicFrame>
        <p:nvGraphicFramePr>
          <p:cNvPr id="122892" name="Object 18"/>
          <p:cNvGraphicFramePr>
            <a:graphicFrameLocks noChangeAspect="1"/>
          </p:cNvGraphicFramePr>
          <p:nvPr/>
        </p:nvGraphicFramePr>
        <p:xfrm>
          <a:off x="7297738" y="2201863"/>
          <a:ext cx="611187" cy="520700"/>
        </p:xfrm>
        <a:graphic>
          <a:graphicData uri="http://schemas.openxmlformats.org/presentationml/2006/ole">
            <mc:AlternateContent xmlns:mc="http://schemas.openxmlformats.org/markup-compatibility/2006">
              <mc:Choice xmlns:v="urn:schemas-microsoft-com:vml" Requires="v">
                <p:oleObj spid="_x0000_s3134" name="" r:id="rId5" imgW="1307465" imgH="1083945" progId="MS_ClipArt_Gallery.2">
                  <p:embed/>
                </p:oleObj>
              </mc:Choice>
              <mc:Fallback>
                <p:oleObj name="" r:id="rId5" imgW="1307465" imgH="1083945" progId="MS_ClipArt_Gallery.2">
                  <p:embed/>
                  <p:pic>
                    <p:nvPicPr>
                      <p:cNvPr id="0" name="图片 3133"/>
                      <p:cNvPicPr/>
                      <p:nvPr/>
                    </p:nvPicPr>
                    <p:blipFill>
                      <a:blip r:embed="rId2"/>
                      <a:stretch>
                        <a:fillRect/>
                      </a:stretch>
                    </p:blipFill>
                    <p:spPr>
                      <a:xfrm>
                        <a:off x="7297738" y="2201863"/>
                        <a:ext cx="611187" cy="520700"/>
                      </a:xfrm>
                      <a:prstGeom prst="rect">
                        <a:avLst/>
                      </a:prstGeom>
                      <a:noFill/>
                      <a:ln w="38100">
                        <a:noFill/>
                        <a:miter/>
                      </a:ln>
                    </p:spPr>
                  </p:pic>
                </p:oleObj>
              </mc:Fallback>
            </mc:AlternateContent>
          </a:graphicData>
        </a:graphic>
      </p:graphicFrame>
      <p:graphicFrame>
        <p:nvGraphicFramePr>
          <p:cNvPr id="122893" name="Object 19"/>
          <p:cNvGraphicFramePr>
            <a:graphicFrameLocks noChangeAspect="1"/>
          </p:cNvGraphicFramePr>
          <p:nvPr/>
        </p:nvGraphicFramePr>
        <p:xfrm>
          <a:off x="6203950" y="1622425"/>
          <a:ext cx="611188" cy="520700"/>
        </p:xfrm>
        <a:graphic>
          <a:graphicData uri="http://schemas.openxmlformats.org/presentationml/2006/ole">
            <mc:AlternateContent xmlns:mc="http://schemas.openxmlformats.org/markup-compatibility/2006">
              <mc:Choice xmlns:v="urn:schemas-microsoft-com:vml" Requires="v">
                <p:oleObj spid="_x0000_s3132" name="" r:id="rId6" imgW="1307465" imgH="1083945" progId="MS_ClipArt_Gallery.2">
                  <p:embed/>
                </p:oleObj>
              </mc:Choice>
              <mc:Fallback>
                <p:oleObj name="" r:id="rId6" imgW="1307465" imgH="1083945" progId="MS_ClipArt_Gallery.2">
                  <p:embed/>
                  <p:pic>
                    <p:nvPicPr>
                      <p:cNvPr id="0" name="图片 3131"/>
                      <p:cNvPicPr/>
                      <p:nvPr/>
                    </p:nvPicPr>
                    <p:blipFill>
                      <a:blip r:embed="rId2"/>
                      <a:stretch>
                        <a:fillRect/>
                      </a:stretch>
                    </p:blipFill>
                    <p:spPr>
                      <a:xfrm>
                        <a:off x="6203950" y="1622425"/>
                        <a:ext cx="611188" cy="520700"/>
                      </a:xfrm>
                      <a:prstGeom prst="rect">
                        <a:avLst/>
                      </a:prstGeom>
                      <a:noFill/>
                      <a:ln w="38100">
                        <a:noFill/>
                        <a:miter/>
                      </a:ln>
                    </p:spPr>
                  </p:pic>
                </p:oleObj>
              </mc:Fallback>
            </mc:AlternateContent>
          </a:graphicData>
        </a:graphic>
      </p:graphicFrame>
      <p:sp>
        <p:nvSpPr>
          <p:cNvPr id="122894" name="Line 20"/>
          <p:cNvSpPr/>
          <p:nvPr/>
        </p:nvSpPr>
        <p:spPr>
          <a:xfrm flipH="1" flipV="1">
            <a:off x="6529388" y="2132013"/>
            <a:ext cx="11112" cy="781050"/>
          </a:xfrm>
          <a:prstGeom prst="line">
            <a:avLst/>
          </a:prstGeom>
          <a:ln w="28575" cap="flat" cmpd="sng">
            <a:solidFill>
              <a:schemeClr val="tx1"/>
            </a:solidFill>
            <a:prstDash val="solid"/>
            <a:round/>
            <a:headEnd type="none" w="med" len="med"/>
            <a:tailEnd type="none" w="med" len="med"/>
          </a:ln>
        </p:spPr>
      </p:sp>
      <p:graphicFrame>
        <p:nvGraphicFramePr>
          <p:cNvPr id="122895" name="Object 21"/>
          <p:cNvGraphicFramePr>
            <a:graphicFrameLocks noChangeAspect="1"/>
          </p:cNvGraphicFramePr>
          <p:nvPr/>
        </p:nvGraphicFramePr>
        <p:xfrm>
          <a:off x="6523038" y="3951288"/>
          <a:ext cx="611187" cy="520700"/>
        </p:xfrm>
        <a:graphic>
          <a:graphicData uri="http://schemas.openxmlformats.org/presentationml/2006/ole">
            <mc:AlternateContent xmlns:mc="http://schemas.openxmlformats.org/markup-compatibility/2006">
              <mc:Choice xmlns:v="urn:schemas-microsoft-com:vml" Requires="v">
                <p:oleObj spid="_x0000_s3133" name="" r:id="rId7" imgW="1307465" imgH="1083945" progId="MS_ClipArt_Gallery.2">
                  <p:embed/>
                </p:oleObj>
              </mc:Choice>
              <mc:Fallback>
                <p:oleObj name="" r:id="rId7" imgW="1307465" imgH="1083945" progId="MS_ClipArt_Gallery.2">
                  <p:embed/>
                  <p:pic>
                    <p:nvPicPr>
                      <p:cNvPr id="0" name="图片 3132"/>
                      <p:cNvPicPr/>
                      <p:nvPr/>
                    </p:nvPicPr>
                    <p:blipFill>
                      <a:blip r:embed="rId2"/>
                      <a:stretch>
                        <a:fillRect/>
                      </a:stretch>
                    </p:blipFill>
                    <p:spPr>
                      <a:xfrm>
                        <a:off x="6523038" y="3951288"/>
                        <a:ext cx="611187" cy="520700"/>
                      </a:xfrm>
                      <a:prstGeom prst="rect">
                        <a:avLst/>
                      </a:prstGeom>
                      <a:noFill/>
                      <a:ln w="38100">
                        <a:noFill/>
                        <a:miter/>
                      </a:ln>
                    </p:spPr>
                  </p:pic>
                </p:oleObj>
              </mc:Fallback>
            </mc:AlternateContent>
          </a:graphicData>
        </a:graphic>
      </p:graphicFrame>
      <p:sp>
        <p:nvSpPr>
          <p:cNvPr id="122896" name="Line 22"/>
          <p:cNvSpPr/>
          <p:nvPr/>
        </p:nvSpPr>
        <p:spPr>
          <a:xfrm flipH="1" flipV="1">
            <a:off x="6538913" y="3159125"/>
            <a:ext cx="204787" cy="808038"/>
          </a:xfrm>
          <a:prstGeom prst="line">
            <a:avLst/>
          </a:prstGeom>
          <a:ln w="28575" cap="flat" cmpd="sng">
            <a:solidFill>
              <a:schemeClr val="tx1"/>
            </a:solidFill>
            <a:prstDash val="solid"/>
            <a:round/>
            <a:headEnd type="none" w="med" len="med"/>
            <a:tailEnd type="none" w="med" len="med"/>
          </a:ln>
        </p:spPr>
      </p:sp>
      <p:sp>
        <p:nvSpPr>
          <p:cNvPr id="122897" name="Text Box 23"/>
          <p:cNvSpPr txBox="1"/>
          <p:nvPr/>
        </p:nvSpPr>
        <p:spPr>
          <a:xfrm>
            <a:off x="6411913" y="1243013"/>
            <a:ext cx="350837"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A</a:t>
            </a:r>
            <a:endParaRPr lang="en-US" altLang="zh-CN" i="0" dirty="0">
              <a:latin typeface="Comic Sans MS" panose="030F0702030302020204" pitchFamily="66" charset="0"/>
              <a:ea typeface="宋体" panose="02010600030101010101" pitchFamily="2" charset="-122"/>
            </a:endParaRPr>
          </a:p>
        </p:txBody>
      </p:sp>
      <p:sp>
        <p:nvSpPr>
          <p:cNvPr id="122898" name="Text Box 24"/>
          <p:cNvSpPr txBox="1"/>
          <p:nvPr/>
        </p:nvSpPr>
        <p:spPr>
          <a:xfrm>
            <a:off x="6605588" y="4502150"/>
            <a:ext cx="392112"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A’</a:t>
            </a:r>
            <a:endParaRPr lang="en-US" altLang="zh-CN" i="0" dirty="0">
              <a:latin typeface="Comic Sans MS" panose="030F0702030302020204" pitchFamily="66" charset="0"/>
              <a:ea typeface="宋体" panose="02010600030101010101" pitchFamily="2" charset="-122"/>
            </a:endParaRPr>
          </a:p>
        </p:txBody>
      </p:sp>
      <p:sp>
        <p:nvSpPr>
          <p:cNvPr id="122899" name="Text Box 25"/>
          <p:cNvSpPr txBox="1"/>
          <p:nvPr/>
        </p:nvSpPr>
        <p:spPr>
          <a:xfrm>
            <a:off x="7827963" y="1912938"/>
            <a:ext cx="328612"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B</a:t>
            </a:r>
            <a:endParaRPr lang="en-US" altLang="zh-CN" i="0" dirty="0">
              <a:latin typeface="Comic Sans MS" panose="030F0702030302020204" pitchFamily="66" charset="0"/>
              <a:ea typeface="宋体" panose="02010600030101010101" pitchFamily="2" charset="-122"/>
            </a:endParaRPr>
          </a:p>
        </p:txBody>
      </p:sp>
      <p:sp>
        <p:nvSpPr>
          <p:cNvPr id="122900" name="Text Box 26"/>
          <p:cNvSpPr txBox="1"/>
          <p:nvPr/>
        </p:nvSpPr>
        <p:spPr>
          <a:xfrm>
            <a:off x="5497513" y="4398963"/>
            <a:ext cx="369887"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B’</a:t>
            </a:r>
            <a:endParaRPr lang="en-US" altLang="zh-CN" i="0" dirty="0">
              <a:latin typeface="Comic Sans MS" panose="030F0702030302020204" pitchFamily="66" charset="0"/>
              <a:ea typeface="宋体" panose="02010600030101010101" pitchFamily="2" charset="-122"/>
            </a:endParaRPr>
          </a:p>
        </p:txBody>
      </p:sp>
      <p:sp>
        <p:nvSpPr>
          <p:cNvPr id="122901" name="Text Box 27"/>
          <p:cNvSpPr txBox="1"/>
          <p:nvPr/>
        </p:nvSpPr>
        <p:spPr>
          <a:xfrm>
            <a:off x="7918450" y="3779838"/>
            <a:ext cx="322263"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C</a:t>
            </a:r>
            <a:endParaRPr lang="en-US" altLang="zh-CN" i="0" dirty="0">
              <a:latin typeface="Comic Sans MS" panose="030F0702030302020204" pitchFamily="66" charset="0"/>
              <a:ea typeface="宋体" panose="02010600030101010101" pitchFamily="2" charset="-122"/>
            </a:endParaRPr>
          </a:p>
        </p:txBody>
      </p:sp>
      <p:sp>
        <p:nvSpPr>
          <p:cNvPr id="122902" name="Text Box 28"/>
          <p:cNvSpPr txBox="1"/>
          <p:nvPr/>
        </p:nvSpPr>
        <p:spPr>
          <a:xfrm>
            <a:off x="5006975" y="1860550"/>
            <a:ext cx="363538"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C’</a:t>
            </a:r>
            <a:endParaRPr lang="en-US" altLang="zh-CN" i="0" dirty="0">
              <a:latin typeface="Comic Sans MS" panose="030F0702030302020204" pitchFamily="66" charset="0"/>
              <a:ea typeface="宋体" panose="02010600030101010101" pitchFamily="2" charset="-122"/>
            </a:endParaRPr>
          </a:p>
        </p:txBody>
      </p:sp>
      <p:grpSp>
        <p:nvGrpSpPr>
          <p:cNvPr id="122903" name="Group 33"/>
          <p:cNvGrpSpPr/>
          <p:nvPr/>
        </p:nvGrpSpPr>
        <p:grpSpPr>
          <a:xfrm>
            <a:off x="6145213" y="2936875"/>
            <a:ext cx="720725" cy="279400"/>
            <a:chOff x="3913" y="3140"/>
            <a:chExt cx="454" cy="176"/>
          </a:xfrm>
        </p:grpSpPr>
        <p:sp>
          <p:nvSpPr>
            <p:cNvPr id="122904" name="Rectangle 29"/>
            <p:cNvSpPr/>
            <p:nvPr/>
          </p:nvSpPr>
          <p:spPr>
            <a:xfrm>
              <a:off x="3913" y="3228"/>
              <a:ext cx="407" cy="88"/>
            </a:xfrm>
            <a:prstGeom prst="rect">
              <a:avLst/>
            </a:prstGeom>
            <a:solidFill>
              <a:schemeClr val="hlink"/>
            </a:solidFill>
            <a:ln w="9525"/>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22905" name="Freeform 30"/>
            <p:cNvSpPr/>
            <p:nvPr/>
          </p:nvSpPr>
          <p:spPr>
            <a:xfrm>
              <a:off x="3958" y="3145"/>
              <a:ext cx="409" cy="68"/>
            </a:xfrm>
            <a:custGeom>
              <a:avLst/>
              <a:gdLst/>
              <a:ahLst/>
              <a:cxnLst>
                <a:cxn ang="0">
                  <a:pos x="0" y="92"/>
                </a:cxn>
                <a:cxn ang="0">
                  <a:pos x="245" y="91"/>
                </a:cxn>
                <a:cxn ang="0">
                  <a:pos x="1455" y="0"/>
                </a:cxn>
                <a:cxn ang="0">
                  <a:pos x="1861" y="0"/>
                </a:cxn>
              </a:cxnLst>
              <a:pathLst>
                <a:path w="280" h="63">
                  <a:moveTo>
                    <a:pt x="0" y="63"/>
                  </a:moveTo>
                  <a:lnTo>
                    <a:pt x="37" y="62"/>
                  </a:lnTo>
                  <a:lnTo>
                    <a:pt x="219" y="0"/>
                  </a:lnTo>
                  <a:lnTo>
                    <a:pt x="280"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122906" name="Freeform 31"/>
            <p:cNvSpPr/>
            <p:nvPr/>
          </p:nvSpPr>
          <p:spPr>
            <a:xfrm>
              <a:off x="4044" y="3140"/>
              <a:ext cx="251" cy="75"/>
            </a:xfrm>
            <a:custGeom>
              <a:avLst/>
              <a:gdLst/>
              <a:ahLst/>
              <a:cxnLst>
                <a:cxn ang="0">
                  <a:pos x="0" y="0"/>
                </a:cxn>
                <a:cxn ang="0">
                  <a:pos x="561" y="0"/>
                </a:cxn>
                <a:cxn ang="0">
                  <a:pos x="1430" y="79"/>
                </a:cxn>
                <a:cxn ang="0">
                  <a:pos x="2076" y="79"/>
                </a:cxn>
              </a:cxnLst>
              <a:pathLst>
                <a:path w="148" h="74">
                  <a:moveTo>
                    <a:pt x="0" y="0"/>
                  </a:moveTo>
                  <a:lnTo>
                    <a:pt x="40" y="0"/>
                  </a:lnTo>
                  <a:lnTo>
                    <a:pt x="102" y="74"/>
                  </a:lnTo>
                  <a:lnTo>
                    <a:pt x="148" y="74"/>
                  </a:lnTo>
                </a:path>
              </a:pathLst>
            </a:custGeom>
            <a:noFill/>
            <a:ln w="19050" cap="flat" cmpd="sng">
              <a:solidFill>
                <a:schemeClr val="tx1"/>
              </a:solidFill>
              <a:prstDash val="solid"/>
              <a:round/>
              <a:headEnd type="none" w="med" len="med"/>
              <a:tailEnd type="none" w="med" len="med"/>
            </a:ln>
          </p:spPr>
          <p:txBody>
            <a:bodyPr/>
            <a:p>
              <a:endParaRPr lang="zh-CN" altLang="en-US"/>
            </a:p>
          </p:txBody>
        </p:sp>
      </p:grpSp>
      <p:sp>
        <p:nvSpPr>
          <p:cNvPr id="122907" name="Text Box 34"/>
          <p:cNvSpPr txBox="1"/>
          <p:nvPr/>
        </p:nvSpPr>
        <p:spPr>
          <a:xfrm>
            <a:off x="5702300" y="5062538"/>
            <a:ext cx="2960688" cy="641350"/>
          </a:xfrm>
          <a:prstGeom prst="rect">
            <a:avLst/>
          </a:prstGeom>
          <a:noFill/>
          <a:ln w="9525">
            <a:noFill/>
          </a:ln>
        </p:spPr>
        <p:txBody>
          <a:bodyPr wrap="none" anchor="t" anchorCtr="0">
            <a:spAutoFit/>
          </a:bodyPr>
          <a:p>
            <a:pPr algn="ctr" eaLnBrk="0" hangingPunct="0">
              <a:buClrTx/>
              <a:buFontTx/>
            </a:pPr>
            <a:r>
              <a:rPr lang="en-US" altLang="zh-CN" dirty="0">
                <a:latin typeface="Comic Sans MS" panose="030F0702030302020204" pitchFamily="66" charset="0"/>
                <a:ea typeface="宋体" panose="02010600030101010101" pitchFamily="2" charset="-122"/>
              </a:rPr>
              <a:t>switch with six interfaces</a:t>
            </a:r>
            <a:endParaRPr lang="en-US" altLang="zh-CN" dirty="0">
              <a:latin typeface="Comic Sans MS" panose="030F0702030302020204" pitchFamily="66" charset="0"/>
              <a:ea typeface="宋体" panose="02010600030101010101" pitchFamily="2" charset="-122"/>
            </a:endParaRPr>
          </a:p>
          <a:p>
            <a:pPr algn="ctr" eaLnBrk="0" hangingPunct="0">
              <a:buClrTx/>
              <a:buFontTx/>
            </a:pPr>
            <a:r>
              <a:rPr lang="en-US" altLang="zh-CN" dirty="0">
                <a:latin typeface="Comic Sans MS" panose="030F0702030302020204" pitchFamily="66" charset="0"/>
                <a:ea typeface="宋体" panose="02010600030101010101" pitchFamily="2" charset="-122"/>
              </a:rPr>
              <a:t>(</a:t>
            </a:r>
            <a:r>
              <a:rPr lang="en-US" altLang="zh-CN" dirty="0">
                <a:solidFill>
                  <a:srgbClr val="FF0000"/>
                </a:solidFill>
                <a:latin typeface="Comic Sans MS" panose="030F0702030302020204" pitchFamily="66" charset="0"/>
                <a:ea typeface="宋体" panose="02010600030101010101" pitchFamily="2" charset="-122"/>
              </a:rPr>
              <a:t>1,2,3,4,5,6</a:t>
            </a:r>
            <a:r>
              <a:rPr lang="en-US" altLang="zh-CN" dirty="0">
                <a:latin typeface="Comic Sans MS" panose="030F0702030302020204" pitchFamily="66" charset="0"/>
                <a:ea typeface="宋体" panose="02010600030101010101" pitchFamily="2" charset="-122"/>
              </a:rPr>
              <a:t>)</a:t>
            </a:r>
            <a:r>
              <a:rPr lang="en-US" altLang="zh-CN" i="0" dirty="0">
                <a:latin typeface="Comic Sans MS" panose="030F0702030302020204" pitchFamily="66" charset="0"/>
                <a:ea typeface="宋体" panose="02010600030101010101" pitchFamily="2" charset="-122"/>
              </a:rPr>
              <a:t>  </a:t>
            </a:r>
            <a:endParaRPr lang="en-US" altLang="zh-CN" i="0" dirty="0">
              <a:latin typeface="Comic Sans MS" panose="030F0702030302020204" pitchFamily="66" charset="0"/>
              <a:ea typeface="宋体" panose="02010600030101010101" pitchFamily="2" charset="-122"/>
            </a:endParaRPr>
          </a:p>
        </p:txBody>
      </p:sp>
      <p:sp>
        <p:nvSpPr>
          <p:cNvPr id="122908" name="Text Box 35"/>
          <p:cNvSpPr txBox="1"/>
          <p:nvPr/>
        </p:nvSpPr>
        <p:spPr>
          <a:xfrm>
            <a:off x="6286500" y="2606675"/>
            <a:ext cx="287338" cy="366713"/>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1</a:t>
            </a:r>
            <a:endParaRPr lang="en-US" altLang="zh-CN" i="0" dirty="0">
              <a:solidFill>
                <a:srgbClr val="FF0000"/>
              </a:solidFill>
              <a:latin typeface="Comic Sans MS" panose="030F0702030302020204" pitchFamily="66" charset="0"/>
              <a:ea typeface="宋体" panose="02010600030101010101" pitchFamily="2" charset="-122"/>
            </a:endParaRPr>
          </a:p>
        </p:txBody>
      </p:sp>
      <p:sp>
        <p:nvSpPr>
          <p:cNvPr id="122909" name="Text Box 36"/>
          <p:cNvSpPr txBox="1"/>
          <p:nvPr/>
        </p:nvSpPr>
        <p:spPr>
          <a:xfrm>
            <a:off x="6619875" y="2632075"/>
            <a:ext cx="323850" cy="366713"/>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2</a:t>
            </a:r>
            <a:endParaRPr lang="en-US" altLang="zh-CN" i="0" dirty="0">
              <a:solidFill>
                <a:srgbClr val="FF0000"/>
              </a:solidFill>
              <a:latin typeface="Comic Sans MS" panose="030F0702030302020204" pitchFamily="66" charset="0"/>
              <a:ea typeface="宋体" panose="02010600030101010101" pitchFamily="2" charset="-122"/>
            </a:endParaRPr>
          </a:p>
        </p:txBody>
      </p:sp>
      <p:sp>
        <p:nvSpPr>
          <p:cNvPr id="122910" name="Text Box 37"/>
          <p:cNvSpPr txBox="1"/>
          <p:nvPr/>
        </p:nvSpPr>
        <p:spPr>
          <a:xfrm>
            <a:off x="6897688" y="2784475"/>
            <a:ext cx="323850" cy="366713"/>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3</a:t>
            </a:r>
            <a:endParaRPr lang="en-US" altLang="zh-CN" i="0" dirty="0">
              <a:solidFill>
                <a:srgbClr val="FF0000"/>
              </a:solidFill>
              <a:latin typeface="Comic Sans MS" panose="030F0702030302020204" pitchFamily="66" charset="0"/>
              <a:ea typeface="宋体" panose="02010600030101010101" pitchFamily="2" charset="-122"/>
            </a:endParaRPr>
          </a:p>
        </p:txBody>
      </p:sp>
      <p:sp>
        <p:nvSpPr>
          <p:cNvPr id="122911" name="Text Box 38"/>
          <p:cNvSpPr txBox="1"/>
          <p:nvPr/>
        </p:nvSpPr>
        <p:spPr>
          <a:xfrm>
            <a:off x="6581775" y="3165475"/>
            <a:ext cx="323850" cy="366713"/>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4</a:t>
            </a:r>
            <a:endParaRPr lang="en-US" altLang="zh-CN" i="0" dirty="0">
              <a:solidFill>
                <a:srgbClr val="FF0000"/>
              </a:solidFill>
              <a:latin typeface="Comic Sans MS" panose="030F0702030302020204" pitchFamily="66" charset="0"/>
              <a:ea typeface="宋体" panose="02010600030101010101" pitchFamily="2" charset="-122"/>
            </a:endParaRPr>
          </a:p>
        </p:txBody>
      </p:sp>
      <p:sp>
        <p:nvSpPr>
          <p:cNvPr id="122912" name="Text Box 39"/>
          <p:cNvSpPr txBox="1"/>
          <p:nvPr/>
        </p:nvSpPr>
        <p:spPr>
          <a:xfrm>
            <a:off x="6151563" y="3227388"/>
            <a:ext cx="323850" cy="366712"/>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5</a:t>
            </a:r>
            <a:endParaRPr lang="en-US" altLang="zh-CN" i="0" dirty="0">
              <a:solidFill>
                <a:srgbClr val="FF0000"/>
              </a:solidFill>
              <a:latin typeface="Comic Sans MS" panose="030F0702030302020204" pitchFamily="66" charset="0"/>
              <a:ea typeface="宋体" panose="02010600030101010101" pitchFamily="2" charset="-122"/>
            </a:endParaRPr>
          </a:p>
        </p:txBody>
      </p:sp>
      <p:sp>
        <p:nvSpPr>
          <p:cNvPr id="122913" name="Text Box 40"/>
          <p:cNvSpPr txBox="1"/>
          <p:nvPr/>
        </p:nvSpPr>
        <p:spPr>
          <a:xfrm>
            <a:off x="5892800" y="2830513"/>
            <a:ext cx="323850" cy="366712"/>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6</a:t>
            </a:r>
            <a:endParaRPr lang="en-US" altLang="zh-CN" i="0" dirty="0">
              <a:solidFill>
                <a:srgbClr val="FF0000"/>
              </a:solidFill>
              <a:latin typeface="Comic Sans MS" panose="030F0702030302020204" pitchFamily="66" charset="0"/>
              <a:ea typeface="宋体" panose="0201060003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2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2493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24931" name="Rectangle 2"/>
          <p:cNvSpPr>
            <a:spLocks noGrp="1"/>
          </p:cNvSpPr>
          <p:nvPr>
            <p:ph type="title"/>
          </p:nvPr>
        </p:nvSpPr>
        <p:spPr>
          <a:xfrm>
            <a:off x="533400" y="309563"/>
            <a:ext cx="7772400" cy="1143000"/>
          </a:xfrm>
          <a:ln/>
        </p:spPr>
        <p:txBody>
          <a:bodyPr vert="horz" wrap="square" lIns="91440" tIns="45720" rIns="91440" bIns="45720" anchor="ctr" anchorCtr="0"/>
          <a:p>
            <a:r>
              <a:rPr lang="en-US" altLang="zh-CN" sz="3200" dirty="0">
                <a:ea typeface="宋体" panose="02010600030101010101" pitchFamily="2" charset="-122"/>
              </a:rPr>
              <a:t>Switch Table</a:t>
            </a:r>
            <a:endParaRPr lang="en-US" altLang="zh-CN" sz="3200" dirty="0">
              <a:ea typeface="宋体" panose="02010600030101010101" pitchFamily="2" charset="-122"/>
            </a:endParaRPr>
          </a:p>
        </p:txBody>
      </p:sp>
      <p:sp>
        <p:nvSpPr>
          <p:cNvPr id="124932" name="Rectangle 3"/>
          <p:cNvSpPr>
            <a:spLocks noGrp="1"/>
          </p:cNvSpPr>
          <p:nvPr>
            <p:ph idx="1"/>
          </p:nvPr>
        </p:nvSpPr>
        <p:spPr>
          <a:xfrm>
            <a:off x="255588" y="1549400"/>
            <a:ext cx="4835525" cy="4805363"/>
          </a:xfrm>
          <a:ln/>
        </p:spPr>
        <p:txBody>
          <a:bodyPr vert="horz" wrap="square" lIns="91440" tIns="45720" rIns="91440" bIns="45720" anchor="t" anchorCtr="0"/>
          <a:p>
            <a:r>
              <a:rPr lang="en-US" altLang="zh-CN" sz="2400" i="1" u="sng" dirty="0">
                <a:solidFill>
                  <a:srgbClr val="FF0000"/>
                </a:solidFill>
                <a:ea typeface="宋体" panose="02010600030101010101" pitchFamily="2" charset="-122"/>
              </a:rPr>
              <a:t>Q:</a:t>
            </a:r>
            <a:r>
              <a:rPr lang="en-US" altLang="zh-CN" sz="2400" dirty="0">
                <a:ea typeface="宋体" panose="02010600030101010101" pitchFamily="2" charset="-122"/>
              </a:rPr>
              <a:t> how does switch know that A’ reachable via interface 4, B’ reachable via interface 5?</a:t>
            </a:r>
            <a:endParaRPr lang="en-US" altLang="zh-CN" sz="2400" dirty="0">
              <a:ea typeface="宋体" panose="02010600030101010101" pitchFamily="2" charset="-122"/>
            </a:endParaRPr>
          </a:p>
          <a:p>
            <a:r>
              <a:rPr lang="en-US" altLang="zh-CN" sz="2400" i="1" u="sng" dirty="0">
                <a:solidFill>
                  <a:srgbClr val="FF0000"/>
                </a:solidFill>
                <a:ea typeface="宋体" panose="02010600030101010101" pitchFamily="2" charset="-122"/>
              </a:rPr>
              <a:t>A:</a:t>
            </a:r>
            <a:r>
              <a:rPr lang="en-US" altLang="zh-CN" sz="2400" dirty="0">
                <a:ea typeface="宋体" panose="02010600030101010101" pitchFamily="2" charset="-122"/>
              </a:rPr>
              <a:t>  each switch has a </a:t>
            </a:r>
            <a:r>
              <a:rPr lang="en-US" altLang="zh-CN" sz="2400" dirty="0">
                <a:solidFill>
                  <a:srgbClr val="FF0000"/>
                </a:solidFill>
                <a:ea typeface="宋体" panose="02010600030101010101" pitchFamily="2" charset="-122"/>
              </a:rPr>
              <a:t>switch table, </a:t>
            </a:r>
            <a:r>
              <a:rPr lang="en-US" altLang="zh-CN" sz="2400" dirty="0">
                <a:ea typeface="宋体" panose="02010600030101010101" pitchFamily="2" charset="-122"/>
              </a:rPr>
              <a:t>each entry:</a:t>
            </a:r>
            <a:endParaRPr lang="en-US" altLang="zh-CN" sz="2400" dirty="0">
              <a:ea typeface="宋体" panose="02010600030101010101" pitchFamily="2" charset="-122"/>
            </a:endParaRPr>
          </a:p>
          <a:p>
            <a:pPr lvl="1"/>
            <a:r>
              <a:rPr lang="en-US" altLang="zh-CN" sz="2000" dirty="0">
                <a:ea typeface="宋体" panose="02010600030101010101" pitchFamily="2" charset="-122"/>
              </a:rPr>
              <a:t>(MAC address of host, interface to reach host, time stamp)</a:t>
            </a:r>
            <a:endParaRPr lang="en-US" altLang="zh-CN" sz="2000" dirty="0">
              <a:ea typeface="宋体" panose="02010600030101010101" pitchFamily="2" charset="-122"/>
            </a:endParaRPr>
          </a:p>
          <a:p>
            <a:r>
              <a:rPr lang="en-US" altLang="zh-CN" sz="2400" dirty="0">
                <a:ea typeface="宋体" panose="02010600030101010101" pitchFamily="2" charset="-122"/>
              </a:rPr>
              <a:t>looks like a routing table!</a:t>
            </a:r>
            <a:endParaRPr lang="en-US" altLang="zh-CN" sz="2400" dirty="0">
              <a:ea typeface="宋体" panose="02010600030101010101" pitchFamily="2" charset="-122"/>
            </a:endParaRPr>
          </a:p>
          <a:p>
            <a:r>
              <a:rPr lang="en-US" altLang="zh-CN" sz="2400" i="1" u="sng" dirty="0">
                <a:solidFill>
                  <a:srgbClr val="FF0000"/>
                </a:solidFill>
                <a:ea typeface="宋体" panose="02010600030101010101" pitchFamily="2" charset="-122"/>
              </a:rPr>
              <a:t>Q:</a:t>
            </a:r>
            <a:r>
              <a:rPr lang="en-US" altLang="zh-CN" sz="2400" dirty="0">
                <a:ea typeface="宋体" panose="02010600030101010101" pitchFamily="2" charset="-122"/>
              </a:rPr>
              <a:t> how are entries created, maintained in switch table? </a:t>
            </a:r>
            <a:endParaRPr lang="en-US" altLang="zh-CN" sz="2400" dirty="0">
              <a:ea typeface="宋体" panose="02010600030101010101" pitchFamily="2" charset="-122"/>
            </a:endParaRPr>
          </a:p>
          <a:p>
            <a:pPr lvl="1"/>
            <a:r>
              <a:rPr lang="en-US" altLang="zh-CN" sz="2000" dirty="0">
                <a:ea typeface="宋体" panose="02010600030101010101" pitchFamily="2" charset="-122"/>
              </a:rPr>
              <a:t>something like a routing protocol?</a:t>
            </a:r>
            <a:endParaRPr lang="en-US" altLang="zh-CN" sz="2000" dirty="0">
              <a:ea typeface="宋体" panose="02010600030101010101" pitchFamily="2" charset="-122"/>
            </a:endParaRPr>
          </a:p>
        </p:txBody>
      </p:sp>
      <p:graphicFrame>
        <p:nvGraphicFramePr>
          <p:cNvPr id="124933" name="Object 4"/>
          <p:cNvGraphicFramePr>
            <a:graphicFrameLocks noChangeAspect="1"/>
          </p:cNvGraphicFramePr>
          <p:nvPr/>
        </p:nvGraphicFramePr>
        <p:xfrm>
          <a:off x="5029200" y="2185988"/>
          <a:ext cx="611188" cy="520700"/>
        </p:xfrm>
        <a:graphic>
          <a:graphicData uri="http://schemas.openxmlformats.org/presentationml/2006/ole">
            <mc:AlternateContent xmlns:mc="http://schemas.openxmlformats.org/markup-compatibility/2006">
              <mc:Choice xmlns:v="urn:schemas-microsoft-com:vml" Requires="v">
                <p:oleObj spid="_x0000_s3138" name="" r:id="rId1" imgW="1307465" imgH="1083945" progId="MS_ClipArt_Gallery.2">
                  <p:embed/>
                </p:oleObj>
              </mc:Choice>
              <mc:Fallback>
                <p:oleObj name="" r:id="rId1" imgW="1307465" imgH="1083945" progId="MS_ClipArt_Gallery.2">
                  <p:embed/>
                  <p:pic>
                    <p:nvPicPr>
                      <p:cNvPr id="0" name="图片 3137"/>
                      <p:cNvPicPr/>
                      <p:nvPr/>
                    </p:nvPicPr>
                    <p:blipFill>
                      <a:blip r:embed="rId2"/>
                      <a:stretch>
                        <a:fillRect/>
                      </a:stretch>
                    </p:blipFill>
                    <p:spPr>
                      <a:xfrm>
                        <a:off x="5029200" y="2185988"/>
                        <a:ext cx="611188" cy="520700"/>
                      </a:xfrm>
                      <a:prstGeom prst="rect">
                        <a:avLst/>
                      </a:prstGeom>
                      <a:noFill/>
                      <a:ln w="38100">
                        <a:noFill/>
                        <a:miter/>
                      </a:ln>
                    </p:spPr>
                  </p:pic>
                </p:oleObj>
              </mc:Fallback>
            </mc:AlternateContent>
          </a:graphicData>
        </a:graphic>
      </p:graphicFrame>
      <p:graphicFrame>
        <p:nvGraphicFramePr>
          <p:cNvPr id="124934" name="Object 5"/>
          <p:cNvGraphicFramePr>
            <a:graphicFrameLocks noChangeAspect="1"/>
          </p:cNvGraphicFramePr>
          <p:nvPr/>
        </p:nvGraphicFramePr>
        <p:xfrm>
          <a:off x="7686675" y="3311525"/>
          <a:ext cx="611188" cy="520700"/>
        </p:xfrm>
        <a:graphic>
          <a:graphicData uri="http://schemas.openxmlformats.org/presentationml/2006/ole">
            <mc:AlternateContent xmlns:mc="http://schemas.openxmlformats.org/markup-compatibility/2006">
              <mc:Choice xmlns:v="urn:schemas-microsoft-com:vml" Requires="v">
                <p:oleObj spid="_x0000_s3136" name="" r:id="rId3" imgW="1307465" imgH="1083945" progId="MS_ClipArt_Gallery.2">
                  <p:embed/>
                </p:oleObj>
              </mc:Choice>
              <mc:Fallback>
                <p:oleObj name="" r:id="rId3" imgW="1307465" imgH="1083945" progId="MS_ClipArt_Gallery.2">
                  <p:embed/>
                  <p:pic>
                    <p:nvPicPr>
                      <p:cNvPr id="0" name="图片 3135"/>
                      <p:cNvPicPr/>
                      <p:nvPr/>
                    </p:nvPicPr>
                    <p:blipFill>
                      <a:blip r:embed="rId2"/>
                      <a:stretch>
                        <a:fillRect/>
                      </a:stretch>
                    </p:blipFill>
                    <p:spPr>
                      <a:xfrm>
                        <a:off x="7686675" y="3311525"/>
                        <a:ext cx="611188" cy="520700"/>
                      </a:xfrm>
                      <a:prstGeom prst="rect">
                        <a:avLst/>
                      </a:prstGeom>
                      <a:noFill/>
                      <a:ln w="38100">
                        <a:noFill/>
                        <a:miter/>
                      </a:ln>
                    </p:spPr>
                  </p:pic>
                </p:oleObj>
              </mc:Fallback>
            </mc:AlternateContent>
          </a:graphicData>
        </a:graphic>
      </p:graphicFrame>
      <p:sp>
        <p:nvSpPr>
          <p:cNvPr id="124935" name="Line 6"/>
          <p:cNvSpPr/>
          <p:nvPr/>
        </p:nvSpPr>
        <p:spPr>
          <a:xfrm>
            <a:off x="5575300" y="2582863"/>
            <a:ext cx="754063" cy="433387"/>
          </a:xfrm>
          <a:prstGeom prst="line">
            <a:avLst/>
          </a:prstGeom>
          <a:ln w="28575" cap="flat" cmpd="sng">
            <a:solidFill>
              <a:schemeClr val="tx1"/>
            </a:solidFill>
            <a:prstDash val="solid"/>
            <a:round/>
            <a:headEnd type="none" w="med" len="med"/>
            <a:tailEnd type="none" w="med" len="med"/>
          </a:ln>
        </p:spPr>
      </p:sp>
      <p:sp>
        <p:nvSpPr>
          <p:cNvPr id="124936" name="Line 7"/>
          <p:cNvSpPr/>
          <p:nvPr/>
        </p:nvSpPr>
        <p:spPr>
          <a:xfrm flipV="1">
            <a:off x="5637213" y="3200400"/>
            <a:ext cx="679450" cy="655638"/>
          </a:xfrm>
          <a:prstGeom prst="line">
            <a:avLst/>
          </a:prstGeom>
          <a:ln w="31750" cap="flat" cmpd="sng">
            <a:solidFill>
              <a:schemeClr val="tx1"/>
            </a:solidFill>
            <a:prstDash val="solid"/>
            <a:round/>
            <a:headEnd type="none" w="med" len="med"/>
            <a:tailEnd type="none" w="med" len="med"/>
          </a:ln>
        </p:spPr>
      </p:sp>
      <p:sp>
        <p:nvSpPr>
          <p:cNvPr id="124937" name="Line 8"/>
          <p:cNvSpPr/>
          <p:nvPr/>
        </p:nvSpPr>
        <p:spPr>
          <a:xfrm flipV="1">
            <a:off x="6761163" y="2533650"/>
            <a:ext cx="593725" cy="407988"/>
          </a:xfrm>
          <a:prstGeom prst="line">
            <a:avLst/>
          </a:prstGeom>
          <a:ln w="28575" cap="flat" cmpd="sng">
            <a:solidFill>
              <a:schemeClr val="tx1"/>
            </a:solidFill>
            <a:prstDash val="solid"/>
            <a:round/>
            <a:headEnd type="none" w="med" len="med"/>
            <a:tailEnd type="none" w="med" len="med"/>
          </a:ln>
        </p:spPr>
      </p:sp>
      <p:sp>
        <p:nvSpPr>
          <p:cNvPr id="124938" name="Line 9"/>
          <p:cNvSpPr/>
          <p:nvPr/>
        </p:nvSpPr>
        <p:spPr>
          <a:xfrm>
            <a:off x="6835775" y="3016250"/>
            <a:ext cx="939800" cy="395288"/>
          </a:xfrm>
          <a:prstGeom prst="line">
            <a:avLst/>
          </a:prstGeom>
          <a:ln w="28575" cap="flat" cmpd="sng">
            <a:solidFill>
              <a:schemeClr val="tx1"/>
            </a:solidFill>
            <a:prstDash val="solid"/>
            <a:round/>
            <a:headEnd type="none" w="med" len="med"/>
            <a:tailEnd type="none" w="med" len="med"/>
          </a:ln>
        </p:spPr>
      </p:sp>
      <p:graphicFrame>
        <p:nvGraphicFramePr>
          <p:cNvPr id="124939" name="Object 10"/>
          <p:cNvGraphicFramePr>
            <a:graphicFrameLocks noChangeAspect="1"/>
          </p:cNvGraphicFramePr>
          <p:nvPr/>
        </p:nvGraphicFramePr>
        <p:xfrm>
          <a:off x="5365750" y="3836988"/>
          <a:ext cx="611188" cy="520700"/>
        </p:xfrm>
        <a:graphic>
          <a:graphicData uri="http://schemas.openxmlformats.org/presentationml/2006/ole">
            <mc:AlternateContent xmlns:mc="http://schemas.openxmlformats.org/markup-compatibility/2006">
              <mc:Choice xmlns:v="urn:schemas-microsoft-com:vml" Requires="v">
                <p:oleObj spid="_x0000_s3140" name="" r:id="rId4" imgW="1307465" imgH="1083945" progId="MS_ClipArt_Gallery.2">
                  <p:embed/>
                </p:oleObj>
              </mc:Choice>
              <mc:Fallback>
                <p:oleObj name="" r:id="rId4" imgW="1307465" imgH="1083945" progId="MS_ClipArt_Gallery.2">
                  <p:embed/>
                  <p:pic>
                    <p:nvPicPr>
                      <p:cNvPr id="0" name="图片 3139"/>
                      <p:cNvPicPr/>
                      <p:nvPr/>
                    </p:nvPicPr>
                    <p:blipFill>
                      <a:blip r:embed="rId2"/>
                      <a:stretch>
                        <a:fillRect/>
                      </a:stretch>
                    </p:blipFill>
                    <p:spPr>
                      <a:xfrm>
                        <a:off x="5365750" y="3836988"/>
                        <a:ext cx="611188" cy="520700"/>
                      </a:xfrm>
                      <a:prstGeom prst="rect">
                        <a:avLst/>
                      </a:prstGeom>
                      <a:noFill/>
                      <a:ln w="38100">
                        <a:noFill/>
                        <a:miter/>
                      </a:ln>
                    </p:spPr>
                  </p:pic>
                </p:oleObj>
              </mc:Fallback>
            </mc:AlternateContent>
          </a:graphicData>
        </a:graphic>
      </p:graphicFrame>
      <p:graphicFrame>
        <p:nvGraphicFramePr>
          <p:cNvPr id="124940" name="Object 11"/>
          <p:cNvGraphicFramePr>
            <a:graphicFrameLocks noChangeAspect="1"/>
          </p:cNvGraphicFramePr>
          <p:nvPr/>
        </p:nvGraphicFramePr>
        <p:xfrm>
          <a:off x="7297738" y="2201863"/>
          <a:ext cx="611187" cy="520700"/>
        </p:xfrm>
        <a:graphic>
          <a:graphicData uri="http://schemas.openxmlformats.org/presentationml/2006/ole">
            <mc:AlternateContent xmlns:mc="http://schemas.openxmlformats.org/markup-compatibility/2006">
              <mc:Choice xmlns:v="urn:schemas-microsoft-com:vml" Requires="v">
                <p:oleObj spid="_x0000_s3139" name="" r:id="rId5" imgW="1307465" imgH="1083945" progId="MS_ClipArt_Gallery.2">
                  <p:embed/>
                </p:oleObj>
              </mc:Choice>
              <mc:Fallback>
                <p:oleObj name="" r:id="rId5" imgW="1307465" imgH="1083945" progId="MS_ClipArt_Gallery.2">
                  <p:embed/>
                  <p:pic>
                    <p:nvPicPr>
                      <p:cNvPr id="0" name="图片 3138"/>
                      <p:cNvPicPr/>
                      <p:nvPr/>
                    </p:nvPicPr>
                    <p:blipFill>
                      <a:blip r:embed="rId2"/>
                      <a:stretch>
                        <a:fillRect/>
                      </a:stretch>
                    </p:blipFill>
                    <p:spPr>
                      <a:xfrm>
                        <a:off x="7297738" y="2201863"/>
                        <a:ext cx="611187" cy="520700"/>
                      </a:xfrm>
                      <a:prstGeom prst="rect">
                        <a:avLst/>
                      </a:prstGeom>
                      <a:noFill/>
                      <a:ln w="38100">
                        <a:noFill/>
                        <a:miter/>
                      </a:ln>
                    </p:spPr>
                  </p:pic>
                </p:oleObj>
              </mc:Fallback>
            </mc:AlternateContent>
          </a:graphicData>
        </a:graphic>
      </p:graphicFrame>
      <p:graphicFrame>
        <p:nvGraphicFramePr>
          <p:cNvPr id="124941" name="Object 12"/>
          <p:cNvGraphicFramePr>
            <a:graphicFrameLocks noChangeAspect="1"/>
          </p:cNvGraphicFramePr>
          <p:nvPr/>
        </p:nvGraphicFramePr>
        <p:xfrm>
          <a:off x="6203950" y="1622425"/>
          <a:ext cx="611188" cy="520700"/>
        </p:xfrm>
        <a:graphic>
          <a:graphicData uri="http://schemas.openxmlformats.org/presentationml/2006/ole">
            <mc:AlternateContent xmlns:mc="http://schemas.openxmlformats.org/markup-compatibility/2006">
              <mc:Choice xmlns:v="urn:schemas-microsoft-com:vml" Requires="v">
                <p:oleObj spid="_x0000_s3141" name="" r:id="rId6" imgW="1307465" imgH="1083945" progId="MS_ClipArt_Gallery.2">
                  <p:embed/>
                </p:oleObj>
              </mc:Choice>
              <mc:Fallback>
                <p:oleObj name="" r:id="rId6" imgW="1307465" imgH="1083945" progId="MS_ClipArt_Gallery.2">
                  <p:embed/>
                  <p:pic>
                    <p:nvPicPr>
                      <p:cNvPr id="0" name="图片 3140"/>
                      <p:cNvPicPr/>
                      <p:nvPr/>
                    </p:nvPicPr>
                    <p:blipFill>
                      <a:blip r:embed="rId2"/>
                      <a:stretch>
                        <a:fillRect/>
                      </a:stretch>
                    </p:blipFill>
                    <p:spPr>
                      <a:xfrm>
                        <a:off x="6203950" y="1622425"/>
                        <a:ext cx="611188" cy="520700"/>
                      </a:xfrm>
                      <a:prstGeom prst="rect">
                        <a:avLst/>
                      </a:prstGeom>
                      <a:noFill/>
                      <a:ln w="38100">
                        <a:noFill/>
                        <a:miter/>
                      </a:ln>
                    </p:spPr>
                  </p:pic>
                </p:oleObj>
              </mc:Fallback>
            </mc:AlternateContent>
          </a:graphicData>
        </a:graphic>
      </p:graphicFrame>
      <p:sp>
        <p:nvSpPr>
          <p:cNvPr id="124942" name="Line 13"/>
          <p:cNvSpPr/>
          <p:nvPr/>
        </p:nvSpPr>
        <p:spPr>
          <a:xfrm flipH="1" flipV="1">
            <a:off x="6529388" y="2132013"/>
            <a:ext cx="11112" cy="781050"/>
          </a:xfrm>
          <a:prstGeom prst="line">
            <a:avLst/>
          </a:prstGeom>
          <a:ln w="28575" cap="flat" cmpd="sng">
            <a:solidFill>
              <a:schemeClr val="tx1"/>
            </a:solidFill>
            <a:prstDash val="solid"/>
            <a:round/>
            <a:headEnd type="none" w="med" len="med"/>
            <a:tailEnd type="none" w="med" len="med"/>
          </a:ln>
        </p:spPr>
      </p:sp>
      <p:graphicFrame>
        <p:nvGraphicFramePr>
          <p:cNvPr id="124943" name="Object 14"/>
          <p:cNvGraphicFramePr>
            <a:graphicFrameLocks noChangeAspect="1"/>
          </p:cNvGraphicFramePr>
          <p:nvPr/>
        </p:nvGraphicFramePr>
        <p:xfrm>
          <a:off x="6523038" y="3951288"/>
          <a:ext cx="611187" cy="520700"/>
        </p:xfrm>
        <a:graphic>
          <a:graphicData uri="http://schemas.openxmlformats.org/presentationml/2006/ole">
            <mc:AlternateContent xmlns:mc="http://schemas.openxmlformats.org/markup-compatibility/2006">
              <mc:Choice xmlns:v="urn:schemas-microsoft-com:vml" Requires="v">
                <p:oleObj spid="_x0000_s3137" name="" r:id="rId7" imgW="1307465" imgH="1083945" progId="MS_ClipArt_Gallery.2">
                  <p:embed/>
                </p:oleObj>
              </mc:Choice>
              <mc:Fallback>
                <p:oleObj name="" r:id="rId7" imgW="1307465" imgH="1083945" progId="MS_ClipArt_Gallery.2">
                  <p:embed/>
                  <p:pic>
                    <p:nvPicPr>
                      <p:cNvPr id="0" name="图片 3136"/>
                      <p:cNvPicPr/>
                      <p:nvPr/>
                    </p:nvPicPr>
                    <p:blipFill>
                      <a:blip r:embed="rId2"/>
                      <a:stretch>
                        <a:fillRect/>
                      </a:stretch>
                    </p:blipFill>
                    <p:spPr>
                      <a:xfrm>
                        <a:off x="6523038" y="3951288"/>
                        <a:ext cx="611187" cy="520700"/>
                      </a:xfrm>
                      <a:prstGeom prst="rect">
                        <a:avLst/>
                      </a:prstGeom>
                      <a:noFill/>
                      <a:ln w="38100">
                        <a:noFill/>
                        <a:miter/>
                      </a:ln>
                    </p:spPr>
                  </p:pic>
                </p:oleObj>
              </mc:Fallback>
            </mc:AlternateContent>
          </a:graphicData>
        </a:graphic>
      </p:graphicFrame>
      <p:sp>
        <p:nvSpPr>
          <p:cNvPr id="124944" name="Line 15"/>
          <p:cNvSpPr/>
          <p:nvPr/>
        </p:nvSpPr>
        <p:spPr>
          <a:xfrm flipH="1" flipV="1">
            <a:off x="6538913" y="3159125"/>
            <a:ext cx="204787" cy="808038"/>
          </a:xfrm>
          <a:prstGeom prst="line">
            <a:avLst/>
          </a:prstGeom>
          <a:ln w="28575" cap="flat" cmpd="sng">
            <a:solidFill>
              <a:schemeClr val="tx1"/>
            </a:solidFill>
            <a:prstDash val="solid"/>
            <a:round/>
            <a:headEnd type="none" w="med" len="med"/>
            <a:tailEnd type="none" w="med" len="med"/>
          </a:ln>
        </p:spPr>
      </p:sp>
      <p:sp>
        <p:nvSpPr>
          <p:cNvPr id="124945" name="Text Box 16"/>
          <p:cNvSpPr txBox="1"/>
          <p:nvPr/>
        </p:nvSpPr>
        <p:spPr>
          <a:xfrm>
            <a:off x="6411913" y="1243013"/>
            <a:ext cx="350837"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A</a:t>
            </a:r>
            <a:endParaRPr lang="en-US" altLang="zh-CN" i="0" dirty="0">
              <a:latin typeface="Comic Sans MS" panose="030F0702030302020204" pitchFamily="66" charset="0"/>
              <a:ea typeface="宋体" panose="02010600030101010101" pitchFamily="2" charset="-122"/>
            </a:endParaRPr>
          </a:p>
        </p:txBody>
      </p:sp>
      <p:sp>
        <p:nvSpPr>
          <p:cNvPr id="124946" name="Text Box 17"/>
          <p:cNvSpPr txBox="1"/>
          <p:nvPr/>
        </p:nvSpPr>
        <p:spPr>
          <a:xfrm>
            <a:off x="6605588" y="4502150"/>
            <a:ext cx="392112"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A’</a:t>
            </a:r>
            <a:endParaRPr lang="en-US" altLang="zh-CN" i="0" dirty="0">
              <a:latin typeface="Comic Sans MS" panose="030F0702030302020204" pitchFamily="66" charset="0"/>
              <a:ea typeface="宋体" panose="02010600030101010101" pitchFamily="2" charset="-122"/>
            </a:endParaRPr>
          </a:p>
        </p:txBody>
      </p:sp>
      <p:sp>
        <p:nvSpPr>
          <p:cNvPr id="124947" name="Text Box 18"/>
          <p:cNvSpPr txBox="1"/>
          <p:nvPr/>
        </p:nvSpPr>
        <p:spPr>
          <a:xfrm>
            <a:off x="7827963" y="1912938"/>
            <a:ext cx="328612"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B</a:t>
            </a:r>
            <a:endParaRPr lang="en-US" altLang="zh-CN" i="0" dirty="0">
              <a:latin typeface="Comic Sans MS" panose="030F0702030302020204" pitchFamily="66" charset="0"/>
              <a:ea typeface="宋体" panose="02010600030101010101" pitchFamily="2" charset="-122"/>
            </a:endParaRPr>
          </a:p>
        </p:txBody>
      </p:sp>
      <p:sp>
        <p:nvSpPr>
          <p:cNvPr id="124948" name="Text Box 19"/>
          <p:cNvSpPr txBox="1"/>
          <p:nvPr/>
        </p:nvSpPr>
        <p:spPr>
          <a:xfrm>
            <a:off x="5497513" y="4398963"/>
            <a:ext cx="369887"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B’</a:t>
            </a:r>
            <a:endParaRPr lang="en-US" altLang="zh-CN" i="0" dirty="0">
              <a:latin typeface="Comic Sans MS" panose="030F0702030302020204" pitchFamily="66" charset="0"/>
              <a:ea typeface="宋体" panose="02010600030101010101" pitchFamily="2" charset="-122"/>
            </a:endParaRPr>
          </a:p>
        </p:txBody>
      </p:sp>
      <p:sp>
        <p:nvSpPr>
          <p:cNvPr id="124949" name="Text Box 20"/>
          <p:cNvSpPr txBox="1"/>
          <p:nvPr/>
        </p:nvSpPr>
        <p:spPr>
          <a:xfrm>
            <a:off x="7918450" y="3779838"/>
            <a:ext cx="322263"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C</a:t>
            </a:r>
            <a:endParaRPr lang="en-US" altLang="zh-CN" i="0" dirty="0">
              <a:latin typeface="Comic Sans MS" panose="030F0702030302020204" pitchFamily="66" charset="0"/>
              <a:ea typeface="宋体" panose="02010600030101010101" pitchFamily="2" charset="-122"/>
            </a:endParaRPr>
          </a:p>
        </p:txBody>
      </p:sp>
      <p:sp>
        <p:nvSpPr>
          <p:cNvPr id="124950" name="Text Box 21"/>
          <p:cNvSpPr txBox="1"/>
          <p:nvPr/>
        </p:nvSpPr>
        <p:spPr>
          <a:xfrm>
            <a:off x="5006975" y="1860550"/>
            <a:ext cx="363538"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C’</a:t>
            </a:r>
            <a:endParaRPr lang="en-US" altLang="zh-CN" i="0" dirty="0">
              <a:latin typeface="Comic Sans MS" panose="030F0702030302020204" pitchFamily="66" charset="0"/>
              <a:ea typeface="宋体" panose="02010600030101010101" pitchFamily="2" charset="-122"/>
            </a:endParaRPr>
          </a:p>
        </p:txBody>
      </p:sp>
      <p:grpSp>
        <p:nvGrpSpPr>
          <p:cNvPr id="124951" name="Group 22"/>
          <p:cNvGrpSpPr/>
          <p:nvPr/>
        </p:nvGrpSpPr>
        <p:grpSpPr>
          <a:xfrm>
            <a:off x="6145213" y="2936875"/>
            <a:ext cx="720725" cy="279400"/>
            <a:chOff x="3913" y="3140"/>
            <a:chExt cx="454" cy="176"/>
          </a:xfrm>
        </p:grpSpPr>
        <p:sp>
          <p:nvSpPr>
            <p:cNvPr id="124952" name="Rectangle 23"/>
            <p:cNvSpPr/>
            <p:nvPr/>
          </p:nvSpPr>
          <p:spPr>
            <a:xfrm>
              <a:off x="3913" y="3228"/>
              <a:ext cx="407" cy="88"/>
            </a:xfrm>
            <a:prstGeom prst="rect">
              <a:avLst/>
            </a:prstGeom>
            <a:solidFill>
              <a:schemeClr val="hlink"/>
            </a:solidFill>
            <a:ln w="9525"/>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24953" name="Freeform 24"/>
            <p:cNvSpPr/>
            <p:nvPr/>
          </p:nvSpPr>
          <p:spPr>
            <a:xfrm>
              <a:off x="3958" y="3145"/>
              <a:ext cx="409" cy="68"/>
            </a:xfrm>
            <a:custGeom>
              <a:avLst/>
              <a:gdLst/>
              <a:ahLst/>
              <a:cxnLst>
                <a:cxn ang="0">
                  <a:pos x="0" y="92"/>
                </a:cxn>
                <a:cxn ang="0">
                  <a:pos x="245" y="91"/>
                </a:cxn>
                <a:cxn ang="0">
                  <a:pos x="1455" y="0"/>
                </a:cxn>
                <a:cxn ang="0">
                  <a:pos x="1861" y="0"/>
                </a:cxn>
              </a:cxnLst>
              <a:pathLst>
                <a:path w="280" h="63">
                  <a:moveTo>
                    <a:pt x="0" y="63"/>
                  </a:moveTo>
                  <a:lnTo>
                    <a:pt x="37" y="62"/>
                  </a:lnTo>
                  <a:lnTo>
                    <a:pt x="219" y="0"/>
                  </a:lnTo>
                  <a:lnTo>
                    <a:pt x="280"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124954" name="Freeform 25"/>
            <p:cNvSpPr/>
            <p:nvPr/>
          </p:nvSpPr>
          <p:spPr>
            <a:xfrm>
              <a:off x="4044" y="3140"/>
              <a:ext cx="251" cy="75"/>
            </a:xfrm>
            <a:custGeom>
              <a:avLst/>
              <a:gdLst/>
              <a:ahLst/>
              <a:cxnLst>
                <a:cxn ang="0">
                  <a:pos x="0" y="0"/>
                </a:cxn>
                <a:cxn ang="0">
                  <a:pos x="561" y="0"/>
                </a:cxn>
                <a:cxn ang="0">
                  <a:pos x="1430" y="79"/>
                </a:cxn>
                <a:cxn ang="0">
                  <a:pos x="2076" y="79"/>
                </a:cxn>
              </a:cxnLst>
              <a:pathLst>
                <a:path w="148" h="74">
                  <a:moveTo>
                    <a:pt x="0" y="0"/>
                  </a:moveTo>
                  <a:lnTo>
                    <a:pt x="40" y="0"/>
                  </a:lnTo>
                  <a:lnTo>
                    <a:pt x="102" y="74"/>
                  </a:lnTo>
                  <a:lnTo>
                    <a:pt x="148" y="74"/>
                  </a:lnTo>
                </a:path>
              </a:pathLst>
            </a:custGeom>
            <a:noFill/>
            <a:ln w="19050" cap="flat" cmpd="sng">
              <a:solidFill>
                <a:schemeClr val="tx1"/>
              </a:solidFill>
              <a:prstDash val="solid"/>
              <a:round/>
              <a:headEnd type="none" w="med" len="med"/>
              <a:tailEnd type="none" w="med" len="med"/>
            </a:ln>
          </p:spPr>
          <p:txBody>
            <a:bodyPr/>
            <a:p>
              <a:endParaRPr lang="zh-CN" altLang="en-US"/>
            </a:p>
          </p:txBody>
        </p:sp>
      </p:grpSp>
      <p:sp>
        <p:nvSpPr>
          <p:cNvPr id="124955" name="Text Box 26"/>
          <p:cNvSpPr txBox="1"/>
          <p:nvPr/>
        </p:nvSpPr>
        <p:spPr>
          <a:xfrm>
            <a:off x="5702300" y="5062538"/>
            <a:ext cx="2960688" cy="641350"/>
          </a:xfrm>
          <a:prstGeom prst="rect">
            <a:avLst/>
          </a:prstGeom>
          <a:noFill/>
          <a:ln w="9525">
            <a:noFill/>
          </a:ln>
        </p:spPr>
        <p:txBody>
          <a:bodyPr wrap="none" anchor="t" anchorCtr="0">
            <a:spAutoFit/>
          </a:bodyPr>
          <a:p>
            <a:pPr algn="ctr" eaLnBrk="0" hangingPunct="0">
              <a:buClrTx/>
              <a:buFontTx/>
            </a:pPr>
            <a:r>
              <a:rPr lang="en-US" altLang="zh-CN" dirty="0">
                <a:latin typeface="Comic Sans MS" panose="030F0702030302020204" pitchFamily="66" charset="0"/>
                <a:ea typeface="宋体" panose="02010600030101010101" pitchFamily="2" charset="-122"/>
              </a:rPr>
              <a:t>switch with six interfaces</a:t>
            </a:r>
            <a:endParaRPr lang="en-US" altLang="zh-CN" dirty="0">
              <a:latin typeface="Comic Sans MS" panose="030F0702030302020204" pitchFamily="66" charset="0"/>
              <a:ea typeface="宋体" panose="02010600030101010101" pitchFamily="2" charset="-122"/>
            </a:endParaRPr>
          </a:p>
          <a:p>
            <a:pPr algn="ctr" eaLnBrk="0" hangingPunct="0">
              <a:buClrTx/>
              <a:buFontTx/>
            </a:pPr>
            <a:r>
              <a:rPr lang="en-US" altLang="zh-CN" dirty="0">
                <a:latin typeface="Comic Sans MS" panose="030F0702030302020204" pitchFamily="66" charset="0"/>
                <a:ea typeface="宋体" panose="02010600030101010101" pitchFamily="2" charset="-122"/>
              </a:rPr>
              <a:t>(</a:t>
            </a:r>
            <a:r>
              <a:rPr lang="en-US" altLang="zh-CN" dirty="0">
                <a:solidFill>
                  <a:srgbClr val="FF0000"/>
                </a:solidFill>
                <a:latin typeface="Comic Sans MS" panose="030F0702030302020204" pitchFamily="66" charset="0"/>
                <a:ea typeface="宋体" panose="02010600030101010101" pitchFamily="2" charset="-122"/>
              </a:rPr>
              <a:t>1,2,3,4,5,6</a:t>
            </a:r>
            <a:r>
              <a:rPr lang="en-US" altLang="zh-CN" dirty="0">
                <a:latin typeface="Comic Sans MS" panose="030F0702030302020204" pitchFamily="66" charset="0"/>
                <a:ea typeface="宋体" panose="02010600030101010101" pitchFamily="2" charset="-122"/>
              </a:rPr>
              <a:t>)</a:t>
            </a:r>
            <a:r>
              <a:rPr lang="en-US" altLang="zh-CN" i="0" dirty="0">
                <a:latin typeface="Comic Sans MS" panose="030F0702030302020204" pitchFamily="66" charset="0"/>
                <a:ea typeface="宋体" panose="02010600030101010101" pitchFamily="2" charset="-122"/>
              </a:rPr>
              <a:t>  </a:t>
            </a:r>
            <a:endParaRPr lang="en-US" altLang="zh-CN" i="0" dirty="0">
              <a:latin typeface="Comic Sans MS" panose="030F0702030302020204" pitchFamily="66" charset="0"/>
              <a:ea typeface="宋体" panose="02010600030101010101" pitchFamily="2" charset="-122"/>
            </a:endParaRPr>
          </a:p>
        </p:txBody>
      </p:sp>
      <p:sp>
        <p:nvSpPr>
          <p:cNvPr id="124956" name="Text Box 27"/>
          <p:cNvSpPr txBox="1"/>
          <p:nvPr/>
        </p:nvSpPr>
        <p:spPr>
          <a:xfrm>
            <a:off x="6286500" y="2606675"/>
            <a:ext cx="287338" cy="366713"/>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1</a:t>
            </a:r>
            <a:endParaRPr lang="en-US" altLang="zh-CN" i="0" dirty="0">
              <a:solidFill>
                <a:srgbClr val="FF0000"/>
              </a:solidFill>
              <a:latin typeface="Comic Sans MS" panose="030F0702030302020204" pitchFamily="66" charset="0"/>
              <a:ea typeface="宋体" panose="02010600030101010101" pitchFamily="2" charset="-122"/>
            </a:endParaRPr>
          </a:p>
        </p:txBody>
      </p:sp>
      <p:sp>
        <p:nvSpPr>
          <p:cNvPr id="124957" name="Text Box 28"/>
          <p:cNvSpPr txBox="1"/>
          <p:nvPr/>
        </p:nvSpPr>
        <p:spPr>
          <a:xfrm>
            <a:off x="6619875" y="2632075"/>
            <a:ext cx="323850" cy="366713"/>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2</a:t>
            </a:r>
            <a:endParaRPr lang="en-US" altLang="zh-CN" i="0" dirty="0">
              <a:solidFill>
                <a:srgbClr val="FF0000"/>
              </a:solidFill>
              <a:latin typeface="Comic Sans MS" panose="030F0702030302020204" pitchFamily="66" charset="0"/>
              <a:ea typeface="宋体" panose="02010600030101010101" pitchFamily="2" charset="-122"/>
            </a:endParaRPr>
          </a:p>
        </p:txBody>
      </p:sp>
      <p:sp>
        <p:nvSpPr>
          <p:cNvPr id="124958" name="Text Box 29"/>
          <p:cNvSpPr txBox="1"/>
          <p:nvPr/>
        </p:nvSpPr>
        <p:spPr>
          <a:xfrm>
            <a:off x="6897688" y="2784475"/>
            <a:ext cx="323850" cy="366713"/>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3</a:t>
            </a:r>
            <a:endParaRPr lang="en-US" altLang="zh-CN" i="0" dirty="0">
              <a:solidFill>
                <a:srgbClr val="FF0000"/>
              </a:solidFill>
              <a:latin typeface="Comic Sans MS" panose="030F0702030302020204" pitchFamily="66" charset="0"/>
              <a:ea typeface="宋体" panose="02010600030101010101" pitchFamily="2" charset="-122"/>
            </a:endParaRPr>
          </a:p>
        </p:txBody>
      </p:sp>
      <p:sp>
        <p:nvSpPr>
          <p:cNvPr id="124959" name="Text Box 30"/>
          <p:cNvSpPr txBox="1"/>
          <p:nvPr/>
        </p:nvSpPr>
        <p:spPr>
          <a:xfrm>
            <a:off x="6581775" y="3165475"/>
            <a:ext cx="323850" cy="366713"/>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4</a:t>
            </a:r>
            <a:endParaRPr lang="en-US" altLang="zh-CN" i="0" dirty="0">
              <a:solidFill>
                <a:srgbClr val="FF0000"/>
              </a:solidFill>
              <a:latin typeface="Comic Sans MS" panose="030F0702030302020204" pitchFamily="66" charset="0"/>
              <a:ea typeface="宋体" panose="02010600030101010101" pitchFamily="2" charset="-122"/>
            </a:endParaRPr>
          </a:p>
        </p:txBody>
      </p:sp>
      <p:sp>
        <p:nvSpPr>
          <p:cNvPr id="124960" name="Text Box 31"/>
          <p:cNvSpPr txBox="1"/>
          <p:nvPr/>
        </p:nvSpPr>
        <p:spPr>
          <a:xfrm>
            <a:off x="6151563" y="3227388"/>
            <a:ext cx="323850" cy="366712"/>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5</a:t>
            </a:r>
            <a:endParaRPr lang="en-US" altLang="zh-CN" i="0" dirty="0">
              <a:solidFill>
                <a:srgbClr val="FF0000"/>
              </a:solidFill>
              <a:latin typeface="Comic Sans MS" panose="030F0702030302020204" pitchFamily="66" charset="0"/>
              <a:ea typeface="宋体" panose="02010600030101010101" pitchFamily="2" charset="-122"/>
            </a:endParaRPr>
          </a:p>
        </p:txBody>
      </p:sp>
      <p:sp>
        <p:nvSpPr>
          <p:cNvPr id="124961" name="Text Box 32"/>
          <p:cNvSpPr txBox="1"/>
          <p:nvPr/>
        </p:nvSpPr>
        <p:spPr>
          <a:xfrm>
            <a:off x="5892800" y="2830513"/>
            <a:ext cx="323850" cy="366712"/>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6</a:t>
            </a:r>
            <a:endParaRPr lang="en-US" altLang="zh-CN" i="0" dirty="0">
              <a:solidFill>
                <a:srgbClr val="FF0000"/>
              </a:solidFill>
              <a:latin typeface="Comic Sans MS" panose="030F0702030302020204" pitchFamily="66" charset="0"/>
              <a:ea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7"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26978"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26979"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Switch: self-learning</a:t>
            </a:r>
            <a:endParaRPr lang="en-US" altLang="zh-CN" dirty="0">
              <a:ea typeface="宋体" panose="02010600030101010101" pitchFamily="2" charset="-122"/>
            </a:endParaRPr>
          </a:p>
        </p:txBody>
      </p:sp>
      <p:sp>
        <p:nvSpPr>
          <p:cNvPr id="126980" name="Rectangle 3"/>
          <p:cNvSpPr>
            <a:spLocks noGrp="1"/>
          </p:cNvSpPr>
          <p:nvPr>
            <p:ph idx="1"/>
          </p:nvPr>
        </p:nvSpPr>
        <p:spPr>
          <a:xfrm>
            <a:off x="450850" y="1547813"/>
            <a:ext cx="4202113" cy="4114800"/>
          </a:xfrm>
          <a:ln/>
        </p:spPr>
        <p:txBody>
          <a:bodyPr vert="horz" wrap="square" lIns="91440" tIns="45720" rIns="91440" bIns="45720" anchor="t" anchorCtr="0"/>
          <a:p>
            <a:r>
              <a:rPr lang="en-US" altLang="zh-CN" sz="2400" dirty="0">
                <a:ea typeface="宋体" panose="02010600030101010101" pitchFamily="2" charset="-122"/>
              </a:rPr>
              <a:t>switch</a:t>
            </a:r>
            <a:r>
              <a:rPr lang="en-US" altLang="zh-CN" sz="2400" dirty="0">
                <a:solidFill>
                  <a:srgbClr val="FF0000"/>
                </a:solidFill>
                <a:ea typeface="宋体" panose="02010600030101010101" pitchFamily="2" charset="-122"/>
              </a:rPr>
              <a:t> </a:t>
            </a:r>
            <a:r>
              <a:rPr lang="en-US" altLang="zh-CN" sz="2400" i="1" dirty="0">
                <a:solidFill>
                  <a:srgbClr val="FF0000"/>
                </a:solidFill>
                <a:ea typeface="宋体" panose="02010600030101010101" pitchFamily="2" charset="-122"/>
              </a:rPr>
              <a:t>learns</a:t>
            </a:r>
            <a:r>
              <a:rPr lang="en-US" altLang="zh-CN" sz="2400" dirty="0">
                <a:ea typeface="宋体" panose="02010600030101010101" pitchFamily="2" charset="-122"/>
              </a:rPr>
              <a:t> which hosts can be reached through which interfaces</a:t>
            </a:r>
            <a:endParaRPr lang="en-US" altLang="zh-CN" sz="2400" dirty="0">
              <a:ea typeface="宋体" panose="02010600030101010101" pitchFamily="2" charset="-122"/>
            </a:endParaRPr>
          </a:p>
          <a:p>
            <a:pPr lvl="1"/>
            <a:r>
              <a:rPr lang="en-US" altLang="zh-CN" sz="2000" dirty="0">
                <a:ea typeface="宋体" panose="02010600030101010101" pitchFamily="2" charset="-122"/>
              </a:rPr>
              <a:t>when frame received, switch “learns”  location of sender: incoming LAN segment</a:t>
            </a:r>
            <a:endParaRPr lang="en-US" altLang="zh-CN" sz="2000" dirty="0">
              <a:ea typeface="宋体" panose="02010600030101010101" pitchFamily="2" charset="-122"/>
            </a:endParaRPr>
          </a:p>
          <a:p>
            <a:pPr lvl="1"/>
            <a:r>
              <a:rPr lang="en-US" altLang="zh-CN" sz="2000" dirty="0">
                <a:ea typeface="宋体" panose="02010600030101010101" pitchFamily="2" charset="-122"/>
              </a:rPr>
              <a:t>records sender/location pair in switch table</a:t>
            </a:r>
            <a:endParaRPr lang="en-US" altLang="zh-CN" sz="2000" dirty="0">
              <a:ea typeface="宋体" panose="02010600030101010101" pitchFamily="2" charset="-122"/>
            </a:endParaRPr>
          </a:p>
        </p:txBody>
      </p:sp>
      <p:graphicFrame>
        <p:nvGraphicFramePr>
          <p:cNvPr id="126981" name="Object 4"/>
          <p:cNvGraphicFramePr>
            <a:graphicFrameLocks noChangeAspect="1"/>
          </p:cNvGraphicFramePr>
          <p:nvPr/>
        </p:nvGraphicFramePr>
        <p:xfrm>
          <a:off x="5029200" y="2185988"/>
          <a:ext cx="611188" cy="520700"/>
        </p:xfrm>
        <a:graphic>
          <a:graphicData uri="http://schemas.openxmlformats.org/presentationml/2006/ole">
            <mc:AlternateContent xmlns:mc="http://schemas.openxmlformats.org/markup-compatibility/2006">
              <mc:Choice xmlns:v="urn:schemas-microsoft-com:vml" Requires="v">
                <p:oleObj spid="_x0000_s3147" name="" r:id="rId1" imgW="1307465" imgH="1083945" progId="MS_ClipArt_Gallery.2">
                  <p:embed/>
                </p:oleObj>
              </mc:Choice>
              <mc:Fallback>
                <p:oleObj name="" r:id="rId1" imgW="1307465" imgH="1083945" progId="MS_ClipArt_Gallery.2">
                  <p:embed/>
                  <p:pic>
                    <p:nvPicPr>
                      <p:cNvPr id="0" name="图片 3146"/>
                      <p:cNvPicPr/>
                      <p:nvPr/>
                    </p:nvPicPr>
                    <p:blipFill>
                      <a:blip r:embed="rId2"/>
                      <a:stretch>
                        <a:fillRect/>
                      </a:stretch>
                    </p:blipFill>
                    <p:spPr>
                      <a:xfrm>
                        <a:off x="5029200" y="2185988"/>
                        <a:ext cx="611188" cy="520700"/>
                      </a:xfrm>
                      <a:prstGeom prst="rect">
                        <a:avLst/>
                      </a:prstGeom>
                      <a:noFill/>
                      <a:ln w="38100">
                        <a:noFill/>
                        <a:miter/>
                      </a:ln>
                    </p:spPr>
                  </p:pic>
                </p:oleObj>
              </mc:Fallback>
            </mc:AlternateContent>
          </a:graphicData>
        </a:graphic>
      </p:graphicFrame>
      <p:graphicFrame>
        <p:nvGraphicFramePr>
          <p:cNvPr id="126982" name="Object 5"/>
          <p:cNvGraphicFramePr>
            <a:graphicFrameLocks noChangeAspect="1"/>
          </p:cNvGraphicFramePr>
          <p:nvPr/>
        </p:nvGraphicFramePr>
        <p:xfrm>
          <a:off x="7686675" y="3311525"/>
          <a:ext cx="611188" cy="520700"/>
        </p:xfrm>
        <a:graphic>
          <a:graphicData uri="http://schemas.openxmlformats.org/presentationml/2006/ole">
            <mc:AlternateContent xmlns:mc="http://schemas.openxmlformats.org/markup-compatibility/2006">
              <mc:Choice xmlns:v="urn:schemas-microsoft-com:vml" Requires="v">
                <p:oleObj spid="_x0000_s3145" name="" r:id="rId3" imgW="1307465" imgH="1083945" progId="MS_ClipArt_Gallery.2">
                  <p:embed/>
                </p:oleObj>
              </mc:Choice>
              <mc:Fallback>
                <p:oleObj name="" r:id="rId3" imgW="1307465" imgH="1083945" progId="MS_ClipArt_Gallery.2">
                  <p:embed/>
                  <p:pic>
                    <p:nvPicPr>
                      <p:cNvPr id="0" name="图片 3144"/>
                      <p:cNvPicPr/>
                      <p:nvPr/>
                    </p:nvPicPr>
                    <p:blipFill>
                      <a:blip r:embed="rId2"/>
                      <a:stretch>
                        <a:fillRect/>
                      </a:stretch>
                    </p:blipFill>
                    <p:spPr>
                      <a:xfrm>
                        <a:off x="7686675" y="3311525"/>
                        <a:ext cx="611188" cy="520700"/>
                      </a:xfrm>
                      <a:prstGeom prst="rect">
                        <a:avLst/>
                      </a:prstGeom>
                      <a:noFill/>
                      <a:ln w="38100">
                        <a:noFill/>
                        <a:miter/>
                      </a:ln>
                    </p:spPr>
                  </p:pic>
                </p:oleObj>
              </mc:Fallback>
            </mc:AlternateContent>
          </a:graphicData>
        </a:graphic>
      </p:graphicFrame>
      <p:sp>
        <p:nvSpPr>
          <p:cNvPr id="126983" name="Line 6"/>
          <p:cNvSpPr/>
          <p:nvPr/>
        </p:nvSpPr>
        <p:spPr>
          <a:xfrm>
            <a:off x="5575300" y="2582863"/>
            <a:ext cx="754063" cy="433387"/>
          </a:xfrm>
          <a:prstGeom prst="line">
            <a:avLst/>
          </a:prstGeom>
          <a:ln w="28575" cap="flat" cmpd="sng">
            <a:solidFill>
              <a:schemeClr val="tx1"/>
            </a:solidFill>
            <a:prstDash val="solid"/>
            <a:round/>
            <a:headEnd type="none" w="med" len="med"/>
            <a:tailEnd type="none" w="med" len="med"/>
          </a:ln>
        </p:spPr>
      </p:sp>
      <p:sp>
        <p:nvSpPr>
          <p:cNvPr id="126984" name="Line 7"/>
          <p:cNvSpPr/>
          <p:nvPr/>
        </p:nvSpPr>
        <p:spPr>
          <a:xfrm flipV="1">
            <a:off x="5637213" y="3200400"/>
            <a:ext cx="679450" cy="655638"/>
          </a:xfrm>
          <a:prstGeom prst="line">
            <a:avLst/>
          </a:prstGeom>
          <a:ln w="31750" cap="flat" cmpd="sng">
            <a:solidFill>
              <a:schemeClr val="tx1"/>
            </a:solidFill>
            <a:prstDash val="solid"/>
            <a:round/>
            <a:headEnd type="none" w="med" len="med"/>
            <a:tailEnd type="none" w="med" len="med"/>
          </a:ln>
        </p:spPr>
      </p:sp>
      <p:sp>
        <p:nvSpPr>
          <p:cNvPr id="126985" name="Line 8"/>
          <p:cNvSpPr/>
          <p:nvPr/>
        </p:nvSpPr>
        <p:spPr>
          <a:xfrm flipV="1">
            <a:off x="6761163" y="2533650"/>
            <a:ext cx="593725" cy="407988"/>
          </a:xfrm>
          <a:prstGeom prst="line">
            <a:avLst/>
          </a:prstGeom>
          <a:ln w="28575" cap="flat" cmpd="sng">
            <a:solidFill>
              <a:schemeClr val="tx1"/>
            </a:solidFill>
            <a:prstDash val="solid"/>
            <a:round/>
            <a:headEnd type="none" w="med" len="med"/>
            <a:tailEnd type="none" w="med" len="med"/>
          </a:ln>
        </p:spPr>
      </p:sp>
      <p:sp>
        <p:nvSpPr>
          <p:cNvPr id="126986" name="Line 9"/>
          <p:cNvSpPr/>
          <p:nvPr/>
        </p:nvSpPr>
        <p:spPr>
          <a:xfrm>
            <a:off x="6835775" y="3016250"/>
            <a:ext cx="939800" cy="395288"/>
          </a:xfrm>
          <a:prstGeom prst="line">
            <a:avLst/>
          </a:prstGeom>
          <a:ln w="28575" cap="flat" cmpd="sng">
            <a:solidFill>
              <a:schemeClr val="tx1"/>
            </a:solidFill>
            <a:prstDash val="solid"/>
            <a:round/>
            <a:headEnd type="none" w="med" len="med"/>
            <a:tailEnd type="none" w="med" len="med"/>
          </a:ln>
        </p:spPr>
      </p:sp>
      <p:graphicFrame>
        <p:nvGraphicFramePr>
          <p:cNvPr id="126987" name="Object 10"/>
          <p:cNvGraphicFramePr>
            <a:graphicFrameLocks noChangeAspect="1"/>
          </p:cNvGraphicFramePr>
          <p:nvPr/>
        </p:nvGraphicFramePr>
        <p:xfrm>
          <a:off x="5365750" y="3836988"/>
          <a:ext cx="611188" cy="520700"/>
        </p:xfrm>
        <a:graphic>
          <a:graphicData uri="http://schemas.openxmlformats.org/presentationml/2006/ole">
            <mc:AlternateContent xmlns:mc="http://schemas.openxmlformats.org/markup-compatibility/2006">
              <mc:Choice xmlns:v="urn:schemas-microsoft-com:vml" Requires="v">
                <p:oleObj spid="_x0000_s3142" name="" r:id="rId4" imgW="1307465" imgH="1083945" progId="MS_ClipArt_Gallery.2">
                  <p:embed/>
                </p:oleObj>
              </mc:Choice>
              <mc:Fallback>
                <p:oleObj name="" r:id="rId4" imgW="1307465" imgH="1083945" progId="MS_ClipArt_Gallery.2">
                  <p:embed/>
                  <p:pic>
                    <p:nvPicPr>
                      <p:cNvPr id="0" name="图片 3141"/>
                      <p:cNvPicPr/>
                      <p:nvPr/>
                    </p:nvPicPr>
                    <p:blipFill>
                      <a:blip r:embed="rId2"/>
                      <a:stretch>
                        <a:fillRect/>
                      </a:stretch>
                    </p:blipFill>
                    <p:spPr>
                      <a:xfrm>
                        <a:off x="5365750" y="3836988"/>
                        <a:ext cx="611188" cy="520700"/>
                      </a:xfrm>
                      <a:prstGeom prst="rect">
                        <a:avLst/>
                      </a:prstGeom>
                      <a:noFill/>
                      <a:ln w="38100">
                        <a:noFill/>
                        <a:miter/>
                      </a:ln>
                    </p:spPr>
                  </p:pic>
                </p:oleObj>
              </mc:Fallback>
            </mc:AlternateContent>
          </a:graphicData>
        </a:graphic>
      </p:graphicFrame>
      <p:graphicFrame>
        <p:nvGraphicFramePr>
          <p:cNvPr id="126988" name="Object 11"/>
          <p:cNvGraphicFramePr>
            <a:graphicFrameLocks noChangeAspect="1"/>
          </p:cNvGraphicFramePr>
          <p:nvPr/>
        </p:nvGraphicFramePr>
        <p:xfrm>
          <a:off x="7297738" y="2201863"/>
          <a:ext cx="611187" cy="520700"/>
        </p:xfrm>
        <a:graphic>
          <a:graphicData uri="http://schemas.openxmlformats.org/presentationml/2006/ole">
            <mc:AlternateContent xmlns:mc="http://schemas.openxmlformats.org/markup-compatibility/2006">
              <mc:Choice xmlns:v="urn:schemas-microsoft-com:vml" Requires="v">
                <p:oleObj spid="_x0000_s3146" name="" r:id="rId5" imgW="1307465" imgH="1083945" progId="MS_ClipArt_Gallery.2">
                  <p:embed/>
                </p:oleObj>
              </mc:Choice>
              <mc:Fallback>
                <p:oleObj name="" r:id="rId5" imgW="1307465" imgH="1083945" progId="MS_ClipArt_Gallery.2">
                  <p:embed/>
                  <p:pic>
                    <p:nvPicPr>
                      <p:cNvPr id="0" name="图片 3145"/>
                      <p:cNvPicPr/>
                      <p:nvPr/>
                    </p:nvPicPr>
                    <p:blipFill>
                      <a:blip r:embed="rId2"/>
                      <a:stretch>
                        <a:fillRect/>
                      </a:stretch>
                    </p:blipFill>
                    <p:spPr>
                      <a:xfrm>
                        <a:off x="7297738" y="2201863"/>
                        <a:ext cx="611187" cy="520700"/>
                      </a:xfrm>
                      <a:prstGeom prst="rect">
                        <a:avLst/>
                      </a:prstGeom>
                      <a:noFill/>
                      <a:ln w="38100">
                        <a:noFill/>
                        <a:miter/>
                      </a:ln>
                    </p:spPr>
                  </p:pic>
                </p:oleObj>
              </mc:Fallback>
            </mc:AlternateContent>
          </a:graphicData>
        </a:graphic>
      </p:graphicFrame>
      <p:graphicFrame>
        <p:nvGraphicFramePr>
          <p:cNvPr id="126989" name="Object 12"/>
          <p:cNvGraphicFramePr>
            <a:graphicFrameLocks noChangeAspect="1"/>
          </p:cNvGraphicFramePr>
          <p:nvPr/>
        </p:nvGraphicFramePr>
        <p:xfrm>
          <a:off x="6203950" y="1622425"/>
          <a:ext cx="611188" cy="520700"/>
        </p:xfrm>
        <a:graphic>
          <a:graphicData uri="http://schemas.openxmlformats.org/presentationml/2006/ole">
            <mc:AlternateContent xmlns:mc="http://schemas.openxmlformats.org/markup-compatibility/2006">
              <mc:Choice xmlns:v="urn:schemas-microsoft-com:vml" Requires="v">
                <p:oleObj spid="_x0000_s3143" name="" r:id="rId6" imgW="1307465" imgH="1083945" progId="MS_ClipArt_Gallery.2">
                  <p:embed/>
                </p:oleObj>
              </mc:Choice>
              <mc:Fallback>
                <p:oleObj name="" r:id="rId6" imgW="1307465" imgH="1083945" progId="MS_ClipArt_Gallery.2">
                  <p:embed/>
                  <p:pic>
                    <p:nvPicPr>
                      <p:cNvPr id="0" name="图片 3142"/>
                      <p:cNvPicPr/>
                      <p:nvPr/>
                    </p:nvPicPr>
                    <p:blipFill>
                      <a:blip r:embed="rId2"/>
                      <a:stretch>
                        <a:fillRect/>
                      </a:stretch>
                    </p:blipFill>
                    <p:spPr>
                      <a:xfrm>
                        <a:off x="6203950" y="1622425"/>
                        <a:ext cx="611188" cy="520700"/>
                      </a:xfrm>
                      <a:prstGeom prst="rect">
                        <a:avLst/>
                      </a:prstGeom>
                      <a:noFill/>
                      <a:ln w="38100">
                        <a:noFill/>
                        <a:miter/>
                      </a:ln>
                    </p:spPr>
                  </p:pic>
                </p:oleObj>
              </mc:Fallback>
            </mc:AlternateContent>
          </a:graphicData>
        </a:graphic>
      </p:graphicFrame>
      <p:sp>
        <p:nvSpPr>
          <p:cNvPr id="126990" name="Line 13"/>
          <p:cNvSpPr/>
          <p:nvPr/>
        </p:nvSpPr>
        <p:spPr>
          <a:xfrm flipH="1" flipV="1">
            <a:off x="6529388" y="2132013"/>
            <a:ext cx="11112" cy="781050"/>
          </a:xfrm>
          <a:prstGeom prst="line">
            <a:avLst/>
          </a:prstGeom>
          <a:ln w="28575" cap="flat" cmpd="sng">
            <a:solidFill>
              <a:schemeClr val="tx1"/>
            </a:solidFill>
            <a:prstDash val="solid"/>
            <a:round/>
            <a:headEnd type="none" w="med" len="med"/>
            <a:tailEnd type="none" w="med" len="med"/>
          </a:ln>
        </p:spPr>
      </p:sp>
      <p:graphicFrame>
        <p:nvGraphicFramePr>
          <p:cNvPr id="126991" name="Object 14"/>
          <p:cNvGraphicFramePr>
            <a:graphicFrameLocks noChangeAspect="1"/>
          </p:cNvGraphicFramePr>
          <p:nvPr/>
        </p:nvGraphicFramePr>
        <p:xfrm>
          <a:off x="6523038" y="3951288"/>
          <a:ext cx="611187" cy="520700"/>
        </p:xfrm>
        <a:graphic>
          <a:graphicData uri="http://schemas.openxmlformats.org/presentationml/2006/ole">
            <mc:AlternateContent xmlns:mc="http://schemas.openxmlformats.org/markup-compatibility/2006">
              <mc:Choice xmlns:v="urn:schemas-microsoft-com:vml" Requires="v">
                <p:oleObj spid="_x0000_s3144" name="" r:id="rId7" imgW="1307465" imgH="1083945" progId="MS_ClipArt_Gallery.2">
                  <p:embed/>
                </p:oleObj>
              </mc:Choice>
              <mc:Fallback>
                <p:oleObj name="" r:id="rId7" imgW="1307465" imgH="1083945" progId="MS_ClipArt_Gallery.2">
                  <p:embed/>
                  <p:pic>
                    <p:nvPicPr>
                      <p:cNvPr id="0" name="图片 3143"/>
                      <p:cNvPicPr/>
                      <p:nvPr/>
                    </p:nvPicPr>
                    <p:blipFill>
                      <a:blip r:embed="rId2"/>
                      <a:stretch>
                        <a:fillRect/>
                      </a:stretch>
                    </p:blipFill>
                    <p:spPr>
                      <a:xfrm>
                        <a:off x="6523038" y="3951288"/>
                        <a:ext cx="611187" cy="520700"/>
                      </a:xfrm>
                      <a:prstGeom prst="rect">
                        <a:avLst/>
                      </a:prstGeom>
                      <a:noFill/>
                      <a:ln w="38100">
                        <a:noFill/>
                        <a:miter/>
                      </a:ln>
                    </p:spPr>
                  </p:pic>
                </p:oleObj>
              </mc:Fallback>
            </mc:AlternateContent>
          </a:graphicData>
        </a:graphic>
      </p:graphicFrame>
      <p:sp>
        <p:nvSpPr>
          <p:cNvPr id="126992" name="Line 15"/>
          <p:cNvSpPr/>
          <p:nvPr/>
        </p:nvSpPr>
        <p:spPr>
          <a:xfrm flipH="1" flipV="1">
            <a:off x="6538913" y="3159125"/>
            <a:ext cx="204787" cy="808038"/>
          </a:xfrm>
          <a:prstGeom prst="line">
            <a:avLst/>
          </a:prstGeom>
          <a:ln w="28575" cap="flat" cmpd="sng">
            <a:solidFill>
              <a:schemeClr val="tx1"/>
            </a:solidFill>
            <a:prstDash val="solid"/>
            <a:round/>
            <a:headEnd type="none" w="med" len="med"/>
            <a:tailEnd type="none" w="med" len="med"/>
          </a:ln>
        </p:spPr>
      </p:sp>
      <p:sp>
        <p:nvSpPr>
          <p:cNvPr id="126993" name="Text Box 16"/>
          <p:cNvSpPr txBox="1"/>
          <p:nvPr/>
        </p:nvSpPr>
        <p:spPr>
          <a:xfrm>
            <a:off x="6411913" y="1243013"/>
            <a:ext cx="350837"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A</a:t>
            </a:r>
            <a:endParaRPr lang="en-US" altLang="zh-CN" i="0" dirty="0">
              <a:latin typeface="Comic Sans MS" panose="030F0702030302020204" pitchFamily="66" charset="0"/>
              <a:ea typeface="宋体" panose="02010600030101010101" pitchFamily="2" charset="-122"/>
            </a:endParaRPr>
          </a:p>
        </p:txBody>
      </p:sp>
      <p:sp>
        <p:nvSpPr>
          <p:cNvPr id="126994" name="Text Box 17"/>
          <p:cNvSpPr txBox="1"/>
          <p:nvPr/>
        </p:nvSpPr>
        <p:spPr>
          <a:xfrm>
            <a:off x="6605588" y="4502150"/>
            <a:ext cx="392112"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A’</a:t>
            </a:r>
            <a:endParaRPr lang="en-US" altLang="zh-CN" i="0" dirty="0">
              <a:latin typeface="Comic Sans MS" panose="030F0702030302020204" pitchFamily="66" charset="0"/>
              <a:ea typeface="宋体" panose="02010600030101010101" pitchFamily="2" charset="-122"/>
            </a:endParaRPr>
          </a:p>
        </p:txBody>
      </p:sp>
      <p:sp>
        <p:nvSpPr>
          <p:cNvPr id="126995" name="Text Box 18"/>
          <p:cNvSpPr txBox="1"/>
          <p:nvPr/>
        </p:nvSpPr>
        <p:spPr>
          <a:xfrm>
            <a:off x="7827963" y="1912938"/>
            <a:ext cx="328612"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B</a:t>
            </a:r>
            <a:endParaRPr lang="en-US" altLang="zh-CN" i="0" dirty="0">
              <a:latin typeface="Comic Sans MS" panose="030F0702030302020204" pitchFamily="66" charset="0"/>
              <a:ea typeface="宋体" panose="02010600030101010101" pitchFamily="2" charset="-122"/>
            </a:endParaRPr>
          </a:p>
        </p:txBody>
      </p:sp>
      <p:sp>
        <p:nvSpPr>
          <p:cNvPr id="126996" name="Text Box 19"/>
          <p:cNvSpPr txBox="1"/>
          <p:nvPr/>
        </p:nvSpPr>
        <p:spPr>
          <a:xfrm>
            <a:off x="5497513" y="4398963"/>
            <a:ext cx="369887"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B’</a:t>
            </a:r>
            <a:endParaRPr lang="en-US" altLang="zh-CN" i="0" dirty="0">
              <a:latin typeface="Comic Sans MS" panose="030F0702030302020204" pitchFamily="66" charset="0"/>
              <a:ea typeface="宋体" panose="02010600030101010101" pitchFamily="2" charset="-122"/>
            </a:endParaRPr>
          </a:p>
        </p:txBody>
      </p:sp>
      <p:sp>
        <p:nvSpPr>
          <p:cNvPr id="126997" name="Text Box 20"/>
          <p:cNvSpPr txBox="1"/>
          <p:nvPr/>
        </p:nvSpPr>
        <p:spPr>
          <a:xfrm>
            <a:off x="7918450" y="3779838"/>
            <a:ext cx="322263"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C</a:t>
            </a:r>
            <a:endParaRPr lang="en-US" altLang="zh-CN" i="0" dirty="0">
              <a:latin typeface="Comic Sans MS" panose="030F0702030302020204" pitchFamily="66" charset="0"/>
              <a:ea typeface="宋体" panose="02010600030101010101" pitchFamily="2" charset="-122"/>
            </a:endParaRPr>
          </a:p>
        </p:txBody>
      </p:sp>
      <p:sp>
        <p:nvSpPr>
          <p:cNvPr id="126998" name="Text Box 21"/>
          <p:cNvSpPr txBox="1"/>
          <p:nvPr/>
        </p:nvSpPr>
        <p:spPr>
          <a:xfrm>
            <a:off x="5006975" y="1860550"/>
            <a:ext cx="363538"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C’</a:t>
            </a:r>
            <a:endParaRPr lang="en-US" altLang="zh-CN" i="0" dirty="0">
              <a:latin typeface="Comic Sans MS" panose="030F0702030302020204" pitchFamily="66" charset="0"/>
              <a:ea typeface="宋体" panose="02010600030101010101" pitchFamily="2" charset="-122"/>
            </a:endParaRPr>
          </a:p>
        </p:txBody>
      </p:sp>
      <p:grpSp>
        <p:nvGrpSpPr>
          <p:cNvPr id="126999" name="Group 22"/>
          <p:cNvGrpSpPr/>
          <p:nvPr/>
        </p:nvGrpSpPr>
        <p:grpSpPr>
          <a:xfrm>
            <a:off x="6145213" y="2936875"/>
            <a:ext cx="720725" cy="279400"/>
            <a:chOff x="3913" y="3140"/>
            <a:chExt cx="454" cy="176"/>
          </a:xfrm>
        </p:grpSpPr>
        <p:sp>
          <p:nvSpPr>
            <p:cNvPr id="127000" name="Rectangle 23"/>
            <p:cNvSpPr/>
            <p:nvPr/>
          </p:nvSpPr>
          <p:spPr>
            <a:xfrm>
              <a:off x="3913" y="3228"/>
              <a:ext cx="407" cy="88"/>
            </a:xfrm>
            <a:prstGeom prst="rect">
              <a:avLst/>
            </a:prstGeom>
            <a:solidFill>
              <a:schemeClr val="hlink"/>
            </a:solidFill>
            <a:ln w="9525"/>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27001" name="Freeform 24"/>
            <p:cNvSpPr/>
            <p:nvPr/>
          </p:nvSpPr>
          <p:spPr>
            <a:xfrm>
              <a:off x="3958" y="3145"/>
              <a:ext cx="409" cy="68"/>
            </a:xfrm>
            <a:custGeom>
              <a:avLst/>
              <a:gdLst/>
              <a:ahLst/>
              <a:cxnLst>
                <a:cxn ang="0">
                  <a:pos x="0" y="92"/>
                </a:cxn>
                <a:cxn ang="0">
                  <a:pos x="245" y="91"/>
                </a:cxn>
                <a:cxn ang="0">
                  <a:pos x="1455" y="0"/>
                </a:cxn>
                <a:cxn ang="0">
                  <a:pos x="1861" y="0"/>
                </a:cxn>
              </a:cxnLst>
              <a:pathLst>
                <a:path w="280" h="63">
                  <a:moveTo>
                    <a:pt x="0" y="63"/>
                  </a:moveTo>
                  <a:lnTo>
                    <a:pt x="37" y="62"/>
                  </a:lnTo>
                  <a:lnTo>
                    <a:pt x="219" y="0"/>
                  </a:lnTo>
                  <a:lnTo>
                    <a:pt x="280"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127002" name="Freeform 25"/>
            <p:cNvSpPr/>
            <p:nvPr/>
          </p:nvSpPr>
          <p:spPr>
            <a:xfrm>
              <a:off x="4044" y="3140"/>
              <a:ext cx="251" cy="75"/>
            </a:xfrm>
            <a:custGeom>
              <a:avLst/>
              <a:gdLst/>
              <a:ahLst/>
              <a:cxnLst>
                <a:cxn ang="0">
                  <a:pos x="0" y="0"/>
                </a:cxn>
                <a:cxn ang="0">
                  <a:pos x="561" y="0"/>
                </a:cxn>
                <a:cxn ang="0">
                  <a:pos x="1430" y="79"/>
                </a:cxn>
                <a:cxn ang="0">
                  <a:pos x="2076" y="79"/>
                </a:cxn>
              </a:cxnLst>
              <a:pathLst>
                <a:path w="148" h="74">
                  <a:moveTo>
                    <a:pt x="0" y="0"/>
                  </a:moveTo>
                  <a:lnTo>
                    <a:pt x="40" y="0"/>
                  </a:lnTo>
                  <a:lnTo>
                    <a:pt x="102" y="74"/>
                  </a:lnTo>
                  <a:lnTo>
                    <a:pt x="148" y="74"/>
                  </a:lnTo>
                </a:path>
              </a:pathLst>
            </a:custGeom>
            <a:noFill/>
            <a:ln w="19050" cap="flat" cmpd="sng">
              <a:solidFill>
                <a:schemeClr val="tx1"/>
              </a:solidFill>
              <a:prstDash val="solid"/>
              <a:round/>
              <a:headEnd type="none" w="med" len="med"/>
              <a:tailEnd type="none" w="med" len="med"/>
            </a:ln>
          </p:spPr>
          <p:txBody>
            <a:bodyPr/>
            <a:p>
              <a:endParaRPr lang="zh-CN" altLang="en-US"/>
            </a:p>
          </p:txBody>
        </p:sp>
      </p:grpSp>
      <p:sp>
        <p:nvSpPr>
          <p:cNvPr id="127003" name="Text Box 26"/>
          <p:cNvSpPr txBox="1"/>
          <p:nvPr/>
        </p:nvSpPr>
        <p:spPr>
          <a:xfrm>
            <a:off x="6286500" y="2606675"/>
            <a:ext cx="287338" cy="366713"/>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1</a:t>
            </a:r>
            <a:endParaRPr lang="en-US" altLang="zh-CN" i="0" dirty="0">
              <a:solidFill>
                <a:srgbClr val="FF0000"/>
              </a:solidFill>
              <a:latin typeface="Comic Sans MS" panose="030F0702030302020204" pitchFamily="66" charset="0"/>
              <a:ea typeface="宋体" panose="02010600030101010101" pitchFamily="2" charset="-122"/>
            </a:endParaRPr>
          </a:p>
        </p:txBody>
      </p:sp>
      <p:sp>
        <p:nvSpPr>
          <p:cNvPr id="127004" name="Text Box 27"/>
          <p:cNvSpPr txBox="1"/>
          <p:nvPr/>
        </p:nvSpPr>
        <p:spPr>
          <a:xfrm>
            <a:off x="6619875" y="2632075"/>
            <a:ext cx="323850" cy="366713"/>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2</a:t>
            </a:r>
            <a:endParaRPr lang="en-US" altLang="zh-CN" i="0" dirty="0">
              <a:solidFill>
                <a:srgbClr val="FF0000"/>
              </a:solidFill>
              <a:latin typeface="Comic Sans MS" panose="030F0702030302020204" pitchFamily="66" charset="0"/>
              <a:ea typeface="宋体" panose="02010600030101010101" pitchFamily="2" charset="-122"/>
            </a:endParaRPr>
          </a:p>
        </p:txBody>
      </p:sp>
      <p:sp>
        <p:nvSpPr>
          <p:cNvPr id="127005" name="Text Box 28"/>
          <p:cNvSpPr txBox="1"/>
          <p:nvPr/>
        </p:nvSpPr>
        <p:spPr>
          <a:xfrm>
            <a:off x="6897688" y="2784475"/>
            <a:ext cx="323850" cy="366713"/>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3</a:t>
            </a:r>
            <a:endParaRPr lang="en-US" altLang="zh-CN" i="0" dirty="0">
              <a:solidFill>
                <a:srgbClr val="FF0000"/>
              </a:solidFill>
              <a:latin typeface="Comic Sans MS" panose="030F0702030302020204" pitchFamily="66" charset="0"/>
              <a:ea typeface="宋体" panose="02010600030101010101" pitchFamily="2" charset="-122"/>
            </a:endParaRPr>
          </a:p>
        </p:txBody>
      </p:sp>
      <p:sp>
        <p:nvSpPr>
          <p:cNvPr id="127006" name="Text Box 29"/>
          <p:cNvSpPr txBox="1"/>
          <p:nvPr/>
        </p:nvSpPr>
        <p:spPr>
          <a:xfrm>
            <a:off x="6581775" y="3165475"/>
            <a:ext cx="323850" cy="366713"/>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4</a:t>
            </a:r>
            <a:endParaRPr lang="en-US" altLang="zh-CN" i="0" dirty="0">
              <a:solidFill>
                <a:srgbClr val="FF0000"/>
              </a:solidFill>
              <a:latin typeface="Comic Sans MS" panose="030F0702030302020204" pitchFamily="66" charset="0"/>
              <a:ea typeface="宋体" panose="02010600030101010101" pitchFamily="2" charset="-122"/>
            </a:endParaRPr>
          </a:p>
        </p:txBody>
      </p:sp>
      <p:sp>
        <p:nvSpPr>
          <p:cNvPr id="127007" name="Text Box 30"/>
          <p:cNvSpPr txBox="1"/>
          <p:nvPr/>
        </p:nvSpPr>
        <p:spPr>
          <a:xfrm>
            <a:off x="6151563" y="3227388"/>
            <a:ext cx="323850" cy="366712"/>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5</a:t>
            </a:r>
            <a:endParaRPr lang="en-US" altLang="zh-CN" i="0" dirty="0">
              <a:solidFill>
                <a:srgbClr val="FF0000"/>
              </a:solidFill>
              <a:latin typeface="Comic Sans MS" panose="030F0702030302020204" pitchFamily="66" charset="0"/>
              <a:ea typeface="宋体" panose="02010600030101010101" pitchFamily="2" charset="-122"/>
            </a:endParaRPr>
          </a:p>
        </p:txBody>
      </p:sp>
      <p:sp>
        <p:nvSpPr>
          <p:cNvPr id="127008" name="Text Box 31"/>
          <p:cNvSpPr txBox="1"/>
          <p:nvPr/>
        </p:nvSpPr>
        <p:spPr>
          <a:xfrm>
            <a:off x="5892800" y="2830513"/>
            <a:ext cx="323850" cy="366712"/>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6</a:t>
            </a:r>
            <a:endParaRPr lang="en-US" altLang="zh-CN" i="0" dirty="0">
              <a:solidFill>
                <a:srgbClr val="FF0000"/>
              </a:solidFill>
              <a:latin typeface="Comic Sans MS" panose="030F0702030302020204" pitchFamily="66" charset="0"/>
              <a:ea typeface="宋体" panose="02010600030101010101" pitchFamily="2" charset="-122"/>
            </a:endParaRPr>
          </a:p>
        </p:txBody>
      </p:sp>
      <p:grpSp>
        <p:nvGrpSpPr>
          <p:cNvPr id="420900" name="Group 36"/>
          <p:cNvGrpSpPr/>
          <p:nvPr/>
        </p:nvGrpSpPr>
        <p:grpSpPr>
          <a:xfrm>
            <a:off x="6778625" y="1223963"/>
            <a:ext cx="1428750" cy="366712"/>
            <a:chOff x="1750" y="3514"/>
            <a:chExt cx="900" cy="231"/>
          </a:xfrm>
        </p:grpSpPr>
        <p:sp>
          <p:nvSpPr>
            <p:cNvPr id="127010" name="Rectangle 32"/>
            <p:cNvSpPr/>
            <p:nvPr/>
          </p:nvSpPr>
          <p:spPr>
            <a:xfrm>
              <a:off x="1771" y="3542"/>
              <a:ext cx="879" cy="16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27011" name="Text Box 33"/>
            <p:cNvSpPr txBox="1"/>
            <p:nvPr/>
          </p:nvSpPr>
          <p:spPr>
            <a:xfrm>
              <a:off x="1750" y="3514"/>
              <a:ext cx="395" cy="231"/>
            </a:xfrm>
            <a:prstGeom prst="rect">
              <a:avLst/>
            </a:prstGeom>
            <a:noFill/>
            <a:ln w="9525">
              <a:noFill/>
            </a:ln>
          </p:spPr>
          <p:txBody>
            <a:bodyPr wrap="none" anchor="t" anchorCtr="0">
              <a:spAutoFit/>
            </a:bodyPr>
            <a:p>
              <a:pPr eaLnBrk="0" hangingPunct="0">
                <a:buClrTx/>
                <a:buFontTx/>
              </a:pPr>
              <a:r>
                <a:rPr lang="en-US" altLang="zh-CN" i="0" dirty="0">
                  <a:solidFill>
                    <a:schemeClr val="bg1"/>
                  </a:solidFill>
                  <a:latin typeface="Comic Sans MS" panose="030F0702030302020204" pitchFamily="66" charset="0"/>
                  <a:ea typeface="宋体" panose="02010600030101010101" pitchFamily="2" charset="-122"/>
                </a:rPr>
                <a:t>A A’</a:t>
              </a:r>
              <a:endParaRPr lang="en-US" altLang="zh-CN" i="0" dirty="0">
                <a:solidFill>
                  <a:schemeClr val="bg1"/>
                </a:solidFill>
                <a:latin typeface="Comic Sans MS" panose="030F0702030302020204" pitchFamily="66" charset="0"/>
                <a:ea typeface="宋体" panose="02010600030101010101" pitchFamily="2" charset="-122"/>
              </a:endParaRPr>
            </a:p>
          </p:txBody>
        </p:sp>
        <p:sp>
          <p:nvSpPr>
            <p:cNvPr id="127012" name="Line 34"/>
            <p:cNvSpPr/>
            <p:nvPr/>
          </p:nvSpPr>
          <p:spPr>
            <a:xfrm>
              <a:off x="1936" y="3535"/>
              <a:ext cx="0" cy="166"/>
            </a:xfrm>
            <a:prstGeom prst="line">
              <a:avLst/>
            </a:prstGeom>
            <a:ln w="9525" cap="flat" cmpd="sng">
              <a:solidFill>
                <a:schemeClr val="tx1"/>
              </a:solidFill>
              <a:prstDash val="solid"/>
              <a:round/>
              <a:headEnd type="none" w="med" len="med"/>
              <a:tailEnd type="none" w="med" len="med"/>
            </a:ln>
          </p:spPr>
        </p:sp>
        <p:sp>
          <p:nvSpPr>
            <p:cNvPr id="127013" name="Line 35"/>
            <p:cNvSpPr/>
            <p:nvPr/>
          </p:nvSpPr>
          <p:spPr>
            <a:xfrm>
              <a:off x="2116" y="3540"/>
              <a:ext cx="0" cy="166"/>
            </a:xfrm>
            <a:prstGeom prst="line">
              <a:avLst/>
            </a:prstGeom>
            <a:ln w="9525" cap="flat" cmpd="sng">
              <a:solidFill>
                <a:schemeClr val="tx1"/>
              </a:solidFill>
              <a:prstDash val="solid"/>
              <a:round/>
              <a:headEnd type="none" w="med" len="med"/>
              <a:tailEnd type="none" w="med" len="med"/>
            </a:ln>
          </p:spPr>
        </p:sp>
      </p:grpSp>
      <p:grpSp>
        <p:nvGrpSpPr>
          <p:cNvPr id="420905" name="Group 41"/>
          <p:cNvGrpSpPr/>
          <p:nvPr/>
        </p:nvGrpSpPr>
        <p:grpSpPr>
          <a:xfrm>
            <a:off x="6994525" y="525463"/>
            <a:ext cx="1498600" cy="714375"/>
            <a:chOff x="4406" y="331"/>
            <a:chExt cx="944" cy="450"/>
          </a:xfrm>
        </p:grpSpPr>
        <p:sp>
          <p:nvSpPr>
            <p:cNvPr id="127015" name="Line 37"/>
            <p:cNvSpPr/>
            <p:nvPr/>
          </p:nvSpPr>
          <p:spPr>
            <a:xfrm flipV="1">
              <a:off x="4406" y="439"/>
              <a:ext cx="252" cy="339"/>
            </a:xfrm>
            <a:prstGeom prst="line">
              <a:avLst/>
            </a:prstGeom>
            <a:ln w="9525" cap="flat" cmpd="sng">
              <a:solidFill>
                <a:schemeClr val="tx1"/>
              </a:solidFill>
              <a:prstDash val="solid"/>
              <a:round/>
              <a:headEnd type="triangle" w="med" len="med"/>
              <a:tailEnd type="none" w="med" len="med"/>
            </a:ln>
          </p:spPr>
        </p:sp>
        <p:sp>
          <p:nvSpPr>
            <p:cNvPr id="127016" name="Line 38"/>
            <p:cNvSpPr/>
            <p:nvPr/>
          </p:nvSpPr>
          <p:spPr>
            <a:xfrm flipV="1">
              <a:off x="4524" y="594"/>
              <a:ext cx="137" cy="187"/>
            </a:xfrm>
            <a:prstGeom prst="line">
              <a:avLst/>
            </a:prstGeom>
            <a:ln w="9525" cap="flat" cmpd="sng">
              <a:solidFill>
                <a:schemeClr val="tx1"/>
              </a:solidFill>
              <a:prstDash val="solid"/>
              <a:round/>
              <a:headEnd type="triangle" w="med" len="med"/>
              <a:tailEnd type="none" w="med" len="med"/>
            </a:ln>
          </p:spPr>
        </p:sp>
        <p:sp>
          <p:nvSpPr>
            <p:cNvPr id="127017" name="Text Box 39"/>
            <p:cNvSpPr txBox="1"/>
            <p:nvPr/>
          </p:nvSpPr>
          <p:spPr>
            <a:xfrm>
              <a:off x="4643" y="331"/>
              <a:ext cx="707" cy="212"/>
            </a:xfrm>
            <a:prstGeom prst="rect">
              <a:avLst/>
            </a:prstGeom>
            <a:noFill/>
            <a:ln w="9525">
              <a:noFill/>
            </a:ln>
          </p:spPr>
          <p:txBody>
            <a:bodyPr wrap="none" anchor="t" anchorCtr="0">
              <a:spAutoFit/>
            </a:bodyPr>
            <a:p>
              <a:pPr eaLnBrk="0" hangingPunct="0">
                <a:buClrTx/>
                <a:buFontTx/>
              </a:pPr>
              <a:r>
                <a:rPr lang="en-US" altLang="zh-CN" sz="1600" i="0" dirty="0">
                  <a:latin typeface="Comic Sans MS" panose="030F0702030302020204" pitchFamily="66" charset="0"/>
                  <a:ea typeface="宋体" panose="02010600030101010101" pitchFamily="2" charset="-122"/>
                </a:rPr>
                <a:t>Source: A</a:t>
              </a:r>
              <a:endParaRPr lang="en-US" altLang="zh-CN" sz="1600" i="0" dirty="0">
                <a:latin typeface="Comic Sans MS" panose="030F0702030302020204" pitchFamily="66" charset="0"/>
                <a:ea typeface="宋体" panose="02010600030101010101" pitchFamily="2" charset="-122"/>
              </a:endParaRPr>
            </a:p>
          </p:txBody>
        </p:sp>
        <p:sp>
          <p:nvSpPr>
            <p:cNvPr id="127018" name="Text Box 40"/>
            <p:cNvSpPr txBox="1"/>
            <p:nvPr/>
          </p:nvSpPr>
          <p:spPr>
            <a:xfrm>
              <a:off x="4660" y="492"/>
              <a:ext cx="593" cy="212"/>
            </a:xfrm>
            <a:prstGeom prst="rect">
              <a:avLst/>
            </a:prstGeom>
            <a:noFill/>
            <a:ln w="9525">
              <a:noFill/>
            </a:ln>
          </p:spPr>
          <p:txBody>
            <a:bodyPr wrap="none" anchor="t" anchorCtr="0">
              <a:spAutoFit/>
            </a:bodyPr>
            <a:p>
              <a:pPr eaLnBrk="0" hangingPunct="0">
                <a:buClrTx/>
                <a:buFontTx/>
              </a:pPr>
              <a:r>
                <a:rPr lang="en-US" altLang="zh-CN" sz="1600" i="0" dirty="0">
                  <a:latin typeface="Comic Sans MS" panose="030F0702030302020204" pitchFamily="66" charset="0"/>
                  <a:ea typeface="宋体" panose="02010600030101010101" pitchFamily="2" charset="-122"/>
                </a:rPr>
                <a:t>Dest: A’</a:t>
              </a:r>
              <a:endParaRPr lang="en-US" altLang="zh-CN" sz="1600" i="0" dirty="0">
                <a:latin typeface="Comic Sans MS" panose="030F0702030302020204" pitchFamily="66" charset="0"/>
                <a:ea typeface="宋体" panose="02010600030101010101" pitchFamily="2" charset="-122"/>
              </a:endParaRPr>
            </a:p>
          </p:txBody>
        </p:sp>
      </p:grpSp>
      <p:grpSp>
        <p:nvGrpSpPr>
          <p:cNvPr id="420911" name="Group 47"/>
          <p:cNvGrpSpPr/>
          <p:nvPr/>
        </p:nvGrpSpPr>
        <p:grpSpPr>
          <a:xfrm>
            <a:off x="3336925" y="4937125"/>
            <a:ext cx="3035300" cy="1444625"/>
            <a:chOff x="3441" y="3154"/>
            <a:chExt cx="1912" cy="910"/>
          </a:xfrm>
        </p:grpSpPr>
        <p:sp>
          <p:nvSpPr>
            <p:cNvPr id="127020" name="Rectangle 43"/>
            <p:cNvSpPr/>
            <p:nvPr/>
          </p:nvSpPr>
          <p:spPr>
            <a:xfrm>
              <a:off x="3449" y="3154"/>
              <a:ext cx="1893" cy="907"/>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27021" name="Text Box 42"/>
            <p:cNvSpPr txBox="1"/>
            <p:nvPr/>
          </p:nvSpPr>
          <p:spPr>
            <a:xfrm>
              <a:off x="3441" y="3175"/>
              <a:ext cx="1912" cy="231"/>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MAC addr  interface   TTL</a:t>
              </a:r>
              <a:endParaRPr lang="en-US" altLang="zh-CN" i="0" dirty="0">
                <a:latin typeface="Comic Sans MS" panose="030F0702030302020204" pitchFamily="66" charset="0"/>
                <a:ea typeface="宋体" panose="02010600030101010101" pitchFamily="2" charset="-122"/>
              </a:endParaRPr>
            </a:p>
          </p:txBody>
        </p:sp>
        <p:sp>
          <p:nvSpPr>
            <p:cNvPr id="127022" name="Line 44"/>
            <p:cNvSpPr/>
            <p:nvPr/>
          </p:nvSpPr>
          <p:spPr>
            <a:xfrm>
              <a:off x="4226" y="3154"/>
              <a:ext cx="0" cy="907"/>
            </a:xfrm>
            <a:prstGeom prst="line">
              <a:avLst/>
            </a:prstGeom>
            <a:ln w="9525" cap="flat" cmpd="sng">
              <a:solidFill>
                <a:schemeClr val="tx1"/>
              </a:solidFill>
              <a:prstDash val="solid"/>
              <a:round/>
              <a:headEnd type="none" w="med" len="med"/>
              <a:tailEnd type="none" w="med" len="med"/>
            </a:ln>
          </p:spPr>
        </p:sp>
        <p:sp>
          <p:nvSpPr>
            <p:cNvPr id="127023" name="Line 45"/>
            <p:cNvSpPr/>
            <p:nvPr/>
          </p:nvSpPr>
          <p:spPr>
            <a:xfrm>
              <a:off x="4963" y="3157"/>
              <a:ext cx="0" cy="907"/>
            </a:xfrm>
            <a:prstGeom prst="line">
              <a:avLst/>
            </a:prstGeom>
            <a:ln w="9525" cap="flat" cmpd="sng">
              <a:solidFill>
                <a:schemeClr val="tx1"/>
              </a:solidFill>
              <a:prstDash val="solid"/>
              <a:round/>
              <a:headEnd type="none" w="med" len="med"/>
              <a:tailEnd type="none" w="med" len="med"/>
            </a:ln>
          </p:spPr>
        </p:sp>
        <p:sp>
          <p:nvSpPr>
            <p:cNvPr id="127024" name="Line 46"/>
            <p:cNvSpPr/>
            <p:nvPr/>
          </p:nvSpPr>
          <p:spPr>
            <a:xfrm>
              <a:off x="3452" y="3397"/>
              <a:ext cx="1886" cy="0"/>
            </a:xfrm>
            <a:prstGeom prst="line">
              <a:avLst/>
            </a:prstGeom>
            <a:ln w="9525" cap="flat" cmpd="sng">
              <a:solidFill>
                <a:schemeClr val="tx1"/>
              </a:solidFill>
              <a:prstDash val="solid"/>
              <a:round/>
              <a:headEnd type="none" w="med" len="med"/>
              <a:tailEnd type="none" w="med" len="med"/>
            </a:ln>
          </p:spPr>
        </p:sp>
      </p:grpSp>
      <p:sp>
        <p:nvSpPr>
          <p:cNvPr id="420912" name="Text Box 48"/>
          <p:cNvSpPr txBox="1"/>
          <p:nvPr/>
        </p:nvSpPr>
        <p:spPr>
          <a:xfrm>
            <a:off x="6400800" y="5326063"/>
            <a:ext cx="1851025" cy="641350"/>
          </a:xfrm>
          <a:prstGeom prst="rect">
            <a:avLst/>
          </a:prstGeom>
          <a:noFill/>
          <a:ln w="9525">
            <a:noFill/>
          </a:ln>
        </p:spPr>
        <p:txBody>
          <a:bodyPr wrap="none" anchor="t" anchorCtr="0">
            <a:spAutoFit/>
          </a:bodyPr>
          <a:p>
            <a:pPr algn="ctr" eaLnBrk="0" hangingPunct="0">
              <a:buClrTx/>
              <a:buFontTx/>
            </a:pPr>
            <a:r>
              <a:rPr lang="en-US" altLang="zh-CN" dirty="0">
                <a:latin typeface="Comic Sans MS" panose="030F0702030302020204" pitchFamily="66" charset="0"/>
                <a:ea typeface="宋体" panose="02010600030101010101" pitchFamily="2" charset="-122"/>
              </a:rPr>
              <a:t>Switch table </a:t>
            </a:r>
            <a:endParaRPr lang="en-US" altLang="zh-CN" dirty="0">
              <a:latin typeface="Comic Sans MS" panose="030F0702030302020204" pitchFamily="66" charset="0"/>
              <a:ea typeface="宋体" panose="02010600030101010101" pitchFamily="2" charset="-122"/>
            </a:endParaRPr>
          </a:p>
          <a:p>
            <a:pPr algn="ctr" eaLnBrk="0" hangingPunct="0">
              <a:buClrTx/>
              <a:buFontTx/>
            </a:pPr>
            <a:r>
              <a:rPr lang="en-US" altLang="zh-CN" dirty="0">
                <a:latin typeface="Comic Sans MS" panose="030F0702030302020204" pitchFamily="66" charset="0"/>
                <a:ea typeface="宋体" panose="02010600030101010101" pitchFamily="2" charset="-122"/>
              </a:rPr>
              <a:t>(initially empty)</a:t>
            </a:r>
            <a:endParaRPr lang="en-US" altLang="zh-CN" dirty="0">
              <a:latin typeface="Comic Sans MS" panose="030F0702030302020204" pitchFamily="66" charset="0"/>
              <a:ea typeface="宋体" panose="02010600030101010101" pitchFamily="2" charset="-122"/>
            </a:endParaRPr>
          </a:p>
        </p:txBody>
      </p:sp>
      <p:grpSp>
        <p:nvGrpSpPr>
          <p:cNvPr id="420917" name="Group 53"/>
          <p:cNvGrpSpPr/>
          <p:nvPr/>
        </p:nvGrpSpPr>
        <p:grpSpPr>
          <a:xfrm>
            <a:off x="3771900" y="5370513"/>
            <a:ext cx="2493963" cy="374650"/>
            <a:chOff x="2376" y="3383"/>
            <a:chExt cx="1571" cy="236"/>
          </a:xfrm>
        </p:grpSpPr>
        <p:sp>
          <p:nvSpPr>
            <p:cNvPr id="127027" name="Text Box 49"/>
            <p:cNvSpPr txBox="1"/>
            <p:nvPr/>
          </p:nvSpPr>
          <p:spPr>
            <a:xfrm>
              <a:off x="2376" y="3388"/>
              <a:ext cx="221"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A</a:t>
              </a:r>
              <a:endParaRPr lang="en-US" altLang="zh-CN" dirty="0">
                <a:latin typeface="Comic Sans MS" panose="030F0702030302020204" pitchFamily="66" charset="0"/>
                <a:ea typeface="宋体" panose="02010600030101010101" pitchFamily="2" charset="-122"/>
              </a:endParaRPr>
            </a:p>
          </p:txBody>
        </p:sp>
        <p:sp>
          <p:nvSpPr>
            <p:cNvPr id="127028" name="Text Box 50"/>
            <p:cNvSpPr txBox="1"/>
            <p:nvPr/>
          </p:nvSpPr>
          <p:spPr>
            <a:xfrm>
              <a:off x="3133" y="3387"/>
              <a:ext cx="181"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1</a:t>
              </a:r>
              <a:endParaRPr lang="en-US" altLang="zh-CN" dirty="0">
                <a:latin typeface="Comic Sans MS" panose="030F0702030302020204" pitchFamily="66" charset="0"/>
                <a:ea typeface="宋体" panose="02010600030101010101" pitchFamily="2" charset="-122"/>
              </a:endParaRPr>
            </a:p>
          </p:txBody>
        </p:sp>
        <p:sp>
          <p:nvSpPr>
            <p:cNvPr id="127029" name="Text Box 51"/>
            <p:cNvSpPr txBox="1"/>
            <p:nvPr/>
          </p:nvSpPr>
          <p:spPr>
            <a:xfrm>
              <a:off x="3655" y="3383"/>
              <a:ext cx="292"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60</a:t>
              </a:r>
              <a:endParaRPr lang="en-US" altLang="zh-CN" dirty="0">
                <a:latin typeface="Comic Sans MS" panose="030F0702030302020204" pitchFamily="66"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20900"/>
                                        </p:tgtEl>
                                        <p:attrNameLst>
                                          <p:attrName>style.visibility</p:attrName>
                                        </p:attrNameLst>
                                      </p:cBhvr>
                                      <p:to>
                                        <p:strVal val="visible"/>
                                      </p:to>
                                    </p:set>
                                    <p:animEffect transition="in" filter="dissolve">
                                      <p:cBhvr>
                                        <p:cTn id="7" dur="500"/>
                                        <p:tgtEl>
                                          <p:spTgt spid="420900"/>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4209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420911"/>
                                        </p:tgtEl>
                                        <p:attrNameLst>
                                          <p:attrName>style.visibility</p:attrName>
                                        </p:attrNameLst>
                                      </p:cBhvr>
                                      <p:to>
                                        <p:strVal val="visible"/>
                                      </p:to>
                                    </p:set>
                                    <p:animEffect transition="in" filter="dissolve">
                                      <p:cBhvr>
                                        <p:cTn id="15" dur="500"/>
                                        <p:tgtEl>
                                          <p:spTgt spid="420911"/>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420912"/>
                                        </p:tgtEl>
                                        <p:attrNameLst>
                                          <p:attrName>style.visibility</p:attrName>
                                        </p:attrNameLst>
                                      </p:cBhvr>
                                      <p:to>
                                        <p:strVal val="visible"/>
                                      </p:to>
                                    </p:set>
                                    <p:animEffect transition="in" filter="dissolve">
                                      <p:cBhvr>
                                        <p:cTn id="18" dur="500"/>
                                        <p:tgtEl>
                                          <p:spTgt spid="420912"/>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420905"/>
                                        </p:tgtEl>
                                        <p:attrNameLst>
                                          <p:attrName>style.visibility</p:attrName>
                                        </p:attrNameLst>
                                      </p:cBhvr>
                                      <p:to>
                                        <p:strVal val="hidden"/>
                                      </p:to>
                                    </p:set>
                                  </p:childTnLst>
                                </p:cTn>
                              </p:par>
                              <p:par>
                                <p:cTn id="23" presetID="0" presetClass="path" presetSubtype="0" accel="50000" decel="50000" fill="hold" nodeType="withEffect">
                                  <p:stCondLst>
                                    <p:cond delay="0"/>
                                  </p:stCondLst>
                                  <p:childTnLst>
                                    <p:animMotion origin="layout" path="M -4.44444E-6 -2.59259E-6 L -0.10694 0.11482 L -0.10694 0.24329 " pathEditMode="relative" rAng="0" ptsTypes="AAA">
                                      <p:cBhvr>
                                        <p:cTn id="24" dur="2000" fill="hold"/>
                                        <p:tgtEl>
                                          <p:spTgt spid="420900"/>
                                        </p:tgtEl>
                                        <p:attrNameLst>
                                          <p:attrName>ppt_x</p:attrName>
                                          <p:attrName>ppt_y</p:attrName>
                                        </p:attrNameLst>
                                      </p:cBhvr>
                                      <p:rCtr x="-5300" y="12200"/>
                                    </p:animMotion>
                                  </p:childTnLst>
                                </p:cTn>
                              </p:par>
                            </p:childTnLst>
                          </p:cTn>
                        </p:par>
                        <p:par>
                          <p:cTn id="25" fill="hold">
                            <p:stCondLst>
                              <p:cond delay="0"/>
                            </p:stCondLst>
                            <p:childTnLst>
                              <p:par>
                                <p:cTn id="26" presetID="9" presetClass="entr" presetSubtype="0" fill="hold" nodeType="afterEffect">
                                  <p:stCondLst>
                                    <p:cond delay="0"/>
                                  </p:stCondLst>
                                  <p:childTnLst>
                                    <p:set>
                                      <p:cBhvr>
                                        <p:cTn id="27" dur="1" fill="hold">
                                          <p:stCondLst>
                                            <p:cond delay="0"/>
                                          </p:stCondLst>
                                        </p:cTn>
                                        <p:tgtEl>
                                          <p:spTgt spid="420917"/>
                                        </p:tgtEl>
                                        <p:attrNameLst>
                                          <p:attrName>style.visibility</p:attrName>
                                        </p:attrNameLst>
                                      </p:cBhvr>
                                      <p:to>
                                        <p:strVal val="visible"/>
                                      </p:to>
                                    </p:set>
                                    <p:animEffect transition="in" filter="dissolve">
                                      <p:cBhvr>
                                        <p:cTn id="28" dur="500"/>
                                        <p:tgtEl>
                                          <p:spTgt spid="4209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91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2902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29027" name="Rectangle 2"/>
          <p:cNvSpPr>
            <a:spLocks noGrp="1"/>
          </p:cNvSpPr>
          <p:nvPr>
            <p:ph type="title"/>
          </p:nvPr>
        </p:nvSpPr>
        <p:spPr>
          <a:xfrm>
            <a:off x="509588" y="0"/>
            <a:ext cx="7772400" cy="1143000"/>
          </a:xfrm>
          <a:ln/>
        </p:spPr>
        <p:txBody>
          <a:bodyPr vert="horz" wrap="square" lIns="91440" tIns="45720" rIns="91440" bIns="45720" anchor="ctr" anchorCtr="0"/>
          <a:p>
            <a:r>
              <a:rPr lang="en-US" altLang="zh-CN" sz="3600" dirty="0">
                <a:ea typeface="宋体" panose="02010600030101010101" pitchFamily="2" charset="-122"/>
              </a:rPr>
              <a:t>Switch: frame filtering/forwarding</a:t>
            </a:r>
            <a:endParaRPr lang="en-US" altLang="zh-CN" sz="3600" dirty="0">
              <a:ea typeface="宋体" panose="02010600030101010101" pitchFamily="2" charset="-122"/>
            </a:endParaRPr>
          </a:p>
        </p:txBody>
      </p:sp>
      <p:sp>
        <p:nvSpPr>
          <p:cNvPr id="129028" name="Rectangle 3"/>
          <p:cNvSpPr>
            <a:spLocks noGrp="1"/>
          </p:cNvSpPr>
          <p:nvPr>
            <p:ph idx="1"/>
          </p:nvPr>
        </p:nvSpPr>
        <p:spPr>
          <a:xfrm>
            <a:off x="630238" y="1150938"/>
            <a:ext cx="8201025" cy="3748087"/>
          </a:xfrm>
          <a:ln/>
        </p:spPr>
        <p:txBody>
          <a:bodyPr vert="horz" wrap="square" lIns="91440" tIns="45720" rIns="91440" bIns="45720" anchor="t" anchorCtr="0"/>
          <a:p>
            <a:pPr>
              <a:buNone/>
            </a:pPr>
            <a:r>
              <a:rPr lang="en-US" altLang="zh-CN" sz="2400" u="sng" dirty="0">
                <a:solidFill>
                  <a:srgbClr val="FF0000"/>
                </a:solidFill>
                <a:ea typeface="宋体" panose="02010600030101010101" pitchFamily="2" charset="-122"/>
              </a:rPr>
              <a:t>When  frame received:</a:t>
            </a:r>
            <a:br>
              <a:rPr lang="en-US" altLang="zh-CN" sz="2400" u="sng" dirty="0">
                <a:solidFill>
                  <a:srgbClr val="FF0000"/>
                </a:solidFill>
                <a:ea typeface="宋体" panose="02010600030101010101" pitchFamily="2" charset="-122"/>
              </a:rPr>
            </a:br>
            <a:endParaRPr lang="en-US" altLang="zh-CN" sz="2400" u="sng" dirty="0">
              <a:solidFill>
                <a:srgbClr val="FF0000"/>
              </a:solidFill>
              <a:ea typeface="宋体" panose="02010600030101010101" pitchFamily="2" charset="-122"/>
            </a:endParaRPr>
          </a:p>
          <a:p>
            <a:pPr>
              <a:buNone/>
            </a:pPr>
            <a:r>
              <a:rPr lang="en-US" altLang="zh-CN" sz="2400" dirty="0">
                <a:ea typeface="宋体" panose="02010600030101010101" pitchFamily="2" charset="-122"/>
              </a:rPr>
              <a:t>1. record link associated with sending host</a:t>
            </a:r>
            <a:endParaRPr lang="en-US" altLang="zh-CN" sz="2400" dirty="0">
              <a:ea typeface="宋体" panose="02010600030101010101" pitchFamily="2" charset="-122"/>
            </a:endParaRPr>
          </a:p>
          <a:p>
            <a:pPr>
              <a:buNone/>
            </a:pPr>
            <a:r>
              <a:rPr lang="en-US" altLang="zh-CN" sz="2400" dirty="0">
                <a:ea typeface="宋体" panose="02010600030101010101" pitchFamily="2" charset="-122"/>
              </a:rPr>
              <a:t>2. index switch table using MAC dest address</a:t>
            </a:r>
            <a:endParaRPr lang="en-US" altLang="zh-CN" sz="2400" b="1" dirty="0">
              <a:solidFill>
                <a:schemeClr val="accent2"/>
              </a:solidFill>
              <a:ea typeface="宋体" panose="02010600030101010101" pitchFamily="2" charset="-122"/>
            </a:endParaRPr>
          </a:p>
          <a:p>
            <a:pPr>
              <a:buNone/>
            </a:pPr>
            <a:r>
              <a:rPr lang="en-US" altLang="zh-CN" sz="2400" b="1" dirty="0">
                <a:solidFill>
                  <a:schemeClr val="accent2"/>
                </a:solidFill>
                <a:ea typeface="宋体" panose="02010600030101010101" pitchFamily="2" charset="-122"/>
              </a:rPr>
              <a:t>3. if </a:t>
            </a:r>
            <a:r>
              <a:rPr lang="en-US" altLang="zh-CN" sz="2400" dirty="0">
                <a:ea typeface="宋体" panose="02010600030101010101" pitchFamily="2" charset="-122"/>
              </a:rPr>
              <a:t>entry found for destination</a:t>
            </a:r>
            <a:br>
              <a:rPr lang="en-US" altLang="zh-CN" sz="2400" dirty="0">
                <a:ea typeface="宋体" panose="02010600030101010101" pitchFamily="2" charset="-122"/>
              </a:rPr>
            </a:br>
            <a:r>
              <a:rPr lang="en-US" altLang="zh-CN" sz="2400" dirty="0">
                <a:ea typeface="宋体" panose="02010600030101010101" pitchFamily="2" charset="-122"/>
              </a:rPr>
              <a:t>  </a:t>
            </a:r>
            <a:r>
              <a:rPr lang="en-US" altLang="zh-CN" sz="2400" b="1" dirty="0">
                <a:solidFill>
                  <a:schemeClr val="accent2"/>
                </a:solidFill>
                <a:ea typeface="宋体" panose="02010600030101010101" pitchFamily="2" charset="-122"/>
              </a:rPr>
              <a:t>then {</a:t>
            </a:r>
            <a:endParaRPr lang="en-US" altLang="zh-CN" sz="2400" b="1" dirty="0">
              <a:solidFill>
                <a:schemeClr val="accent2"/>
              </a:solidFill>
              <a:ea typeface="宋体" panose="02010600030101010101" pitchFamily="2" charset="-122"/>
            </a:endParaRPr>
          </a:p>
          <a:p>
            <a:pPr>
              <a:buNone/>
            </a:pPr>
            <a:r>
              <a:rPr lang="en-US" altLang="zh-CN" sz="2400" b="1" dirty="0">
                <a:solidFill>
                  <a:schemeClr val="accent2"/>
                </a:solidFill>
                <a:ea typeface="宋体" panose="02010600030101010101" pitchFamily="2" charset="-122"/>
              </a:rPr>
              <a:t>     if </a:t>
            </a:r>
            <a:r>
              <a:rPr lang="en-US" altLang="zh-CN" sz="2400" dirty="0">
                <a:ea typeface="宋体" panose="02010600030101010101" pitchFamily="2" charset="-122"/>
              </a:rPr>
              <a:t>dest on segment from which frame arrived</a:t>
            </a:r>
            <a:br>
              <a:rPr lang="en-US" altLang="zh-CN" sz="2400" dirty="0">
                <a:ea typeface="宋体" panose="02010600030101010101" pitchFamily="2" charset="-122"/>
              </a:rPr>
            </a:br>
            <a:r>
              <a:rPr lang="en-US" altLang="zh-CN" sz="2400" dirty="0">
                <a:ea typeface="宋体" panose="02010600030101010101" pitchFamily="2" charset="-122"/>
              </a:rPr>
              <a:t>       </a:t>
            </a:r>
            <a:r>
              <a:rPr lang="en-US" altLang="zh-CN" sz="2400" b="1" dirty="0">
                <a:solidFill>
                  <a:schemeClr val="accent2"/>
                </a:solidFill>
                <a:ea typeface="宋体" panose="02010600030101010101" pitchFamily="2" charset="-122"/>
              </a:rPr>
              <a:t>then</a:t>
            </a:r>
            <a:r>
              <a:rPr lang="en-US" altLang="zh-CN" sz="2400" dirty="0">
                <a:ea typeface="宋体" panose="02010600030101010101" pitchFamily="2" charset="-122"/>
              </a:rPr>
              <a:t> drop the frame</a:t>
            </a:r>
            <a:endParaRPr lang="en-US" altLang="zh-CN" sz="2400" dirty="0">
              <a:ea typeface="宋体" panose="02010600030101010101" pitchFamily="2" charset="-122"/>
            </a:endParaRPr>
          </a:p>
          <a:p>
            <a:pPr>
              <a:buNone/>
            </a:pPr>
            <a:r>
              <a:rPr lang="en-US" altLang="zh-CN" sz="2400" dirty="0">
                <a:ea typeface="宋体" panose="02010600030101010101" pitchFamily="2" charset="-122"/>
              </a:rPr>
              <a:t>           </a:t>
            </a:r>
            <a:r>
              <a:rPr lang="en-US" altLang="zh-CN" sz="2400" b="1" dirty="0">
                <a:solidFill>
                  <a:schemeClr val="accent2"/>
                </a:solidFill>
                <a:ea typeface="宋体" panose="02010600030101010101" pitchFamily="2" charset="-122"/>
              </a:rPr>
              <a:t>else</a:t>
            </a:r>
            <a:r>
              <a:rPr lang="en-US" altLang="zh-CN" sz="2400" dirty="0">
                <a:ea typeface="宋体" panose="02010600030101010101" pitchFamily="2" charset="-122"/>
              </a:rPr>
              <a:t> forward the frame on interface indicated</a:t>
            </a:r>
            <a:endParaRPr lang="en-US" altLang="zh-CN" sz="2400" dirty="0">
              <a:ea typeface="宋体" panose="02010600030101010101" pitchFamily="2" charset="-122"/>
            </a:endParaRPr>
          </a:p>
          <a:p>
            <a:pPr>
              <a:buNone/>
            </a:pPr>
            <a:r>
              <a:rPr lang="en-US" altLang="zh-CN" sz="2400" dirty="0">
                <a:ea typeface="宋体" panose="02010600030101010101" pitchFamily="2" charset="-122"/>
              </a:rPr>
              <a:t>     </a:t>
            </a:r>
            <a:r>
              <a:rPr lang="en-US" altLang="zh-CN" sz="2400" b="1" dirty="0">
                <a:solidFill>
                  <a:schemeClr val="accent2"/>
                </a:solidFill>
                <a:ea typeface="宋体" panose="02010600030101010101" pitchFamily="2" charset="-122"/>
              </a:rPr>
              <a:t>  }   </a:t>
            </a:r>
            <a:endParaRPr lang="en-US" altLang="zh-CN" sz="2400" dirty="0">
              <a:ea typeface="宋体" panose="02010600030101010101" pitchFamily="2" charset="-122"/>
            </a:endParaRPr>
          </a:p>
          <a:p>
            <a:pPr>
              <a:buNone/>
            </a:pPr>
            <a:r>
              <a:rPr lang="en-US" altLang="zh-CN" sz="2400" dirty="0">
                <a:ea typeface="宋体" panose="02010600030101010101" pitchFamily="2" charset="-122"/>
              </a:rPr>
              <a:t>      </a:t>
            </a:r>
            <a:r>
              <a:rPr lang="en-US" altLang="zh-CN" sz="2400" b="1" dirty="0">
                <a:solidFill>
                  <a:schemeClr val="accent2"/>
                </a:solidFill>
                <a:ea typeface="宋体" panose="02010600030101010101" pitchFamily="2" charset="-122"/>
              </a:rPr>
              <a:t>else</a:t>
            </a:r>
            <a:r>
              <a:rPr lang="en-US" altLang="zh-CN" sz="2400" dirty="0">
                <a:ea typeface="宋体" panose="02010600030101010101" pitchFamily="2" charset="-122"/>
              </a:rPr>
              <a:t> flood</a:t>
            </a:r>
            <a:endParaRPr lang="en-US" altLang="zh-CN" dirty="0">
              <a:ea typeface="宋体" panose="02010600030101010101" pitchFamily="2" charset="-122"/>
            </a:endParaRPr>
          </a:p>
          <a:p>
            <a:pPr lvl="3">
              <a:buNone/>
            </a:pPr>
            <a:r>
              <a:rPr lang="en-US" altLang="zh-CN" dirty="0">
                <a:ea typeface="宋体" panose="02010600030101010101" pitchFamily="2" charset="-122"/>
              </a:rPr>
              <a:t>  </a:t>
            </a:r>
            <a:endParaRPr lang="en-US" altLang="zh-CN" dirty="0">
              <a:ea typeface="宋体" panose="02010600030101010101" pitchFamily="2" charset="-122"/>
            </a:endParaRPr>
          </a:p>
        </p:txBody>
      </p:sp>
      <p:sp>
        <p:nvSpPr>
          <p:cNvPr id="129029" name="Text Box 4"/>
          <p:cNvSpPr txBox="1"/>
          <p:nvPr/>
        </p:nvSpPr>
        <p:spPr>
          <a:xfrm>
            <a:off x="3094038" y="5453063"/>
            <a:ext cx="4840287" cy="835025"/>
          </a:xfrm>
          <a:prstGeom prst="rect">
            <a:avLst/>
          </a:prstGeom>
          <a:noFill/>
          <a:ln w="12700" cap="flat" cmpd="sng">
            <a:solidFill>
              <a:srgbClr val="FF0000"/>
            </a:solidFill>
            <a:prstDash val="solid"/>
            <a:miter/>
            <a:headEnd type="none" w="med" len="med"/>
            <a:tailEnd type="none" w="med" len="med"/>
          </a:ln>
        </p:spPr>
        <p:txBody>
          <a:bodyPr wrap="none" anchor="t" anchorCtr="0">
            <a:spAutoFit/>
          </a:bodyPr>
          <a:p>
            <a:pPr eaLnBrk="0" hangingPunct="0">
              <a:buClrTx/>
              <a:buFontTx/>
            </a:pPr>
            <a:r>
              <a:rPr lang="en-US" altLang="zh-CN" sz="2400" dirty="0">
                <a:solidFill>
                  <a:schemeClr val="accent2"/>
                </a:solidFill>
                <a:latin typeface="Comic Sans MS" panose="030F0702030302020204" pitchFamily="66" charset="0"/>
                <a:ea typeface="宋体" panose="02010600030101010101" pitchFamily="2" charset="-122"/>
              </a:rPr>
              <a:t>forward on all but the interface </a:t>
            </a:r>
            <a:endParaRPr lang="en-US" altLang="zh-CN" sz="2400" dirty="0">
              <a:solidFill>
                <a:schemeClr val="accent2"/>
              </a:solidFill>
              <a:latin typeface="Comic Sans MS" panose="030F0702030302020204" pitchFamily="66" charset="0"/>
              <a:ea typeface="宋体" panose="02010600030101010101" pitchFamily="2" charset="-122"/>
            </a:endParaRPr>
          </a:p>
          <a:p>
            <a:pPr eaLnBrk="0" hangingPunct="0">
              <a:buClrTx/>
              <a:buFontTx/>
            </a:pPr>
            <a:r>
              <a:rPr lang="en-US" altLang="zh-CN" sz="2400" dirty="0">
                <a:solidFill>
                  <a:schemeClr val="accent2"/>
                </a:solidFill>
                <a:latin typeface="Comic Sans MS" panose="030F0702030302020204" pitchFamily="66" charset="0"/>
                <a:ea typeface="宋体" panose="02010600030101010101" pitchFamily="2" charset="-122"/>
              </a:rPr>
              <a:t>on which the frame arrived</a:t>
            </a:r>
            <a:endParaRPr lang="en-US" altLang="zh-CN" sz="2000" dirty="0">
              <a:solidFill>
                <a:schemeClr val="accent2"/>
              </a:solidFill>
              <a:latin typeface="Times New Roman" panose="02020603050405020304" pitchFamily="18" charset="0"/>
              <a:ea typeface="宋体" panose="02010600030101010101" pitchFamily="2" charset="-122"/>
            </a:endParaRPr>
          </a:p>
        </p:txBody>
      </p:sp>
      <p:sp>
        <p:nvSpPr>
          <p:cNvPr id="129030" name="Line 5"/>
          <p:cNvSpPr/>
          <p:nvPr/>
        </p:nvSpPr>
        <p:spPr>
          <a:xfrm flipH="1" flipV="1">
            <a:off x="2514600" y="5641975"/>
            <a:ext cx="525463" cy="317500"/>
          </a:xfrm>
          <a:prstGeom prst="line">
            <a:avLst/>
          </a:prstGeom>
          <a:ln w="9525" cap="flat" cmpd="sng">
            <a:solidFill>
              <a:srgbClr val="FF0000"/>
            </a:solidFill>
            <a:prstDash val="solid"/>
            <a:round/>
            <a:headEnd type="none" w="med" len="med"/>
            <a:tailEnd type="triangle" w="med" len="med"/>
          </a:ln>
        </p:spPr>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3"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3107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31075" name="Rectangle 2"/>
          <p:cNvSpPr>
            <a:spLocks noGrp="1"/>
          </p:cNvSpPr>
          <p:nvPr>
            <p:ph type="title"/>
          </p:nvPr>
        </p:nvSpPr>
        <p:spPr>
          <a:xfrm>
            <a:off x="339725" y="696913"/>
            <a:ext cx="3108325" cy="1143000"/>
          </a:xfrm>
          <a:ln/>
        </p:spPr>
        <p:txBody>
          <a:bodyPr vert="horz" wrap="square" lIns="91440" tIns="45720" rIns="91440" bIns="45720" anchor="ctr" anchorCtr="0"/>
          <a:p>
            <a:r>
              <a:rPr lang="en-US" altLang="zh-CN" sz="3600" dirty="0">
                <a:ea typeface="宋体" panose="02010600030101010101" pitchFamily="2" charset="-122"/>
              </a:rPr>
              <a:t>Self-learning, forwarding: example</a:t>
            </a:r>
            <a:endParaRPr lang="en-US" altLang="zh-CN" sz="3600" dirty="0">
              <a:ea typeface="宋体" panose="02010600030101010101" pitchFamily="2" charset="-122"/>
            </a:endParaRPr>
          </a:p>
        </p:txBody>
      </p:sp>
      <p:graphicFrame>
        <p:nvGraphicFramePr>
          <p:cNvPr id="131076" name="Object 4"/>
          <p:cNvGraphicFramePr>
            <a:graphicFrameLocks noChangeAspect="1"/>
          </p:cNvGraphicFramePr>
          <p:nvPr/>
        </p:nvGraphicFramePr>
        <p:xfrm>
          <a:off x="5029200" y="2185988"/>
          <a:ext cx="611188" cy="520700"/>
        </p:xfrm>
        <a:graphic>
          <a:graphicData uri="http://schemas.openxmlformats.org/presentationml/2006/ole">
            <mc:AlternateContent xmlns:mc="http://schemas.openxmlformats.org/markup-compatibility/2006">
              <mc:Choice xmlns:v="urn:schemas-microsoft-com:vml" Requires="v">
                <p:oleObj spid="_x0000_s3164" name="" r:id="rId1" imgW="1307465" imgH="1083945" progId="MS_ClipArt_Gallery.2">
                  <p:embed/>
                </p:oleObj>
              </mc:Choice>
              <mc:Fallback>
                <p:oleObj name="" r:id="rId1" imgW="1307465" imgH="1083945" progId="MS_ClipArt_Gallery.2">
                  <p:embed/>
                  <p:pic>
                    <p:nvPicPr>
                      <p:cNvPr id="0" name="图片 3163"/>
                      <p:cNvPicPr/>
                      <p:nvPr/>
                    </p:nvPicPr>
                    <p:blipFill>
                      <a:blip r:embed="rId2"/>
                      <a:stretch>
                        <a:fillRect/>
                      </a:stretch>
                    </p:blipFill>
                    <p:spPr>
                      <a:xfrm>
                        <a:off x="5029200" y="2185988"/>
                        <a:ext cx="611188" cy="520700"/>
                      </a:xfrm>
                      <a:prstGeom prst="rect">
                        <a:avLst/>
                      </a:prstGeom>
                      <a:noFill/>
                      <a:ln w="38100">
                        <a:noFill/>
                        <a:miter/>
                      </a:ln>
                    </p:spPr>
                  </p:pic>
                </p:oleObj>
              </mc:Fallback>
            </mc:AlternateContent>
          </a:graphicData>
        </a:graphic>
      </p:graphicFrame>
      <p:graphicFrame>
        <p:nvGraphicFramePr>
          <p:cNvPr id="131077" name="Object 5"/>
          <p:cNvGraphicFramePr>
            <a:graphicFrameLocks noChangeAspect="1"/>
          </p:cNvGraphicFramePr>
          <p:nvPr/>
        </p:nvGraphicFramePr>
        <p:xfrm>
          <a:off x="7686675" y="3311525"/>
          <a:ext cx="611188" cy="520700"/>
        </p:xfrm>
        <a:graphic>
          <a:graphicData uri="http://schemas.openxmlformats.org/presentationml/2006/ole">
            <mc:AlternateContent xmlns:mc="http://schemas.openxmlformats.org/markup-compatibility/2006">
              <mc:Choice xmlns:v="urn:schemas-microsoft-com:vml" Requires="v">
                <p:oleObj spid="_x0000_s3163" name="" r:id="rId3" imgW="1307465" imgH="1083945" progId="MS_ClipArt_Gallery.2">
                  <p:embed/>
                </p:oleObj>
              </mc:Choice>
              <mc:Fallback>
                <p:oleObj name="" r:id="rId3" imgW="1307465" imgH="1083945" progId="MS_ClipArt_Gallery.2">
                  <p:embed/>
                  <p:pic>
                    <p:nvPicPr>
                      <p:cNvPr id="0" name="图片 3162"/>
                      <p:cNvPicPr/>
                      <p:nvPr/>
                    </p:nvPicPr>
                    <p:blipFill>
                      <a:blip r:embed="rId2"/>
                      <a:stretch>
                        <a:fillRect/>
                      </a:stretch>
                    </p:blipFill>
                    <p:spPr>
                      <a:xfrm>
                        <a:off x="7686675" y="3311525"/>
                        <a:ext cx="611188" cy="520700"/>
                      </a:xfrm>
                      <a:prstGeom prst="rect">
                        <a:avLst/>
                      </a:prstGeom>
                      <a:noFill/>
                      <a:ln w="38100">
                        <a:noFill/>
                        <a:miter/>
                      </a:ln>
                    </p:spPr>
                  </p:pic>
                </p:oleObj>
              </mc:Fallback>
            </mc:AlternateContent>
          </a:graphicData>
        </a:graphic>
      </p:graphicFrame>
      <p:sp>
        <p:nvSpPr>
          <p:cNvPr id="131078" name="Line 6"/>
          <p:cNvSpPr/>
          <p:nvPr/>
        </p:nvSpPr>
        <p:spPr>
          <a:xfrm>
            <a:off x="5575300" y="2582863"/>
            <a:ext cx="754063" cy="433387"/>
          </a:xfrm>
          <a:prstGeom prst="line">
            <a:avLst/>
          </a:prstGeom>
          <a:ln w="28575" cap="flat" cmpd="sng">
            <a:solidFill>
              <a:schemeClr val="tx1"/>
            </a:solidFill>
            <a:prstDash val="solid"/>
            <a:round/>
            <a:headEnd type="none" w="med" len="med"/>
            <a:tailEnd type="none" w="med" len="med"/>
          </a:ln>
        </p:spPr>
      </p:sp>
      <p:sp>
        <p:nvSpPr>
          <p:cNvPr id="131079" name="Line 7"/>
          <p:cNvSpPr/>
          <p:nvPr/>
        </p:nvSpPr>
        <p:spPr>
          <a:xfrm flipV="1">
            <a:off x="5637213" y="3200400"/>
            <a:ext cx="679450" cy="655638"/>
          </a:xfrm>
          <a:prstGeom prst="line">
            <a:avLst/>
          </a:prstGeom>
          <a:ln w="31750" cap="flat" cmpd="sng">
            <a:solidFill>
              <a:schemeClr val="tx1"/>
            </a:solidFill>
            <a:prstDash val="solid"/>
            <a:round/>
            <a:headEnd type="none" w="med" len="med"/>
            <a:tailEnd type="none" w="med" len="med"/>
          </a:ln>
        </p:spPr>
      </p:sp>
      <p:sp>
        <p:nvSpPr>
          <p:cNvPr id="131080" name="Line 8"/>
          <p:cNvSpPr/>
          <p:nvPr/>
        </p:nvSpPr>
        <p:spPr>
          <a:xfrm flipV="1">
            <a:off x="6761163" y="2533650"/>
            <a:ext cx="593725" cy="407988"/>
          </a:xfrm>
          <a:prstGeom prst="line">
            <a:avLst/>
          </a:prstGeom>
          <a:ln w="28575" cap="flat" cmpd="sng">
            <a:solidFill>
              <a:schemeClr val="tx1"/>
            </a:solidFill>
            <a:prstDash val="solid"/>
            <a:round/>
            <a:headEnd type="none" w="med" len="med"/>
            <a:tailEnd type="none" w="med" len="med"/>
          </a:ln>
        </p:spPr>
      </p:sp>
      <p:sp>
        <p:nvSpPr>
          <p:cNvPr id="131081" name="Line 9"/>
          <p:cNvSpPr/>
          <p:nvPr/>
        </p:nvSpPr>
        <p:spPr>
          <a:xfrm>
            <a:off x="6835775" y="3016250"/>
            <a:ext cx="939800" cy="395288"/>
          </a:xfrm>
          <a:prstGeom prst="line">
            <a:avLst/>
          </a:prstGeom>
          <a:ln w="28575" cap="flat" cmpd="sng">
            <a:solidFill>
              <a:schemeClr val="tx1"/>
            </a:solidFill>
            <a:prstDash val="solid"/>
            <a:round/>
            <a:headEnd type="none" w="med" len="med"/>
            <a:tailEnd type="none" w="med" len="med"/>
          </a:ln>
        </p:spPr>
      </p:sp>
      <p:graphicFrame>
        <p:nvGraphicFramePr>
          <p:cNvPr id="131082" name="Object 10"/>
          <p:cNvGraphicFramePr>
            <a:graphicFrameLocks noChangeAspect="1"/>
          </p:cNvGraphicFramePr>
          <p:nvPr/>
        </p:nvGraphicFramePr>
        <p:xfrm>
          <a:off x="5365750" y="3836988"/>
          <a:ext cx="611188" cy="520700"/>
        </p:xfrm>
        <a:graphic>
          <a:graphicData uri="http://schemas.openxmlformats.org/presentationml/2006/ole">
            <mc:AlternateContent xmlns:mc="http://schemas.openxmlformats.org/markup-compatibility/2006">
              <mc:Choice xmlns:v="urn:schemas-microsoft-com:vml" Requires="v">
                <p:oleObj spid="_x0000_s3167" name="" r:id="rId4" imgW="1307465" imgH="1083945" progId="MS_ClipArt_Gallery.2">
                  <p:embed/>
                </p:oleObj>
              </mc:Choice>
              <mc:Fallback>
                <p:oleObj name="" r:id="rId4" imgW="1307465" imgH="1083945" progId="MS_ClipArt_Gallery.2">
                  <p:embed/>
                  <p:pic>
                    <p:nvPicPr>
                      <p:cNvPr id="0" name="图片 3166"/>
                      <p:cNvPicPr/>
                      <p:nvPr/>
                    </p:nvPicPr>
                    <p:blipFill>
                      <a:blip r:embed="rId2"/>
                      <a:stretch>
                        <a:fillRect/>
                      </a:stretch>
                    </p:blipFill>
                    <p:spPr>
                      <a:xfrm>
                        <a:off x="5365750" y="3836988"/>
                        <a:ext cx="611188" cy="520700"/>
                      </a:xfrm>
                      <a:prstGeom prst="rect">
                        <a:avLst/>
                      </a:prstGeom>
                      <a:noFill/>
                      <a:ln w="38100">
                        <a:noFill/>
                        <a:miter/>
                      </a:ln>
                    </p:spPr>
                  </p:pic>
                </p:oleObj>
              </mc:Fallback>
            </mc:AlternateContent>
          </a:graphicData>
        </a:graphic>
      </p:graphicFrame>
      <p:graphicFrame>
        <p:nvGraphicFramePr>
          <p:cNvPr id="131083" name="Object 11"/>
          <p:cNvGraphicFramePr>
            <a:graphicFrameLocks noChangeAspect="1"/>
          </p:cNvGraphicFramePr>
          <p:nvPr/>
        </p:nvGraphicFramePr>
        <p:xfrm>
          <a:off x="7297738" y="2201863"/>
          <a:ext cx="611187" cy="520700"/>
        </p:xfrm>
        <a:graphic>
          <a:graphicData uri="http://schemas.openxmlformats.org/presentationml/2006/ole">
            <mc:AlternateContent xmlns:mc="http://schemas.openxmlformats.org/markup-compatibility/2006">
              <mc:Choice xmlns:v="urn:schemas-microsoft-com:vml" Requires="v">
                <p:oleObj spid="_x0000_s3166" name="" r:id="rId5" imgW="1307465" imgH="1083945" progId="MS_ClipArt_Gallery.2">
                  <p:embed/>
                </p:oleObj>
              </mc:Choice>
              <mc:Fallback>
                <p:oleObj name="" r:id="rId5" imgW="1307465" imgH="1083945" progId="MS_ClipArt_Gallery.2">
                  <p:embed/>
                  <p:pic>
                    <p:nvPicPr>
                      <p:cNvPr id="0" name="图片 3165"/>
                      <p:cNvPicPr/>
                      <p:nvPr/>
                    </p:nvPicPr>
                    <p:blipFill>
                      <a:blip r:embed="rId2"/>
                      <a:stretch>
                        <a:fillRect/>
                      </a:stretch>
                    </p:blipFill>
                    <p:spPr>
                      <a:xfrm>
                        <a:off x="7297738" y="2201863"/>
                        <a:ext cx="611187" cy="520700"/>
                      </a:xfrm>
                      <a:prstGeom prst="rect">
                        <a:avLst/>
                      </a:prstGeom>
                      <a:noFill/>
                      <a:ln w="38100">
                        <a:noFill/>
                        <a:miter/>
                      </a:ln>
                    </p:spPr>
                  </p:pic>
                </p:oleObj>
              </mc:Fallback>
            </mc:AlternateContent>
          </a:graphicData>
        </a:graphic>
      </p:graphicFrame>
      <p:graphicFrame>
        <p:nvGraphicFramePr>
          <p:cNvPr id="131084" name="Object 12"/>
          <p:cNvGraphicFramePr>
            <a:graphicFrameLocks noChangeAspect="1"/>
          </p:cNvGraphicFramePr>
          <p:nvPr/>
        </p:nvGraphicFramePr>
        <p:xfrm>
          <a:off x="6203950" y="1622425"/>
          <a:ext cx="611188" cy="520700"/>
        </p:xfrm>
        <a:graphic>
          <a:graphicData uri="http://schemas.openxmlformats.org/presentationml/2006/ole">
            <mc:AlternateContent xmlns:mc="http://schemas.openxmlformats.org/markup-compatibility/2006">
              <mc:Choice xmlns:v="urn:schemas-microsoft-com:vml" Requires="v">
                <p:oleObj spid="_x0000_s3168" name="" r:id="rId6" imgW="1307465" imgH="1083945" progId="MS_ClipArt_Gallery.2">
                  <p:embed/>
                </p:oleObj>
              </mc:Choice>
              <mc:Fallback>
                <p:oleObj name="" r:id="rId6" imgW="1307465" imgH="1083945" progId="MS_ClipArt_Gallery.2">
                  <p:embed/>
                  <p:pic>
                    <p:nvPicPr>
                      <p:cNvPr id="0" name="图片 3167"/>
                      <p:cNvPicPr/>
                      <p:nvPr/>
                    </p:nvPicPr>
                    <p:blipFill>
                      <a:blip r:embed="rId2"/>
                      <a:stretch>
                        <a:fillRect/>
                      </a:stretch>
                    </p:blipFill>
                    <p:spPr>
                      <a:xfrm>
                        <a:off x="6203950" y="1622425"/>
                        <a:ext cx="611188" cy="520700"/>
                      </a:xfrm>
                      <a:prstGeom prst="rect">
                        <a:avLst/>
                      </a:prstGeom>
                      <a:noFill/>
                      <a:ln w="38100">
                        <a:noFill/>
                        <a:miter/>
                      </a:ln>
                    </p:spPr>
                  </p:pic>
                </p:oleObj>
              </mc:Fallback>
            </mc:AlternateContent>
          </a:graphicData>
        </a:graphic>
      </p:graphicFrame>
      <p:sp>
        <p:nvSpPr>
          <p:cNvPr id="131085" name="Line 13"/>
          <p:cNvSpPr/>
          <p:nvPr/>
        </p:nvSpPr>
        <p:spPr>
          <a:xfrm flipH="1" flipV="1">
            <a:off x="6529388" y="2132013"/>
            <a:ext cx="11112" cy="781050"/>
          </a:xfrm>
          <a:prstGeom prst="line">
            <a:avLst/>
          </a:prstGeom>
          <a:ln w="28575" cap="flat" cmpd="sng">
            <a:solidFill>
              <a:schemeClr val="tx1"/>
            </a:solidFill>
            <a:prstDash val="solid"/>
            <a:round/>
            <a:headEnd type="none" w="med" len="med"/>
            <a:tailEnd type="none" w="med" len="med"/>
          </a:ln>
        </p:spPr>
      </p:sp>
      <p:graphicFrame>
        <p:nvGraphicFramePr>
          <p:cNvPr id="131086" name="Object 14"/>
          <p:cNvGraphicFramePr>
            <a:graphicFrameLocks noChangeAspect="1"/>
          </p:cNvGraphicFramePr>
          <p:nvPr/>
        </p:nvGraphicFramePr>
        <p:xfrm>
          <a:off x="6523038" y="3951288"/>
          <a:ext cx="611187" cy="520700"/>
        </p:xfrm>
        <a:graphic>
          <a:graphicData uri="http://schemas.openxmlformats.org/presentationml/2006/ole">
            <mc:AlternateContent xmlns:mc="http://schemas.openxmlformats.org/markup-compatibility/2006">
              <mc:Choice xmlns:v="urn:schemas-microsoft-com:vml" Requires="v">
                <p:oleObj spid="_x0000_s3165" name="" r:id="rId7" imgW="1307465" imgH="1083945" progId="MS_ClipArt_Gallery.2">
                  <p:embed/>
                </p:oleObj>
              </mc:Choice>
              <mc:Fallback>
                <p:oleObj name="" r:id="rId7" imgW="1307465" imgH="1083945" progId="MS_ClipArt_Gallery.2">
                  <p:embed/>
                  <p:pic>
                    <p:nvPicPr>
                      <p:cNvPr id="0" name="图片 3164"/>
                      <p:cNvPicPr/>
                      <p:nvPr/>
                    </p:nvPicPr>
                    <p:blipFill>
                      <a:blip r:embed="rId2"/>
                      <a:stretch>
                        <a:fillRect/>
                      </a:stretch>
                    </p:blipFill>
                    <p:spPr>
                      <a:xfrm>
                        <a:off x="6523038" y="3951288"/>
                        <a:ext cx="611187" cy="520700"/>
                      </a:xfrm>
                      <a:prstGeom prst="rect">
                        <a:avLst/>
                      </a:prstGeom>
                      <a:noFill/>
                      <a:ln w="38100">
                        <a:noFill/>
                        <a:miter/>
                      </a:ln>
                    </p:spPr>
                  </p:pic>
                </p:oleObj>
              </mc:Fallback>
            </mc:AlternateContent>
          </a:graphicData>
        </a:graphic>
      </p:graphicFrame>
      <p:sp>
        <p:nvSpPr>
          <p:cNvPr id="131087" name="Line 15"/>
          <p:cNvSpPr/>
          <p:nvPr/>
        </p:nvSpPr>
        <p:spPr>
          <a:xfrm flipH="1" flipV="1">
            <a:off x="6538913" y="3159125"/>
            <a:ext cx="204787" cy="808038"/>
          </a:xfrm>
          <a:prstGeom prst="line">
            <a:avLst/>
          </a:prstGeom>
          <a:ln w="28575" cap="flat" cmpd="sng">
            <a:solidFill>
              <a:schemeClr val="tx1"/>
            </a:solidFill>
            <a:prstDash val="solid"/>
            <a:round/>
            <a:headEnd type="none" w="med" len="med"/>
            <a:tailEnd type="none" w="med" len="med"/>
          </a:ln>
        </p:spPr>
      </p:sp>
      <p:sp>
        <p:nvSpPr>
          <p:cNvPr id="131088" name="Text Box 16"/>
          <p:cNvSpPr txBox="1"/>
          <p:nvPr/>
        </p:nvSpPr>
        <p:spPr>
          <a:xfrm>
            <a:off x="6411913" y="1243013"/>
            <a:ext cx="350837"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A</a:t>
            </a:r>
            <a:endParaRPr lang="en-US" altLang="zh-CN" i="0" dirty="0">
              <a:latin typeface="Comic Sans MS" panose="030F0702030302020204" pitchFamily="66" charset="0"/>
              <a:ea typeface="宋体" panose="02010600030101010101" pitchFamily="2" charset="-122"/>
            </a:endParaRPr>
          </a:p>
        </p:txBody>
      </p:sp>
      <p:sp>
        <p:nvSpPr>
          <p:cNvPr id="131089" name="Text Box 17"/>
          <p:cNvSpPr txBox="1"/>
          <p:nvPr/>
        </p:nvSpPr>
        <p:spPr>
          <a:xfrm>
            <a:off x="6605588" y="4502150"/>
            <a:ext cx="392112"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A’</a:t>
            </a:r>
            <a:endParaRPr lang="en-US" altLang="zh-CN" i="0" dirty="0">
              <a:latin typeface="Comic Sans MS" panose="030F0702030302020204" pitchFamily="66" charset="0"/>
              <a:ea typeface="宋体" panose="02010600030101010101" pitchFamily="2" charset="-122"/>
            </a:endParaRPr>
          </a:p>
        </p:txBody>
      </p:sp>
      <p:sp>
        <p:nvSpPr>
          <p:cNvPr id="131090" name="Text Box 18"/>
          <p:cNvSpPr txBox="1"/>
          <p:nvPr/>
        </p:nvSpPr>
        <p:spPr>
          <a:xfrm>
            <a:off x="7827963" y="1912938"/>
            <a:ext cx="328612"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B</a:t>
            </a:r>
            <a:endParaRPr lang="en-US" altLang="zh-CN" i="0" dirty="0">
              <a:latin typeface="Comic Sans MS" panose="030F0702030302020204" pitchFamily="66" charset="0"/>
              <a:ea typeface="宋体" panose="02010600030101010101" pitchFamily="2" charset="-122"/>
            </a:endParaRPr>
          </a:p>
        </p:txBody>
      </p:sp>
      <p:sp>
        <p:nvSpPr>
          <p:cNvPr id="131091" name="Text Box 19"/>
          <p:cNvSpPr txBox="1"/>
          <p:nvPr/>
        </p:nvSpPr>
        <p:spPr>
          <a:xfrm>
            <a:off x="5497513" y="4398963"/>
            <a:ext cx="369887"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B’</a:t>
            </a:r>
            <a:endParaRPr lang="en-US" altLang="zh-CN" i="0" dirty="0">
              <a:latin typeface="Comic Sans MS" panose="030F0702030302020204" pitchFamily="66" charset="0"/>
              <a:ea typeface="宋体" panose="02010600030101010101" pitchFamily="2" charset="-122"/>
            </a:endParaRPr>
          </a:p>
        </p:txBody>
      </p:sp>
      <p:sp>
        <p:nvSpPr>
          <p:cNvPr id="131092" name="Text Box 20"/>
          <p:cNvSpPr txBox="1"/>
          <p:nvPr/>
        </p:nvSpPr>
        <p:spPr>
          <a:xfrm>
            <a:off x="7918450" y="3779838"/>
            <a:ext cx="322263"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C</a:t>
            </a:r>
            <a:endParaRPr lang="en-US" altLang="zh-CN" i="0" dirty="0">
              <a:latin typeface="Comic Sans MS" panose="030F0702030302020204" pitchFamily="66" charset="0"/>
              <a:ea typeface="宋体" panose="02010600030101010101" pitchFamily="2" charset="-122"/>
            </a:endParaRPr>
          </a:p>
        </p:txBody>
      </p:sp>
      <p:sp>
        <p:nvSpPr>
          <p:cNvPr id="131093" name="Text Box 21"/>
          <p:cNvSpPr txBox="1"/>
          <p:nvPr/>
        </p:nvSpPr>
        <p:spPr>
          <a:xfrm>
            <a:off x="5006975" y="1860550"/>
            <a:ext cx="363538"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C’</a:t>
            </a:r>
            <a:endParaRPr lang="en-US" altLang="zh-CN" i="0" dirty="0">
              <a:latin typeface="Comic Sans MS" panose="030F0702030302020204" pitchFamily="66" charset="0"/>
              <a:ea typeface="宋体" panose="02010600030101010101" pitchFamily="2" charset="-122"/>
            </a:endParaRPr>
          </a:p>
        </p:txBody>
      </p:sp>
      <p:grpSp>
        <p:nvGrpSpPr>
          <p:cNvPr id="131094" name="Group 22"/>
          <p:cNvGrpSpPr/>
          <p:nvPr/>
        </p:nvGrpSpPr>
        <p:grpSpPr>
          <a:xfrm>
            <a:off x="6145213" y="2936875"/>
            <a:ext cx="720725" cy="279400"/>
            <a:chOff x="3913" y="3140"/>
            <a:chExt cx="454" cy="176"/>
          </a:xfrm>
        </p:grpSpPr>
        <p:sp>
          <p:nvSpPr>
            <p:cNvPr id="131095" name="Rectangle 23"/>
            <p:cNvSpPr/>
            <p:nvPr/>
          </p:nvSpPr>
          <p:spPr>
            <a:xfrm>
              <a:off x="3913" y="3228"/>
              <a:ext cx="407" cy="88"/>
            </a:xfrm>
            <a:prstGeom prst="rect">
              <a:avLst/>
            </a:prstGeom>
            <a:solidFill>
              <a:schemeClr val="hlink"/>
            </a:solidFill>
            <a:ln w="9525"/>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1096" name="Freeform 24"/>
            <p:cNvSpPr/>
            <p:nvPr/>
          </p:nvSpPr>
          <p:spPr>
            <a:xfrm>
              <a:off x="3958" y="3145"/>
              <a:ext cx="409" cy="68"/>
            </a:xfrm>
            <a:custGeom>
              <a:avLst/>
              <a:gdLst/>
              <a:ahLst/>
              <a:cxnLst>
                <a:cxn ang="0">
                  <a:pos x="0" y="92"/>
                </a:cxn>
                <a:cxn ang="0">
                  <a:pos x="245" y="91"/>
                </a:cxn>
                <a:cxn ang="0">
                  <a:pos x="1455" y="0"/>
                </a:cxn>
                <a:cxn ang="0">
                  <a:pos x="1861" y="0"/>
                </a:cxn>
              </a:cxnLst>
              <a:pathLst>
                <a:path w="280" h="63">
                  <a:moveTo>
                    <a:pt x="0" y="63"/>
                  </a:moveTo>
                  <a:lnTo>
                    <a:pt x="37" y="62"/>
                  </a:lnTo>
                  <a:lnTo>
                    <a:pt x="219" y="0"/>
                  </a:lnTo>
                  <a:lnTo>
                    <a:pt x="280"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131097" name="Freeform 25"/>
            <p:cNvSpPr/>
            <p:nvPr/>
          </p:nvSpPr>
          <p:spPr>
            <a:xfrm>
              <a:off x="4044" y="3140"/>
              <a:ext cx="251" cy="75"/>
            </a:xfrm>
            <a:custGeom>
              <a:avLst/>
              <a:gdLst/>
              <a:ahLst/>
              <a:cxnLst>
                <a:cxn ang="0">
                  <a:pos x="0" y="0"/>
                </a:cxn>
                <a:cxn ang="0">
                  <a:pos x="561" y="0"/>
                </a:cxn>
                <a:cxn ang="0">
                  <a:pos x="1430" y="79"/>
                </a:cxn>
                <a:cxn ang="0">
                  <a:pos x="2076" y="79"/>
                </a:cxn>
              </a:cxnLst>
              <a:pathLst>
                <a:path w="148" h="74">
                  <a:moveTo>
                    <a:pt x="0" y="0"/>
                  </a:moveTo>
                  <a:lnTo>
                    <a:pt x="40" y="0"/>
                  </a:lnTo>
                  <a:lnTo>
                    <a:pt x="102" y="74"/>
                  </a:lnTo>
                  <a:lnTo>
                    <a:pt x="148" y="74"/>
                  </a:lnTo>
                </a:path>
              </a:pathLst>
            </a:custGeom>
            <a:noFill/>
            <a:ln w="19050" cap="flat" cmpd="sng">
              <a:solidFill>
                <a:schemeClr val="tx1"/>
              </a:solidFill>
              <a:prstDash val="solid"/>
              <a:round/>
              <a:headEnd type="none" w="med" len="med"/>
              <a:tailEnd type="none" w="med" len="med"/>
            </a:ln>
          </p:spPr>
          <p:txBody>
            <a:bodyPr/>
            <a:p>
              <a:endParaRPr lang="zh-CN" altLang="en-US"/>
            </a:p>
          </p:txBody>
        </p:sp>
      </p:grpSp>
      <p:sp>
        <p:nvSpPr>
          <p:cNvPr id="131098" name="Text Box 26"/>
          <p:cNvSpPr txBox="1"/>
          <p:nvPr/>
        </p:nvSpPr>
        <p:spPr>
          <a:xfrm>
            <a:off x="6286500" y="2606675"/>
            <a:ext cx="287338" cy="366713"/>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1</a:t>
            </a:r>
            <a:endParaRPr lang="en-US" altLang="zh-CN" i="0" dirty="0">
              <a:solidFill>
                <a:srgbClr val="FF0000"/>
              </a:solidFill>
              <a:latin typeface="Comic Sans MS" panose="030F0702030302020204" pitchFamily="66" charset="0"/>
              <a:ea typeface="宋体" panose="02010600030101010101" pitchFamily="2" charset="-122"/>
            </a:endParaRPr>
          </a:p>
        </p:txBody>
      </p:sp>
      <p:sp>
        <p:nvSpPr>
          <p:cNvPr id="131099" name="Text Box 27"/>
          <p:cNvSpPr txBox="1"/>
          <p:nvPr/>
        </p:nvSpPr>
        <p:spPr>
          <a:xfrm>
            <a:off x="6619875" y="2632075"/>
            <a:ext cx="323850" cy="366713"/>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2</a:t>
            </a:r>
            <a:endParaRPr lang="en-US" altLang="zh-CN" i="0" dirty="0">
              <a:solidFill>
                <a:srgbClr val="FF0000"/>
              </a:solidFill>
              <a:latin typeface="Comic Sans MS" panose="030F0702030302020204" pitchFamily="66" charset="0"/>
              <a:ea typeface="宋体" panose="02010600030101010101" pitchFamily="2" charset="-122"/>
            </a:endParaRPr>
          </a:p>
        </p:txBody>
      </p:sp>
      <p:sp>
        <p:nvSpPr>
          <p:cNvPr id="131100" name="Text Box 28"/>
          <p:cNvSpPr txBox="1"/>
          <p:nvPr/>
        </p:nvSpPr>
        <p:spPr>
          <a:xfrm>
            <a:off x="6897688" y="2784475"/>
            <a:ext cx="323850" cy="366713"/>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3</a:t>
            </a:r>
            <a:endParaRPr lang="en-US" altLang="zh-CN" i="0" dirty="0">
              <a:solidFill>
                <a:srgbClr val="FF0000"/>
              </a:solidFill>
              <a:latin typeface="Comic Sans MS" panose="030F0702030302020204" pitchFamily="66" charset="0"/>
              <a:ea typeface="宋体" panose="02010600030101010101" pitchFamily="2" charset="-122"/>
            </a:endParaRPr>
          </a:p>
        </p:txBody>
      </p:sp>
      <p:sp>
        <p:nvSpPr>
          <p:cNvPr id="131101" name="Text Box 29"/>
          <p:cNvSpPr txBox="1"/>
          <p:nvPr/>
        </p:nvSpPr>
        <p:spPr>
          <a:xfrm>
            <a:off x="6581775" y="3165475"/>
            <a:ext cx="323850" cy="366713"/>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4</a:t>
            </a:r>
            <a:endParaRPr lang="en-US" altLang="zh-CN" i="0" dirty="0">
              <a:solidFill>
                <a:srgbClr val="FF0000"/>
              </a:solidFill>
              <a:latin typeface="Comic Sans MS" panose="030F0702030302020204" pitchFamily="66" charset="0"/>
              <a:ea typeface="宋体" panose="02010600030101010101" pitchFamily="2" charset="-122"/>
            </a:endParaRPr>
          </a:p>
        </p:txBody>
      </p:sp>
      <p:sp>
        <p:nvSpPr>
          <p:cNvPr id="131102" name="Text Box 30"/>
          <p:cNvSpPr txBox="1"/>
          <p:nvPr/>
        </p:nvSpPr>
        <p:spPr>
          <a:xfrm>
            <a:off x="6151563" y="3227388"/>
            <a:ext cx="323850" cy="366712"/>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5</a:t>
            </a:r>
            <a:endParaRPr lang="en-US" altLang="zh-CN" i="0" dirty="0">
              <a:solidFill>
                <a:srgbClr val="FF0000"/>
              </a:solidFill>
              <a:latin typeface="Comic Sans MS" panose="030F0702030302020204" pitchFamily="66" charset="0"/>
              <a:ea typeface="宋体" panose="02010600030101010101" pitchFamily="2" charset="-122"/>
            </a:endParaRPr>
          </a:p>
        </p:txBody>
      </p:sp>
      <p:sp>
        <p:nvSpPr>
          <p:cNvPr id="131103" name="Text Box 31"/>
          <p:cNvSpPr txBox="1"/>
          <p:nvPr/>
        </p:nvSpPr>
        <p:spPr>
          <a:xfrm>
            <a:off x="5892800" y="2830513"/>
            <a:ext cx="323850" cy="366712"/>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6</a:t>
            </a:r>
            <a:endParaRPr lang="en-US" altLang="zh-CN" i="0" dirty="0">
              <a:solidFill>
                <a:srgbClr val="FF0000"/>
              </a:solidFill>
              <a:latin typeface="Comic Sans MS" panose="030F0702030302020204" pitchFamily="66" charset="0"/>
              <a:ea typeface="宋体" panose="02010600030101010101" pitchFamily="2" charset="-122"/>
            </a:endParaRPr>
          </a:p>
        </p:txBody>
      </p:sp>
      <p:grpSp>
        <p:nvGrpSpPr>
          <p:cNvPr id="685088" name="Group 32"/>
          <p:cNvGrpSpPr/>
          <p:nvPr/>
        </p:nvGrpSpPr>
        <p:grpSpPr>
          <a:xfrm>
            <a:off x="6778625" y="1223963"/>
            <a:ext cx="1428750" cy="366712"/>
            <a:chOff x="1750" y="3514"/>
            <a:chExt cx="900" cy="231"/>
          </a:xfrm>
        </p:grpSpPr>
        <p:sp>
          <p:nvSpPr>
            <p:cNvPr id="131105" name="Rectangle 33"/>
            <p:cNvSpPr/>
            <p:nvPr/>
          </p:nvSpPr>
          <p:spPr>
            <a:xfrm>
              <a:off x="1771" y="3542"/>
              <a:ext cx="879" cy="16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1106" name="Text Box 34"/>
            <p:cNvSpPr txBox="1"/>
            <p:nvPr/>
          </p:nvSpPr>
          <p:spPr>
            <a:xfrm>
              <a:off x="1750" y="3514"/>
              <a:ext cx="395" cy="231"/>
            </a:xfrm>
            <a:prstGeom prst="rect">
              <a:avLst/>
            </a:prstGeom>
            <a:noFill/>
            <a:ln w="9525">
              <a:noFill/>
            </a:ln>
          </p:spPr>
          <p:txBody>
            <a:bodyPr wrap="none" anchor="t" anchorCtr="0">
              <a:spAutoFit/>
            </a:bodyPr>
            <a:p>
              <a:pPr eaLnBrk="0" hangingPunct="0">
                <a:buClrTx/>
                <a:buFontTx/>
              </a:pPr>
              <a:r>
                <a:rPr lang="en-US" altLang="zh-CN" i="0" dirty="0">
                  <a:solidFill>
                    <a:schemeClr val="bg1"/>
                  </a:solidFill>
                  <a:latin typeface="Comic Sans MS" panose="030F0702030302020204" pitchFamily="66" charset="0"/>
                  <a:ea typeface="宋体" panose="02010600030101010101" pitchFamily="2" charset="-122"/>
                </a:rPr>
                <a:t>A A’</a:t>
              </a:r>
              <a:endParaRPr lang="en-US" altLang="zh-CN" i="0" dirty="0">
                <a:solidFill>
                  <a:schemeClr val="bg1"/>
                </a:solidFill>
                <a:latin typeface="Comic Sans MS" panose="030F0702030302020204" pitchFamily="66" charset="0"/>
                <a:ea typeface="宋体" panose="02010600030101010101" pitchFamily="2" charset="-122"/>
              </a:endParaRPr>
            </a:p>
          </p:txBody>
        </p:sp>
        <p:sp>
          <p:nvSpPr>
            <p:cNvPr id="131107" name="Line 35"/>
            <p:cNvSpPr/>
            <p:nvPr/>
          </p:nvSpPr>
          <p:spPr>
            <a:xfrm>
              <a:off x="1936" y="3535"/>
              <a:ext cx="0" cy="166"/>
            </a:xfrm>
            <a:prstGeom prst="line">
              <a:avLst/>
            </a:prstGeom>
            <a:ln w="9525" cap="flat" cmpd="sng">
              <a:solidFill>
                <a:schemeClr val="tx1"/>
              </a:solidFill>
              <a:prstDash val="solid"/>
              <a:round/>
              <a:headEnd type="none" w="med" len="med"/>
              <a:tailEnd type="none" w="med" len="med"/>
            </a:ln>
          </p:spPr>
        </p:sp>
        <p:sp>
          <p:nvSpPr>
            <p:cNvPr id="131108" name="Line 36"/>
            <p:cNvSpPr/>
            <p:nvPr/>
          </p:nvSpPr>
          <p:spPr>
            <a:xfrm>
              <a:off x="2116" y="3540"/>
              <a:ext cx="0" cy="166"/>
            </a:xfrm>
            <a:prstGeom prst="line">
              <a:avLst/>
            </a:prstGeom>
            <a:ln w="9525" cap="flat" cmpd="sng">
              <a:solidFill>
                <a:schemeClr val="tx1"/>
              </a:solidFill>
              <a:prstDash val="solid"/>
              <a:round/>
              <a:headEnd type="none" w="med" len="med"/>
              <a:tailEnd type="none" w="med" len="med"/>
            </a:ln>
          </p:spPr>
        </p:sp>
      </p:grpSp>
      <p:grpSp>
        <p:nvGrpSpPr>
          <p:cNvPr id="685093" name="Group 37"/>
          <p:cNvGrpSpPr/>
          <p:nvPr/>
        </p:nvGrpSpPr>
        <p:grpSpPr>
          <a:xfrm>
            <a:off x="6994525" y="525463"/>
            <a:ext cx="1498600" cy="714375"/>
            <a:chOff x="4406" y="331"/>
            <a:chExt cx="944" cy="450"/>
          </a:xfrm>
        </p:grpSpPr>
        <p:sp>
          <p:nvSpPr>
            <p:cNvPr id="131110" name="Line 38"/>
            <p:cNvSpPr/>
            <p:nvPr/>
          </p:nvSpPr>
          <p:spPr>
            <a:xfrm flipV="1">
              <a:off x="4406" y="439"/>
              <a:ext cx="252" cy="339"/>
            </a:xfrm>
            <a:prstGeom prst="line">
              <a:avLst/>
            </a:prstGeom>
            <a:ln w="9525" cap="flat" cmpd="sng">
              <a:solidFill>
                <a:schemeClr val="tx1"/>
              </a:solidFill>
              <a:prstDash val="solid"/>
              <a:round/>
              <a:headEnd type="triangle" w="med" len="med"/>
              <a:tailEnd type="none" w="med" len="med"/>
            </a:ln>
          </p:spPr>
        </p:sp>
        <p:sp>
          <p:nvSpPr>
            <p:cNvPr id="131111" name="Line 39"/>
            <p:cNvSpPr/>
            <p:nvPr/>
          </p:nvSpPr>
          <p:spPr>
            <a:xfrm flipV="1">
              <a:off x="4524" y="594"/>
              <a:ext cx="137" cy="187"/>
            </a:xfrm>
            <a:prstGeom prst="line">
              <a:avLst/>
            </a:prstGeom>
            <a:ln w="9525" cap="flat" cmpd="sng">
              <a:solidFill>
                <a:schemeClr val="tx1"/>
              </a:solidFill>
              <a:prstDash val="solid"/>
              <a:round/>
              <a:headEnd type="triangle" w="med" len="med"/>
              <a:tailEnd type="none" w="med" len="med"/>
            </a:ln>
          </p:spPr>
        </p:sp>
        <p:sp>
          <p:nvSpPr>
            <p:cNvPr id="131112" name="Text Box 40"/>
            <p:cNvSpPr txBox="1"/>
            <p:nvPr/>
          </p:nvSpPr>
          <p:spPr>
            <a:xfrm>
              <a:off x="4643" y="331"/>
              <a:ext cx="707" cy="212"/>
            </a:xfrm>
            <a:prstGeom prst="rect">
              <a:avLst/>
            </a:prstGeom>
            <a:noFill/>
            <a:ln w="9525">
              <a:noFill/>
            </a:ln>
          </p:spPr>
          <p:txBody>
            <a:bodyPr wrap="none" anchor="t" anchorCtr="0">
              <a:spAutoFit/>
            </a:bodyPr>
            <a:p>
              <a:pPr eaLnBrk="0" hangingPunct="0">
                <a:buClrTx/>
                <a:buFontTx/>
              </a:pPr>
              <a:r>
                <a:rPr lang="en-US" altLang="zh-CN" sz="1600" i="0" dirty="0">
                  <a:latin typeface="Comic Sans MS" panose="030F0702030302020204" pitchFamily="66" charset="0"/>
                  <a:ea typeface="宋体" panose="02010600030101010101" pitchFamily="2" charset="-122"/>
                </a:rPr>
                <a:t>Source: A</a:t>
              </a:r>
              <a:endParaRPr lang="en-US" altLang="zh-CN" sz="1600" i="0" dirty="0">
                <a:latin typeface="Comic Sans MS" panose="030F0702030302020204" pitchFamily="66" charset="0"/>
                <a:ea typeface="宋体" panose="02010600030101010101" pitchFamily="2" charset="-122"/>
              </a:endParaRPr>
            </a:p>
          </p:txBody>
        </p:sp>
        <p:sp>
          <p:nvSpPr>
            <p:cNvPr id="131113" name="Text Box 41"/>
            <p:cNvSpPr txBox="1"/>
            <p:nvPr/>
          </p:nvSpPr>
          <p:spPr>
            <a:xfrm>
              <a:off x="4660" y="492"/>
              <a:ext cx="593" cy="212"/>
            </a:xfrm>
            <a:prstGeom prst="rect">
              <a:avLst/>
            </a:prstGeom>
            <a:noFill/>
            <a:ln w="9525">
              <a:noFill/>
            </a:ln>
          </p:spPr>
          <p:txBody>
            <a:bodyPr wrap="none" anchor="t" anchorCtr="0">
              <a:spAutoFit/>
            </a:bodyPr>
            <a:p>
              <a:pPr eaLnBrk="0" hangingPunct="0">
                <a:buClrTx/>
                <a:buFontTx/>
              </a:pPr>
              <a:r>
                <a:rPr lang="en-US" altLang="zh-CN" sz="1600" i="0" dirty="0">
                  <a:latin typeface="Comic Sans MS" panose="030F0702030302020204" pitchFamily="66" charset="0"/>
                  <a:ea typeface="宋体" panose="02010600030101010101" pitchFamily="2" charset="-122"/>
                </a:rPr>
                <a:t>Dest: A’</a:t>
              </a:r>
              <a:endParaRPr lang="en-US" altLang="zh-CN" sz="1600" i="0" dirty="0">
                <a:latin typeface="Comic Sans MS" panose="030F0702030302020204" pitchFamily="66" charset="0"/>
                <a:ea typeface="宋体" panose="02010600030101010101" pitchFamily="2" charset="-122"/>
              </a:endParaRPr>
            </a:p>
          </p:txBody>
        </p:sp>
      </p:grpSp>
      <p:grpSp>
        <p:nvGrpSpPr>
          <p:cNvPr id="685098" name="Group 42"/>
          <p:cNvGrpSpPr/>
          <p:nvPr/>
        </p:nvGrpSpPr>
        <p:grpSpPr>
          <a:xfrm>
            <a:off x="3336925" y="4937125"/>
            <a:ext cx="3035300" cy="1444625"/>
            <a:chOff x="3441" y="3154"/>
            <a:chExt cx="1912" cy="910"/>
          </a:xfrm>
        </p:grpSpPr>
        <p:sp>
          <p:nvSpPr>
            <p:cNvPr id="131115" name="Rectangle 43"/>
            <p:cNvSpPr/>
            <p:nvPr/>
          </p:nvSpPr>
          <p:spPr>
            <a:xfrm>
              <a:off x="3449" y="3154"/>
              <a:ext cx="1893" cy="907"/>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1116" name="Text Box 44"/>
            <p:cNvSpPr txBox="1"/>
            <p:nvPr/>
          </p:nvSpPr>
          <p:spPr>
            <a:xfrm>
              <a:off x="3441" y="3175"/>
              <a:ext cx="1912" cy="231"/>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MAC addr  interface   TTL</a:t>
              </a:r>
              <a:endParaRPr lang="en-US" altLang="zh-CN" i="0" dirty="0">
                <a:latin typeface="Comic Sans MS" panose="030F0702030302020204" pitchFamily="66" charset="0"/>
                <a:ea typeface="宋体" panose="02010600030101010101" pitchFamily="2" charset="-122"/>
              </a:endParaRPr>
            </a:p>
          </p:txBody>
        </p:sp>
        <p:sp>
          <p:nvSpPr>
            <p:cNvPr id="131117" name="Line 45"/>
            <p:cNvSpPr/>
            <p:nvPr/>
          </p:nvSpPr>
          <p:spPr>
            <a:xfrm>
              <a:off x="4226" y="3154"/>
              <a:ext cx="0" cy="907"/>
            </a:xfrm>
            <a:prstGeom prst="line">
              <a:avLst/>
            </a:prstGeom>
            <a:ln w="9525" cap="flat" cmpd="sng">
              <a:solidFill>
                <a:schemeClr val="tx1"/>
              </a:solidFill>
              <a:prstDash val="solid"/>
              <a:round/>
              <a:headEnd type="none" w="med" len="med"/>
              <a:tailEnd type="none" w="med" len="med"/>
            </a:ln>
          </p:spPr>
        </p:sp>
        <p:sp>
          <p:nvSpPr>
            <p:cNvPr id="131118" name="Line 46"/>
            <p:cNvSpPr/>
            <p:nvPr/>
          </p:nvSpPr>
          <p:spPr>
            <a:xfrm>
              <a:off x="4963" y="3157"/>
              <a:ext cx="0" cy="907"/>
            </a:xfrm>
            <a:prstGeom prst="line">
              <a:avLst/>
            </a:prstGeom>
            <a:ln w="9525" cap="flat" cmpd="sng">
              <a:solidFill>
                <a:schemeClr val="tx1"/>
              </a:solidFill>
              <a:prstDash val="solid"/>
              <a:round/>
              <a:headEnd type="none" w="med" len="med"/>
              <a:tailEnd type="none" w="med" len="med"/>
            </a:ln>
          </p:spPr>
        </p:sp>
        <p:sp>
          <p:nvSpPr>
            <p:cNvPr id="131119" name="Line 47"/>
            <p:cNvSpPr/>
            <p:nvPr/>
          </p:nvSpPr>
          <p:spPr>
            <a:xfrm>
              <a:off x="3452" y="3397"/>
              <a:ext cx="1886" cy="0"/>
            </a:xfrm>
            <a:prstGeom prst="line">
              <a:avLst/>
            </a:prstGeom>
            <a:ln w="9525" cap="flat" cmpd="sng">
              <a:solidFill>
                <a:schemeClr val="tx1"/>
              </a:solidFill>
              <a:prstDash val="solid"/>
              <a:round/>
              <a:headEnd type="none" w="med" len="med"/>
              <a:tailEnd type="none" w="med" len="med"/>
            </a:ln>
          </p:spPr>
        </p:sp>
      </p:grpSp>
      <p:sp>
        <p:nvSpPr>
          <p:cNvPr id="685104" name="Text Box 48"/>
          <p:cNvSpPr txBox="1"/>
          <p:nvPr/>
        </p:nvSpPr>
        <p:spPr>
          <a:xfrm>
            <a:off x="6400800" y="5326063"/>
            <a:ext cx="1851025" cy="641350"/>
          </a:xfrm>
          <a:prstGeom prst="rect">
            <a:avLst/>
          </a:prstGeom>
          <a:noFill/>
          <a:ln w="9525">
            <a:noFill/>
          </a:ln>
        </p:spPr>
        <p:txBody>
          <a:bodyPr wrap="none" anchor="t" anchorCtr="0">
            <a:spAutoFit/>
          </a:bodyPr>
          <a:p>
            <a:pPr algn="ctr" eaLnBrk="0" hangingPunct="0">
              <a:buClrTx/>
              <a:buFontTx/>
            </a:pPr>
            <a:r>
              <a:rPr lang="en-US" altLang="zh-CN" dirty="0">
                <a:latin typeface="Comic Sans MS" panose="030F0702030302020204" pitchFamily="66" charset="0"/>
                <a:ea typeface="宋体" panose="02010600030101010101" pitchFamily="2" charset="-122"/>
              </a:rPr>
              <a:t>Switch table </a:t>
            </a:r>
            <a:endParaRPr lang="en-US" altLang="zh-CN" dirty="0">
              <a:latin typeface="Comic Sans MS" panose="030F0702030302020204" pitchFamily="66" charset="0"/>
              <a:ea typeface="宋体" panose="02010600030101010101" pitchFamily="2" charset="-122"/>
            </a:endParaRPr>
          </a:p>
          <a:p>
            <a:pPr algn="ctr" eaLnBrk="0" hangingPunct="0">
              <a:buClrTx/>
              <a:buFontTx/>
            </a:pPr>
            <a:r>
              <a:rPr lang="en-US" altLang="zh-CN" dirty="0">
                <a:latin typeface="Comic Sans MS" panose="030F0702030302020204" pitchFamily="66" charset="0"/>
                <a:ea typeface="宋体" panose="02010600030101010101" pitchFamily="2" charset="-122"/>
              </a:rPr>
              <a:t>(initially empty)</a:t>
            </a:r>
            <a:endParaRPr lang="en-US" altLang="zh-CN" dirty="0">
              <a:latin typeface="Comic Sans MS" panose="030F0702030302020204" pitchFamily="66" charset="0"/>
              <a:ea typeface="宋体" panose="02010600030101010101" pitchFamily="2" charset="-122"/>
            </a:endParaRPr>
          </a:p>
        </p:txBody>
      </p:sp>
      <p:grpSp>
        <p:nvGrpSpPr>
          <p:cNvPr id="685105" name="Group 49"/>
          <p:cNvGrpSpPr/>
          <p:nvPr/>
        </p:nvGrpSpPr>
        <p:grpSpPr>
          <a:xfrm>
            <a:off x="3771900" y="5370513"/>
            <a:ext cx="2493963" cy="374650"/>
            <a:chOff x="2376" y="3383"/>
            <a:chExt cx="1571" cy="236"/>
          </a:xfrm>
        </p:grpSpPr>
        <p:sp>
          <p:nvSpPr>
            <p:cNvPr id="131122" name="Text Box 50"/>
            <p:cNvSpPr txBox="1"/>
            <p:nvPr/>
          </p:nvSpPr>
          <p:spPr>
            <a:xfrm>
              <a:off x="2376" y="3388"/>
              <a:ext cx="221"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A</a:t>
              </a:r>
              <a:endParaRPr lang="en-US" altLang="zh-CN" dirty="0">
                <a:latin typeface="Comic Sans MS" panose="030F0702030302020204" pitchFamily="66" charset="0"/>
                <a:ea typeface="宋体" panose="02010600030101010101" pitchFamily="2" charset="-122"/>
              </a:endParaRPr>
            </a:p>
          </p:txBody>
        </p:sp>
        <p:sp>
          <p:nvSpPr>
            <p:cNvPr id="131123" name="Text Box 51"/>
            <p:cNvSpPr txBox="1"/>
            <p:nvPr/>
          </p:nvSpPr>
          <p:spPr>
            <a:xfrm>
              <a:off x="3133" y="3387"/>
              <a:ext cx="181"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1</a:t>
              </a:r>
              <a:endParaRPr lang="en-US" altLang="zh-CN" dirty="0">
                <a:latin typeface="Comic Sans MS" panose="030F0702030302020204" pitchFamily="66" charset="0"/>
                <a:ea typeface="宋体" panose="02010600030101010101" pitchFamily="2" charset="-122"/>
              </a:endParaRPr>
            </a:p>
          </p:txBody>
        </p:sp>
        <p:sp>
          <p:nvSpPr>
            <p:cNvPr id="131124" name="Text Box 52"/>
            <p:cNvSpPr txBox="1"/>
            <p:nvPr/>
          </p:nvSpPr>
          <p:spPr>
            <a:xfrm>
              <a:off x="3655" y="3383"/>
              <a:ext cx="292"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60</a:t>
              </a:r>
              <a:endParaRPr lang="en-US" altLang="zh-CN" dirty="0">
                <a:latin typeface="Comic Sans MS" panose="030F0702030302020204" pitchFamily="66" charset="0"/>
                <a:ea typeface="宋体" panose="02010600030101010101" pitchFamily="2" charset="-122"/>
              </a:endParaRPr>
            </a:p>
          </p:txBody>
        </p:sp>
      </p:grpSp>
      <p:grpSp>
        <p:nvGrpSpPr>
          <p:cNvPr id="685115" name="Group 59"/>
          <p:cNvGrpSpPr/>
          <p:nvPr/>
        </p:nvGrpSpPr>
        <p:grpSpPr>
          <a:xfrm>
            <a:off x="5799138" y="2881313"/>
            <a:ext cx="1428750" cy="366712"/>
            <a:chOff x="1750" y="3514"/>
            <a:chExt cx="900" cy="231"/>
          </a:xfrm>
        </p:grpSpPr>
        <p:sp>
          <p:nvSpPr>
            <p:cNvPr id="131126" name="Rectangle 60"/>
            <p:cNvSpPr/>
            <p:nvPr/>
          </p:nvSpPr>
          <p:spPr>
            <a:xfrm>
              <a:off x="1771" y="3542"/>
              <a:ext cx="879" cy="16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1127" name="Text Box 61"/>
            <p:cNvSpPr txBox="1"/>
            <p:nvPr/>
          </p:nvSpPr>
          <p:spPr>
            <a:xfrm>
              <a:off x="1750" y="3514"/>
              <a:ext cx="395" cy="231"/>
            </a:xfrm>
            <a:prstGeom prst="rect">
              <a:avLst/>
            </a:prstGeom>
            <a:noFill/>
            <a:ln w="9525">
              <a:noFill/>
            </a:ln>
          </p:spPr>
          <p:txBody>
            <a:bodyPr wrap="none" anchor="t" anchorCtr="0">
              <a:spAutoFit/>
            </a:bodyPr>
            <a:p>
              <a:pPr eaLnBrk="0" hangingPunct="0">
                <a:buClrTx/>
                <a:buFontTx/>
              </a:pPr>
              <a:r>
                <a:rPr lang="en-US" altLang="zh-CN" i="0" dirty="0">
                  <a:solidFill>
                    <a:schemeClr val="bg1"/>
                  </a:solidFill>
                  <a:latin typeface="Comic Sans MS" panose="030F0702030302020204" pitchFamily="66" charset="0"/>
                  <a:ea typeface="宋体" panose="02010600030101010101" pitchFamily="2" charset="-122"/>
                </a:rPr>
                <a:t>A A’</a:t>
              </a:r>
              <a:endParaRPr lang="en-US" altLang="zh-CN" i="0" dirty="0">
                <a:solidFill>
                  <a:schemeClr val="bg1"/>
                </a:solidFill>
                <a:latin typeface="Comic Sans MS" panose="030F0702030302020204" pitchFamily="66" charset="0"/>
                <a:ea typeface="宋体" panose="02010600030101010101" pitchFamily="2" charset="-122"/>
              </a:endParaRPr>
            </a:p>
          </p:txBody>
        </p:sp>
        <p:sp>
          <p:nvSpPr>
            <p:cNvPr id="131128" name="Line 62"/>
            <p:cNvSpPr/>
            <p:nvPr/>
          </p:nvSpPr>
          <p:spPr>
            <a:xfrm>
              <a:off x="1936" y="3535"/>
              <a:ext cx="0" cy="166"/>
            </a:xfrm>
            <a:prstGeom prst="line">
              <a:avLst/>
            </a:prstGeom>
            <a:ln w="9525" cap="flat" cmpd="sng">
              <a:solidFill>
                <a:schemeClr val="tx1"/>
              </a:solidFill>
              <a:prstDash val="solid"/>
              <a:round/>
              <a:headEnd type="none" w="med" len="med"/>
              <a:tailEnd type="none" w="med" len="med"/>
            </a:ln>
          </p:spPr>
        </p:sp>
        <p:sp>
          <p:nvSpPr>
            <p:cNvPr id="131129" name="Line 63"/>
            <p:cNvSpPr/>
            <p:nvPr/>
          </p:nvSpPr>
          <p:spPr>
            <a:xfrm>
              <a:off x="2116" y="3540"/>
              <a:ext cx="0" cy="166"/>
            </a:xfrm>
            <a:prstGeom prst="line">
              <a:avLst/>
            </a:prstGeom>
            <a:ln w="9525" cap="flat" cmpd="sng">
              <a:solidFill>
                <a:schemeClr val="tx1"/>
              </a:solidFill>
              <a:prstDash val="solid"/>
              <a:round/>
              <a:headEnd type="none" w="med" len="med"/>
              <a:tailEnd type="none" w="med" len="med"/>
            </a:ln>
          </p:spPr>
        </p:sp>
      </p:grpSp>
      <p:grpSp>
        <p:nvGrpSpPr>
          <p:cNvPr id="685120" name="Group 64"/>
          <p:cNvGrpSpPr/>
          <p:nvPr/>
        </p:nvGrpSpPr>
        <p:grpSpPr>
          <a:xfrm>
            <a:off x="5799138" y="2879725"/>
            <a:ext cx="1428750" cy="366713"/>
            <a:chOff x="1750" y="3514"/>
            <a:chExt cx="900" cy="231"/>
          </a:xfrm>
        </p:grpSpPr>
        <p:sp>
          <p:nvSpPr>
            <p:cNvPr id="131131" name="Rectangle 65"/>
            <p:cNvSpPr/>
            <p:nvPr/>
          </p:nvSpPr>
          <p:spPr>
            <a:xfrm>
              <a:off x="1771" y="3542"/>
              <a:ext cx="879" cy="16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1132" name="Text Box 66"/>
            <p:cNvSpPr txBox="1"/>
            <p:nvPr/>
          </p:nvSpPr>
          <p:spPr>
            <a:xfrm>
              <a:off x="1750" y="3514"/>
              <a:ext cx="395" cy="231"/>
            </a:xfrm>
            <a:prstGeom prst="rect">
              <a:avLst/>
            </a:prstGeom>
            <a:noFill/>
            <a:ln w="9525">
              <a:noFill/>
            </a:ln>
          </p:spPr>
          <p:txBody>
            <a:bodyPr wrap="none" anchor="t" anchorCtr="0">
              <a:spAutoFit/>
            </a:bodyPr>
            <a:p>
              <a:pPr eaLnBrk="0" hangingPunct="0">
                <a:buClrTx/>
                <a:buFontTx/>
              </a:pPr>
              <a:r>
                <a:rPr lang="en-US" altLang="zh-CN" i="0" dirty="0">
                  <a:solidFill>
                    <a:schemeClr val="bg1"/>
                  </a:solidFill>
                  <a:latin typeface="Comic Sans MS" panose="030F0702030302020204" pitchFamily="66" charset="0"/>
                  <a:ea typeface="宋体" panose="02010600030101010101" pitchFamily="2" charset="-122"/>
                </a:rPr>
                <a:t>A A’</a:t>
              </a:r>
              <a:endParaRPr lang="en-US" altLang="zh-CN" i="0" dirty="0">
                <a:solidFill>
                  <a:schemeClr val="bg1"/>
                </a:solidFill>
                <a:latin typeface="Comic Sans MS" panose="030F0702030302020204" pitchFamily="66" charset="0"/>
                <a:ea typeface="宋体" panose="02010600030101010101" pitchFamily="2" charset="-122"/>
              </a:endParaRPr>
            </a:p>
          </p:txBody>
        </p:sp>
        <p:sp>
          <p:nvSpPr>
            <p:cNvPr id="131133" name="Line 67"/>
            <p:cNvSpPr/>
            <p:nvPr/>
          </p:nvSpPr>
          <p:spPr>
            <a:xfrm>
              <a:off x="1936" y="3535"/>
              <a:ext cx="0" cy="166"/>
            </a:xfrm>
            <a:prstGeom prst="line">
              <a:avLst/>
            </a:prstGeom>
            <a:ln w="9525" cap="flat" cmpd="sng">
              <a:solidFill>
                <a:schemeClr val="tx1"/>
              </a:solidFill>
              <a:prstDash val="solid"/>
              <a:round/>
              <a:headEnd type="none" w="med" len="med"/>
              <a:tailEnd type="none" w="med" len="med"/>
            </a:ln>
          </p:spPr>
        </p:sp>
        <p:sp>
          <p:nvSpPr>
            <p:cNvPr id="131134" name="Line 68"/>
            <p:cNvSpPr/>
            <p:nvPr/>
          </p:nvSpPr>
          <p:spPr>
            <a:xfrm>
              <a:off x="2116" y="3540"/>
              <a:ext cx="0" cy="166"/>
            </a:xfrm>
            <a:prstGeom prst="line">
              <a:avLst/>
            </a:prstGeom>
            <a:ln w="9525" cap="flat" cmpd="sng">
              <a:solidFill>
                <a:schemeClr val="tx1"/>
              </a:solidFill>
              <a:prstDash val="solid"/>
              <a:round/>
              <a:headEnd type="none" w="med" len="med"/>
              <a:tailEnd type="none" w="med" len="med"/>
            </a:ln>
          </p:spPr>
        </p:sp>
      </p:grpSp>
      <p:grpSp>
        <p:nvGrpSpPr>
          <p:cNvPr id="685125" name="Group 69"/>
          <p:cNvGrpSpPr/>
          <p:nvPr/>
        </p:nvGrpSpPr>
        <p:grpSpPr>
          <a:xfrm>
            <a:off x="5799138" y="2882900"/>
            <a:ext cx="1428750" cy="366713"/>
            <a:chOff x="1750" y="3514"/>
            <a:chExt cx="900" cy="231"/>
          </a:xfrm>
        </p:grpSpPr>
        <p:sp>
          <p:nvSpPr>
            <p:cNvPr id="131136" name="Rectangle 70"/>
            <p:cNvSpPr/>
            <p:nvPr/>
          </p:nvSpPr>
          <p:spPr>
            <a:xfrm>
              <a:off x="1771" y="3542"/>
              <a:ext cx="879" cy="16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1137" name="Text Box 71"/>
            <p:cNvSpPr txBox="1"/>
            <p:nvPr/>
          </p:nvSpPr>
          <p:spPr>
            <a:xfrm>
              <a:off x="1750" y="3514"/>
              <a:ext cx="395" cy="231"/>
            </a:xfrm>
            <a:prstGeom prst="rect">
              <a:avLst/>
            </a:prstGeom>
            <a:noFill/>
            <a:ln w="9525">
              <a:noFill/>
            </a:ln>
          </p:spPr>
          <p:txBody>
            <a:bodyPr wrap="none" anchor="t" anchorCtr="0">
              <a:spAutoFit/>
            </a:bodyPr>
            <a:p>
              <a:pPr eaLnBrk="0" hangingPunct="0">
                <a:buClrTx/>
                <a:buFontTx/>
              </a:pPr>
              <a:r>
                <a:rPr lang="en-US" altLang="zh-CN" i="0" dirty="0">
                  <a:solidFill>
                    <a:schemeClr val="bg1"/>
                  </a:solidFill>
                  <a:latin typeface="Comic Sans MS" panose="030F0702030302020204" pitchFamily="66" charset="0"/>
                  <a:ea typeface="宋体" panose="02010600030101010101" pitchFamily="2" charset="-122"/>
                </a:rPr>
                <a:t>A A’</a:t>
              </a:r>
              <a:endParaRPr lang="en-US" altLang="zh-CN" i="0" dirty="0">
                <a:solidFill>
                  <a:schemeClr val="bg1"/>
                </a:solidFill>
                <a:latin typeface="Comic Sans MS" panose="030F0702030302020204" pitchFamily="66" charset="0"/>
                <a:ea typeface="宋体" panose="02010600030101010101" pitchFamily="2" charset="-122"/>
              </a:endParaRPr>
            </a:p>
          </p:txBody>
        </p:sp>
        <p:sp>
          <p:nvSpPr>
            <p:cNvPr id="131138" name="Line 72"/>
            <p:cNvSpPr/>
            <p:nvPr/>
          </p:nvSpPr>
          <p:spPr>
            <a:xfrm>
              <a:off x="1936" y="3535"/>
              <a:ext cx="0" cy="166"/>
            </a:xfrm>
            <a:prstGeom prst="line">
              <a:avLst/>
            </a:prstGeom>
            <a:ln w="9525" cap="flat" cmpd="sng">
              <a:solidFill>
                <a:schemeClr val="tx1"/>
              </a:solidFill>
              <a:prstDash val="solid"/>
              <a:round/>
              <a:headEnd type="none" w="med" len="med"/>
              <a:tailEnd type="none" w="med" len="med"/>
            </a:ln>
          </p:spPr>
        </p:sp>
        <p:sp>
          <p:nvSpPr>
            <p:cNvPr id="131139" name="Line 73"/>
            <p:cNvSpPr/>
            <p:nvPr/>
          </p:nvSpPr>
          <p:spPr>
            <a:xfrm>
              <a:off x="2116" y="3540"/>
              <a:ext cx="0" cy="166"/>
            </a:xfrm>
            <a:prstGeom prst="line">
              <a:avLst/>
            </a:prstGeom>
            <a:ln w="9525" cap="flat" cmpd="sng">
              <a:solidFill>
                <a:schemeClr val="tx1"/>
              </a:solidFill>
              <a:prstDash val="solid"/>
              <a:round/>
              <a:headEnd type="none" w="med" len="med"/>
              <a:tailEnd type="none" w="med" len="med"/>
            </a:ln>
          </p:spPr>
        </p:sp>
      </p:grpSp>
      <p:grpSp>
        <p:nvGrpSpPr>
          <p:cNvPr id="685130" name="Group 74"/>
          <p:cNvGrpSpPr/>
          <p:nvPr/>
        </p:nvGrpSpPr>
        <p:grpSpPr>
          <a:xfrm>
            <a:off x="5799138" y="2882900"/>
            <a:ext cx="1428750" cy="366713"/>
            <a:chOff x="1750" y="3514"/>
            <a:chExt cx="900" cy="231"/>
          </a:xfrm>
        </p:grpSpPr>
        <p:sp>
          <p:nvSpPr>
            <p:cNvPr id="131141" name="Rectangle 75"/>
            <p:cNvSpPr/>
            <p:nvPr/>
          </p:nvSpPr>
          <p:spPr>
            <a:xfrm>
              <a:off x="1771" y="3542"/>
              <a:ext cx="879" cy="16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1142" name="Text Box 76"/>
            <p:cNvSpPr txBox="1"/>
            <p:nvPr/>
          </p:nvSpPr>
          <p:spPr>
            <a:xfrm>
              <a:off x="1750" y="3514"/>
              <a:ext cx="395" cy="231"/>
            </a:xfrm>
            <a:prstGeom prst="rect">
              <a:avLst/>
            </a:prstGeom>
            <a:noFill/>
            <a:ln w="9525">
              <a:noFill/>
            </a:ln>
          </p:spPr>
          <p:txBody>
            <a:bodyPr wrap="none" anchor="t" anchorCtr="0">
              <a:spAutoFit/>
            </a:bodyPr>
            <a:p>
              <a:pPr eaLnBrk="0" hangingPunct="0">
                <a:buClrTx/>
                <a:buFontTx/>
              </a:pPr>
              <a:r>
                <a:rPr lang="en-US" altLang="zh-CN" i="0" dirty="0">
                  <a:solidFill>
                    <a:schemeClr val="bg1"/>
                  </a:solidFill>
                  <a:latin typeface="Comic Sans MS" panose="030F0702030302020204" pitchFamily="66" charset="0"/>
                  <a:ea typeface="宋体" panose="02010600030101010101" pitchFamily="2" charset="-122"/>
                </a:rPr>
                <a:t>A A’</a:t>
              </a:r>
              <a:endParaRPr lang="en-US" altLang="zh-CN" i="0" dirty="0">
                <a:solidFill>
                  <a:schemeClr val="bg1"/>
                </a:solidFill>
                <a:latin typeface="Comic Sans MS" panose="030F0702030302020204" pitchFamily="66" charset="0"/>
                <a:ea typeface="宋体" panose="02010600030101010101" pitchFamily="2" charset="-122"/>
              </a:endParaRPr>
            </a:p>
          </p:txBody>
        </p:sp>
        <p:sp>
          <p:nvSpPr>
            <p:cNvPr id="131143" name="Line 77"/>
            <p:cNvSpPr/>
            <p:nvPr/>
          </p:nvSpPr>
          <p:spPr>
            <a:xfrm>
              <a:off x="1936" y="3535"/>
              <a:ext cx="0" cy="166"/>
            </a:xfrm>
            <a:prstGeom prst="line">
              <a:avLst/>
            </a:prstGeom>
            <a:ln w="9525" cap="flat" cmpd="sng">
              <a:solidFill>
                <a:schemeClr val="tx1"/>
              </a:solidFill>
              <a:prstDash val="solid"/>
              <a:round/>
              <a:headEnd type="none" w="med" len="med"/>
              <a:tailEnd type="none" w="med" len="med"/>
            </a:ln>
          </p:spPr>
        </p:sp>
        <p:sp>
          <p:nvSpPr>
            <p:cNvPr id="131144" name="Line 78"/>
            <p:cNvSpPr/>
            <p:nvPr/>
          </p:nvSpPr>
          <p:spPr>
            <a:xfrm>
              <a:off x="2116" y="3540"/>
              <a:ext cx="0" cy="166"/>
            </a:xfrm>
            <a:prstGeom prst="line">
              <a:avLst/>
            </a:prstGeom>
            <a:ln w="9525" cap="flat" cmpd="sng">
              <a:solidFill>
                <a:schemeClr val="tx1"/>
              </a:solidFill>
              <a:prstDash val="solid"/>
              <a:round/>
              <a:headEnd type="none" w="med" len="med"/>
              <a:tailEnd type="none" w="med" len="med"/>
            </a:ln>
          </p:spPr>
        </p:sp>
      </p:grpSp>
      <p:grpSp>
        <p:nvGrpSpPr>
          <p:cNvPr id="685135" name="Group 79"/>
          <p:cNvGrpSpPr/>
          <p:nvPr/>
        </p:nvGrpSpPr>
        <p:grpSpPr>
          <a:xfrm>
            <a:off x="5795963" y="2879725"/>
            <a:ext cx="1428750" cy="366713"/>
            <a:chOff x="1750" y="3514"/>
            <a:chExt cx="900" cy="231"/>
          </a:xfrm>
        </p:grpSpPr>
        <p:sp>
          <p:nvSpPr>
            <p:cNvPr id="131146" name="Rectangle 80"/>
            <p:cNvSpPr/>
            <p:nvPr/>
          </p:nvSpPr>
          <p:spPr>
            <a:xfrm>
              <a:off x="1771" y="3542"/>
              <a:ext cx="879" cy="16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1147" name="Text Box 81"/>
            <p:cNvSpPr txBox="1"/>
            <p:nvPr/>
          </p:nvSpPr>
          <p:spPr>
            <a:xfrm>
              <a:off x="1750" y="3514"/>
              <a:ext cx="395" cy="231"/>
            </a:xfrm>
            <a:prstGeom prst="rect">
              <a:avLst/>
            </a:prstGeom>
            <a:noFill/>
            <a:ln w="9525">
              <a:noFill/>
            </a:ln>
          </p:spPr>
          <p:txBody>
            <a:bodyPr wrap="none" anchor="t" anchorCtr="0">
              <a:spAutoFit/>
            </a:bodyPr>
            <a:p>
              <a:pPr eaLnBrk="0" hangingPunct="0">
                <a:buClrTx/>
                <a:buFontTx/>
              </a:pPr>
              <a:r>
                <a:rPr lang="en-US" altLang="zh-CN" i="0" dirty="0">
                  <a:solidFill>
                    <a:schemeClr val="bg1"/>
                  </a:solidFill>
                  <a:latin typeface="Comic Sans MS" panose="030F0702030302020204" pitchFamily="66" charset="0"/>
                  <a:ea typeface="宋体" panose="02010600030101010101" pitchFamily="2" charset="-122"/>
                </a:rPr>
                <a:t>A A’</a:t>
              </a:r>
              <a:endParaRPr lang="en-US" altLang="zh-CN" i="0" dirty="0">
                <a:solidFill>
                  <a:schemeClr val="bg1"/>
                </a:solidFill>
                <a:latin typeface="Comic Sans MS" panose="030F0702030302020204" pitchFamily="66" charset="0"/>
                <a:ea typeface="宋体" panose="02010600030101010101" pitchFamily="2" charset="-122"/>
              </a:endParaRPr>
            </a:p>
          </p:txBody>
        </p:sp>
        <p:sp>
          <p:nvSpPr>
            <p:cNvPr id="131148" name="Line 82"/>
            <p:cNvSpPr/>
            <p:nvPr/>
          </p:nvSpPr>
          <p:spPr>
            <a:xfrm>
              <a:off x="1936" y="3535"/>
              <a:ext cx="0" cy="166"/>
            </a:xfrm>
            <a:prstGeom prst="line">
              <a:avLst/>
            </a:prstGeom>
            <a:ln w="9525" cap="flat" cmpd="sng">
              <a:solidFill>
                <a:schemeClr val="tx1"/>
              </a:solidFill>
              <a:prstDash val="solid"/>
              <a:round/>
              <a:headEnd type="none" w="med" len="med"/>
              <a:tailEnd type="none" w="med" len="med"/>
            </a:ln>
          </p:spPr>
        </p:sp>
        <p:sp>
          <p:nvSpPr>
            <p:cNvPr id="131149" name="Line 83"/>
            <p:cNvSpPr/>
            <p:nvPr/>
          </p:nvSpPr>
          <p:spPr>
            <a:xfrm>
              <a:off x="2116" y="3540"/>
              <a:ext cx="0" cy="166"/>
            </a:xfrm>
            <a:prstGeom prst="line">
              <a:avLst/>
            </a:prstGeom>
            <a:ln w="9525" cap="flat" cmpd="sng">
              <a:solidFill>
                <a:schemeClr val="tx1"/>
              </a:solidFill>
              <a:prstDash val="solid"/>
              <a:round/>
              <a:headEnd type="none" w="med" len="med"/>
              <a:tailEnd type="none" w="med" len="med"/>
            </a:ln>
          </p:spPr>
        </p:sp>
      </p:grpSp>
      <p:sp>
        <p:nvSpPr>
          <p:cNvPr id="685140" name="Rectangle 84"/>
          <p:cNvSpPr>
            <a:spLocks noGrp="1"/>
          </p:cNvSpPr>
          <p:nvPr>
            <p:ph idx="1"/>
          </p:nvPr>
        </p:nvSpPr>
        <p:spPr>
          <a:xfrm>
            <a:off x="350838" y="2411413"/>
            <a:ext cx="4044950" cy="944562"/>
          </a:xfrm>
          <a:ln/>
        </p:spPr>
        <p:txBody>
          <a:bodyPr vert="horz" wrap="square" lIns="91440" tIns="45720" rIns="91440" bIns="45720" anchor="t" anchorCtr="0"/>
          <a:p>
            <a:pPr>
              <a:lnSpc>
                <a:spcPct val="90000"/>
              </a:lnSpc>
            </a:pPr>
            <a:r>
              <a:rPr lang="en-US" altLang="zh-CN" dirty="0">
                <a:ea typeface="宋体" panose="02010600030101010101" pitchFamily="2" charset="-122"/>
              </a:rPr>
              <a:t>frame destination unknown:</a:t>
            </a:r>
            <a:endParaRPr lang="en-US" altLang="zh-CN" i="1" dirty="0">
              <a:ea typeface="宋体" panose="02010600030101010101" pitchFamily="2" charset="-122"/>
            </a:endParaRPr>
          </a:p>
        </p:txBody>
      </p:sp>
      <p:sp>
        <p:nvSpPr>
          <p:cNvPr id="685142" name="Text Box 86"/>
          <p:cNvSpPr txBox="1"/>
          <p:nvPr/>
        </p:nvSpPr>
        <p:spPr>
          <a:xfrm>
            <a:off x="2260600" y="2797175"/>
            <a:ext cx="923925" cy="457200"/>
          </a:xfrm>
          <a:prstGeom prst="rect">
            <a:avLst/>
          </a:prstGeom>
          <a:noFill/>
          <a:ln w="9525">
            <a:noFill/>
          </a:ln>
        </p:spPr>
        <p:txBody>
          <a:bodyPr wrap="none" anchor="t" anchorCtr="0">
            <a:spAutoFit/>
          </a:bodyPr>
          <a:p>
            <a:pPr eaLnBrk="0" hangingPunct="0">
              <a:buClrTx/>
              <a:buFontTx/>
            </a:pPr>
            <a:r>
              <a:rPr lang="en-US" altLang="zh-CN" sz="2400" dirty="0">
                <a:solidFill>
                  <a:srgbClr val="FF0000"/>
                </a:solidFill>
                <a:latin typeface="Comic Sans MS" panose="030F0702030302020204" pitchFamily="66" charset="0"/>
                <a:ea typeface="宋体" panose="02010600030101010101" pitchFamily="2" charset="-122"/>
              </a:rPr>
              <a:t>flood</a:t>
            </a:r>
            <a:endParaRPr lang="en-US" altLang="zh-CN" sz="2400" dirty="0">
              <a:solidFill>
                <a:srgbClr val="FF0000"/>
              </a:solidFill>
              <a:latin typeface="Comic Sans MS" panose="030F0702030302020204" pitchFamily="66" charset="0"/>
              <a:ea typeface="宋体" panose="02010600030101010101" pitchFamily="2" charset="-122"/>
            </a:endParaRPr>
          </a:p>
        </p:txBody>
      </p:sp>
      <p:grpSp>
        <p:nvGrpSpPr>
          <p:cNvPr id="685148" name="Group 92"/>
          <p:cNvGrpSpPr/>
          <p:nvPr/>
        </p:nvGrpSpPr>
        <p:grpSpPr>
          <a:xfrm>
            <a:off x="6130925" y="3981450"/>
            <a:ext cx="1428750" cy="366713"/>
            <a:chOff x="730" y="2472"/>
            <a:chExt cx="900" cy="231"/>
          </a:xfrm>
        </p:grpSpPr>
        <p:sp>
          <p:nvSpPr>
            <p:cNvPr id="131153" name="Rectangle 88"/>
            <p:cNvSpPr/>
            <p:nvPr/>
          </p:nvSpPr>
          <p:spPr>
            <a:xfrm>
              <a:off x="751" y="2500"/>
              <a:ext cx="879" cy="16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1154" name="Text Box 89"/>
            <p:cNvSpPr txBox="1"/>
            <p:nvPr/>
          </p:nvSpPr>
          <p:spPr>
            <a:xfrm>
              <a:off x="730" y="2472"/>
              <a:ext cx="395" cy="231"/>
            </a:xfrm>
            <a:prstGeom prst="rect">
              <a:avLst/>
            </a:prstGeom>
            <a:noFill/>
            <a:ln w="9525">
              <a:noFill/>
            </a:ln>
          </p:spPr>
          <p:txBody>
            <a:bodyPr wrap="none" anchor="t" anchorCtr="0">
              <a:spAutoFit/>
            </a:bodyPr>
            <a:p>
              <a:pPr eaLnBrk="0" hangingPunct="0">
                <a:buClrTx/>
                <a:buFontTx/>
              </a:pPr>
              <a:r>
                <a:rPr lang="en-US" altLang="zh-CN" i="0" dirty="0">
                  <a:solidFill>
                    <a:schemeClr val="bg1"/>
                  </a:solidFill>
                  <a:latin typeface="Comic Sans MS" panose="030F0702030302020204" pitchFamily="66" charset="0"/>
                  <a:ea typeface="宋体" panose="02010600030101010101" pitchFamily="2" charset="-122"/>
                </a:rPr>
                <a:t>A’ A</a:t>
              </a:r>
              <a:endParaRPr lang="en-US" altLang="zh-CN" i="0" dirty="0">
                <a:solidFill>
                  <a:schemeClr val="bg1"/>
                </a:solidFill>
                <a:latin typeface="Comic Sans MS" panose="030F0702030302020204" pitchFamily="66" charset="0"/>
                <a:ea typeface="宋体" panose="02010600030101010101" pitchFamily="2" charset="-122"/>
              </a:endParaRPr>
            </a:p>
          </p:txBody>
        </p:sp>
        <p:sp>
          <p:nvSpPr>
            <p:cNvPr id="131155" name="Line 90"/>
            <p:cNvSpPr/>
            <p:nvPr/>
          </p:nvSpPr>
          <p:spPr>
            <a:xfrm>
              <a:off x="937" y="2493"/>
              <a:ext cx="0" cy="166"/>
            </a:xfrm>
            <a:prstGeom prst="line">
              <a:avLst/>
            </a:prstGeom>
            <a:ln w="9525" cap="flat" cmpd="sng">
              <a:solidFill>
                <a:schemeClr val="tx1"/>
              </a:solidFill>
              <a:prstDash val="solid"/>
              <a:round/>
              <a:headEnd type="none" w="med" len="med"/>
              <a:tailEnd type="none" w="med" len="med"/>
            </a:ln>
          </p:spPr>
        </p:sp>
        <p:sp>
          <p:nvSpPr>
            <p:cNvPr id="131156" name="Line 91"/>
            <p:cNvSpPr/>
            <p:nvPr/>
          </p:nvSpPr>
          <p:spPr>
            <a:xfrm>
              <a:off x="1096" y="2498"/>
              <a:ext cx="0" cy="166"/>
            </a:xfrm>
            <a:prstGeom prst="line">
              <a:avLst/>
            </a:prstGeom>
            <a:ln w="9525" cap="flat" cmpd="sng">
              <a:solidFill>
                <a:schemeClr val="tx1"/>
              </a:solidFill>
              <a:prstDash val="solid"/>
              <a:round/>
              <a:headEnd type="none" w="med" len="med"/>
              <a:tailEnd type="none" w="med" len="med"/>
            </a:ln>
          </p:spPr>
        </p:sp>
      </p:grpSp>
      <p:sp>
        <p:nvSpPr>
          <p:cNvPr id="685149" name="Rectangle 93"/>
          <p:cNvSpPr/>
          <p:nvPr/>
        </p:nvSpPr>
        <p:spPr>
          <a:xfrm>
            <a:off x="365125" y="3328988"/>
            <a:ext cx="4044950" cy="944562"/>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buChar char="r"/>
            </a:pPr>
            <a:r>
              <a:rPr lang="en-US" altLang="zh-CN" sz="2800" i="0" dirty="0">
                <a:latin typeface="Comic Sans MS" panose="030F0702030302020204" pitchFamily="66" charset="0"/>
                <a:ea typeface="宋体" panose="02010600030101010101" pitchFamily="2" charset="-122"/>
              </a:rPr>
              <a:t>destination A location known:</a:t>
            </a:r>
            <a:endParaRPr lang="en-US" altLang="zh-CN" sz="2800" dirty="0">
              <a:solidFill>
                <a:srgbClr val="FF0000"/>
              </a:solidFill>
              <a:latin typeface="Comic Sans MS" panose="030F0702030302020204" pitchFamily="66" charset="0"/>
              <a:ea typeface="宋体" panose="02010600030101010101" pitchFamily="2" charset="-122"/>
            </a:endParaRPr>
          </a:p>
        </p:txBody>
      </p:sp>
      <p:grpSp>
        <p:nvGrpSpPr>
          <p:cNvPr id="685150" name="Group 94"/>
          <p:cNvGrpSpPr/>
          <p:nvPr/>
        </p:nvGrpSpPr>
        <p:grpSpPr>
          <a:xfrm>
            <a:off x="3768725" y="5656263"/>
            <a:ext cx="2493963" cy="374650"/>
            <a:chOff x="2376" y="3383"/>
            <a:chExt cx="1571" cy="236"/>
          </a:xfrm>
        </p:grpSpPr>
        <p:sp>
          <p:nvSpPr>
            <p:cNvPr id="131159" name="Text Box 95"/>
            <p:cNvSpPr txBox="1"/>
            <p:nvPr/>
          </p:nvSpPr>
          <p:spPr>
            <a:xfrm>
              <a:off x="2376" y="3388"/>
              <a:ext cx="247"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A’</a:t>
              </a:r>
              <a:endParaRPr lang="en-US" altLang="zh-CN" dirty="0">
                <a:latin typeface="Comic Sans MS" panose="030F0702030302020204" pitchFamily="66" charset="0"/>
                <a:ea typeface="宋体" panose="02010600030101010101" pitchFamily="2" charset="-122"/>
              </a:endParaRPr>
            </a:p>
          </p:txBody>
        </p:sp>
        <p:sp>
          <p:nvSpPr>
            <p:cNvPr id="131160" name="Text Box 96"/>
            <p:cNvSpPr txBox="1"/>
            <p:nvPr/>
          </p:nvSpPr>
          <p:spPr>
            <a:xfrm>
              <a:off x="3133" y="3387"/>
              <a:ext cx="204"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4</a:t>
              </a:r>
              <a:endParaRPr lang="en-US" altLang="zh-CN" dirty="0">
                <a:latin typeface="Comic Sans MS" panose="030F0702030302020204" pitchFamily="66" charset="0"/>
                <a:ea typeface="宋体" panose="02010600030101010101" pitchFamily="2" charset="-122"/>
              </a:endParaRPr>
            </a:p>
          </p:txBody>
        </p:sp>
        <p:sp>
          <p:nvSpPr>
            <p:cNvPr id="131161" name="Text Box 97"/>
            <p:cNvSpPr txBox="1"/>
            <p:nvPr/>
          </p:nvSpPr>
          <p:spPr>
            <a:xfrm>
              <a:off x="3655" y="3383"/>
              <a:ext cx="292"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60</a:t>
              </a:r>
              <a:endParaRPr lang="en-US" altLang="zh-CN" dirty="0">
                <a:latin typeface="Comic Sans MS" panose="030F0702030302020204" pitchFamily="66" charset="0"/>
                <a:ea typeface="宋体" panose="02010600030101010101" pitchFamily="2" charset="-122"/>
              </a:endParaRPr>
            </a:p>
          </p:txBody>
        </p:sp>
      </p:grpSp>
      <p:sp>
        <p:nvSpPr>
          <p:cNvPr id="685154" name="Rectangle 98"/>
          <p:cNvSpPr/>
          <p:nvPr/>
        </p:nvSpPr>
        <p:spPr>
          <a:xfrm>
            <a:off x="660400" y="4076700"/>
            <a:ext cx="4044950" cy="531813"/>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pPr>
            <a:r>
              <a:rPr lang="en-US" altLang="zh-CN" sz="2800" dirty="0">
                <a:solidFill>
                  <a:srgbClr val="FF0000"/>
                </a:solidFill>
                <a:latin typeface="Comic Sans MS" panose="030F0702030302020204" pitchFamily="66" charset="0"/>
                <a:ea typeface="宋体" panose="02010600030101010101" pitchFamily="2" charset="-122"/>
              </a:rPr>
              <a:t>selective send</a:t>
            </a:r>
            <a:endParaRPr lang="en-US" altLang="zh-CN" sz="2800" dirty="0">
              <a:solidFill>
                <a:srgbClr val="FF0000"/>
              </a:solidFill>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85088"/>
                                        </p:tgtEl>
                                        <p:attrNameLst>
                                          <p:attrName>style.visibility</p:attrName>
                                        </p:attrNameLst>
                                      </p:cBhvr>
                                      <p:to>
                                        <p:strVal val="visible"/>
                                      </p:to>
                                    </p:set>
                                    <p:animEffect transition="in" filter="dissolve">
                                      <p:cBhvr>
                                        <p:cTn id="7" dur="500"/>
                                        <p:tgtEl>
                                          <p:spTgt spid="685088"/>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68509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685098"/>
                                        </p:tgtEl>
                                        <p:attrNameLst>
                                          <p:attrName>style.visibility</p:attrName>
                                        </p:attrNameLst>
                                      </p:cBhvr>
                                      <p:to>
                                        <p:strVal val="visible"/>
                                      </p:to>
                                    </p:set>
                                    <p:animEffect transition="in" filter="dissolve">
                                      <p:cBhvr>
                                        <p:cTn id="15" dur="500"/>
                                        <p:tgtEl>
                                          <p:spTgt spid="685098"/>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85104"/>
                                        </p:tgtEl>
                                        <p:attrNameLst>
                                          <p:attrName>style.visibility</p:attrName>
                                        </p:attrNameLst>
                                      </p:cBhvr>
                                      <p:to>
                                        <p:strVal val="visible"/>
                                      </p:to>
                                    </p:set>
                                    <p:animEffect transition="in" filter="dissolve">
                                      <p:cBhvr>
                                        <p:cTn id="18" dur="500"/>
                                        <p:tgtEl>
                                          <p:spTgt spid="685104"/>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685093"/>
                                        </p:tgtEl>
                                        <p:attrNameLst>
                                          <p:attrName>style.visibility</p:attrName>
                                        </p:attrNameLst>
                                      </p:cBhvr>
                                      <p:to>
                                        <p:strVal val="hidden"/>
                                      </p:to>
                                    </p:set>
                                  </p:childTnLst>
                                </p:cTn>
                              </p:par>
                              <p:par>
                                <p:cTn id="23" presetID="0" presetClass="path" presetSubtype="0" accel="50000" decel="50000" fill="hold" nodeType="withEffect">
                                  <p:stCondLst>
                                    <p:cond delay="0"/>
                                  </p:stCondLst>
                                  <p:childTnLst>
                                    <p:animMotion origin="layout" path="M -4.44444E-6 -2.59259E-6 L -0.10694 0.11482 L -0.10694 0.24329 " pathEditMode="relative" rAng="0" ptsTypes="AAA">
                                      <p:cBhvr>
                                        <p:cTn id="24" dur="2000" fill="hold"/>
                                        <p:tgtEl>
                                          <p:spTgt spid="685088"/>
                                        </p:tgtEl>
                                        <p:attrNameLst>
                                          <p:attrName>ppt_x</p:attrName>
                                          <p:attrName>ppt_y</p:attrName>
                                        </p:attrNameLst>
                                      </p:cBhvr>
                                      <p:rCtr x="-5300" y="12200"/>
                                    </p:animMotion>
                                  </p:childTnLst>
                                </p:cTn>
                              </p:par>
                            </p:childTnLst>
                          </p:cTn>
                        </p:par>
                        <p:par>
                          <p:cTn id="25" fill="hold">
                            <p:stCondLst>
                              <p:cond delay="0"/>
                            </p:stCondLst>
                            <p:childTnLst>
                              <p:par>
                                <p:cTn id="26" presetID="9" presetClass="entr" presetSubtype="0" fill="hold" nodeType="afterEffect">
                                  <p:stCondLst>
                                    <p:cond delay="0"/>
                                  </p:stCondLst>
                                  <p:childTnLst>
                                    <p:set>
                                      <p:cBhvr>
                                        <p:cTn id="27" dur="1" fill="hold">
                                          <p:stCondLst>
                                            <p:cond delay="0"/>
                                          </p:stCondLst>
                                        </p:cTn>
                                        <p:tgtEl>
                                          <p:spTgt spid="685105"/>
                                        </p:tgtEl>
                                        <p:attrNameLst>
                                          <p:attrName>style.visibility</p:attrName>
                                        </p:attrNameLst>
                                      </p:cBhvr>
                                      <p:to>
                                        <p:strVal val="visible"/>
                                      </p:to>
                                    </p:set>
                                    <p:animEffect transition="in" filter="dissolve">
                                      <p:cBhvr>
                                        <p:cTn id="28" dur="500"/>
                                        <p:tgtEl>
                                          <p:spTgt spid="685105"/>
                                        </p:tgtEl>
                                      </p:cBhvr>
                                    </p:animEffect>
                                  </p:childTnLst>
                                </p:cTn>
                              </p:par>
                            </p:childTnLst>
                          </p:cTn>
                        </p:par>
                        <p:par>
                          <p:cTn id="29" fill="hold">
                            <p:stCondLst>
                              <p:cond delay="500"/>
                            </p:stCondLst>
                            <p:childTnLst>
                              <p:par>
                                <p:cTn id="30" presetID="1" presetClass="entr" presetSubtype="0" fill="hold" grpId="0" nodeType="afterEffect">
                                  <p:stCondLst>
                                    <p:cond delay="0"/>
                                  </p:stCondLst>
                                  <p:childTnLst>
                                    <p:set>
                                      <p:cBhvr>
                                        <p:cTn id="31" dur="1" fill="hold">
                                          <p:stCondLst>
                                            <p:cond delay="0"/>
                                          </p:stCondLst>
                                        </p:cTn>
                                        <p:tgtEl>
                                          <p:spTgt spid="685140">
                                            <p:txEl>
                                              <p:charRg st="0" end="27"/>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685142"/>
                                        </p:tgtEl>
                                        <p:attrNameLst>
                                          <p:attrName>style.visibility</p:attrName>
                                        </p:attrNameLst>
                                      </p:cBhvr>
                                      <p:to>
                                        <p:strVal val="visible"/>
                                      </p:to>
                                    </p:set>
                                  </p:childTnLst>
                                </p:cTn>
                              </p:par>
                            </p:childTnLst>
                          </p:cTn>
                        </p:par>
                        <p:par>
                          <p:cTn id="36" fill="hold">
                            <p:stCondLst>
                              <p:cond delay="0"/>
                            </p:stCondLst>
                            <p:childTnLst>
                              <p:par>
                                <p:cTn id="37" presetID="1" presetClass="exit" presetSubtype="0" fill="hold" nodeType="afterEffect">
                                  <p:stCondLst>
                                    <p:cond delay="0"/>
                                  </p:stCondLst>
                                  <p:childTnLst>
                                    <p:set>
                                      <p:cBhvr>
                                        <p:cTn id="38" dur="1" fill="hold">
                                          <p:stCondLst>
                                            <p:cond delay="0"/>
                                          </p:stCondLst>
                                        </p:cTn>
                                        <p:tgtEl>
                                          <p:spTgt spid="685088"/>
                                        </p:tgtEl>
                                        <p:attrNameLst>
                                          <p:attrName>style.visibility</p:attrName>
                                        </p:attrNameLst>
                                      </p:cBhvr>
                                      <p:to>
                                        <p:strVal val="hidden"/>
                                      </p:to>
                                    </p:set>
                                  </p:childTnLst>
                                </p:cTn>
                              </p:par>
                              <p:par>
                                <p:cTn id="39" presetID="1" presetClass="entr" presetSubtype="0" fill="hold" nodeType="withEffect">
                                  <p:stCondLst>
                                    <p:cond delay="0"/>
                                  </p:stCondLst>
                                  <p:childTnLst>
                                    <p:set>
                                      <p:cBhvr>
                                        <p:cTn id="40" dur="1" fill="hold">
                                          <p:stCondLst>
                                            <p:cond delay="0"/>
                                          </p:stCondLst>
                                        </p:cTn>
                                        <p:tgtEl>
                                          <p:spTgt spid="685115"/>
                                        </p:tgtEl>
                                        <p:attrNameLst>
                                          <p:attrName>style.visibility</p:attrName>
                                        </p:attrNameLst>
                                      </p:cBhvr>
                                      <p:to>
                                        <p:strVal val="visible"/>
                                      </p:to>
                                    </p:set>
                                  </p:childTnLst>
                                </p:cTn>
                              </p:par>
                              <p:par>
                                <p:cTn id="41" presetID="0" presetClass="path" presetSubtype="0" accel="50000" decel="50000" fill="hold" nodeType="withEffect">
                                  <p:stCondLst>
                                    <p:cond delay="0"/>
                                  </p:stCondLst>
                                  <p:childTnLst>
                                    <p:animMotion origin="layout" path="M 2.5E-6 6.2963E-6 L -0.12118 -0.09814 " pathEditMode="relative" ptsTypes="AA">
                                      <p:cBhvr>
                                        <p:cTn id="42" dur="2000" fill="hold"/>
                                        <p:tgtEl>
                                          <p:spTgt spid="685115"/>
                                        </p:tgtEl>
                                        <p:attrNameLst>
                                          <p:attrName>ppt_x</p:attrName>
                                          <p:attrName>ppt_y</p:attrName>
                                        </p:attrNameLst>
                                      </p:cBhvr>
                                    </p:animMotion>
                                  </p:childTnLst>
                                </p:cTn>
                              </p:par>
                              <p:par>
                                <p:cTn id="43" presetID="1" presetClass="entr" presetSubtype="0" fill="hold" nodeType="withEffect">
                                  <p:stCondLst>
                                    <p:cond delay="0"/>
                                  </p:stCondLst>
                                  <p:childTnLst>
                                    <p:set>
                                      <p:cBhvr>
                                        <p:cTn id="44" dur="1" fill="hold">
                                          <p:stCondLst>
                                            <p:cond delay="0"/>
                                          </p:stCondLst>
                                        </p:cTn>
                                        <p:tgtEl>
                                          <p:spTgt spid="685120"/>
                                        </p:tgtEl>
                                        <p:attrNameLst>
                                          <p:attrName>style.visibility</p:attrName>
                                        </p:attrNameLst>
                                      </p:cBhvr>
                                      <p:to>
                                        <p:strVal val="visible"/>
                                      </p:to>
                                    </p:set>
                                  </p:childTnLst>
                                </p:cTn>
                              </p:par>
                              <p:par>
                                <p:cTn id="45" presetID="0" presetClass="path" presetSubtype="0" accel="50000" decel="50000" fill="hold" nodeType="withEffect">
                                  <p:stCondLst>
                                    <p:cond delay="0"/>
                                  </p:stCondLst>
                                  <p:childTnLst>
                                    <p:animMotion origin="layout" path="M 3.61111E-6 -7.40741E-7 L -0.09532 0.14352 " pathEditMode="relative" rAng="0" ptsTypes="AA">
                                      <p:cBhvr>
                                        <p:cTn id="46" dur="2000" fill="hold"/>
                                        <p:tgtEl>
                                          <p:spTgt spid="685120"/>
                                        </p:tgtEl>
                                        <p:attrNameLst>
                                          <p:attrName>ppt_x</p:attrName>
                                          <p:attrName>ppt_y</p:attrName>
                                        </p:attrNameLst>
                                      </p:cBhvr>
                                      <p:rCtr x="-4800" y="7200"/>
                                    </p:animMotion>
                                  </p:childTnLst>
                                </p:cTn>
                              </p:par>
                              <p:par>
                                <p:cTn id="47" presetID="1" presetClass="entr" presetSubtype="0" fill="hold" nodeType="withEffect">
                                  <p:stCondLst>
                                    <p:cond delay="0"/>
                                  </p:stCondLst>
                                  <p:childTnLst>
                                    <p:set>
                                      <p:cBhvr>
                                        <p:cTn id="48" dur="1" fill="hold">
                                          <p:stCondLst>
                                            <p:cond delay="0"/>
                                          </p:stCondLst>
                                        </p:cTn>
                                        <p:tgtEl>
                                          <p:spTgt spid="685125"/>
                                        </p:tgtEl>
                                        <p:attrNameLst>
                                          <p:attrName>style.visibility</p:attrName>
                                        </p:attrNameLst>
                                      </p:cBhvr>
                                      <p:to>
                                        <p:strVal val="visible"/>
                                      </p:to>
                                    </p:set>
                                  </p:childTnLst>
                                </p:cTn>
                              </p:par>
                              <p:par>
                                <p:cTn id="49" presetID="0" presetClass="path" presetSubtype="0" accel="50000" decel="50000" fill="hold" nodeType="withEffect">
                                  <p:stCondLst>
                                    <p:cond delay="0"/>
                                  </p:stCondLst>
                                  <p:childTnLst>
                                    <p:animMotion origin="layout" path="M 3.61111E-6 -7.40741E-7 L 0.03489 0.15509 " pathEditMode="relative" rAng="0" ptsTypes="AA">
                                      <p:cBhvr>
                                        <p:cTn id="50" dur="2000" fill="hold"/>
                                        <p:tgtEl>
                                          <p:spTgt spid="685125"/>
                                        </p:tgtEl>
                                        <p:attrNameLst>
                                          <p:attrName>ppt_x</p:attrName>
                                          <p:attrName>ppt_y</p:attrName>
                                        </p:attrNameLst>
                                      </p:cBhvr>
                                      <p:rCtr x="1700" y="7800"/>
                                    </p:animMotion>
                                  </p:childTnLst>
                                </p:cTn>
                              </p:par>
                              <p:par>
                                <p:cTn id="51" presetID="1" presetClass="entr" presetSubtype="0" fill="hold" nodeType="withEffect">
                                  <p:stCondLst>
                                    <p:cond delay="0"/>
                                  </p:stCondLst>
                                  <p:childTnLst>
                                    <p:set>
                                      <p:cBhvr>
                                        <p:cTn id="52" dur="1" fill="hold">
                                          <p:stCondLst>
                                            <p:cond delay="0"/>
                                          </p:stCondLst>
                                        </p:cTn>
                                        <p:tgtEl>
                                          <p:spTgt spid="685130"/>
                                        </p:tgtEl>
                                        <p:attrNameLst>
                                          <p:attrName>style.visibility</p:attrName>
                                        </p:attrNameLst>
                                      </p:cBhvr>
                                      <p:to>
                                        <p:strVal val="visible"/>
                                      </p:to>
                                    </p:set>
                                  </p:childTnLst>
                                </p:cTn>
                              </p:par>
                              <p:par>
                                <p:cTn id="53" presetID="0" presetClass="path" presetSubtype="0" accel="50000" decel="50000" fill="hold" nodeType="withEffect">
                                  <p:stCondLst>
                                    <p:cond delay="0"/>
                                  </p:stCondLst>
                                  <p:childTnLst>
                                    <p:animMotion origin="layout" path="M 3.61111E-6 -7.40741E-7 L 0.16163 0.06667 " pathEditMode="relative" rAng="0" ptsTypes="AA">
                                      <p:cBhvr>
                                        <p:cTn id="54" dur="2000" fill="hold"/>
                                        <p:tgtEl>
                                          <p:spTgt spid="685130"/>
                                        </p:tgtEl>
                                        <p:attrNameLst>
                                          <p:attrName>ppt_x</p:attrName>
                                          <p:attrName>ppt_y</p:attrName>
                                        </p:attrNameLst>
                                      </p:cBhvr>
                                      <p:rCtr x="8100" y="3300"/>
                                    </p:animMotion>
                                  </p:childTnLst>
                                </p:cTn>
                              </p:par>
                              <p:par>
                                <p:cTn id="55" presetID="1" presetClass="entr" presetSubtype="0" fill="hold" nodeType="withEffect">
                                  <p:stCondLst>
                                    <p:cond delay="0"/>
                                  </p:stCondLst>
                                  <p:childTnLst>
                                    <p:set>
                                      <p:cBhvr>
                                        <p:cTn id="56" dur="1" fill="hold">
                                          <p:stCondLst>
                                            <p:cond delay="0"/>
                                          </p:stCondLst>
                                        </p:cTn>
                                        <p:tgtEl>
                                          <p:spTgt spid="685135"/>
                                        </p:tgtEl>
                                        <p:attrNameLst>
                                          <p:attrName>style.visibility</p:attrName>
                                        </p:attrNameLst>
                                      </p:cBhvr>
                                      <p:to>
                                        <p:strVal val="visible"/>
                                      </p:to>
                                    </p:set>
                                  </p:childTnLst>
                                </p:cTn>
                              </p:par>
                              <p:par>
                                <p:cTn id="57" presetID="0" presetClass="path" presetSubtype="0" accel="50000" decel="50000" fill="hold" nodeType="withEffect">
                                  <p:stCondLst>
                                    <p:cond delay="0"/>
                                  </p:stCondLst>
                                  <p:childTnLst>
                                    <p:animMotion origin="layout" path="M 8.33333E-7 -3.7037E-6 L 0.11545 -0.10231 " pathEditMode="relative" rAng="0" ptsTypes="AA">
                                      <p:cBhvr>
                                        <p:cTn id="58" dur="2000" fill="hold"/>
                                        <p:tgtEl>
                                          <p:spTgt spid="685135"/>
                                        </p:tgtEl>
                                        <p:attrNameLst>
                                          <p:attrName>ppt_x</p:attrName>
                                          <p:attrName>ppt_y</p:attrName>
                                        </p:attrNameLst>
                                      </p:cBhvr>
                                      <p:rCtr x="5800" y="-5100"/>
                                    </p:animMotion>
                                  </p:childTnLst>
                                </p:cTn>
                              </p:par>
                            </p:childTnLst>
                          </p:cTn>
                        </p:par>
                        <p:par>
                          <p:cTn id="59" fill="hold">
                            <p:stCondLst>
                              <p:cond delay="0"/>
                            </p:stCondLst>
                            <p:childTnLst>
                              <p:par>
                                <p:cTn id="60" presetID="1" presetClass="exit" presetSubtype="0" fill="hold" nodeType="afterEffect">
                                  <p:stCondLst>
                                    <p:cond delay="0"/>
                                  </p:stCondLst>
                                  <p:childTnLst>
                                    <p:set>
                                      <p:cBhvr>
                                        <p:cTn id="61" dur="1" fill="hold">
                                          <p:stCondLst>
                                            <p:cond delay="0"/>
                                          </p:stCondLst>
                                        </p:cTn>
                                        <p:tgtEl>
                                          <p:spTgt spid="685135"/>
                                        </p:tgtEl>
                                        <p:attrNameLst>
                                          <p:attrName>style.visibility</p:attrName>
                                        </p:attrNameLst>
                                      </p:cBhvr>
                                      <p:to>
                                        <p:strVal val="hidden"/>
                                      </p:to>
                                    </p:set>
                                  </p:childTnLst>
                                </p:cTn>
                              </p:par>
                              <p:par>
                                <p:cTn id="62" presetID="1" presetClass="exit" presetSubtype="0" fill="hold" nodeType="withEffect">
                                  <p:stCondLst>
                                    <p:cond delay="0"/>
                                  </p:stCondLst>
                                  <p:childTnLst>
                                    <p:set>
                                      <p:cBhvr>
                                        <p:cTn id="63" dur="1" fill="hold">
                                          <p:stCondLst>
                                            <p:cond delay="0"/>
                                          </p:stCondLst>
                                        </p:cTn>
                                        <p:tgtEl>
                                          <p:spTgt spid="685130"/>
                                        </p:tgtEl>
                                        <p:attrNameLst>
                                          <p:attrName>style.visibility</p:attrName>
                                        </p:attrNameLst>
                                      </p:cBhvr>
                                      <p:to>
                                        <p:strVal val="hidden"/>
                                      </p:to>
                                    </p:set>
                                  </p:childTnLst>
                                </p:cTn>
                              </p:par>
                              <p:par>
                                <p:cTn id="64" presetID="1" presetClass="exit" presetSubtype="0" fill="hold" nodeType="withEffect">
                                  <p:stCondLst>
                                    <p:cond delay="0"/>
                                  </p:stCondLst>
                                  <p:childTnLst>
                                    <p:set>
                                      <p:cBhvr>
                                        <p:cTn id="65" dur="1" fill="hold">
                                          <p:stCondLst>
                                            <p:cond delay="0"/>
                                          </p:stCondLst>
                                        </p:cTn>
                                        <p:tgtEl>
                                          <p:spTgt spid="685125"/>
                                        </p:tgtEl>
                                        <p:attrNameLst>
                                          <p:attrName>style.visibility</p:attrName>
                                        </p:attrNameLst>
                                      </p:cBhvr>
                                      <p:to>
                                        <p:strVal val="hidden"/>
                                      </p:to>
                                    </p:set>
                                  </p:childTnLst>
                                </p:cTn>
                              </p:par>
                              <p:par>
                                <p:cTn id="66" presetID="1" presetClass="exit" presetSubtype="0" fill="hold" nodeType="withEffect">
                                  <p:stCondLst>
                                    <p:cond delay="0"/>
                                  </p:stCondLst>
                                  <p:childTnLst>
                                    <p:set>
                                      <p:cBhvr>
                                        <p:cTn id="67" dur="1" fill="hold">
                                          <p:stCondLst>
                                            <p:cond delay="0"/>
                                          </p:stCondLst>
                                        </p:cTn>
                                        <p:tgtEl>
                                          <p:spTgt spid="685120"/>
                                        </p:tgtEl>
                                        <p:attrNameLst>
                                          <p:attrName>style.visibility</p:attrName>
                                        </p:attrNameLst>
                                      </p:cBhvr>
                                      <p:to>
                                        <p:strVal val="hidden"/>
                                      </p:to>
                                    </p:set>
                                  </p:childTnLst>
                                </p:cTn>
                              </p:par>
                              <p:par>
                                <p:cTn id="68" presetID="1" presetClass="exit" presetSubtype="0" fill="hold" nodeType="withEffect">
                                  <p:stCondLst>
                                    <p:cond delay="0"/>
                                  </p:stCondLst>
                                  <p:childTnLst>
                                    <p:set>
                                      <p:cBhvr>
                                        <p:cTn id="69" dur="1" fill="hold">
                                          <p:stCondLst>
                                            <p:cond delay="0"/>
                                          </p:stCondLst>
                                        </p:cTn>
                                        <p:tgtEl>
                                          <p:spTgt spid="685115"/>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nodeType="clickEffect">
                                  <p:stCondLst>
                                    <p:cond delay="0"/>
                                  </p:stCondLst>
                                  <p:childTnLst>
                                    <p:set>
                                      <p:cBhvr>
                                        <p:cTn id="73" dur="1" fill="hold">
                                          <p:stCondLst>
                                            <p:cond delay="0"/>
                                          </p:stCondLst>
                                        </p:cTn>
                                        <p:tgtEl>
                                          <p:spTgt spid="685148"/>
                                        </p:tgtEl>
                                        <p:attrNameLst>
                                          <p:attrName>style.visibility</p:attrName>
                                        </p:attrNameLst>
                                      </p:cBhvr>
                                      <p:to>
                                        <p:strVal val="visible"/>
                                      </p:to>
                                    </p:set>
                                    <p:animEffect transition="in" filter="dissolve">
                                      <p:cBhvr>
                                        <p:cTn id="74" dur="500"/>
                                        <p:tgtEl>
                                          <p:spTgt spid="685148"/>
                                        </p:tgtEl>
                                      </p:cBhvr>
                                    </p:animEffect>
                                  </p:childTnLst>
                                </p:cTn>
                              </p:par>
                            </p:childTnLst>
                          </p:cTn>
                        </p:par>
                        <p:par>
                          <p:cTn id="75" fill="hold">
                            <p:stCondLst>
                              <p:cond delay="500"/>
                            </p:stCondLst>
                            <p:childTnLst>
                              <p:par>
                                <p:cTn id="76" presetID="0" presetClass="path" presetSubtype="0" accel="50000" decel="50000" fill="hold" nodeType="afterEffect">
                                  <p:stCondLst>
                                    <p:cond delay="0"/>
                                  </p:stCondLst>
                                  <p:childTnLst>
                                    <p:animMotion origin="layout" path="M -0.00139 -0.00509 L -0.03767 -0.17014 " pathEditMode="relative" rAng="0" ptsTypes="AA">
                                      <p:cBhvr>
                                        <p:cTn id="77" dur="2000" fill="hold"/>
                                        <p:tgtEl>
                                          <p:spTgt spid="685148"/>
                                        </p:tgtEl>
                                        <p:attrNameLst>
                                          <p:attrName>ppt_x</p:attrName>
                                          <p:attrName>ppt_y</p:attrName>
                                        </p:attrNameLst>
                                      </p:cBhvr>
                                      <p:rCtr x="-1800" y="-8300"/>
                                    </p:animMotion>
                                  </p:childTnLst>
                                </p:cTn>
                              </p:par>
                            </p:childTnLst>
                          </p:cTn>
                        </p:par>
                        <p:par>
                          <p:cTn id="78" fill="hold">
                            <p:stCondLst>
                              <p:cond delay="2500"/>
                            </p:stCondLst>
                            <p:childTnLst>
                              <p:par>
                                <p:cTn id="79" presetID="1" presetClass="entr" presetSubtype="0" fill="hold" grpId="0" nodeType="afterEffect">
                                  <p:stCondLst>
                                    <p:cond delay="0"/>
                                  </p:stCondLst>
                                  <p:childTnLst>
                                    <p:set>
                                      <p:cBhvr>
                                        <p:cTn id="80" dur="1" fill="hold">
                                          <p:stCondLst>
                                            <p:cond delay="0"/>
                                          </p:stCondLst>
                                        </p:cTn>
                                        <p:tgtEl>
                                          <p:spTgt spid="685149">
                                            <p:txEl>
                                              <p:charRg st="0" end="30"/>
                                            </p:txEl>
                                          </p:spTgt>
                                        </p:tgtEl>
                                        <p:attrNameLst>
                                          <p:attrName>style.visibility</p:attrName>
                                        </p:attrNameLst>
                                      </p:cBhvr>
                                      <p:to>
                                        <p:strVal val="visible"/>
                                      </p:to>
                                    </p:set>
                                  </p:childTnLst>
                                </p:cTn>
                              </p:par>
                            </p:childTnLst>
                          </p:cTn>
                        </p:par>
                        <p:par>
                          <p:cTn id="81" fill="hold">
                            <p:stCondLst>
                              <p:cond delay="2500"/>
                            </p:stCondLst>
                            <p:childTnLst>
                              <p:par>
                                <p:cTn id="82" presetID="9" presetClass="entr" presetSubtype="0" fill="hold" nodeType="afterEffect">
                                  <p:stCondLst>
                                    <p:cond delay="0"/>
                                  </p:stCondLst>
                                  <p:childTnLst>
                                    <p:set>
                                      <p:cBhvr>
                                        <p:cTn id="83" dur="1" fill="hold">
                                          <p:stCondLst>
                                            <p:cond delay="0"/>
                                          </p:stCondLst>
                                        </p:cTn>
                                        <p:tgtEl>
                                          <p:spTgt spid="685150"/>
                                        </p:tgtEl>
                                        <p:attrNameLst>
                                          <p:attrName>style.visibility</p:attrName>
                                        </p:attrNameLst>
                                      </p:cBhvr>
                                      <p:to>
                                        <p:strVal val="visible"/>
                                      </p:to>
                                    </p:set>
                                    <p:animEffect transition="in" filter="dissolve">
                                      <p:cBhvr>
                                        <p:cTn id="84" dur="500"/>
                                        <p:tgtEl>
                                          <p:spTgt spid="685150"/>
                                        </p:tgtEl>
                                      </p:cBhvr>
                                    </p:animEffec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685154">
                                            <p:txEl>
                                              <p:charRg st="0" end="15"/>
                                            </p:txEl>
                                          </p:spTgt>
                                        </p:tgtEl>
                                        <p:attrNameLst>
                                          <p:attrName>style.visibility</p:attrName>
                                        </p:attrNameLst>
                                      </p:cBhvr>
                                      <p:to>
                                        <p:strVal val="visible"/>
                                      </p:to>
                                    </p:set>
                                  </p:childTnLst>
                                </p:cTn>
                              </p:par>
                            </p:childTnLst>
                          </p:cTn>
                        </p:par>
                        <p:par>
                          <p:cTn id="89" fill="hold">
                            <p:stCondLst>
                              <p:cond delay="0"/>
                            </p:stCondLst>
                            <p:childTnLst>
                              <p:par>
                                <p:cTn id="90" presetID="0" presetClass="path" presetSubtype="0" accel="50000" decel="50000" fill="hold" nodeType="afterEffect">
                                  <p:stCondLst>
                                    <p:cond delay="0"/>
                                  </p:stCondLst>
                                  <p:childTnLst>
                                    <p:animMotion origin="layout" path="M -0.03611 -0.1588 L -0.03472 -0.32871 " pathEditMode="relative" ptsTypes="AA">
                                      <p:cBhvr>
                                        <p:cTn id="91" dur="2000" fill="hold"/>
                                        <p:tgtEl>
                                          <p:spTgt spid="68514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5104" grpId="0"/>
      <p:bldP spid="685140" grpId="0" build="p"/>
      <p:bldP spid="685142" grpId="0"/>
      <p:bldP spid="685149" grpId="0" build="p"/>
      <p:bldP spid="685154"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3312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33123" name="Rectangle 5"/>
          <p:cNvSpPr>
            <a:spLocks noGrp="1"/>
          </p:cNvSpPr>
          <p:nvPr>
            <p:ph type="title"/>
          </p:nvPr>
        </p:nvSpPr>
        <p:spPr>
          <a:xfrm>
            <a:off x="546100" y="0"/>
            <a:ext cx="7772400" cy="1143000"/>
          </a:xfrm>
          <a:ln/>
        </p:spPr>
        <p:txBody>
          <a:bodyPr vert="horz" wrap="square" lIns="91440" tIns="45720" rIns="91440" bIns="45720" anchor="ctr" anchorCtr="0"/>
          <a:p>
            <a:r>
              <a:rPr lang="en-US" altLang="zh-CN" dirty="0">
                <a:ea typeface="宋体" panose="02010600030101010101" pitchFamily="2" charset="-122"/>
              </a:rPr>
              <a:t>Interconnecting switches</a:t>
            </a:r>
            <a:endParaRPr lang="en-US" altLang="zh-CN" dirty="0">
              <a:ea typeface="宋体" panose="02010600030101010101" pitchFamily="2" charset="-122"/>
            </a:endParaRPr>
          </a:p>
        </p:txBody>
      </p:sp>
      <p:sp>
        <p:nvSpPr>
          <p:cNvPr id="133124" name="Rectangle 6"/>
          <p:cNvSpPr>
            <a:spLocks noGrp="1"/>
          </p:cNvSpPr>
          <p:nvPr>
            <p:ph idx="1"/>
          </p:nvPr>
        </p:nvSpPr>
        <p:spPr>
          <a:xfrm>
            <a:off x="698500" y="1320800"/>
            <a:ext cx="7881938" cy="682625"/>
          </a:xfrm>
          <a:ln/>
        </p:spPr>
        <p:txBody>
          <a:bodyPr vert="horz" wrap="square" lIns="91440" tIns="45720" rIns="91440" bIns="45720" anchor="t" anchorCtr="0"/>
          <a:p>
            <a:r>
              <a:rPr lang="en-US" altLang="zh-CN" sz="2400" dirty="0">
                <a:ea typeface="宋体" panose="02010600030101010101" pitchFamily="2" charset="-122"/>
              </a:rPr>
              <a:t>switches can be connected together</a:t>
            </a:r>
            <a:endParaRPr lang="en-US" altLang="zh-CN" sz="2400" dirty="0">
              <a:ea typeface="宋体" panose="02010600030101010101" pitchFamily="2" charset="-122"/>
            </a:endParaRPr>
          </a:p>
        </p:txBody>
      </p:sp>
      <p:graphicFrame>
        <p:nvGraphicFramePr>
          <p:cNvPr id="133125" name="Object 9"/>
          <p:cNvGraphicFramePr>
            <a:graphicFrameLocks noChangeAspect="1"/>
          </p:cNvGraphicFramePr>
          <p:nvPr/>
        </p:nvGraphicFramePr>
        <p:xfrm>
          <a:off x="1646238" y="3346450"/>
          <a:ext cx="415925" cy="339725"/>
        </p:xfrm>
        <a:graphic>
          <a:graphicData uri="http://schemas.openxmlformats.org/presentationml/2006/ole">
            <mc:AlternateContent xmlns:mc="http://schemas.openxmlformats.org/markup-compatibility/2006">
              <mc:Choice xmlns:v="urn:schemas-microsoft-com:vml" Requires="v">
                <p:oleObj spid="_x0000_s3176" name="" r:id="rId1" imgW="1307465" imgH="1083945" progId="MS_ClipArt_Gallery.2">
                  <p:embed/>
                </p:oleObj>
              </mc:Choice>
              <mc:Fallback>
                <p:oleObj name="" r:id="rId1" imgW="1307465" imgH="1083945" progId="MS_ClipArt_Gallery.2">
                  <p:embed/>
                  <p:pic>
                    <p:nvPicPr>
                      <p:cNvPr id="0" name="图片 3175"/>
                      <p:cNvPicPr/>
                      <p:nvPr/>
                    </p:nvPicPr>
                    <p:blipFill>
                      <a:blip r:embed="rId2"/>
                      <a:stretch>
                        <a:fillRect/>
                      </a:stretch>
                    </p:blipFill>
                    <p:spPr>
                      <a:xfrm>
                        <a:off x="1646238" y="3346450"/>
                        <a:ext cx="415925" cy="339725"/>
                      </a:xfrm>
                      <a:prstGeom prst="rect">
                        <a:avLst/>
                      </a:prstGeom>
                      <a:noFill/>
                      <a:ln w="38100">
                        <a:noFill/>
                        <a:miter/>
                      </a:ln>
                    </p:spPr>
                  </p:pic>
                </p:oleObj>
              </mc:Fallback>
            </mc:AlternateContent>
          </a:graphicData>
        </a:graphic>
      </p:graphicFrame>
      <p:graphicFrame>
        <p:nvGraphicFramePr>
          <p:cNvPr id="133126" name="Object 12"/>
          <p:cNvGraphicFramePr>
            <a:graphicFrameLocks noChangeAspect="1"/>
          </p:cNvGraphicFramePr>
          <p:nvPr/>
        </p:nvGraphicFramePr>
        <p:xfrm>
          <a:off x="2305050" y="3371850"/>
          <a:ext cx="417513" cy="339725"/>
        </p:xfrm>
        <a:graphic>
          <a:graphicData uri="http://schemas.openxmlformats.org/presentationml/2006/ole">
            <mc:AlternateContent xmlns:mc="http://schemas.openxmlformats.org/markup-compatibility/2006">
              <mc:Choice xmlns:v="urn:schemas-microsoft-com:vml" Requires="v">
                <p:oleObj spid="_x0000_s3173" name="" r:id="rId3" imgW="1307465" imgH="1083945" progId="MS_ClipArt_Gallery.2">
                  <p:embed/>
                </p:oleObj>
              </mc:Choice>
              <mc:Fallback>
                <p:oleObj name="" r:id="rId3" imgW="1307465" imgH="1083945" progId="MS_ClipArt_Gallery.2">
                  <p:embed/>
                  <p:pic>
                    <p:nvPicPr>
                      <p:cNvPr id="0" name="图片 3172"/>
                      <p:cNvPicPr/>
                      <p:nvPr/>
                    </p:nvPicPr>
                    <p:blipFill>
                      <a:blip r:embed="rId2"/>
                      <a:stretch>
                        <a:fillRect/>
                      </a:stretch>
                    </p:blipFill>
                    <p:spPr>
                      <a:xfrm>
                        <a:off x="2305050" y="3371850"/>
                        <a:ext cx="417513" cy="339725"/>
                      </a:xfrm>
                      <a:prstGeom prst="rect">
                        <a:avLst/>
                      </a:prstGeom>
                      <a:noFill/>
                      <a:ln w="38100">
                        <a:noFill/>
                        <a:miter/>
                      </a:ln>
                    </p:spPr>
                  </p:pic>
                </p:oleObj>
              </mc:Fallback>
            </mc:AlternateContent>
          </a:graphicData>
        </a:graphic>
      </p:graphicFrame>
      <p:graphicFrame>
        <p:nvGraphicFramePr>
          <p:cNvPr id="133127" name="Object 19"/>
          <p:cNvGraphicFramePr>
            <a:graphicFrameLocks noChangeAspect="1"/>
          </p:cNvGraphicFramePr>
          <p:nvPr/>
        </p:nvGraphicFramePr>
        <p:xfrm>
          <a:off x="1206500" y="2867025"/>
          <a:ext cx="417513" cy="339725"/>
        </p:xfrm>
        <a:graphic>
          <a:graphicData uri="http://schemas.openxmlformats.org/presentationml/2006/ole">
            <mc:AlternateContent xmlns:mc="http://schemas.openxmlformats.org/markup-compatibility/2006">
              <mc:Choice xmlns:v="urn:schemas-microsoft-com:vml" Requires="v">
                <p:oleObj spid="_x0000_s3170" name="" r:id="rId4" imgW="1307465" imgH="1083945" progId="MS_ClipArt_Gallery.2">
                  <p:embed/>
                </p:oleObj>
              </mc:Choice>
              <mc:Fallback>
                <p:oleObj name="" r:id="rId4" imgW="1307465" imgH="1083945" progId="MS_ClipArt_Gallery.2">
                  <p:embed/>
                  <p:pic>
                    <p:nvPicPr>
                      <p:cNvPr id="0" name="图片 3169"/>
                      <p:cNvPicPr/>
                      <p:nvPr/>
                    </p:nvPicPr>
                    <p:blipFill>
                      <a:blip r:embed="rId2"/>
                      <a:stretch>
                        <a:fillRect/>
                      </a:stretch>
                    </p:blipFill>
                    <p:spPr>
                      <a:xfrm>
                        <a:off x="1206500" y="2867025"/>
                        <a:ext cx="417513" cy="339725"/>
                      </a:xfrm>
                      <a:prstGeom prst="rect">
                        <a:avLst/>
                      </a:prstGeom>
                      <a:noFill/>
                      <a:ln w="38100">
                        <a:noFill/>
                        <a:miter/>
                      </a:ln>
                    </p:spPr>
                  </p:pic>
                </p:oleObj>
              </mc:Fallback>
            </mc:AlternateContent>
          </a:graphicData>
        </a:graphic>
      </p:graphicFrame>
      <p:sp>
        <p:nvSpPr>
          <p:cNvPr id="133128" name="Line 20"/>
          <p:cNvSpPr/>
          <p:nvPr/>
        </p:nvSpPr>
        <p:spPr>
          <a:xfrm flipH="1">
            <a:off x="1582738" y="3030538"/>
            <a:ext cx="555625" cy="0"/>
          </a:xfrm>
          <a:prstGeom prst="line">
            <a:avLst/>
          </a:prstGeom>
          <a:ln w="9525" cap="flat" cmpd="sng">
            <a:solidFill>
              <a:schemeClr val="tx1"/>
            </a:solidFill>
            <a:prstDash val="solid"/>
            <a:round/>
            <a:headEnd type="none" w="med" len="med"/>
            <a:tailEnd type="none" w="med" len="med"/>
          </a:ln>
        </p:spPr>
      </p:sp>
      <p:sp>
        <p:nvSpPr>
          <p:cNvPr id="133129" name="Line 21"/>
          <p:cNvSpPr/>
          <p:nvPr/>
        </p:nvSpPr>
        <p:spPr>
          <a:xfrm flipH="1">
            <a:off x="1970088" y="3078163"/>
            <a:ext cx="271462" cy="314325"/>
          </a:xfrm>
          <a:prstGeom prst="line">
            <a:avLst/>
          </a:prstGeom>
          <a:ln w="9525" cap="flat" cmpd="sng">
            <a:solidFill>
              <a:schemeClr val="tx1"/>
            </a:solidFill>
            <a:prstDash val="solid"/>
            <a:round/>
            <a:headEnd type="none" w="med" len="med"/>
            <a:tailEnd type="none" w="med" len="med"/>
          </a:ln>
        </p:spPr>
      </p:sp>
      <p:sp>
        <p:nvSpPr>
          <p:cNvPr id="133130" name="Line 22"/>
          <p:cNvSpPr/>
          <p:nvPr/>
        </p:nvSpPr>
        <p:spPr>
          <a:xfrm>
            <a:off x="2389188" y="3106738"/>
            <a:ext cx="73025" cy="295275"/>
          </a:xfrm>
          <a:prstGeom prst="line">
            <a:avLst/>
          </a:prstGeom>
          <a:ln w="9525" cap="flat" cmpd="sng">
            <a:solidFill>
              <a:schemeClr val="tx1"/>
            </a:solidFill>
            <a:prstDash val="solid"/>
            <a:round/>
            <a:headEnd type="none" w="med" len="med"/>
            <a:tailEnd type="none" w="med" len="med"/>
          </a:ln>
        </p:spPr>
      </p:sp>
      <p:grpSp>
        <p:nvGrpSpPr>
          <p:cNvPr id="133131" name="Group 59"/>
          <p:cNvGrpSpPr/>
          <p:nvPr/>
        </p:nvGrpSpPr>
        <p:grpSpPr>
          <a:xfrm>
            <a:off x="2006600" y="2822575"/>
            <a:ext cx="720725" cy="279400"/>
            <a:chOff x="3913" y="3140"/>
            <a:chExt cx="454" cy="176"/>
          </a:xfrm>
        </p:grpSpPr>
        <p:sp>
          <p:nvSpPr>
            <p:cNvPr id="133132" name="Rectangle 60"/>
            <p:cNvSpPr/>
            <p:nvPr/>
          </p:nvSpPr>
          <p:spPr>
            <a:xfrm>
              <a:off x="3913" y="3228"/>
              <a:ext cx="407" cy="88"/>
            </a:xfrm>
            <a:prstGeom prst="rect">
              <a:avLst/>
            </a:prstGeom>
            <a:solidFill>
              <a:schemeClr val="hlink"/>
            </a:solidFill>
            <a:ln w="9525"/>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3133" name="Freeform 61"/>
            <p:cNvSpPr/>
            <p:nvPr/>
          </p:nvSpPr>
          <p:spPr>
            <a:xfrm>
              <a:off x="3958" y="3145"/>
              <a:ext cx="409" cy="68"/>
            </a:xfrm>
            <a:custGeom>
              <a:avLst/>
              <a:gdLst/>
              <a:ahLst/>
              <a:cxnLst>
                <a:cxn ang="0">
                  <a:pos x="0" y="92"/>
                </a:cxn>
                <a:cxn ang="0">
                  <a:pos x="245" y="91"/>
                </a:cxn>
                <a:cxn ang="0">
                  <a:pos x="1455" y="0"/>
                </a:cxn>
                <a:cxn ang="0">
                  <a:pos x="1861" y="0"/>
                </a:cxn>
              </a:cxnLst>
              <a:pathLst>
                <a:path w="280" h="63">
                  <a:moveTo>
                    <a:pt x="0" y="63"/>
                  </a:moveTo>
                  <a:lnTo>
                    <a:pt x="37" y="62"/>
                  </a:lnTo>
                  <a:lnTo>
                    <a:pt x="219" y="0"/>
                  </a:lnTo>
                  <a:lnTo>
                    <a:pt x="280"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133134" name="Freeform 62"/>
            <p:cNvSpPr/>
            <p:nvPr/>
          </p:nvSpPr>
          <p:spPr>
            <a:xfrm>
              <a:off x="4044" y="3140"/>
              <a:ext cx="251" cy="75"/>
            </a:xfrm>
            <a:custGeom>
              <a:avLst/>
              <a:gdLst/>
              <a:ahLst/>
              <a:cxnLst>
                <a:cxn ang="0">
                  <a:pos x="0" y="0"/>
                </a:cxn>
                <a:cxn ang="0">
                  <a:pos x="561" y="0"/>
                </a:cxn>
                <a:cxn ang="0">
                  <a:pos x="1430" y="79"/>
                </a:cxn>
                <a:cxn ang="0">
                  <a:pos x="2076" y="79"/>
                </a:cxn>
              </a:cxnLst>
              <a:pathLst>
                <a:path w="148" h="74">
                  <a:moveTo>
                    <a:pt x="0" y="0"/>
                  </a:moveTo>
                  <a:lnTo>
                    <a:pt x="40" y="0"/>
                  </a:lnTo>
                  <a:lnTo>
                    <a:pt x="102" y="74"/>
                  </a:lnTo>
                  <a:lnTo>
                    <a:pt x="148" y="74"/>
                  </a:lnTo>
                </a:path>
              </a:pathLst>
            </a:custGeom>
            <a:noFill/>
            <a:ln w="19050" cap="flat" cmpd="sng">
              <a:solidFill>
                <a:schemeClr val="tx1"/>
              </a:solidFill>
              <a:prstDash val="solid"/>
              <a:round/>
              <a:headEnd type="none" w="med" len="med"/>
              <a:tailEnd type="none" w="med" len="med"/>
            </a:ln>
          </p:spPr>
          <p:txBody>
            <a:bodyPr/>
            <a:p>
              <a:endParaRPr lang="zh-CN" altLang="en-US"/>
            </a:p>
          </p:txBody>
        </p:sp>
      </p:grpSp>
      <p:sp>
        <p:nvSpPr>
          <p:cNvPr id="133135" name="Text Box 64"/>
          <p:cNvSpPr txBox="1"/>
          <p:nvPr/>
        </p:nvSpPr>
        <p:spPr>
          <a:xfrm>
            <a:off x="958850" y="2844800"/>
            <a:ext cx="350838"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A</a:t>
            </a:r>
            <a:endParaRPr lang="en-US" altLang="zh-CN" i="0" dirty="0">
              <a:latin typeface="Comic Sans MS" panose="030F0702030302020204" pitchFamily="66" charset="0"/>
              <a:ea typeface="宋体" panose="02010600030101010101" pitchFamily="2" charset="-122"/>
            </a:endParaRPr>
          </a:p>
        </p:txBody>
      </p:sp>
      <p:sp>
        <p:nvSpPr>
          <p:cNvPr id="133136" name="Text Box 65"/>
          <p:cNvSpPr txBox="1"/>
          <p:nvPr/>
        </p:nvSpPr>
        <p:spPr>
          <a:xfrm>
            <a:off x="1408113" y="3306763"/>
            <a:ext cx="328612"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B</a:t>
            </a:r>
            <a:endParaRPr lang="en-US" altLang="zh-CN" i="0" dirty="0">
              <a:latin typeface="Comic Sans MS" panose="030F0702030302020204" pitchFamily="66" charset="0"/>
              <a:ea typeface="宋体" panose="02010600030101010101" pitchFamily="2" charset="-122"/>
            </a:endParaRPr>
          </a:p>
        </p:txBody>
      </p:sp>
      <p:sp>
        <p:nvSpPr>
          <p:cNvPr id="681030" name="Rectangle 70"/>
          <p:cNvSpPr/>
          <p:nvPr/>
        </p:nvSpPr>
        <p:spPr>
          <a:xfrm>
            <a:off x="690563" y="4535488"/>
            <a:ext cx="7881937" cy="1676400"/>
          </a:xfrm>
          <a:prstGeom prst="rect">
            <a:avLst/>
          </a:prstGeom>
          <a:noFill/>
          <a:ln w="9525">
            <a:noFill/>
          </a:ln>
        </p:spPr>
        <p:txBody>
          <a:bodyPr anchor="t" anchorCtr="0"/>
          <a:p>
            <a:pPr marL="342900" indent="-342900" eaLnBrk="0" hangingPunct="0">
              <a:spcBef>
                <a:spcPct val="20000"/>
              </a:spcBef>
              <a:buClr>
                <a:schemeClr val="accent2"/>
              </a:buClr>
              <a:buSzPct val="85000"/>
              <a:buFont typeface="ZapfDingbats" pitchFamily="82" charset="2"/>
              <a:buChar char="r"/>
            </a:pPr>
            <a:r>
              <a:rPr lang="en-US" altLang="zh-CN" sz="2400" u="sng" dirty="0">
                <a:solidFill>
                  <a:srgbClr val="FF0000"/>
                </a:solidFill>
                <a:latin typeface="Comic Sans MS" panose="030F0702030302020204" pitchFamily="66" charset="0"/>
                <a:ea typeface="宋体" panose="02010600030101010101" pitchFamily="2" charset="-122"/>
              </a:rPr>
              <a:t>Q:</a:t>
            </a:r>
            <a:r>
              <a:rPr lang="en-US" altLang="zh-CN" sz="2400" i="0" dirty="0">
                <a:latin typeface="Comic Sans MS" panose="030F0702030302020204" pitchFamily="66" charset="0"/>
                <a:ea typeface="宋体" panose="02010600030101010101" pitchFamily="2" charset="-122"/>
              </a:rPr>
              <a:t> sending from A to G - how does S</a:t>
            </a:r>
            <a:r>
              <a:rPr lang="en-US" altLang="zh-CN" sz="2400" i="0" baseline="-25000" dirty="0">
                <a:latin typeface="Comic Sans MS" panose="030F0702030302020204" pitchFamily="66" charset="0"/>
                <a:ea typeface="宋体" panose="02010600030101010101" pitchFamily="2" charset="-122"/>
              </a:rPr>
              <a:t>1</a:t>
            </a:r>
            <a:r>
              <a:rPr lang="en-US" altLang="zh-CN" sz="2400" i="0" dirty="0">
                <a:latin typeface="Comic Sans MS" panose="030F0702030302020204" pitchFamily="66" charset="0"/>
                <a:ea typeface="宋体" panose="02010600030101010101" pitchFamily="2" charset="-122"/>
              </a:rPr>
              <a:t> know to forward frame destined to F via S</a:t>
            </a:r>
            <a:r>
              <a:rPr lang="en-US" altLang="zh-CN" sz="2400" i="0" baseline="-25000" dirty="0">
                <a:latin typeface="Comic Sans MS" panose="030F0702030302020204" pitchFamily="66" charset="0"/>
                <a:ea typeface="宋体" panose="02010600030101010101" pitchFamily="2" charset="-122"/>
              </a:rPr>
              <a:t>4</a:t>
            </a:r>
            <a:r>
              <a:rPr lang="en-US" altLang="zh-CN" sz="2400" i="0" dirty="0">
                <a:latin typeface="Comic Sans MS" panose="030F0702030302020204" pitchFamily="66" charset="0"/>
                <a:ea typeface="宋体" panose="02010600030101010101" pitchFamily="2" charset="-122"/>
              </a:rPr>
              <a:t> and S</a:t>
            </a:r>
            <a:r>
              <a:rPr lang="en-US" altLang="zh-CN" sz="2400" i="0" baseline="-25000" dirty="0">
                <a:latin typeface="Comic Sans MS" panose="030F0702030302020204" pitchFamily="66" charset="0"/>
                <a:ea typeface="宋体" panose="02010600030101010101" pitchFamily="2" charset="-122"/>
              </a:rPr>
              <a:t>3</a:t>
            </a:r>
            <a:r>
              <a:rPr lang="en-US" altLang="zh-CN" sz="2400" i="0" dirty="0">
                <a:latin typeface="Comic Sans MS" panose="030F0702030302020204" pitchFamily="66" charset="0"/>
                <a:ea typeface="宋体" panose="02010600030101010101" pitchFamily="2" charset="-122"/>
              </a:rPr>
              <a:t>?</a:t>
            </a:r>
            <a:endParaRPr lang="en-US" altLang="zh-CN" sz="2400" i="0" dirty="0">
              <a:latin typeface="Comic Sans MS" panose="030F0702030302020204" pitchFamily="66" charset="0"/>
              <a:ea typeface="宋体" panose="02010600030101010101" pitchFamily="2" charset="-122"/>
            </a:endParaRPr>
          </a:p>
          <a:p>
            <a:pPr marL="342900" indent="-342900" eaLnBrk="0" hangingPunct="0">
              <a:spcBef>
                <a:spcPct val="20000"/>
              </a:spcBef>
              <a:buClr>
                <a:schemeClr val="accent2"/>
              </a:buClr>
              <a:buSzPct val="85000"/>
              <a:buFont typeface="ZapfDingbats" pitchFamily="82" charset="2"/>
              <a:buChar char="r"/>
            </a:pPr>
            <a:r>
              <a:rPr lang="en-US" altLang="zh-CN" sz="2400" u="sng" dirty="0">
                <a:solidFill>
                  <a:srgbClr val="FF0000"/>
                </a:solidFill>
                <a:latin typeface="Comic Sans MS" panose="030F0702030302020204" pitchFamily="66" charset="0"/>
                <a:ea typeface="宋体" panose="02010600030101010101" pitchFamily="2" charset="-122"/>
              </a:rPr>
              <a:t>A:</a:t>
            </a:r>
            <a:r>
              <a:rPr lang="en-US" altLang="zh-CN" sz="2400" i="0" dirty="0">
                <a:latin typeface="Comic Sans MS" panose="030F0702030302020204" pitchFamily="66" charset="0"/>
                <a:ea typeface="宋体" panose="02010600030101010101" pitchFamily="2" charset="-122"/>
              </a:rPr>
              <a:t> self learning! (works exactly the same as in single-switch case!)</a:t>
            </a:r>
            <a:endParaRPr lang="en-US" altLang="zh-CN" sz="2400" i="0" dirty="0">
              <a:latin typeface="Comic Sans MS" panose="030F0702030302020204" pitchFamily="66" charset="0"/>
              <a:ea typeface="宋体" panose="02010600030101010101" pitchFamily="2" charset="-122"/>
            </a:endParaRPr>
          </a:p>
        </p:txBody>
      </p:sp>
      <p:sp>
        <p:nvSpPr>
          <p:cNvPr id="133138" name="Text Box 73"/>
          <p:cNvSpPr txBox="1"/>
          <p:nvPr/>
        </p:nvSpPr>
        <p:spPr>
          <a:xfrm>
            <a:off x="2181225" y="2444750"/>
            <a:ext cx="411163"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S</a:t>
            </a:r>
            <a:r>
              <a:rPr lang="en-US" altLang="zh-CN" i="0" baseline="-25000" dirty="0">
                <a:latin typeface="Comic Sans MS" panose="030F0702030302020204" pitchFamily="66" charset="0"/>
                <a:ea typeface="宋体" panose="02010600030101010101" pitchFamily="2" charset="-122"/>
              </a:rPr>
              <a:t>1</a:t>
            </a:r>
            <a:endParaRPr lang="en-US" altLang="zh-CN" i="0" baseline="-25000" dirty="0">
              <a:latin typeface="Comic Sans MS" panose="030F0702030302020204" pitchFamily="66" charset="0"/>
              <a:ea typeface="宋体" panose="02010600030101010101" pitchFamily="2" charset="-122"/>
            </a:endParaRPr>
          </a:p>
        </p:txBody>
      </p:sp>
      <p:sp>
        <p:nvSpPr>
          <p:cNvPr id="133139" name="Text Box 66"/>
          <p:cNvSpPr txBox="1"/>
          <p:nvPr/>
        </p:nvSpPr>
        <p:spPr>
          <a:xfrm>
            <a:off x="2655888" y="3298825"/>
            <a:ext cx="322262"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C</a:t>
            </a:r>
            <a:endParaRPr lang="en-US" altLang="zh-CN" i="0" dirty="0">
              <a:latin typeface="Comic Sans MS" panose="030F0702030302020204" pitchFamily="66" charset="0"/>
              <a:ea typeface="宋体" panose="02010600030101010101" pitchFamily="2" charset="-122"/>
            </a:endParaRPr>
          </a:p>
        </p:txBody>
      </p:sp>
      <p:grpSp>
        <p:nvGrpSpPr>
          <p:cNvPr id="681041" name="Group 81"/>
          <p:cNvGrpSpPr/>
          <p:nvPr/>
        </p:nvGrpSpPr>
        <p:grpSpPr>
          <a:xfrm>
            <a:off x="2379663" y="1984375"/>
            <a:ext cx="4916487" cy="2041525"/>
            <a:chOff x="1499" y="1250"/>
            <a:chExt cx="3097" cy="1286"/>
          </a:xfrm>
        </p:grpSpPr>
        <p:graphicFrame>
          <p:nvGraphicFramePr>
            <p:cNvPr id="133141" name="Object 10"/>
            <p:cNvGraphicFramePr>
              <a:graphicFrameLocks noChangeAspect="1"/>
            </p:cNvGraphicFramePr>
            <p:nvPr/>
          </p:nvGraphicFramePr>
          <p:xfrm>
            <a:off x="2741" y="2116"/>
            <a:ext cx="263" cy="214"/>
          </p:xfrm>
          <a:graphic>
            <a:graphicData uri="http://schemas.openxmlformats.org/presentationml/2006/ole">
              <mc:AlternateContent xmlns:mc="http://schemas.openxmlformats.org/markup-compatibility/2006">
                <mc:Choice xmlns:v="urn:schemas-microsoft-com:vml" Requires="v">
                  <p:oleObj spid="_x0000_s3149" name="" r:id="rId5" imgW="1307465" imgH="1083945" progId="MS_ClipArt_Gallery.2">
                    <p:embed/>
                  </p:oleObj>
                </mc:Choice>
                <mc:Fallback>
                  <p:oleObj name="" r:id="rId5" imgW="1307465" imgH="1083945" progId="MS_ClipArt_Gallery.2">
                    <p:embed/>
                    <p:pic>
                      <p:nvPicPr>
                        <p:cNvPr id="0" name="图片 3148"/>
                        <p:cNvPicPr/>
                        <p:nvPr/>
                      </p:nvPicPr>
                      <p:blipFill>
                        <a:blip r:embed="rId2"/>
                        <a:stretch>
                          <a:fillRect/>
                        </a:stretch>
                      </p:blipFill>
                      <p:spPr>
                        <a:xfrm>
                          <a:off x="2741" y="2116"/>
                          <a:ext cx="263" cy="214"/>
                        </a:xfrm>
                        <a:prstGeom prst="rect">
                          <a:avLst/>
                        </a:prstGeom>
                        <a:noFill/>
                        <a:ln w="38100">
                          <a:noFill/>
                          <a:miter/>
                        </a:ln>
                      </p:spPr>
                    </p:pic>
                  </p:oleObj>
                </mc:Fallback>
              </mc:AlternateContent>
            </a:graphicData>
          </a:graphic>
        </p:graphicFrame>
        <p:graphicFrame>
          <p:nvGraphicFramePr>
            <p:cNvPr id="133142" name="Object 11"/>
            <p:cNvGraphicFramePr>
              <a:graphicFrameLocks noChangeAspect="1"/>
            </p:cNvGraphicFramePr>
            <p:nvPr/>
          </p:nvGraphicFramePr>
          <p:xfrm>
            <a:off x="3253" y="2087"/>
            <a:ext cx="263" cy="214"/>
          </p:xfrm>
          <a:graphic>
            <a:graphicData uri="http://schemas.openxmlformats.org/presentationml/2006/ole">
              <mc:AlternateContent xmlns:mc="http://schemas.openxmlformats.org/markup-compatibility/2006">
                <mc:Choice xmlns:v="urn:schemas-microsoft-com:vml" Requires="v">
                  <p:oleObj spid="_x0000_s3153" name="" r:id="rId6" imgW="1307465" imgH="1083945" progId="MS_ClipArt_Gallery.2">
                    <p:embed/>
                  </p:oleObj>
                </mc:Choice>
                <mc:Fallback>
                  <p:oleObj name="" r:id="rId6" imgW="1307465" imgH="1083945" progId="MS_ClipArt_Gallery.2">
                    <p:embed/>
                    <p:pic>
                      <p:nvPicPr>
                        <p:cNvPr id="0" name="图片 3152"/>
                        <p:cNvPicPr/>
                        <p:nvPr/>
                      </p:nvPicPr>
                      <p:blipFill>
                        <a:blip r:embed="rId2"/>
                        <a:stretch>
                          <a:fillRect/>
                        </a:stretch>
                      </p:blipFill>
                      <p:spPr>
                        <a:xfrm>
                          <a:off x="3253" y="2087"/>
                          <a:ext cx="263" cy="214"/>
                        </a:xfrm>
                        <a:prstGeom prst="rect">
                          <a:avLst/>
                        </a:prstGeom>
                        <a:noFill/>
                        <a:ln w="38100">
                          <a:noFill/>
                          <a:miter/>
                        </a:ln>
                      </p:spPr>
                    </p:pic>
                  </p:oleObj>
                </mc:Fallback>
              </mc:AlternateContent>
            </a:graphicData>
          </a:graphic>
        </p:graphicFrame>
        <p:graphicFrame>
          <p:nvGraphicFramePr>
            <p:cNvPr id="133143" name="Object 15"/>
            <p:cNvGraphicFramePr>
              <a:graphicFrameLocks noChangeAspect="1"/>
            </p:cNvGraphicFramePr>
            <p:nvPr/>
          </p:nvGraphicFramePr>
          <p:xfrm>
            <a:off x="2045" y="2020"/>
            <a:ext cx="263" cy="214"/>
          </p:xfrm>
          <a:graphic>
            <a:graphicData uri="http://schemas.openxmlformats.org/presentationml/2006/ole">
              <mc:AlternateContent xmlns:mc="http://schemas.openxmlformats.org/markup-compatibility/2006">
                <mc:Choice xmlns:v="urn:schemas-microsoft-com:vml" Requires="v">
                  <p:oleObj spid="_x0000_s3148" name="" r:id="rId7" imgW="1307465" imgH="1083945" progId="MS_ClipArt_Gallery.2">
                    <p:embed/>
                  </p:oleObj>
                </mc:Choice>
                <mc:Fallback>
                  <p:oleObj name="" r:id="rId7" imgW="1307465" imgH="1083945" progId="MS_ClipArt_Gallery.2">
                    <p:embed/>
                    <p:pic>
                      <p:nvPicPr>
                        <p:cNvPr id="0" name="图片 3147"/>
                        <p:cNvPicPr/>
                        <p:nvPr/>
                      </p:nvPicPr>
                      <p:blipFill>
                        <a:blip r:embed="rId2"/>
                        <a:stretch>
                          <a:fillRect/>
                        </a:stretch>
                      </p:blipFill>
                      <p:spPr>
                        <a:xfrm>
                          <a:off x="2045" y="2020"/>
                          <a:ext cx="263" cy="214"/>
                        </a:xfrm>
                        <a:prstGeom prst="rect">
                          <a:avLst/>
                        </a:prstGeom>
                        <a:noFill/>
                        <a:ln w="38100">
                          <a:noFill/>
                          <a:miter/>
                        </a:ln>
                      </p:spPr>
                    </p:pic>
                  </p:oleObj>
                </mc:Fallback>
              </mc:AlternateContent>
            </a:graphicData>
          </a:graphic>
        </p:graphicFrame>
        <p:graphicFrame>
          <p:nvGraphicFramePr>
            <p:cNvPr id="133144" name="Object 16"/>
            <p:cNvGraphicFramePr>
              <a:graphicFrameLocks noChangeAspect="1"/>
            </p:cNvGraphicFramePr>
            <p:nvPr/>
          </p:nvGraphicFramePr>
          <p:xfrm>
            <a:off x="2321" y="2321"/>
            <a:ext cx="263" cy="214"/>
          </p:xfrm>
          <a:graphic>
            <a:graphicData uri="http://schemas.openxmlformats.org/presentationml/2006/ole">
              <mc:AlternateContent xmlns:mc="http://schemas.openxmlformats.org/markup-compatibility/2006">
                <mc:Choice xmlns:v="urn:schemas-microsoft-com:vml" Requires="v">
                  <p:oleObj spid="_x0000_s3151" name="" r:id="rId8" imgW="1307465" imgH="1083945" progId="MS_ClipArt_Gallery.2">
                    <p:embed/>
                  </p:oleObj>
                </mc:Choice>
                <mc:Fallback>
                  <p:oleObj name="" r:id="rId8" imgW="1307465" imgH="1083945" progId="MS_ClipArt_Gallery.2">
                    <p:embed/>
                    <p:pic>
                      <p:nvPicPr>
                        <p:cNvPr id="0" name="图片 3150"/>
                        <p:cNvPicPr/>
                        <p:nvPr/>
                      </p:nvPicPr>
                      <p:blipFill>
                        <a:blip r:embed="rId2"/>
                        <a:stretch>
                          <a:fillRect/>
                        </a:stretch>
                      </p:blipFill>
                      <p:spPr>
                        <a:xfrm>
                          <a:off x="2321" y="2321"/>
                          <a:ext cx="263" cy="214"/>
                        </a:xfrm>
                        <a:prstGeom prst="rect">
                          <a:avLst/>
                        </a:prstGeom>
                        <a:noFill/>
                        <a:ln w="38100">
                          <a:noFill/>
                          <a:miter/>
                        </a:ln>
                      </p:spPr>
                    </p:pic>
                  </p:oleObj>
                </mc:Fallback>
              </mc:AlternateContent>
            </a:graphicData>
          </a:graphic>
        </p:graphicFrame>
        <p:graphicFrame>
          <p:nvGraphicFramePr>
            <p:cNvPr id="133145" name="Object 17"/>
            <p:cNvGraphicFramePr>
              <a:graphicFrameLocks noChangeAspect="1"/>
            </p:cNvGraphicFramePr>
            <p:nvPr/>
          </p:nvGraphicFramePr>
          <p:xfrm>
            <a:off x="4173" y="2000"/>
            <a:ext cx="263" cy="214"/>
          </p:xfrm>
          <a:graphic>
            <a:graphicData uri="http://schemas.openxmlformats.org/presentationml/2006/ole">
              <mc:AlternateContent xmlns:mc="http://schemas.openxmlformats.org/markup-compatibility/2006">
                <mc:Choice xmlns:v="urn:schemas-microsoft-com:vml" Requires="v">
                  <p:oleObj spid="_x0000_s3150" name="" r:id="rId9" imgW="1307465" imgH="1083945" progId="MS_ClipArt_Gallery.2">
                    <p:embed/>
                  </p:oleObj>
                </mc:Choice>
                <mc:Fallback>
                  <p:oleObj name="" r:id="rId9" imgW="1307465" imgH="1083945" progId="MS_ClipArt_Gallery.2">
                    <p:embed/>
                    <p:pic>
                      <p:nvPicPr>
                        <p:cNvPr id="0" name="图片 3149"/>
                        <p:cNvPicPr/>
                        <p:nvPr/>
                      </p:nvPicPr>
                      <p:blipFill>
                        <a:blip r:embed="rId2"/>
                        <a:stretch>
                          <a:fillRect/>
                        </a:stretch>
                      </p:blipFill>
                      <p:spPr>
                        <a:xfrm>
                          <a:off x="4173" y="2000"/>
                          <a:ext cx="263" cy="214"/>
                        </a:xfrm>
                        <a:prstGeom prst="rect">
                          <a:avLst/>
                        </a:prstGeom>
                        <a:noFill/>
                        <a:ln w="38100">
                          <a:noFill/>
                          <a:miter/>
                        </a:ln>
                      </p:spPr>
                    </p:pic>
                  </p:oleObj>
                </mc:Fallback>
              </mc:AlternateContent>
            </a:graphicData>
          </a:graphic>
        </p:graphicFrame>
        <p:graphicFrame>
          <p:nvGraphicFramePr>
            <p:cNvPr id="133146" name="Object 18"/>
            <p:cNvGraphicFramePr>
              <a:graphicFrameLocks noChangeAspect="1"/>
            </p:cNvGraphicFramePr>
            <p:nvPr/>
          </p:nvGraphicFramePr>
          <p:xfrm>
            <a:off x="3698" y="2233"/>
            <a:ext cx="263" cy="214"/>
          </p:xfrm>
          <a:graphic>
            <a:graphicData uri="http://schemas.openxmlformats.org/presentationml/2006/ole">
              <mc:AlternateContent xmlns:mc="http://schemas.openxmlformats.org/markup-compatibility/2006">
                <mc:Choice xmlns:v="urn:schemas-microsoft-com:vml" Requires="v">
                  <p:oleObj spid="_x0000_s3152" name="" r:id="rId10" imgW="1307465" imgH="1083945" progId="MS_ClipArt_Gallery.2">
                    <p:embed/>
                  </p:oleObj>
                </mc:Choice>
                <mc:Fallback>
                  <p:oleObj name="" r:id="rId10" imgW="1307465" imgH="1083945" progId="MS_ClipArt_Gallery.2">
                    <p:embed/>
                    <p:pic>
                      <p:nvPicPr>
                        <p:cNvPr id="0" name="图片 3151"/>
                        <p:cNvPicPr/>
                        <p:nvPr/>
                      </p:nvPicPr>
                      <p:blipFill>
                        <a:blip r:embed="rId2"/>
                        <a:stretch>
                          <a:fillRect/>
                        </a:stretch>
                      </p:blipFill>
                      <p:spPr>
                        <a:xfrm>
                          <a:off x="3698" y="2233"/>
                          <a:ext cx="263" cy="214"/>
                        </a:xfrm>
                        <a:prstGeom prst="rect">
                          <a:avLst/>
                        </a:prstGeom>
                        <a:noFill/>
                        <a:ln w="38100">
                          <a:noFill/>
                          <a:miter/>
                        </a:ln>
                      </p:spPr>
                    </p:pic>
                  </p:oleObj>
                </mc:Fallback>
              </mc:AlternateContent>
            </a:graphicData>
          </a:graphic>
        </p:graphicFrame>
        <p:sp>
          <p:nvSpPr>
            <p:cNvPr id="133147" name="Line 23"/>
            <p:cNvSpPr/>
            <p:nvPr/>
          </p:nvSpPr>
          <p:spPr>
            <a:xfrm flipH="1">
              <a:off x="2290" y="1933"/>
              <a:ext cx="218" cy="136"/>
            </a:xfrm>
            <a:prstGeom prst="line">
              <a:avLst/>
            </a:prstGeom>
            <a:ln w="9525" cap="flat" cmpd="sng">
              <a:solidFill>
                <a:schemeClr val="tx1"/>
              </a:solidFill>
              <a:prstDash val="solid"/>
              <a:round/>
              <a:headEnd type="none" w="med" len="med"/>
              <a:tailEnd type="none" w="med" len="med"/>
            </a:ln>
          </p:spPr>
        </p:sp>
        <p:sp>
          <p:nvSpPr>
            <p:cNvPr id="133148" name="Line 24"/>
            <p:cNvSpPr/>
            <p:nvPr/>
          </p:nvSpPr>
          <p:spPr>
            <a:xfrm flipH="1">
              <a:off x="2488" y="1945"/>
              <a:ext cx="79" cy="370"/>
            </a:xfrm>
            <a:prstGeom prst="line">
              <a:avLst/>
            </a:prstGeom>
            <a:ln w="9525" cap="flat" cmpd="sng">
              <a:solidFill>
                <a:schemeClr val="tx1"/>
              </a:solidFill>
              <a:prstDash val="solid"/>
              <a:round/>
              <a:headEnd type="none" w="med" len="med"/>
              <a:tailEnd type="none" w="med" len="med"/>
            </a:ln>
          </p:spPr>
        </p:sp>
        <p:sp>
          <p:nvSpPr>
            <p:cNvPr id="133149" name="Line 25"/>
            <p:cNvSpPr/>
            <p:nvPr/>
          </p:nvSpPr>
          <p:spPr>
            <a:xfrm>
              <a:off x="2680" y="1909"/>
              <a:ext cx="145" cy="228"/>
            </a:xfrm>
            <a:prstGeom prst="line">
              <a:avLst/>
            </a:prstGeom>
            <a:ln w="9525" cap="flat" cmpd="sng">
              <a:solidFill>
                <a:schemeClr val="tx1"/>
              </a:solidFill>
              <a:prstDash val="solid"/>
              <a:round/>
              <a:headEnd type="none" w="med" len="med"/>
              <a:tailEnd type="none" w="med" len="med"/>
            </a:ln>
          </p:spPr>
        </p:sp>
        <p:sp>
          <p:nvSpPr>
            <p:cNvPr id="133150" name="Line 26"/>
            <p:cNvSpPr/>
            <p:nvPr/>
          </p:nvSpPr>
          <p:spPr>
            <a:xfrm flipH="1">
              <a:off x="3485" y="1957"/>
              <a:ext cx="270" cy="154"/>
            </a:xfrm>
            <a:prstGeom prst="line">
              <a:avLst/>
            </a:prstGeom>
            <a:ln w="9525" cap="flat" cmpd="sng">
              <a:solidFill>
                <a:schemeClr val="tx1"/>
              </a:solidFill>
              <a:prstDash val="solid"/>
              <a:round/>
              <a:headEnd type="none" w="med" len="med"/>
              <a:tailEnd type="none" w="med" len="med"/>
            </a:ln>
          </p:spPr>
        </p:sp>
        <p:sp>
          <p:nvSpPr>
            <p:cNvPr id="133151" name="Line 27"/>
            <p:cNvSpPr/>
            <p:nvPr/>
          </p:nvSpPr>
          <p:spPr>
            <a:xfrm flipH="1">
              <a:off x="3802" y="1939"/>
              <a:ext cx="6" cy="296"/>
            </a:xfrm>
            <a:prstGeom prst="line">
              <a:avLst/>
            </a:prstGeom>
            <a:ln w="9525" cap="flat" cmpd="sng">
              <a:solidFill>
                <a:schemeClr val="tx1"/>
              </a:solidFill>
              <a:prstDash val="solid"/>
              <a:round/>
              <a:headEnd type="none" w="med" len="med"/>
              <a:tailEnd type="none" w="med" len="med"/>
            </a:ln>
          </p:spPr>
        </p:sp>
        <p:sp>
          <p:nvSpPr>
            <p:cNvPr id="133152" name="Line 35"/>
            <p:cNvSpPr/>
            <p:nvPr/>
          </p:nvSpPr>
          <p:spPr>
            <a:xfrm flipH="1">
              <a:off x="1499" y="1484"/>
              <a:ext cx="956" cy="338"/>
            </a:xfrm>
            <a:prstGeom prst="line">
              <a:avLst/>
            </a:prstGeom>
            <a:ln w="9525" cap="flat" cmpd="sng">
              <a:solidFill>
                <a:schemeClr val="tx1"/>
              </a:solidFill>
              <a:prstDash val="solid"/>
              <a:round/>
              <a:headEnd type="none" w="med" len="med"/>
              <a:tailEnd type="none" w="med" len="med"/>
            </a:ln>
          </p:spPr>
        </p:sp>
        <p:sp>
          <p:nvSpPr>
            <p:cNvPr id="133153" name="Line 36"/>
            <p:cNvSpPr/>
            <p:nvPr/>
          </p:nvSpPr>
          <p:spPr>
            <a:xfrm>
              <a:off x="2646" y="1463"/>
              <a:ext cx="0" cy="378"/>
            </a:xfrm>
            <a:prstGeom prst="line">
              <a:avLst/>
            </a:prstGeom>
            <a:ln w="9525" cap="flat" cmpd="sng">
              <a:solidFill>
                <a:schemeClr val="tx1"/>
              </a:solidFill>
              <a:prstDash val="solid"/>
              <a:round/>
              <a:headEnd type="none" w="med" len="med"/>
              <a:tailEnd type="none" w="med" len="med"/>
            </a:ln>
          </p:spPr>
        </p:sp>
        <p:sp>
          <p:nvSpPr>
            <p:cNvPr id="133154" name="Line 37"/>
            <p:cNvSpPr/>
            <p:nvPr/>
          </p:nvSpPr>
          <p:spPr>
            <a:xfrm flipH="1" flipV="1">
              <a:off x="2912" y="1432"/>
              <a:ext cx="777" cy="452"/>
            </a:xfrm>
            <a:prstGeom prst="line">
              <a:avLst/>
            </a:prstGeom>
            <a:ln w="9525" cap="flat" cmpd="sng">
              <a:solidFill>
                <a:schemeClr val="tx1"/>
              </a:solidFill>
              <a:prstDash val="solid"/>
              <a:round/>
              <a:headEnd type="none" w="med" len="med"/>
              <a:tailEnd type="none" w="med" len="med"/>
            </a:ln>
          </p:spPr>
        </p:sp>
        <p:grpSp>
          <p:nvGrpSpPr>
            <p:cNvPr id="133155" name="Group 47"/>
            <p:cNvGrpSpPr/>
            <p:nvPr/>
          </p:nvGrpSpPr>
          <p:grpSpPr>
            <a:xfrm>
              <a:off x="2438" y="1353"/>
              <a:ext cx="454" cy="176"/>
              <a:chOff x="3913" y="3140"/>
              <a:chExt cx="454" cy="176"/>
            </a:xfrm>
          </p:grpSpPr>
          <p:sp>
            <p:nvSpPr>
              <p:cNvPr id="133156" name="Rectangle 48"/>
              <p:cNvSpPr/>
              <p:nvPr/>
            </p:nvSpPr>
            <p:spPr>
              <a:xfrm>
                <a:off x="3913" y="3228"/>
                <a:ext cx="407" cy="88"/>
              </a:xfrm>
              <a:prstGeom prst="rect">
                <a:avLst/>
              </a:prstGeom>
              <a:solidFill>
                <a:schemeClr val="hlink"/>
              </a:solidFill>
              <a:ln w="9525"/>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3157" name="Freeform 49"/>
              <p:cNvSpPr/>
              <p:nvPr/>
            </p:nvSpPr>
            <p:spPr>
              <a:xfrm>
                <a:off x="3958" y="3145"/>
                <a:ext cx="409" cy="68"/>
              </a:xfrm>
              <a:custGeom>
                <a:avLst/>
                <a:gdLst/>
                <a:ahLst/>
                <a:cxnLst>
                  <a:cxn ang="0">
                    <a:pos x="0" y="92"/>
                  </a:cxn>
                  <a:cxn ang="0">
                    <a:pos x="245" y="91"/>
                  </a:cxn>
                  <a:cxn ang="0">
                    <a:pos x="1455" y="0"/>
                  </a:cxn>
                  <a:cxn ang="0">
                    <a:pos x="1861" y="0"/>
                  </a:cxn>
                </a:cxnLst>
                <a:pathLst>
                  <a:path w="280" h="63">
                    <a:moveTo>
                      <a:pt x="0" y="63"/>
                    </a:moveTo>
                    <a:lnTo>
                      <a:pt x="37" y="62"/>
                    </a:lnTo>
                    <a:lnTo>
                      <a:pt x="219" y="0"/>
                    </a:lnTo>
                    <a:lnTo>
                      <a:pt x="280"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133158" name="Freeform 50"/>
              <p:cNvSpPr/>
              <p:nvPr/>
            </p:nvSpPr>
            <p:spPr>
              <a:xfrm>
                <a:off x="4044" y="3140"/>
                <a:ext cx="251" cy="75"/>
              </a:xfrm>
              <a:custGeom>
                <a:avLst/>
                <a:gdLst/>
                <a:ahLst/>
                <a:cxnLst>
                  <a:cxn ang="0">
                    <a:pos x="0" y="0"/>
                  </a:cxn>
                  <a:cxn ang="0">
                    <a:pos x="561" y="0"/>
                  </a:cxn>
                  <a:cxn ang="0">
                    <a:pos x="1430" y="79"/>
                  </a:cxn>
                  <a:cxn ang="0">
                    <a:pos x="2076" y="79"/>
                  </a:cxn>
                </a:cxnLst>
                <a:pathLst>
                  <a:path w="148" h="74">
                    <a:moveTo>
                      <a:pt x="0" y="0"/>
                    </a:moveTo>
                    <a:lnTo>
                      <a:pt x="40" y="0"/>
                    </a:lnTo>
                    <a:lnTo>
                      <a:pt x="102" y="74"/>
                    </a:lnTo>
                    <a:lnTo>
                      <a:pt x="148" y="74"/>
                    </a:lnTo>
                  </a:path>
                </a:pathLst>
              </a:custGeom>
              <a:noFill/>
              <a:ln w="19050" cap="flat" cmpd="sng">
                <a:solidFill>
                  <a:schemeClr val="tx1"/>
                </a:solidFill>
                <a:prstDash val="solid"/>
                <a:round/>
                <a:headEnd type="none" w="med" len="med"/>
                <a:tailEnd type="none" w="med" len="med"/>
              </a:ln>
            </p:spPr>
            <p:txBody>
              <a:bodyPr/>
              <a:p>
                <a:endParaRPr lang="zh-CN" altLang="en-US"/>
              </a:p>
            </p:txBody>
          </p:sp>
        </p:grpSp>
        <p:grpSp>
          <p:nvGrpSpPr>
            <p:cNvPr id="133159" name="Group 51"/>
            <p:cNvGrpSpPr/>
            <p:nvPr/>
          </p:nvGrpSpPr>
          <p:grpSpPr>
            <a:xfrm>
              <a:off x="3571" y="1845"/>
              <a:ext cx="454" cy="176"/>
              <a:chOff x="3913" y="3140"/>
              <a:chExt cx="454" cy="176"/>
            </a:xfrm>
          </p:grpSpPr>
          <p:sp>
            <p:nvSpPr>
              <p:cNvPr id="133160" name="Rectangle 52"/>
              <p:cNvSpPr/>
              <p:nvPr/>
            </p:nvSpPr>
            <p:spPr>
              <a:xfrm>
                <a:off x="3913" y="3228"/>
                <a:ext cx="407" cy="88"/>
              </a:xfrm>
              <a:prstGeom prst="rect">
                <a:avLst/>
              </a:prstGeom>
              <a:solidFill>
                <a:schemeClr val="hlink"/>
              </a:solidFill>
              <a:ln w="9525"/>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3161" name="Freeform 53"/>
              <p:cNvSpPr/>
              <p:nvPr/>
            </p:nvSpPr>
            <p:spPr>
              <a:xfrm>
                <a:off x="3958" y="3145"/>
                <a:ext cx="409" cy="68"/>
              </a:xfrm>
              <a:custGeom>
                <a:avLst/>
                <a:gdLst/>
                <a:ahLst/>
                <a:cxnLst>
                  <a:cxn ang="0">
                    <a:pos x="0" y="92"/>
                  </a:cxn>
                  <a:cxn ang="0">
                    <a:pos x="245" y="91"/>
                  </a:cxn>
                  <a:cxn ang="0">
                    <a:pos x="1455" y="0"/>
                  </a:cxn>
                  <a:cxn ang="0">
                    <a:pos x="1861" y="0"/>
                  </a:cxn>
                </a:cxnLst>
                <a:pathLst>
                  <a:path w="280" h="63">
                    <a:moveTo>
                      <a:pt x="0" y="63"/>
                    </a:moveTo>
                    <a:lnTo>
                      <a:pt x="37" y="62"/>
                    </a:lnTo>
                    <a:lnTo>
                      <a:pt x="219" y="0"/>
                    </a:lnTo>
                    <a:lnTo>
                      <a:pt x="280"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133162" name="Freeform 54"/>
              <p:cNvSpPr/>
              <p:nvPr/>
            </p:nvSpPr>
            <p:spPr>
              <a:xfrm>
                <a:off x="4044" y="3140"/>
                <a:ext cx="251" cy="75"/>
              </a:xfrm>
              <a:custGeom>
                <a:avLst/>
                <a:gdLst/>
                <a:ahLst/>
                <a:cxnLst>
                  <a:cxn ang="0">
                    <a:pos x="0" y="0"/>
                  </a:cxn>
                  <a:cxn ang="0">
                    <a:pos x="561" y="0"/>
                  </a:cxn>
                  <a:cxn ang="0">
                    <a:pos x="1430" y="79"/>
                  </a:cxn>
                  <a:cxn ang="0">
                    <a:pos x="2076" y="79"/>
                  </a:cxn>
                </a:cxnLst>
                <a:pathLst>
                  <a:path w="148" h="74">
                    <a:moveTo>
                      <a:pt x="0" y="0"/>
                    </a:moveTo>
                    <a:lnTo>
                      <a:pt x="40" y="0"/>
                    </a:lnTo>
                    <a:lnTo>
                      <a:pt x="102" y="74"/>
                    </a:lnTo>
                    <a:lnTo>
                      <a:pt x="148" y="74"/>
                    </a:lnTo>
                  </a:path>
                </a:pathLst>
              </a:custGeom>
              <a:noFill/>
              <a:ln w="19050" cap="flat" cmpd="sng">
                <a:solidFill>
                  <a:schemeClr val="tx1"/>
                </a:solidFill>
                <a:prstDash val="solid"/>
                <a:round/>
                <a:headEnd type="none" w="med" len="med"/>
                <a:tailEnd type="none" w="med" len="med"/>
              </a:ln>
            </p:spPr>
            <p:txBody>
              <a:bodyPr/>
              <a:p>
                <a:endParaRPr lang="zh-CN" altLang="en-US"/>
              </a:p>
            </p:txBody>
          </p:sp>
        </p:grpSp>
        <p:grpSp>
          <p:nvGrpSpPr>
            <p:cNvPr id="133163" name="Group 55"/>
            <p:cNvGrpSpPr/>
            <p:nvPr/>
          </p:nvGrpSpPr>
          <p:grpSpPr>
            <a:xfrm>
              <a:off x="2407" y="1819"/>
              <a:ext cx="454" cy="176"/>
              <a:chOff x="3913" y="3140"/>
              <a:chExt cx="454" cy="176"/>
            </a:xfrm>
          </p:grpSpPr>
          <p:sp>
            <p:nvSpPr>
              <p:cNvPr id="133164" name="Rectangle 56"/>
              <p:cNvSpPr/>
              <p:nvPr/>
            </p:nvSpPr>
            <p:spPr>
              <a:xfrm>
                <a:off x="3913" y="3228"/>
                <a:ext cx="407" cy="88"/>
              </a:xfrm>
              <a:prstGeom prst="rect">
                <a:avLst/>
              </a:prstGeom>
              <a:solidFill>
                <a:schemeClr val="hlink"/>
              </a:solidFill>
              <a:ln w="9525"/>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3165" name="Freeform 57"/>
              <p:cNvSpPr/>
              <p:nvPr/>
            </p:nvSpPr>
            <p:spPr>
              <a:xfrm>
                <a:off x="3958" y="3145"/>
                <a:ext cx="409" cy="68"/>
              </a:xfrm>
              <a:custGeom>
                <a:avLst/>
                <a:gdLst/>
                <a:ahLst/>
                <a:cxnLst>
                  <a:cxn ang="0">
                    <a:pos x="0" y="92"/>
                  </a:cxn>
                  <a:cxn ang="0">
                    <a:pos x="245" y="91"/>
                  </a:cxn>
                  <a:cxn ang="0">
                    <a:pos x="1455" y="0"/>
                  </a:cxn>
                  <a:cxn ang="0">
                    <a:pos x="1861" y="0"/>
                  </a:cxn>
                </a:cxnLst>
                <a:pathLst>
                  <a:path w="280" h="63">
                    <a:moveTo>
                      <a:pt x="0" y="63"/>
                    </a:moveTo>
                    <a:lnTo>
                      <a:pt x="37" y="62"/>
                    </a:lnTo>
                    <a:lnTo>
                      <a:pt x="219" y="0"/>
                    </a:lnTo>
                    <a:lnTo>
                      <a:pt x="280"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133166" name="Freeform 58"/>
              <p:cNvSpPr/>
              <p:nvPr/>
            </p:nvSpPr>
            <p:spPr>
              <a:xfrm>
                <a:off x="4044" y="3140"/>
                <a:ext cx="251" cy="75"/>
              </a:xfrm>
              <a:custGeom>
                <a:avLst/>
                <a:gdLst/>
                <a:ahLst/>
                <a:cxnLst>
                  <a:cxn ang="0">
                    <a:pos x="0" y="0"/>
                  </a:cxn>
                  <a:cxn ang="0">
                    <a:pos x="561" y="0"/>
                  </a:cxn>
                  <a:cxn ang="0">
                    <a:pos x="1430" y="79"/>
                  </a:cxn>
                  <a:cxn ang="0">
                    <a:pos x="2076" y="79"/>
                  </a:cxn>
                </a:cxnLst>
                <a:pathLst>
                  <a:path w="148" h="74">
                    <a:moveTo>
                      <a:pt x="0" y="0"/>
                    </a:moveTo>
                    <a:lnTo>
                      <a:pt x="40" y="0"/>
                    </a:lnTo>
                    <a:lnTo>
                      <a:pt x="102" y="74"/>
                    </a:lnTo>
                    <a:lnTo>
                      <a:pt x="148" y="74"/>
                    </a:lnTo>
                  </a:path>
                </a:pathLst>
              </a:custGeom>
              <a:noFill/>
              <a:ln w="19050" cap="flat" cmpd="sng">
                <a:solidFill>
                  <a:schemeClr val="tx1"/>
                </a:solidFill>
                <a:prstDash val="solid"/>
                <a:round/>
                <a:headEnd type="none" w="med" len="med"/>
                <a:tailEnd type="none" w="med" len="med"/>
              </a:ln>
            </p:spPr>
            <p:txBody>
              <a:bodyPr/>
              <a:p>
                <a:endParaRPr lang="zh-CN" altLang="en-US"/>
              </a:p>
            </p:txBody>
          </p:sp>
        </p:grpSp>
        <p:sp>
          <p:nvSpPr>
            <p:cNvPr id="133167" name="Line 63"/>
            <p:cNvSpPr/>
            <p:nvPr/>
          </p:nvSpPr>
          <p:spPr>
            <a:xfrm>
              <a:off x="4039" y="1973"/>
              <a:ext cx="180" cy="100"/>
            </a:xfrm>
            <a:prstGeom prst="line">
              <a:avLst/>
            </a:prstGeom>
            <a:ln w="9525" cap="flat" cmpd="sng">
              <a:solidFill>
                <a:schemeClr val="tx1"/>
              </a:solidFill>
              <a:prstDash val="solid"/>
              <a:round/>
              <a:headEnd type="none" w="med" len="med"/>
              <a:tailEnd type="none" w="med" len="med"/>
            </a:ln>
          </p:spPr>
        </p:sp>
        <p:sp>
          <p:nvSpPr>
            <p:cNvPr id="133168" name="Text Box 67"/>
            <p:cNvSpPr txBox="1"/>
            <p:nvPr/>
          </p:nvSpPr>
          <p:spPr>
            <a:xfrm>
              <a:off x="2281" y="2030"/>
              <a:ext cx="220" cy="231"/>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D</a:t>
              </a:r>
              <a:endParaRPr lang="en-US" altLang="zh-CN" i="0" dirty="0">
                <a:latin typeface="Comic Sans MS" panose="030F0702030302020204" pitchFamily="66" charset="0"/>
                <a:ea typeface="宋体" panose="02010600030101010101" pitchFamily="2" charset="-122"/>
              </a:endParaRPr>
            </a:p>
          </p:txBody>
        </p:sp>
        <p:sp>
          <p:nvSpPr>
            <p:cNvPr id="133169" name="Text Box 68"/>
            <p:cNvSpPr txBox="1"/>
            <p:nvPr/>
          </p:nvSpPr>
          <p:spPr>
            <a:xfrm>
              <a:off x="2579" y="2305"/>
              <a:ext cx="206" cy="231"/>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E</a:t>
              </a:r>
              <a:endParaRPr lang="en-US" altLang="zh-CN" i="0" dirty="0">
                <a:latin typeface="Comic Sans MS" panose="030F0702030302020204" pitchFamily="66" charset="0"/>
                <a:ea typeface="宋体" panose="02010600030101010101" pitchFamily="2" charset="-122"/>
              </a:endParaRPr>
            </a:p>
          </p:txBody>
        </p:sp>
        <p:sp>
          <p:nvSpPr>
            <p:cNvPr id="133170" name="Text Box 69"/>
            <p:cNvSpPr txBox="1"/>
            <p:nvPr/>
          </p:nvSpPr>
          <p:spPr>
            <a:xfrm>
              <a:off x="2877" y="1926"/>
              <a:ext cx="203" cy="231"/>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F</a:t>
              </a:r>
              <a:endParaRPr lang="en-US" altLang="zh-CN" i="0" dirty="0">
                <a:latin typeface="Comic Sans MS" panose="030F0702030302020204" pitchFamily="66" charset="0"/>
                <a:ea typeface="宋体" panose="02010600030101010101" pitchFamily="2" charset="-122"/>
              </a:endParaRPr>
            </a:p>
          </p:txBody>
        </p:sp>
        <p:sp>
          <p:nvSpPr>
            <p:cNvPr id="133171" name="Text Box 74"/>
            <p:cNvSpPr txBox="1"/>
            <p:nvPr/>
          </p:nvSpPr>
          <p:spPr>
            <a:xfrm>
              <a:off x="2147" y="1744"/>
              <a:ext cx="275" cy="231"/>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S</a:t>
              </a:r>
              <a:r>
                <a:rPr lang="en-US" altLang="zh-CN" i="0" baseline="-25000" dirty="0">
                  <a:latin typeface="Comic Sans MS" panose="030F0702030302020204" pitchFamily="66" charset="0"/>
                  <a:ea typeface="宋体" panose="02010600030101010101" pitchFamily="2" charset="-122"/>
                </a:rPr>
                <a:t>2</a:t>
              </a:r>
              <a:endParaRPr lang="en-US" altLang="zh-CN" i="0" baseline="-25000" dirty="0">
                <a:latin typeface="Comic Sans MS" panose="030F0702030302020204" pitchFamily="66" charset="0"/>
                <a:ea typeface="宋体" panose="02010600030101010101" pitchFamily="2" charset="-122"/>
              </a:endParaRPr>
            </a:p>
          </p:txBody>
        </p:sp>
        <p:sp>
          <p:nvSpPr>
            <p:cNvPr id="133172" name="Text Box 75"/>
            <p:cNvSpPr txBox="1"/>
            <p:nvPr/>
          </p:nvSpPr>
          <p:spPr>
            <a:xfrm>
              <a:off x="2920" y="1250"/>
              <a:ext cx="275" cy="231"/>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S</a:t>
              </a:r>
              <a:r>
                <a:rPr lang="en-US" altLang="zh-CN" i="0" baseline="-25000" dirty="0">
                  <a:latin typeface="Comic Sans MS" panose="030F0702030302020204" pitchFamily="66" charset="0"/>
                  <a:ea typeface="宋体" panose="02010600030101010101" pitchFamily="2" charset="-122"/>
                </a:rPr>
                <a:t>4</a:t>
              </a:r>
              <a:endParaRPr lang="en-US" altLang="zh-CN" i="0" baseline="-25000" dirty="0">
                <a:latin typeface="Comic Sans MS" panose="030F0702030302020204" pitchFamily="66" charset="0"/>
                <a:ea typeface="宋体" panose="02010600030101010101" pitchFamily="2" charset="-122"/>
              </a:endParaRPr>
            </a:p>
          </p:txBody>
        </p:sp>
        <p:sp>
          <p:nvSpPr>
            <p:cNvPr id="133173" name="Text Box 76"/>
            <p:cNvSpPr txBox="1"/>
            <p:nvPr/>
          </p:nvSpPr>
          <p:spPr>
            <a:xfrm>
              <a:off x="3786" y="1619"/>
              <a:ext cx="275" cy="231"/>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S</a:t>
              </a:r>
              <a:r>
                <a:rPr lang="en-US" altLang="zh-CN" i="0" baseline="-25000" dirty="0">
                  <a:latin typeface="Comic Sans MS" panose="030F0702030302020204" pitchFamily="66" charset="0"/>
                  <a:ea typeface="宋体" panose="02010600030101010101" pitchFamily="2" charset="-122"/>
                </a:rPr>
                <a:t>3</a:t>
              </a:r>
              <a:endParaRPr lang="en-US" altLang="zh-CN" i="0" baseline="-25000" dirty="0">
                <a:latin typeface="Comic Sans MS" panose="030F0702030302020204" pitchFamily="66" charset="0"/>
                <a:ea typeface="宋体" panose="02010600030101010101" pitchFamily="2" charset="-122"/>
              </a:endParaRPr>
            </a:p>
          </p:txBody>
        </p:sp>
        <p:sp>
          <p:nvSpPr>
            <p:cNvPr id="133174" name="Text Box 78"/>
            <p:cNvSpPr txBox="1"/>
            <p:nvPr/>
          </p:nvSpPr>
          <p:spPr>
            <a:xfrm>
              <a:off x="3931" y="2231"/>
              <a:ext cx="227" cy="231"/>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H</a:t>
              </a:r>
              <a:endParaRPr lang="en-US" altLang="zh-CN" i="0" dirty="0">
                <a:latin typeface="Comic Sans MS" panose="030F0702030302020204" pitchFamily="66" charset="0"/>
                <a:ea typeface="宋体" panose="02010600030101010101" pitchFamily="2" charset="-122"/>
              </a:endParaRPr>
            </a:p>
          </p:txBody>
        </p:sp>
        <p:sp>
          <p:nvSpPr>
            <p:cNvPr id="133175" name="Text Box 79"/>
            <p:cNvSpPr txBox="1"/>
            <p:nvPr/>
          </p:nvSpPr>
          <p:spPr>
            <a:xfrm>
              <a:off x="4401" y="2003"/>
              <a:ext cx="195" cy="231"/>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I</a:t>
              </a:r>
              <a:endParaRPr lang="en-US" altLang="zh-CN" i="0" dirty="0">
                <a:latin typeface="Comic Sans MS" panose="030F0702030302020204" pitchFamily="66" charset="0"/>
                <a:ea typeface="宋体" panose="02010600030101010101" pitchFamily="2" charset="-122"/>
              </a:endParaRPr>
            </a:p>
          </p:txBody>
        </p:sp>
        <p:sp>
          <p:nvSpPr>
            <p:cNvPr id="133176" name="Text Box 80"/>
            <p:cNvSpPr txBox="1"/>
            <p:nvPr/>
          </p:nvSpPr>
          <p:spPr>
            <a:xfrm>
              <a:off x="3215" y="2265"/>
              <a:ext cx="214" cy="231"/>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G</a:t>
              </a:r>
              <a:endParaRPr lang="en-US" altLang="zh-CN" i="0" dirty="0">
                <a:latin typeface="Comic Sans MS" panose="030F0702030302020204" pitchFamily="66"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81041"/>
                                        </p:tgtEl>
                                        <p:attrNameLst>
                                          <p:attrName>style.visibility</p:attrName>
                                        </p:attrNameLst>
                                      </p:cBhvr>
                                      <p:to>
                                        <p:strVal val="visible"/>
                                      </p:to>
                                    </p:set>
                                    <p:animEffect transition="in" filter="dissolve">
                                      <p:cBhvr>
                                        <p:cTn id="7" dur="500"/>
                                        <p:tgtEl>
                                          <p:spTgt spid="68104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8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1030"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6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3517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35171" name="Rectangle 2"/>
          <p:cNvSpPr>
            <a:spLocks noGrp="1"/>
          </p:cNvSpPr>
          <p:nvPr>
            <p:ph type="title"/>
          </p:nvPr>
        </p:nvSpPr>
        <p:spPr>
          <a:xfrm>
            <a:off x="495300" y="0"/>
            <a:ext cx="7772400" cy="1143000"/>
          </a:xfrm>
          <a:ln/>
        </p:spPr>
        <p:txBody>
          <a:bodyPr vert="horz" wrap="square" lIns="91440" tIns="45720" rIns="91440" bIns="45720" anchor="ctr" anchorCtr="0"/>
          <a:p>
            <a:r>
              <a:rPr lang="en-US" altLang="zh-CN" sz="3600" dirty="0">
                <a:ea typeface="宋体" panose="02010600030101010101" pitchFamily="2" charset="-122"/>
              </a:rPr>
              <a:t>Self-learning multi-switch example</a:t>
            </a:r>
            <a:endParaRPr lang="en-US" altLang="zh-CN" dirty="0">
              <a:ea typeface="宋体" panose="02010600030101010101" pitchFamily="2" charset="-122"/>
            </a:endParaRPr>
          </a:p>
        </p:txBody>
      </p:sp>
      <p:sp>
        <p:nvSpPr>
          <p:cNvPr id="135172" name="Rectangle 3"/>
          <p:cNvSpPr>
            <a:spLocks noGrp="1"/>
          </p:cNvSpPr>
          <p:nvPr>
            <p:ph idx="1"/>
          </p:nvPr>
        </p:nvSpPr>
        <p:spPr>
          <a:xfrm>
            <a:off x="550863" y="1139825"/>
            <a:ext cx="7772400" cy="4648200"/>
          </a:xfrm>
          <a:ln/>
        </p:spPr>
        <p:txBody>
          <a:bodyPr vert="horz" wrap="square" lIns="91440" tIns="45720" rIns="91440" bIns="45720" anchor="t" anchorCtr="0"/>
          <a:p>
            <a:pPr>
              <a:buNone/>
            </a:pPr>
            <a:r>
              <a:rPr lang="en-US" altLang="zh-CN" sz="2400" dirty="0">
                <a:ea typeface="宋体" panose="02010600030101010101" pitchFamily="2" charset="-122"/>
              </a:rPr>
              <a:t>Suppose C sends frame to I, I responds to C</a:t>
            </a:r>
            <a:endParaRPr lang="en-US" altLang="zh-CN" dirty="0">
              <a:ea typeface="宋体" panose="02010600030101010101" pitchFamily="2" charset="-122"/>
            </a:endParaRPr>
          </a:p>
        </p:txBody>
      </p:sp>
      <p:sp>
        <p:nvSpPr>
          <p:cNvPr id="135173" name="Rectangle 5"/>
          <p:cNvSpPr/>
          <p:nvPr/>
        </p:nvSpPr>
        <p:spPr>
          <a:xfrm>
            <a:off x="714375" y="4664075"/>
            <a:ext cx="7772400" cy="1843088"/>
          </a:xfrm>
          <a:prstGeom prst="rect">
            <a:avLst/>
          </a:prstGeom>
          <a:noFill/>
          <a:ln w="9525">
            <a:noFill/>
          </a:ln>
        </p:spPr>
        <p:txBody>
          <a:bodyPr anchor="t" anchorCtr="0"/>
          <a:p>
            <a:pPr marL="342900" indent="-342900" eaLnBrk="0" hangingPunct="0">
              <a:spcBef>
                <a:spcPct val="20000"/>
              </a:spcBef>
              <a:buClr>
                <a:schemeClr val="accent2"/>
              </a:buClr>
              <a:buSzPct val="85000"/>
              <a:buFont typeface="ZapfDingbats" pitchFamily="82" charset="2"/>
              <a:buChar char="r"/>
            </a:pPr>
            <a:r>
              <a:rPr lang="en-US" altLang="zh-CN" sz="2400" u="sng" dirty="0">
                <a:solidFill>
                  <a:srgbClr val="FF0000"/>
                </a:solidFill>
                <a:latin typeface="Comic Sans MS" panose="030F0702030302020204" pitchFamily="66" charset="0"/>
                <a:ea typeface="宋体" panose="02010600030101010101" pitchFamily="2" charset="-122"/>
              </a:rPr>
              <a:t>Q:</a:t>
            </a:r>
            <a:r>
              <a:rPr lang="en-US" altLang="zh-CN" sz="2400" i="0" dirty="0">
                <a:latin typeface="Comic Sans MS" panose="030F0702030302020204" pitchFamily="66" charset="0"/>
                <a:ea typeface="宋体" panose="02010600030101010101" pitchFamily="2" charset="-122"/>
              </a:rPr>
              <a:t> show switch tables and packet forwarding in S</a:t>
            </a:r>
            <a:r>
              <a:rPr lang="en-US" altLang="zh-CN" sz="2400" i="0" baseline="-25000" dirty="0">
                <a:latin typeface="Comic Sans MS" panose="030F0702030302020204" pitchFamily="66" charset="0"/>
                <a:ea typeface="宋体" panose="02010600030101010101" pitchFamily="2" charset="-122"/>
              </a:rPr>
              <a:t>1</a:t>
            </a:r>
            <a:r>
              <a:rPr lang="en-US" altLang="zh-CN" sz="2400" i="0" dirty="0">
                <a:latin typeface="Comic Sans MS" panose="030F0702030302020204" pitchFamily="66" charset="0"/>
                <a:ea typeface="宋体" panose="02010600030101010101" pitchFamily="2" charset="-122"/>
              </a:rPr>
              <a:t>, S</a:t>
            </a:r>
            <a:r>
              <a:rPr lang="en-US" altLang="zh-CN" sz="2400" i="0" baseline="-25000" dirty="0">
                <a:latin typeface="Comic Sans MS" panose="030F0702030302020204" pitchFamily="66" charset="0"/>
                <a:ea typeface="宋体" panose="02010600030101010101" pitchFamily="2" charset="-122"/>
              </a:rPr>
              <a:t>2</a:t>
            </a:r>
            <a:r>
              <a:rPr lang="en-US" altLang="zh-CN" sz="2400" i="0" dirty="0">
                <a:latin typeface="Comic Sans MS" panose="030F0702030302020204" pitchFamily="66" charset="0"/>
                <a:ea typeface="宋体" panose="02010600030101010101" pitchFamily="2" charset="-122"/>
              </a:rPr>
              <a:t>, S</a:t>
            </a:r>
            <a:r>
              <a:rPr lang="en-US" altLang="zh-CN" sz="2400" i="0" baseline="-25000" dirty="0">
                <a:latin typeface="Comic Sans MS" panose="030F0702030302020204" pitchFamily="66" charset="0"/>
                <a:ea typeface="宋体" panose="02010600030101010101" pitchFamily="2" charset="-122"/>
              </a:rPr>
              <a:t>3</a:t>
            </a:r>
            <a:r>
              <a:rPr lang="en-US" altLang="zh-CN" sz="2400" i="0" dirty="0">
                <a:latin typeface="Comic Sans MS" panose="030F0702030302020204" pitchFamily="66" charset="0"/>
                <a:ea typeface="宋体" panose="02010600030101010101" pitchFamily="2" charset="-122"/>
              </a:rPr>
              <a:t>, S</a:t>
            </a:r>
            <a:r>
              <a:rPr lang="en-US" altLang="zh-CN" sz="2400" i="0" baseline="-25000" dirty="0">
                <a:latin typeface="Comic Sans MS" panose="030F0702030302020204" pitchFamily="66" charset="0"/>
                <a:ea typeface="宋体" panose="02010600030101010101" pitchFamily="2" charset="-122"/>
              </a:rPr>
              <a:t>4</a:t>
            </a:r>
            <a:r>
              <a:rPr lang="en-US" altLang="zh-CN" sz="2400" i="0" dirty="0">
                <a:latin typeface="Comic Sans MS" panose="030F0702030302020204" pitchFamily="66" charset="0"/>
                <a:ea typeface="宋体" panose="02010600030101010101" pitchFamily="2" charset="-122"/>
              </a:rPr>
              <a:t> </a:t>
            </a:r>
            <a:endParaRPr lang="en-US" altLang="zh-CN" sz="2400" i="0" dirty="0">
              <a:latin typeface="Comic Sans MS" panose="030F0702030302020204" pitchFamily="66" charset="0"/>
              <a:ea typeface="宋体" panose="02010600030101010101" pitchFamily="2" charset="-122"/>
            </a:endParaRPr>
          </a:p>
        </p:txBody>
      </p:sp>
      <p:graphicFrame>
        <p:nvGraphicFramePr>
          <p:cNvPr id="135174" name="Object 62"/>
          <p:cNvGraphicFramePr>
            <a:graphicFrameLocks noChangeAspect="1"/>
          </p:cNvGraphicFramePr>
          <p:nvPr/>
        </p:nvGraphicFramePr>
        <p:xfrm>
          <a:off x="1646238" y="3346450"/>
          <a:ext cx="415925" cy="339725"/>
        </p:xfrm>
        <a:graphic>
          <a:graphicData uri="http://schemas.openxmlformats.org/presentationml/2006/ole">
            <mc:AlternateContent xmlns:mc="http://schemas.openxmlformats.org/markup-compatibility/2006">
              <mc:Choice xmlns:v="urn:schemas-microsoft-com:vml" Requires="v">
                <p:oleObj spid="_x0000_s3156" name="" r:id="rId1" imgW="1307465" imgH="1083945" progId="MS_ClipArt_Gallery.2">
                  <p:embed/>
                </p:oleObj>
              </mc:Choice>
              <mc:Fallback>
                <p:oleObj name="" r:id="rId1" imgW="1307465" imgH="1083945" progId="MS_ClipArt_Gallery.2">
                  <p:embed/>
                  <p:pic>
                    <p:nvPicPr>
                      <p:cNvPr id="0" name="图片 3155"/>
                      <p:cNvPicPr/>
                      <p:nvPr/>
                    </p:nvPicPr>
                    <p:blipFill>
                      <a:blip r:embed="rId2"/>
                      <a:stretch>
                        <a:fillRect/>
                      </a:stretch>
                    </p:blipFill>
                    <p:spPr>
                      <a:xfrm>
                        <a:off x="1646238" y="3346450"/>
                        <a:ext cx="415925" cy="339725"/>
                      </a:xfrm>
                      <a:prstGeom prst="rect">
                        <a:avLst/>
                      </a:prstGeom>
                      <a:noFill/>
                      <a:ln w="38100">
                        <a:noFill/>
                        <a:miter/>
                      </a:ln>
                    </p:spPr>
                  </p:pic>
                </p:oleObj>
              </mc:Fallback>
            </mc:AlternateContent>
          </a:graphicData>
        </a:graphic>
      </p:graphicFrame>
      <p:graphicFrame>
        <p:nvGraphicFramePr>
          <p:cNvPr id="135175" name="Object 63"/>
          <p:cNvGraphicFramePr>
            <a:graphicFrameLocks noChangeAspect="1"/>
          </p:cNvGraphicFramePr>
          <p:nvPr/>
        </p:nvGraphicFramePr>
        <p:xfrm>
          <a:off x="2305050" y="3371850"/>
          <a:ext cx="417513" cy="339725"/>
        </p:xfrm>
        <a:graphic>
          <a:graphicData uri="http://schemas.openxmlformats.org/presentationml/2006/ole">
            <mc:AlternateContent xmlns:mc="http://schemas.openxmlformats.org/markup-compatibility/2006">
              <mc:Choice xmlns:v="urn:schemas-microsoft-com:vml" Requires="v">
                <p:oleObj spid="_x0000_s3162" name="" r:id="rId3" imgW="1307465" imgH="1083945" progId="MS_ClipArt_Gallery.2">
                  <p:embed/>
                </p:oleObj>
              </mc:Choice>
              <mc:Fallback>
                <p:oleObj name="" r:id="rId3" imgW="1307465" imgH="1083945" progId="MS_ClipArt_Gallery.2">
                  <p:embed/>
                  <p:pic>
                    <p:nvPicPr>
                      <p:cNvPr id="0" name="图片 3161"/>
                      <p:cNvPicPr/>
                      <p:nvPr/>
                    </p:nvPicPr>
                    <p:blipFill>
                      <a:blip r:embed="rId2"/>
                      <a:stretch>
                        <a:fillRect/>
                      </a:stretch>
                    </p:blipFill>
                    <p:spPr>
                      <a:xfrm>
                        <a:off x="2305050" y="3371850"/>
                        <a:ext cx="417513" cy="339725"/>
                      </a:xfrm>
                      <a:prstGeom prst="rect">
                        <a:avLst/>
                      </a:prstGeom>
                      <a:noFill/>
                      <a:ln w="38100">
                        <a:noFill/>
                        <a:miter/>
                      </a:ln>
                    </p:spPr>
                  </p:pic>
                </p:oleObj>
              </mc:Fallback>
            </mc:AlternateContent>
          </a:graphicData>
        </a:graphic>
      </p:graphicFrame>
      <p:graphicFrame>
        <p:nvGraphicFramePr>
          <p:cNvPr id="135176" name="Object 64"/>
          <p:cNvGraphicFramePr>
            <a:graphicFrameLocks noChangeAspect="1"/>
          </p:cNvGraphicFramePr>
          <p:nvPr/>
        </p:nvGraphicFramePr>
        <p:xfrm>
          <a:off x="1206500" y="2867025"/>
          <a:ext cx="417513" cy="339725"/>
        </p:xfrm>
        <a:graphic>
          <a:graphicData uri="http://schemas.openxmlformats.org/presentationml/2006/ole">
            <mc:AlternateContent xmlns:mc="http://schemas.openxmlformats.org/markup-compatibility/2006">
              <mc:Choice xmlns:v="urn:schemas-microsoft-com:vml" Requires="v">
                <p:oleObj spid="_x0000_s3154" name="" r:id="rId4" imgW="1307465" imgH="1083945" progId="MS_ClipArt_Gallery.2">
                  <p:embed/>
                </p:oleObj>
              </mc:Choice>
              <mc:Fallback>
                <p:oleObj name="" r:id="rId4" imgW="1307465" imgH="1083945" progId="MS_ClipArt_Gallery.2">
                  <p:embed/>
                  <p:pic>
                    <p:nvPicPr>
                      <p:cNvPr id="0" name="图片 3153"/>
                      <p:cNvPicPr/>
                      <p:nvPr/>
                    </p:nvPicPr>
                    <p:blipFill>
                      <a:blip r:embed="rId2"/>
                      <a:stretch>
                        <a:fillRect/>
                      </a:stretch>
                    </p:blipFill>
                    <p:spPr>
                      <a:xfrm>
                        <a:off x="1206500" y="2867025"/>
                        <a:ext cx="417513" cy="339725"/>
                      </a:xfrm>
                      <a:prstGeom prst="rect">
                        <a:avLst/>
                      </a:prstGeom>
                      <a:noFill/>
                      <a:ln w="38100">
                        <a:noFill/>
                        <a:miter/>
                      </a:ln>
                    </p:spPr>
                  </p:pic>
                </p:oleObj>
              </mc:Fallback>
            </mc:AlternateContent>
          </a:graphicData>
        </a:graphic>
      </p:graphicFrame>
      <p:sp>
        <p:nvSpPr>
          <p:cNvPr id="135177" name="Line 65"/>
          <p:cNvSpPr/>
          <p:nvPr/>
        </p:nvSpPr>
        <p:spPr>
          <a:xfrm flipH="1">
            <a:off x="1582738" y="3030538"/>
            <a:ext cx="555625" cy="0"/>
          </a:xfrm>
          <a:prstGeom prst="line">
            <a:avLst/>
          </a:prstGeom>
          <a:ln w="9525" cap="flat" cmpd="sng">
            <a:solidFill>
              <a:schemeClr val="tx1"/>
            </a:solidFill>
            <a:prstDash val="solid"/>
            <a:round/>
            <a:headEnd type="none" w="med" len="med"/>
            <a:tailEnd type="none" w="med" len="med"/>
          </a:ln>
        </p:spPr>
      </p:sp>
      <p:sp>
        <p:nvSpPr>
          <p:cNvPr id="135178" name="Line 66"/>
          <p:cNvSpPr/>
          <p:nvPr/>
        </p:nvSpPr>
        <p:spPr>
          <a:xfrm flipH="1">
            <a:off x="1970088" y="3078163"/>
            <a:ext cx="271462" cy="314325"/>
          </a:xfrm>
          <a:prstGeom prst="line">
            <a:avLst/>
          </a:prstGeom>
          <a:ln w="9525" cap="flat" cmpd="sng">
            <a:solidFill>
              <a:schemeClr val="tx1"/>
            </a:solidFill>
            <a:prstDash val="solid"/>
            <a:round/>
            <a:headEnd type="none" w="med" len="med"/>
            <a:tailEnd type="none" w="med" len="med"/>
          </a:ln>
        </p:spPr>
      </p:sp>
      <p:sp>
        <p:nvSpPr>
          <p:cNvPr id="135179" name="Line 67"/>
          <p:cNvSpPr/>
          <p:nvPr/>
        </p:nvSpPr>
        <p:spPr>
          <a:xfrm>
            <a:off x="2389188" y="3106738"/>
            <a:ext cx="73025" cy="295275"/>
          </a:xfrm>
          <a:prstGeom prst="line">
            <a:avLst/>
          </a:prstGeom>
          <a:ln w="9525" cap="flat" cmpd="sng">
            <a:solidFill>
              <a:schemeClr val="tx1"/>
            </a:solidFill>
            <a:prstDash val="solid"/>
            <a:round/>
            <a:headEnd type="none" w="med" len="med"/>
            <a:tailEnd type="none" w="med" len="med"/>
          </a:ln>
        </p:spPr>
      </p:sp>
      <p:grpSp>
        <p:nvGrpSpPr>
          <p:cNvPr id="135180" name="Group 68"/>
          <p:cNvGrpSpPr/>
          <p:nvPr/>
        </p:nvGrpSpPr>
        <p:grpSpPr>
          <a:xfrm>
            <a:off x="2006600" y="2822575"/>
            <a:ext cx="720725" cy="279400"/>
            <a:chOff x="3913" y="3140"/>
            <a:chExt cx="454" cy="176"/>
          </a:xfrm>
        </p:grpSpPr>
        <p:sp>
          <p:nvSpPr>
            <p:cNvPr id="135181" name="Rectangle 69"/>
            <p:cNvSpPr/>
            <p:nvPr/>
          </p:nvSpPr>
          <p:spPr>
            <a:xfrm>
              <a:off x="3913" y="3228"/>
              <a:ext cx="407" cy="88"/>
            </a:xfrm>
            <a:prstGeom prst="rect">
              <a:avLst/>
            </a:prstGeom>
            <a:solidFill>
              <a:schemeClr val="hlink"/>
            </a:solidFill>
            <a:ln w="9525"/>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5182" name="Freeform 70"/>
            <p:cNvSpPr/>
            <p:nvPr/>
          </p:nvSpPr>
          <p:spPr>
            <a:xfrm>
              <a:off x="3958" y="3145"/>
              <a:ext cx="409" cy="68"/>
            </a:xfrm>
            <a:custGeom>
              <a:avLst/>
              <a:gdLst/>
              <a:ahLst/>
              <a:cxnLst>
                <a:cxn ang="0">
                  <a:pos x="0" y="92"/>
                </a:cxn>
                <a:cxn ang="0">
                  <a:pos x="245" y="91"/>
                </a:cxn>
                <a:cxn ang="0">
                  <a:pos x="1455" y="0"/>
                </a:cxn>
                <a:cxn ang="0">
                  <a:pos x="1861" y="0"/>
                </a:cxn>
              </a:cxnLst>
              <a:pathLst>
                <a:path w="280" h="63">
                  <a:moveTo>
                    <a:pt x="0" y="63"/>
                  </a:moveTo>
                  <a:lnTo>
                    <a:pt x="37" y="62"/>
                  </a:lnTo>
                  <a:lnTo>
                    <a:pt x="219" y="0"/>
                  </a:lnTo>
                  <a:lnTo>
                    <a:pt x="280"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135183" name="Freeform 71"/>
            <p:cNvSpPr/>
            <p:nvPr/>
          </p:nvSpPr>
          <p:spPr>
            <a:xfrm>
              <a:off x="4044" y="3140"/>
              <a:ext cx="251" cy="75"/>
            </a:xfrm>
            <a:custGeom>
              <a:avLst/>
              <a:gdLst/>
              <a:ahLst/>
              <a:cxnLst>
                <a:cxn ang="0">
                  <a:pos x="0" y="0"/>
                </a:cxn>
                <a:cxn ang="0">
                  <a:pos x="561" y="0"/>
                </a:cxn>
                <a:cxn ang="0">
                  <a:pos x="1430" y="79"/>
                </a:cxn>
                <a:cxn ang="0">
                  <a:pos x="2076" y="79"/>
                </a:cxn>
              </a:cxnLst>
              <a:pathLst>
                <a:path w="148" h="74">
                  <a:moveTo>
                    <a:pt x="0" y="0"/>
                  </a:moveTo>
                  <a:lnTo>
                    <a:pt x="40" y="0"/>
                  </a:lnTo>
                  <a:lnTo>
                    <a:pt x="102" y="74"/>
                  </a:lnTo>
                  <a:lnTo>
                    <a:pt x="148" y="74"/>
                  </a:lnTo>
                </a:path>
              </a:pathLst>
            </a:custGeom>
            <a:noFill/>
            <a:ln w="19050" cap="flat" cmpd="sng">
              <a:solidFill>
                <a:schemeClr val="tx1"/>
              </a:solidFill>
              <a:prstDash val="solid"/>
              <a:round/>
              <a:headEnd type="none" w="med" len="med"/>
              <a:tailEnd type="none" w="med" len="med"/>
            </a:ln>
          </p:spPr>
          <p:txBody>
            <a:bodyPr/>
            <a:p>
              <a:endParaRPr lang="zh-CN" altLang="en-US"/>
            </a:p>
          </p:txBody>
        </p:sp>
      </p:grpSp>
      <p:sp>
        <p:nvSpPr>
          <p:cNvPr id="135184" name="Text Box 72"/>
          <p:cNvSpPr txBox="1"/>
          <p:nvPr/>
        </p:nvSpPr>
        <p:spPr>
          <a:xfrm>
            <a:off x="958850" y="2844800"/>
            <a:ext cx="350838"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A</a:t>
            </a:r>
            <a:endParaRPr lang="en-US" altLang="zh-CN" i="0" dirty="0">
              <a:latin typeface="Comic Sans MS" panose="030F0702030302020204" pitchFamily="66" charset="0"/>
              <a:ea typeface="宋体" panose="02010600030101010101" pitchFamily="2" charset="-122"/>
            </a:endParaRPr>
          </a:p>
        </p:txBody>
      </p:sp>
      <p:sp>
        <p:nvSpPr>
          <p:cNvPr id="135185" name="Text Box 73"/>
          <p:cNvSpPr txBox="1"/>
          <p:nvPr/>
        </p:nvSpPr>
        <p:spPr>
          <a:xfrm>
            <a:off x="1408113" y="3306763"/>
            <a:ext cx="328612"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B</a:t>
            </a:r>
            <a:endParaRPr lang="en-US" altLang="zh-CN" i="0" dirty="0">
              <a:latin typeface="Comic Sans MS" panose="030F0702030302020204" pitchFamily="66" charset="0"/>
              <a:ea typeface="宋体" panose="02010600030101010101" pitchFamily="2" charset="-122"/>
            </a:endParaRPr>
          </a:p>
        </p:txBody>
      </p:sp>
      <p:sp>
        <p:nvSpPr>
          <p:cNvPr id="135186" name="Text Box 74"/>
          <p:cNvSpPr txBox="1"/>
          <p:nvPr/>
        </p:nvSpPr>
        <p:spPr>
          <a:xfrm>
            <a:off x="2181225" y="2444750"/>
            <a:ext cx="411163"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S</a:t>
            </a:r>
            <a:r>
              <a:rPr lang="en-US" altLang="zh-CN" i="0" baseline="-25000" dirty="0">
                <a:latin typeface="Comic Sans MS" panose="030F0702030302020204" pitchFamily="66" charset="0"/>
                <a:ea typeface="宋体" panose="02010600030101010101" pitchFamily="2" charset="-122"/>
              </a:rPr>
              <a:t>1</a:t>
            </a:r>
            <a:endParaRPr lang="en-US" altLang="zh-CN" i="0" baseline="-25000" dirty="0">
              <a:latin typeface="Comic Sans MS" panose="030F0702030302020204" pitchFamily="66" charset="0"/>
              <a:ea typeface="宋体" panose="02010600030101010101" pitchFamily="2" charset="-122"/>
            </a:endParaRPr>
          </a:p>
        </p:txBody>
      </p:sp>
      <p:sp>
        <p:nvSpPr>
          <p:cNvPr id="135187" name="Text Box 75"/>
          <p:cNvSpPr txBox="1"/>
          <p:nvPr/>
        </p:nvSpPr>
        <p:spPr>
          <a:xfrm>
            <a:off x="2655888" y="3298825"/>
            <a:ext cx="322262"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C</a:t>
            </a:r>
            <a:endParaRPr lang="en-US" altLang="zh-CN" i="0" dirty="0">
              <a:latin typeface="Comic Sans MS" panose="030F0702030302020204" pitchFamily="66" charset="0"/>
              <a:ea typeface="宋体" panose="02010600030101010101" pitchFamily="2" charset="-122"/>
            </a:endParaRPr>
          </a:p>
        </p:txBody>
      </p:sp>
      <p:graphicFrame>
        <p:nvGraphicFramePr>
          <p:cNvPr id="135188" name="Object 77"/>
          <p:cNvGraphicFramePr>
            <a:graphicFrameLocks noChangeAspect="1"/>
          </p:cNvGraphicFramePr>
          <p:nvPr/>
        </p:nvGraphicFramePr>
        <p:xfrm>
          <a:off x="4351338" y="3359150"/>
          <a:ext cx="417512" cy="339725"/>
        </p:xfrm>
        <a:graphic>
          <a:graphicData uri="http://schemas.openxmlformats.org/presentationml/2006/ole">
            <mc:AlternateContent xmlns:mc="http://schemas.openxmlformats.org/markup-compatibility/2006">
              <mc:Choice xmlns:v="urn:schemas-microsoft-com:vml" Requires="v">
                <p:oleObj spid="_x0000_s3158" name="" r:id="rId5" imgW="1307465" imgH="1083945" progId="MS_ClipArt_Gallery.2">
                  <p:embed/>
                </p:oleObj>
              </mc:Choice>
              <mc:Fallback>
                <p:oleObj name="" r:id="rId5" imgW="1307465" imgH="1083945" progId="MS_ClipArt_Gallery.2">
                  <p:embed/>
                  <p:pic>
                    <p:nvPicPr>
                      <p:cNvPr id="0" name="图片 3157"/>
                      <p:cNvPicPr/>
                      <p:nvPr/>
                    </p:nvPicPr>
                    <p:blipFill>
                      <a:blip r:embed="rId2"/>
                      <a:stretch>
                        <a:fillRect/>
                      </a:stretch>
                    </p:blipFill>
                    <p:spPr>
                      <a:xfrm>
                        <a:off x="4351338" y="3359150"/>
                        <a:ext cx="417512" cy="339725"/>
                      </a:xfrm>
                      <a:prstGeom prst="rect">
                        <a:avLst/>
                      </a:prstGeom>
                      <a:noFill/>
                      <a:ln w="38100">
                        <a:noFill/>
                        <a:miter/>
                      </a:ln>
                    </p:spPr>
                  </p:pic>
                </p:oleObj>
              </mc:Fallback>
            </mc:AlternateContent>
          </a:graphicData>
        </a:graphic>
      </p:graphicFrame>
      <p:graphicFrame>
        <p:nvGraphicFramePr>
          <p:cNvPr id="135189" name="Object 78"/>
          <p:cNvGraphicFramePr>
            <a:graphicFrameLocks noChangeAspect="1"/>
          </p:cNvGraphicFramePr>
          <p:nvPr/>
        </p:nvGraphicFramePr>
        <p:xfrm>
          <a:off x="5164138" y="3313113"/>
          <a:ext cx="417512" cy="339725"/>
        </p:xfrm>
        <a:graphic>
          <a:graphicData uri="http://schemas.openxmlformats.org/presentationml/2006/ole">
            <mc:AlternateContent xmlns:mc="http://schemas.openxmlformats.org/markup-compatibility/2006">
              <mc:Choice xmlns:v="urn:schemas-microsoft-com:vml" Requires="v">
                <p:oleObj spid="_x0000_s3155" name="" r:id="rId6" imgW="1307465" imgH="1083945" progId="MS_ClipArt_Gallery.2">
                  <p:embed/>
                </p:oleObj>
              </mc:Choice>
              <mc:Fallback>
                <p:oleObj name="" r:id="rId6" imgW="1307465" imgH="1083945" progId="MS_ClipArt_Gallery.2">
                  <p:embed/>
                  <p:pic>
                    <p:nvPicPr>
                      <p:cNvPr id="0" name="图片 3154"/>
                      <p:cNvPicPr/>
                      <p:nvPr/>
                    </p:nvPicPr>
                    <p:blipFill>
                      <a:blip r:embed="rId2"/>
                      <a:stretch>
                        <a:fillRect/>
                      </a:stretch>
                    </p:blipFill>
                    <p:spPr>
                      <a:xfrm>
                        <a:off x="5164138" y="3313113"/>
                        <a:ext cx="417512" cy="339725"/>
                      </a:xfrm>
                      <a:prstGeom prst="rect">
                        <a:avLst/>
                      </a:prstGeom>
                      <a:noFill/>
                      <a:ln w="38100">
                        <a:noFill/>
                        <a:miter/>
                      </a:ln>
                    </p:spPr>
                  </p:pic>
                </p:oleObj>
              </mc:Fallback>
            </mc:AlternateContent>
          </a:graphicData>
        </a:graphic>
      </p:graphicFrame>
      <p:graphicFrame>
        <p:nvGraphicFramePr>
          <p:cNvPr id="135190" name="Object 79"/>
          <p:cNvGraphicFramePr>
            <a:graphicFrameLocks noChangeAspect="1"/>
          </p:cNvGraphicFramePr>
          <p:nvPr/>
        </p:nvGraphicFramePr>
        <p:xfrm>
          <a:off x="3246438" y="3206750"/>
          <a:ext cx="417512" cy="339725"/>
        </p:xfrm>
        <a:graphic>
          <a:graphicData uri="http://schemas.openxmlformats.org/presentationml/2006/ole">
            <mc:AlternateContent xmlns:mc="http://schemas.openxmlformats.org/markup-compatibility/2006">
              <mc:Choice xmlns:v="urn:schemas-microsoft-com:vml" Requires="v">
                <p:oleObj spid="_x0000_s3160" name="" r:id="rId7" imgW="1307465" imgH="1083945" progId="MS_ClipArt_Gallery.2">
                  <p:embed/>
                </p:oleObj>
              </mc:Choice>
              <mc:Fallback>
                <p:oleObj name="" r:id="rId7" imgW="1307465" imgH="1083945" progId="MS_ClipArt_Gallery.2">
                  <p:embed/>
                  <p:pic>
                    <p:nvPicPr>
                      <p:cNvPr id="0" name="图片 3159"/>
                      <p:cNvPicPr/>
                      <p:nvPr/>
                    </p:nvPicPr>
                    <p:blipFill>
                      <a:blip r:embed="rId2"/>
                      <a:stretch>
                        <a:fillRect/>
                      </a:stretch>
                    </p:blipFill>
                    <p:spPr>
                      <a:xfrm>
                        <a:off x="3246438" y="3206750"/>
                        <a:ext cx="417512" cy="339725"/>
                      </a:xfrm>
                      <a:prstGeom prst="rect">
                        <a:avLst/>
                      </a:prstGeom>
                      <a:noFill/>
                      <a:ln w="38100">
                        <a:noFill/>
                        <a:miter/>
                      </a:ln>
                    </p:spPr>
                  </p:pic>
                </p:oleObj>
              </mc:Fallback>
            </mc:AlternateContent>
          </a:graphicData>
        </a:graphic>
      </p:graphicFrame>
      <p:graphicFrame>
        <p:nvGraphicFramePr>
          <p:cNvPr id="135191" name="Object 80"/>
          <p:cNvGraphicFramePr>
            <a:graphicFrameLocks noChangeAspect="1"/>
          </p:cNvGraphicFramePr>
          <p:nvPr/>
        </p:nvGraphicFramePr>
        <p:xfrm>
          <a:off x="3684588" y="3684588"/>
          <a:ext cx="417512" cy="339725"/>
        </p:xfrm>
        <a:graphic>
          <a:graphicData uri="http://schemas.openxmlformats.org/presentationml/2006/ole">
            <mc:AlternateContent xmlns:mc="http://schemas.openxmlformats.org/markup-compatibility/2006">
              <mc:Choice xmlns:v="urn:schemas-microsoft-com:vml" Requires="v">
                <p:oleObj spid="_x0000_s3157" name="" r:id="rId8" imgW="1307465" imgH="1083945" progId="MS_ClipArt_Gallery.2">
                  <p:embed/>
                </p:oleObj>
              </mc:Choice>
              <mc:Fallback>
                <p:oleObj name="" r:id="rId8" imgW="1307465" imgH="1083945" progId="MS_ClipArt_Gallery.2">
                  <p:embed/>
                  <p:pic>
                    <p:nvPicPr>
                      <p:cNvPr id="0" name="图片 3156"/>
                      <p:cNvPicPr/>
                      <p:nvPr/>
                    </p:nvPicPr>
                    <p:blipFill>
                      <a:blip r:embed="rId2"/>
                      <a:stretch>
                        <a:fillRect/>
                      </a:stretch>
                    </p:blipFill>
                    <p:spPr>
                      <a:xfrm>
                        <a:off x="3684588" y="3684588"/>
                        <a:ext cx="417512" cy="339725"/>
                      </a:xfrm>
                      <a:prstGeom prst="rect">
                        <a:avLst/>
                      </a:prstGeom>
                      <a:noFill/>
                      <a:ln w="38100">
                        <a:noFill/>
                        <a:miter/>
                      </a:ln>
                    </p:spPr>
                  </p:pic>
                </p:oleObj>
              </mc:Fallback>
            </mc:AlternateContent>
          </a:graphicData>
        </a:graphic>
      </p:graphicFrame>
      <p:graphicFrame>
        <p:nvGraphicFramePr>
          <p:cNvPr id="135192" name="Object 81"/>
          <p:cNvGraphicFramePr>
            <a:graphicFrameLocks noChangeAspect="1"/>
          </p:cNvGraphicFramePr>
          <p:nvPr/>
        </p:nvGraphicFramePr>
        <p:xfrm>
          <a:off x="6624638" y="3175000"/>
          <a:ext cx="417512" cy="339725"/>
        </p:xfrm>
        <a:graphic>
          <a:graphicData uri="http://schemas.openxmlformats.org/presentationml/2006/ole">
            <mc:AlternateContent xmlns:mc="http://schemas.openxmlformats.org/markup-compatibility/2006">
              <mc:Choice xmlns:v="urn:schemas-microsoft-com:vml" Requires="v">
                <p:oleObj spid="_x0000_s3159" name="" r:id="rId9" imgW="1307465" imgH="1083945" progId="MS_ClipArt_Gallery.2">
                  <p:embed/>
                </p:oleObj>
              </mc:Choice>
              <mc:Fallback>
                <p:oleObj name="" r:id="rId9" imgW="1307465" imgH="1083945" progId="MS_ClipArt_Gallery.2">
                  <p:embed/>
                  <p:pic>
                    <p:nvPicPr>
                      <p:cNvPr id="0" name="图片 3158"/>
                      <p:cNvPicPr/>
                      <p:nvPr/>
                    </p:nvPicPr>
                    <p:blipFill>
                      <a:blip r:embed="rId2"/>
                      <a:stretch>
                        <a:fillRect/>
                      </a:stretch>
                    </p:blipFill>
                    <p:spPr>
                      <a:xfrm>
                        <a:off x="6624638" y="3175000"/>
                        <a:ext cx="417512" cy="339725"/>
                      </a:xfrm>
                      <a:prstGeom prst="rect">
                        <a:avLst/>
                      </a:prstGeom>
                      <a:noFill/>
                      <a:ln w="38100">
                        <a:noFill/>
                        <a:miter/>
                      </a:ln>
                    </p:spPr>
                  </p:pic>
                </p:oleObj>
              </mc:Fallback>
            </mc:AlternateContent>
          </a:graphicData>
        </a:graphic>
      </p:graphicFrame>
      <p:graphicFrame>
        <p:nvGraphicFramePr>
          <p:cNvPr id="135193" name="Object 82"/>
          <p:cNvGraphicFramePr>
            <a:graphicFrameLocks noChangeAspect="1"/>
          </p:cNvGraphicFramePr>
          <p:nvPr/>
        </p:nvGraphicFramePr>
        <p:xfrm>
          <a:off x="5870575" y="3544888"/>
          <a:ext cx="417513" cy="339725"/>
        </p:xfrm>
        <a:graphic>
          <a:graphicData uri="http://schemas.openxmlformats.org/presentationml/2006/ole">
            <mc:AlternateContent xmlns:mc="http://schemas.openxmlformats.org/markup-compatibility/2006">
              <mc:Choice xmlns:v="urn:schemas-microsoft-com:vml" Requires="v">
                <p:oleObj spid="_x0000_s3161" name="" r:id="rId10" imgW="1307465" imgH="1083945" progId="MS_ClipArt_Gallery.2">
                  <p:embed/>
                </p:oleObj>
              </mc:Choice>
              <mc:Fallback>
                <p:oleObj name="" r:id="rId10" imgW="1307465" imgH="1083945" progId="MS_ClipArt_Gallery.2">
                  <p:embed/>
                  <p:pic>
                    <p:nvPicPr>
                      <p:cNvPr id="0" name="图片 3160"/>
                      <p:cNvPicPr/>
                      <p:nvPr/>
                    </p:nvPicPr>
                    <p:blipFill>
                      <a:blip r:embed="rId2"/>
                      <a:stretch>
                        <a:fillRect/>
                      </a:stretch>
                    </p:blipFill>
                    <p:spPr>
                      <a:xfrm>
                        <a:off x="5870575" y="3544888"/>
                        <a:ext cx="417513" cy="339725"/>
                      </a:xfrm>
                      <a:prstGeom prst="rect">
                        <a:avLst/>
                      </a:prstGeom>
                      <a:noFill/>
                      <a:ln w="38100">
                        <a:noFill/>
                        <a:miter/>
                      </a:ln>
                    </p:spPr>
                  </p:pic>
                </p:oleObj>
              </mc:Fallback>
            </mc:AlternateContent>
          </a:graphicData>
        </a:graphic>
      </p:graphicFrame>
      <p:sp>
        <p:nvSpPr>
          <p:cNvPr id="135194" name="Line 83"/>
          <p:cNvSpPr/>
          <p:nvPr/>
        </p:nvSpPr>
        <p:spPr>
          <a:xfrm flipH="1">
            <a:off x="3635375" y="3068638"/>
            <a:ext cx="346075" cy="215900"/>
          </a:xfrm>
          <a:prstGeom prst="line">
            <a:avLst/>
          </a:prstGeom>
          <a:ln w="9525" cap="flat" cmpd="sng">
            <a:solidFill>
              <a:schemeClr val="tx1"/>
            </a:solidFill>
            <a:prstDash val="solid"/>
            <a:round/>
            <a:headEnd type="none" w="med" len="med"/>
            <a:tailEnd type="none" w="med" len="med"/>
          </a:ln>
        </p:spPr>
      </p:sp>
      <p:sp>
        <p:nvSpPr>
          <p:cNvPr id="135195" name="Line 84"/>
          <p:cNvSpPr/>
          <p:nvPr/>
        </p:nvSpPr>
        <p:spPr>
          <a:xfrm flipH="1">
            <a:off x="3949700" y="3087688"/>
            <a:ext cx="125413" cy="587375"/>
          </a:xfrm>
          <a:prstGeom prst="line">
            <a:avLst/>
          </a:prstGeom>
          <a:ln w="9525" cap="flat" cmpd="sng">
            <a:solidFill>
              <a:schemeClr val="tx1"/>
            </a:solidFill>
            <a:prstDash val="solid"/>
            <a:round/>
            <a:headEnd type="none" w="med" len="med"/>
            <a:tailEnd type="none" w="med" len="med"/>
          </a:ln>
        </p:spPr>
      </p:sp>
      <p:sp>
        <p:nvSpPr>
          <p:cNvPr id="135196" name="Line 85"/>
          <p:cNvSpPr/>
          <p:nvPr/>
        </p:nvSpPr>
        <p:spPr>
          <a:xfrm>
            <a:off x="4254500" y="3030538"/>
            <a:ext cx="230188" cy="361950"/>
          </a:xfrm>
          <a:prstGeom prst="line">
            <a:avLst/>
          </a:prstGeom>
          <a:ln w="9525" cap="flat" cmpd="sng">
            <a:solidFill>
              <a:schemeClr val="tx1"/>
            </a:solidFill>
            <a:prstDash val="solid"/>
            <a:round/>
            <a:headEnd type="none" w="med" len="med"/>
            <a:tailEnd type="none" w="med" len="med"/>
          </a:ln>
        </p:spPr>
      </p:sp>
      <p:sp>
        <p:nvSpPr>
          <p:cNvPr id="135197" name="Line 86"/>
          <p:cNvSpPr/>
          <p:nvPr/>
        </p:nvSpPr>
        <p:spPr>
          <a:xfrm flipH="1">
            <a:off x="5532438" y="3106738"/>
            <a:ext cx="428625" cy="244475"/>
          </a:xfrm>
          <a:prstGeom prst="line">
            <a:avLst/>
          </a:prstGeom>
          <a:ln w="9525" cap="flat" cmpd="sng">
            <a:solidFill>
              <a:schemeClr val="tx1"/>
            </a:solidFill>
            <a:prstDash val="solid"/>
            <a:round/>
            <a:headEnd type="none" w="med" len="med"/>
            <a:tailEnd type="none" w="med" len="med"/>
          </a:ln>
        </p:spPr>
      </p:sp>
      <p:sp>
        <p:nvSpPr>
          <p:cNvPr id="135198" name="Line 87"/>
          <p:cNvSpPr/>
          <p:nvPr/>
        </p:nvSpPr>
        <p:spPr>
          <a:xfrm flipH="1">
            <a:off x="6035675" y="3078163"/>
            <a:ext cx="9525" cy="469900"/>
          </a:xfrm>
          <a:prstGeom prst="line">
            <a:avLst/>
          </a:prstGeom>
          <a:ln w="9525" cap="flat" cmpd="sng">
            <a:solidFill>
              <a:schemeClr val="tx1"/>
            </a:solidFill>
            <a:prstDash val="solid"/>
            <a:round/>
            <a:headEnd type="none" w="med" len="med"/>
            <a:tailEnd type="none" w="med" len="med"/>
          </a:ln>
        </p:spPr>
      </p:sp>
      <p:sp>
        <p:nvSpPr>
          <p:cNvPr id="135199" name="Line 88"/>
          <p:cNvSpPr/>
          <p:nvPr/>
        </p:nvSpPr>
        <p:spPr>
          <a:xfrm flipH="1">
            <a:off x="2379663" y="2355850"/>
            <a:ext cx="1517650" cy="536575"/>
          </a:xfrm>
          <a:prstGeom prst="line">
            <a:avLst/>
          </a:prstGeom>
          <a:ln w="9525" cap="flat" cmpd="sng">
            <a:solidFill>
              <a:schemeClr val="tx1"/>
            </a:solidFill>
            <a:prstDash val="solid"/>
            <a:round/>
            <a:headEnd type="none" w="med" len="med"/>
            <a:tailEnd type="none" w="med" len="med"/>
          </a:ln>
        </p:spPr>
      </p:sp>
      <p:sp>
        <p:nvSpPr>
          <p:cNvPr id="135200" name="Line 89"/>
          <p:cNvSpPr/>
          <p:nvPr/>
        </p:nvSpPr>
        <p:spPr>
          <a:xfrm>
            <a:off x="4200525" y="2322513"/>
            <a:ext cx="0" cy="600075"/>
          </a:xfrm>
          <a:prstGeom prst="line">
            <a:avLst/>
          </a:prstGeom>
          <a:ln w="9525" cap="flat" cmpd="sng">
            <a:solidFill>
              <a:schemeClr val="tx1"/>
            </a:solidFill>
            <a:prstDash val="solid"/>
            <a:round/>
            <a:headEnd type="none" w="med" len="med"/>
            <a:tailEnd type="none" w="med" len="med"/>
          </a:ln>
        </p:spPr>
      </p:sp>
      <p:sp>
        <p:nvSpPr>
          <p:cNvPr id="135201" name="Line 90"/>
          <p:cNvSpPr/>
          <p:nvPr/>
        </p:nvSpPr>
        <p:spPr>
          <a:xfrm flipH="1" flipV="1">
            <a:off x="4622800" y="2273300"/>
            <a:ext cx="1233488" cy="717550"/>
          </a:xfrm>
          <a:prstGeom prst="line">
            <a:avLst/>
          </a:prstGeom>
          <a:ln w="9525" cap="flat" cmpd="sng">
            <a:solidFill>
              <a:schemeClr val="tx1"/>
            </a:solidFill>
            <a:prstDash val="solid"/>
            <a:round/>
            <a:headEnd type="none" w="med" len="med"/>
            <a:tailEnd type="none" w="med" len="med"/>
          </a:ln>
        </p:spPr>
      </p:sp>
      <p:grpSp>
        <p:nvGrpSpPr>
          <p:cNvPr id="135202" name="Group 91"/>
          <p:cNvGrpSpPr/>
          <p:nvPr/>
        </p:nvGrpSpPr>
        <p:grpSpPr>
          <a:xfrm>
            <a:off x="3870325" y="2147888"/>
            <a:ext cx="720725" cy="279400"/>
            <a:chOff x="3913" y="3140"/>
            <a:chExt cx="454" cy="176"/>
          </a:xfrm>
        </p:grpSpPr>
        <p:sp>
          <p:nvSpPr>
            <p:cNvPr id="135203" name="Rectangle 92"/>
            <p:cNvSpPr/>
            <p:nvPr/>
          </p:nvSpPr>
          <p:spPr>
            <a:xfrm>
              <a:off x="3913" y="3228"/>
              <a:ext cx="407" cy="88"/>
            </a:xfrm>
            <a:prstGeom prst="rect">
              <a:avLst/>
            </a:prstGeom>
            <a:solidFill>
              <a:schemeClr val="hlink"/>
            </a:solidFill>
            <a:ln w="9525"/>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5204" name="Freeform 93"/>
            <p:cNvSpPr/>
            <p:nvPr/>
          </p:nvSpPr>
          <p:spPr>
            <a:xfrm>
              <a:off x="3958" y="3145"/>
              <a:ext cx="409" cy="68"/>
            </a:xfrm>
            <a:custGeom>
              <a:avLst/>
              <a:gdLst/>
              <a:ahLst/>
              <a:cxnLst>
                <a:cxn ang="0">
                  <a:pos x="0" y="92"/>
                </a:cxn>
                <a:cxn ang="0">
                  <a:pos x="245" y="91"/>
                </a:cxn>
                <a:cxn ang="0">
                  <a:pos x="1455" y="0"/>
                </a:cxn>
                <a:cxn ang="0">
                  <a:pos x="1861" y="0"/>
                </a:cxn>
              </a:cxnLst>
              <a:pathLst>
                <a:path w="280" h="63">
                  <a:moveTo>
                    <a:pt x="0" y="63"/>
                  </a:moveTo>
                  <a:lnTo>
                    <a:pt x="37" y="62"/>
                  </a:lnTo>
                  <a:lnTo>
                    <a:pt x="219" y="0"/>
                  </a:lnTo>
                  <a:lnTo>
                    <a:pt x="280"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135205" name="Freeform 94"/>
            <p:cNvSpPr/>
            <p:nvPr/>
          </p:nvSpPr>
          <p:spPr>
            <a:xfrm>
              <a:off x="4044" y="3140"/>
              <a:ext cx="251" cy="75"/>
            </a:xfrm>
            <a:custGeom>
              <a:avLst/>
              <a:gdLst/>
              <a:ahLst/>
              <a:cxnLst>
                <a:cxn ang="0">
                  <a:pos x="0" y="0"/>
                </a:cxn>
                <a:cxn ang="0">
                  <a:pos x="561" y="0"/>
                </a:cxn>
                <a:cxn ang="0">
                  <a:pos x="1430" y="79"/>
                </a:cxn>
                <a:cxn ang="0">
                  <a:pos x="2076" y="79"/>
                </a:cxn>
              </a:cxnLst>
              <a:pathLst>
                <a:path w="148" h="74">
                  <a:moveTo>
                    <a:pt x="0" y="0"/>
                  </a:moveTo>
                  <a:lnTo>
                    <a:pt x="40" y="0"/>
                  </a:lnTo>
                  <a:lnTo>
                    <a:pt x="102" y="74"/>
                  </a:lnTo>
                  <a:lnTo>
                    <a:pt x="148" y="74"/>
                  </a:lnTo>
                </a:path>
              </a:pathLst>
            </a:custGeom>
            <a:noFill/>
            <a:ln w="19050" cap="flat" cmpd="sng">
              <a:solidFill>
                <a:schemeClr val="tx1"/>
              </a:solidFill>
              <a:prstDash val="solid"/>
              <a:round/>
              <a:headEnd type="none" w="med" len="med"/>
              <a:tailEnd type="none" w="med" len="med"/>
            </a:ln>
          </p:spPr>
          <p:txBody>
            <a:bodyPr/>
            <a:p>
              <a:endParaRPr lang="zh-CN" altLang="en-US"/>
            </a:p>
          </p:txBody>
        </p:sp>
      </p:grpSp>
      <p:grpSp>
        <p:nvGrpSpPr>
          <p:cNvPr id="135206" name="Group 95"/>
          <p:cNvGrpSpPr/>
          <p:nvPr/>
        </p:nvGrpSpPr>
        <p:grpSpPr>
          <a:xfrm>
            <a:off x="5668963" y="2928938"/>
            <a:ext cx="720725" cy="279400"/>
            <a:chOff x="3913" y="3140"/>
            <a:chExt cx="454" cy="176"/>
          </a:xfrm>
        </p:grpSpPr>
        <p:sp>
          <p:nvSpPr>
            <p:cNvPr id="135207" name="Rectangle 96"/>
            <p:cNvSpPr/>
            <p:nvPr/>
          </p:nvSpPr>
          <p:spPr>
            <a:xfrm>
              <a:off x="3913" y="3228"/>
              <a:ext cx="407" cy="88"/>
            </a:xfrm>
            <a:prstGeom prst="rect">
              <a:avLst/>
            </a:prstGeom>
            <a:solidFill>
              <a:schemeClr val="hlink"/>
            </a:solidFill>
            <a:ln w="9525"/>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5208" name="Freeform 97"/>
            <p:cNvSpPr/>
            <p:nvPr/>
          </p:nvSpPr>
          <p:spPr>
            <a:xfrm>
              <a:off x="3958" y="3145"/>
              <a:ext cx="409" cy="68"/>
            </a:xfrm>
            <a:custGeom>
              <a:avLst/>
              <a:gdLst/>
              <a:ahLst/>
              <a:cxnLst>
                <a:cxn ang="0">
                  <a:pos x="0" y="92"/>
                </a:cxn>
                <a:cxn ang="0">
                  <a:pos x="245" y="91"/>
                </a:cxn>
                <a:cxn ang="0">
                  <a:pos x="1455" y="0"/>
                </a:cxn>
                <a:cxn ang="0">
                  <a:pos x="1861" y="0"/>
                </a:cxn>
              </a:cxnLst>
              <a:pathLst>
                <a:path w="280" h="63">
                  <a:moveTo>
                    <a:pt x="0" y="63"/>
                  </a:moveTo>
                  <a:lnTo>
                    <a:pt x="37" y="62"/>
                  </a:lnTo>
                  <a:lnTo>
                    <a:pt x="219" y="0"/>
                  </a:lnTo>
                  <a:lnTo>
                    <a:pt x="280"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135209" name="Freeform 98"/>
            <p:cNvSpPr/>
            <p:nvPr/>
          </p:nvSpPr>
          <p:spPr>
            <a:xfrm>
              <a:off x="4044" y="3140"/>
              <a:ext cx="251" cy="75"/>
            </a:xfrm>
            <a:custGeom>
              <a:avLst/>
              <a:gdLst/>
              <a:ahLst/>
              <a:cxnLst>
                <a:cxn ang="0">
                  <a:pos x="0" y="0"/>
                </a:cxn>
                <a:cxn ang="0">
                  <a:pos x="561" y="0"/>
                </a:cxn>
                <a:cxn ang="0">
                  <a:pos x="1430" y="79"/>
                </a:cxn>
                <a:cxn ang="0">
                  <a:pos x="2076" y="79"/>
                </a:cxn>
              </a:cxnLst>
              <a:pathLst>
                <a:path w="148" h="74">
                  <a:moveTo>
                    <a:pt x="0" y="0"/>
                  </a:moveTo>
                  <a:lnTo>
                    <a:pt x="40" y="0"/>
                  </a:lnTo>
                  <a:lnTo>
                    <a:pt x="102" y="74"/>
                  </a:lnTo>
                  <a:lnTo>
                    <a:pt x="148" y="74"/>
                  </a:lnTo>
                </a:path>
              </a:pathLst>
            </a:custGeom>
            <a:noFill/>
            <a:ln w="19050" cap="flat" cmpd="sng">
              <a:solidFill>
                <a:schemeClr val="tx1"/>
              </a:solidFill>
              <a:prstDash val="solid"/>
              <a:round/>
              <a:headEnd type="none" w="med" len="med"/>
              <a:tailEnd type="none" w="med" len="med"/>
            </a:ln>
          </p:spPr>
          <p:txBody>
            <a:bodyPr/>
            <a:p>
              <a:endParaRPr lang="zh-CN" altLang="en-US"/>
            </a:p>
          </p:txBody>
        </p:sp>
      </p:grpSp>
      <p:grpSp>
        <p:nvGrpSpPr>
          <p:cNvPr id="135210" name="Group 99"/>
          <p:cNvGrpSpPr/>
          <p:nvPr/>
        </p:nvGrpSpPr>
        <p:grpSpPr>
          <a:xfrm>
            <a:off x="3821113" y="2887663"/>
            <a:ext cx="720725" cy="279400"/>
            <a:chOff x="3913" y="3140"/>
            <a:chExt cx="454" cy="176"/>
          </a:xfrm>
        </p:grpSpPr>
        <p:sp>
          <p:nvSpPr>
            <p:cNvPr id="135211" name="Rectangle 100"/>
            <p:cNvSpPr/>
            <p:nvPr/>
          </p:nvSpPr>
          <p:spPr>
            <a:xfrm>
              <a:off x="3913" y="3228"/>
              <a:ext cx="407" cy="88"/>
            </a:xfrm>
            <a:prstGeom prst="rect">
              <a:avLst/>
            </a:prstGeom>
            <a:solidFill>
              <a:schemeClr val="hlink"/>
            </a:solidFill>
            <a:ln w="9525"/>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5212" name="Freeform 101"/>
            <p:cNvSpPr/>
            <p:nvPr/>
          </p:nvSpPr>
          <p:spPr>
            <a:xfrm>
              <a:off x="3958" y="3145"/>
              <a:ext cx="409" cy="68"/>
            </a:xfrm>
            <a:custGeom>
              <a:avLst/>
              <a:gdLst/>
              <a:ahLst/>
              <a:cxnLst>
                <a:cxn ang="0">
                  <a:pos x="0" y="92"/>
                </a:cxn>
                <a:cxn ang="0">
                  <a:pos x="245" y="91"/>
                </a:cxn>
                <a:cxn ang="0">
                  <a:pos x="1455" y="0"/>
                </a:cxn>
                <a:cxn ang="0">
                  <a:pos x="1861" y="0"/>
                </a:cxn>
              </a:cxnLst>
              <a:pathLst>
                <a:path w="280" h="63">
                  <a:moveTo>
                    <a:pt x="0" y="63"/>
                  </a:moveTo>
                  <a:lnTo>
                    <a:pt x="37" y="62"/>
                  </a:lnTo>
                  <a:lnTo>
                    <a:pt x="219" y="0"/>
                  </a:lnTo>
                  <a:lnTo>
                    <a:pt x="280"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135213" name="Freeform 102"/>
            <p:cNvSpPr/>
            <p:nvPr/>
          </p:nvSpPr>
          <p:spPr>
            <a:xfrm>
              <a:off x="4044" y="3140"/>
              <a:ext cx="251" cy="75"/>
            </a:xfrm>
            <a:custGeom>
              <a:avLst/>
              <a:gdLst/>
              <a:ahLst/>
              <a:cxnLst>
                <a:cxn ang="0">
                  <a:pos x="0" y="0"/>
                </a:cxn>
                <a:cxn ang="0">
                  <a:pos x="561" y="0"/>
                </a:cxn>
                <a:cxn ang="0">
                  <a:pos x="1430" y="79"/>
                </a:cxn>
                <a:cxn ang="0">
                  <a:pos x="2076" y="79"/>
                </a:cxn>
              </a:cxnLst>
              <a:pathLst>
                <a:path w="148" h="74">
                  <a:moveTo>
                    <a:pt x="0" y="0"/>
                  </a:moveTo>
                  <a:lnTo>
                    <a:pt x="40" y="0"/>
                  </a:lnTo>
                  <a:lnTo>
                    <a:pt x="102" y="74"/>
                  </a:lnTo>
                  <a:lnTo>
                    <a:pt x="148" y="74"/>
                  </a:lnTo>
                </a:path>
              </a:pathLst>
            </a:custGeom>
            <a:noFill/>
            <a:ln w="19050" cap="flat" cmpd="sng">
              <a:solidFill>
                <a:schemeClr val="tx1"/>
              </a:solidFill>
              <a:prstDash val="solid"/>
              <a:round/>
              <a:headEnd type="none" w="med" len="med"/>
              <a:tailEnd type="none" w="med" len="med"/>
            </a:ln>
          </p:spPr>
          <p:txBody>
            <a:bodyPr/>
            <a:p>
              <a:endParaRPr lang="zh-CN" altLang="en-US"/>
            </a:p>
          </p:txBody>
        </p:sp>
      </p:grpSp>
      <p:sp>
        <p:nvSpPr>
          <p:cNvPr id="135214" name="Line 103"/>
          <p:cNvSpPr/>
          <p:nvPr/>
        </p:nvSpPr>
        <p:spPr>
          <a:xfrm>
            <a:off x="6411913" y="3132138"/>
            <a:ext cx="285750" cy="158750"/>
          </a:xfrm>
          <a:prstGeom prst="line">
            <a:avLst/>
          </a:prstGeom>
          <a:ln w="9525" cap="flat" cmpd="sng">
            <a:solidFill>
              <a:schemeClr val="tx1"/>
            </a:solidFill>
            <a:prstDash val="solid"/>
            <a:round/>
            <a:headEnd type="none" w="med" len="med"/>
            <a:tailEnd type="none" w="med" len="med"/>
          </a:ln>
        </p:spPr>
      </p:sp>
      <p:sp>
        <p:nvSpPr>
          <p:cNvPr id="135215" name="Text Box 104"/>
          <p:cNvSpPr txBox="1"/>
          <p:nvPr/>
        </p:nvSpPr>
        <p:spPr>
          <a:xfrm>
            <a:off x="3621088" y="3222625"/>
            <a:ext cx="349250"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D</a:t>
            </a:r>
            <a:endParaRPr lang="en-US" altLang="zh-CN" i="0" dirty="0">
              <a:latin typeface="Comic Sans MS" panose="030F0702030302020204" pitchFamily="66" charset="0"/>
              <a:ea typeface="宋体" panose="02010600030101010101" pitchFamily="2" charset="-122"/>
            </a:endParaRPr>
          </a:p>
        </p:txBody>
      </p:sp>
      <p:sp>
        <p:nvSpPr>
          <p:cNvPr id="135216" name="Text Box 105"/>
          <p:cNvSpPr txBox="1"/>
          <p:nvPr/>
        </p:nvSpPr>
        <p:spPr>
          <a:xfrm>
            <a:off x="4094163" y="3659188"/>
            <a:ext cx="327025"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E</a:t>
            </a:r>
            <a:endParaRPr lang="en-US" altLang="zh-CN" i="0" dirty="0">
              <a:latin typeface="Comic Sans MS" panose="030F0702030302020204" pitchFamily="66" charset="0"/>
              <a:ea typeface="宋体" panose="02010600030101010101" pitchFamily="2" charset="-122"/>
            </a:endParaRPr>
          </a:p>
        </p:txBody>
      </p:sp>
      <p:sp>
        <p:nvSpPr>
          <p:cNvPr id="135217" name="Text Box 106"/>
          <p:cNvSpPr txBox="1"/>
          <p:nvPr/>
        </p:nvSpPr>
        <p:spPr>
          <a:xfrm>
            <a:off x="4567238" y="3057525"/>
            <a:ext cx="322262"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F</a:t>
            </a:r>
            <a:endParaRPr lang="en-US" altLang="zh-CN" i="0" dirty="0">
              <a:latin typeface="Comic Sans MS" panose="030F0702030302020204" pitchFamily="66" charset="0"/>
              <a:ea typeface="宋体" panose="02010600030101010101" pitchFamily="2" charset="-122"/>
            </a:endParaRPr>
          </a:p>
        </p:txBody>
      </p:sp>
      <p:sp>
        <p:nvSpPr>
          <p:cNvPr id="135218" name="Text Box 107"/>
          <p:cNvSpPr txBox="1"/>
          <p:nvPr/>
        </p:nvSpPr>
        <p:spPr>
          <a:xfrm>
            <a:off x="3408363" y="2768600"/>
            <a:ext cx="436562"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S</a:t>
            </a:r>
            <a:r>
              <a:rPr lang="en-US" altLang="zh-CN" i="0" baseline="-25000" dirty="0">
                <a:latin typeface="Comic Sans MS" panose="030F0702030302020204" pitchFamily="66" charset="0"/>
                <a:ea typeface="宋体" panose="02010600030101010101" pitchFamily="2" charset="-122"/>
              </a:rPr>
              <a:t>2</a:t>
            </a:r>
            <a:endParaRPr lang="en-US" altLang="zh-CN" i="0" baseline="-25000" dirty="0">
              <a:latin typeface="Comic Sans MS" panose="030F0702030302020204" pitchFamily="66" charset="0"/>
              <a:ea typeface="宋体" panose="02010600030101010101" pitchFamily="2" charset="-122"/>
            </a:endParaRPr>
          </a:p>
        </p:txBody>
      </p:sp>
      <p:sp>
        <p:nvSpPr>
          <p:cNvPr id="135219" name="Text Box 108"/>
          <p:cNvSpPr txBox="1"/>
          <p:nvPr/>
        </p:nvSpPr>
        <p:spPr>
          <a:xfrm>
            <a:off x="4635500" y="1984375"/>
            <a:ext cx="436563"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S</a:t>
            </a:r>
            <a:r>
              <a:rPr lang="en-US" altLang="zh-CN" i="0" baseline="-25000" dirty="0">
                <a:latin typeface="Comic Sans MS" panose="030F0702030302020204" pitchFamily="66" charset="0"/>
                <a:ea typeface="宋体" panose="02010600030101010101" pitchFamily="2" charset="-122"/>
              </a:rPr>
              <a:t>4</a:t>
            </a:r>
            <a:endParaRPr lang="en-US" altLang="zh-CN" i="0" baseline="-25000" dirty="0">
              <a:latin typeface="Comic Sans MS" panose="030F0702030302020204" pitchFamily="66" charset="0"/>
              <a:ea typeface="宋体" panose="02010600030101010101" pitchFamily="2" charset="-122"/>
            </a:endParaRPr>
          </a:p>
        </p:txBody>
      </p:sp>
      <p:sp>
        <p:nvSpPr>
          <p:cNvPr id="135220" name="Text Box 109"/>
          <p:cNvSpPr txBox="1"/>
          <p:nvPr/>
        </p:nvSpPr>
        <p:spPr>
          <a:xfrm>
            <a:off x="6010275" y="2570163"/>
            <a:ext cx="436563"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S</a:t>
            </a:r>
            <a:r>
              <a:rPr lang="en-US" altLang="zh-CN" i="0" baseline="-25000" dirty="0">
                <a:latin typeface="Comic Sans MS" panose="030F0702030302020204" pitchFamily="66" charset="0"/>
                <a:ea typeface="宋体" panose="02010600030101010101" pitchFamily="2" charset="-122"/>
              </a:rPr>
              <a:t>3</a:t>
            </a:r>
            <a:endParaRPr lang="en-US" altLang="zh-CN" i="0" baseline="-25000" dirty="0">
              <a:latin typeface="Comic Sans MS" panose="030F0702030302020204" pitchFamily="66" charset="0"/>
              <a:ea typeface="宋体" panose="02010600030101010101" pitchFamily="2" charset="-122"/>
            </a:endParaRPr>
          </a:p>
        </p:txBody>
      </p:sp>
      <p:sp>
        <p:nvSpPr>
          <p:cNvPr id="135221" name="Text Box 110"/>
          <p:cNvSpPr txBox="1"/>
          <p:nvPr/>
        </p:nvSpPr>
        <p:spPr>
          <a:xfrm>
            <a:off x="6240463" y="3541713"/>
            <a:ext cx="360362"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H</a:t>
            </a:r>
            <a:endParaRPr lang="en-US" altLang="zh-CN" i="0" dirty="0">
              <a:latin typeface="Comic Sans MS" panose="030F0702030302020204" pitchFamily="66" charset="0"/>
              <a:ea typeface="宋体" panose="02010600030101010101" pitchFamily="2" charset="-122"/>
            </a:endParaRPr>
          </a:p>
        </p:txBody>
      </p:sp>
      <p:sp>
        <p:nvSpPr>
          <p:cNvPr id="135222" name="Text Box 111"/>
          <p:cNvSpPr txBox="1"/>
          <p:nvPr/>
        </p:nvSpPr>
        <p:spPr>
          <a:xfrm>
            <a:off x="6986588" y="3179763"/>
            <a:ext cx="309562"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I</a:t>
            </a:r>
            <a:endParaRPr lang="en-US" altLang="zh-CN" i="0" dirty="0">
              <a:latin typeface="Comic Sans MS" panose="030F0702030302020204" pitchFamily="66" charset="0"/>
              <a:ea typeface="宋体" panose="02010600030101010101" pitchFamily="2" charset="-122"/>
            </a:endParaRPr>
          </a:p>
        </p:txBody>
      </p:sp>
      <p:sp>
        <p:nvSpPr>
          <p:cNvPr id="135223" name="Text Box 112"/>
          <p:cNvSpPr txBox="1"/>
          <p:nvPr/>
        </p:nvSpPr>
        <p:spPr>
          <a:xfrm>
            <a:off x="5103813" y="3595688"/>
            <a:ext cx="339725"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G</a:t>
            </a:r>
            <a:endParaRPr lang="en-US" altLang="zh-CN" i="0" dirty="0">
              <a:latin typeface="Comic Sans MS" panose="030F0702030302020204" pitchFamily="66" charset="0"/>
              <a:ea typeface="宋体" panose="02010600030101010101" pitchFamily="2" charset="-122"/>
            </a:endParaRPr>
          </a:p>
        </p:txBody>
      </p:sp>
      <p:sp>
        <p:nvSpPr>
          <p:cNvPr id="135224" name="Text Box 113"/>
          <p:cNvSpPr txBox="1"/>
          <p:nvPr/>
        </p:nvSpPr>
        <p:spPr>
          <a:xfrm>
            <a:off x="3578225" y="2070100"/>
            <a:ext cx="287338" cy="366713"/>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1</a:t>
            </a:r>
            <a:endParaRPr lang="en-US" altLang="zh-CN" i="0" dirty="0">
              <a:solidFill>
                <a:srgbClr val="FF0000"/>
              </a:solidFill>
              <a:latin typeface="Comic Sans MS" panose="030F0702030302020204" pitchFamily="66" charset="0"/>
              <a:ea typeface="宋体" panose="02010600030101010101" pitchFamily="2" charset="-122"/>
            </a:endParaRPr>
          </a:p>
        </p:txBody>
      </p:sp>
      <p:sp>
        <p:nvSpPr>
          <p:cNvPr id="135225" name="Text Box 114"/>
          <p:cNvSpPr txBox="1"/>
          <p:nvPr/>
        </p:nvSpPr>
        <p:spPr>
          <a:xfrm>
            <a:off x="3959225" y="2462213"/>
            <a:ext cx="323850" cy="366712"/>
          </a:xfrm>
          <a:prstGeom prst="rect">
            <a:avLst/>
          </a:prstGeom>
          <a:noFill/>
          <a:ln w="9525">
            <a:noFill/>
          </a:ln>
        </p:spPr>
        <p:txBody>
          <a:bodyPr wrap="none" anchor="t" anchorCtr="0">
            <a:spAutoFit/>
          </a:bodyPr>
          <a:p>
            <a:pPr eaLnBrk="0" hangingPunct="0">
              <a:buClrTx/>
              <a:buFontTx/>
            </a:pPr>
            <a:r>
              <a:rPr lang="en-US" altLang="zh-CN" i="0" dirty="0">
                <a:solidFill>
                  <a:srgbClr val="FF0000"/>
                </a:solidFill>
                <a:latin typeface="Comic Sans MS" panose="030F0702030302020204" pitchFamily="66" charset="0"/>
                <a:ea typeface="宋体" panose="02010600030101010101" pitchFamily="2" charset="-122"/>
              </a:rPr>
              <a:t>2</a:t>
            </a:r>
            <a:endParaRPr lang="en-US" altLang="zh-CN" i="0" dirty="0">
              <a:solidFill>
                <a:srgbClr val="FF0000"/>
              </a:solidFill>
              <a:latin typeface="Comic Sans MS" panose="030F0702030302020204" pitchFamily="66" charset="0"/>
              <a:ea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7" name="页脚占位符 3"/>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37218" name="灯片编号占位符 4"/>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37219" name="Freeform 81"/>
          <p:cNvSpPr/>
          <p:nvPr/>
        </p:nvSpPr>
        <p:spPr>
          <a:xfrm rot="5400000">
            <a:off x="2395538" y="-115887"/>
            <a:ext cx="4632325" cy="8434387"/>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ln>
        </p:spPr>
        <p:txBody>
          <a:bodyPr/>
          <a:p>
            <a:endParaRPr lang="zh-CN" altLang="en-US"/>
          </a:p>
        </p:txBody>
      </p:sp>
      <p:sp>
        <p:nvSpPr>
          <p:cNvPr id="137220" name="Rectangle 4"/>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Institutional network</a:t>
            </a:r>
            <a:endParaRPr lang="en-US" altLang="zh-CN" dirty="0">
              <a:ea typeface="宋体" panose="02010600030101010101" pitchFamily="2" charset="-122"/>
            </a:endParaRPr>
          </a:p>
        </p:txBody>
      </p:sp>
      <p:graphicFrame>
        <p:nvGraphicFramePr>
          <p:cNvPr id="137221" name="Object 7"/>
          <p:cNvGraphicFramePr>
            <a:graphicFrameLocks noChangeAspect="1"/>
          </p:cNvGraphicFramePr>
          <p:nvPr/>
        </p:nvGraphicFramePr>
        <p:xfrm>
          <a:off x="1249363" y="5400675"/>
          <a:ext cx="512762" cy="447675"/>
        </p:xfrm>
        <a:graphic>
          <a:graphicData uri="http://schemas.openxmlformats.org/presentationml/2006/ole">
            <mc:AlternateContent xmlns:mc="http://schemas.openxmlformats.org/markup-compatibility/2006">
              <mc:Choice xmlns:v="urn:schemas-microsoft-com:vml" Requires="v">
                <p:oleObj spid="_x0000_s3169" name="" r:id="rId1" imgW="1307465" imgH="1083945" progId="MS_ClipArt_Gallery.2">
                  <p:embed/>
                </p:oleObj>
              </mc:Choice>
              <mc:Fallback>
                <p:oleObj name="" r:id="rId1" imgW="1307465" imgH="1083945" progId="MS_ClipArt_Gallery.2">
                  <p:embed/>
                  <p:pic>
                    <p:nvPicPr>
                      <p:cNvPr id="0" name="图片 3168"/>
                      <p:cNvPicPr/>
                      <p:nvPr/>
                    </p:nvPicPr>
                    <p:blipFill>
                      <a:blip r:embed="rId2"/>
                      <a:stretch>
                        <a:fillRect/>
                      </a:stretch>
                    </p:blipFill>
                    <p:spPr>
                      <a:xfrm>
                        <a:off x="1249363" y="5400675"/>
                        <a:ext cx="512762" cy="447675"/>
                      </a:xfrm>
                      <a:prstGeom prst="rect">
                        <a:avLst/>
                      </a:prstGeom>
                      <a:noFill/>
                      <a:ln w="38100">
                        <a:noFill/>
                        <a:miter/>
                      </a:ln>
                    </p:spPr>
                  </p:pic>
                </p:oleObj>
              </mc:Fallback>
            </mc:AlternateContent>
          </a:graphicData>
        </a:graphic>
      </p:graphicFrame>
      <p:graphicFrame>
        <p:nvGraphicFramePr>
          <p:cNvPr id="137222" name="Object 8"/>
          <p:cNvGraphicFramePr>
            <a:graphicFrameLocks noChangeAspect="1"/>
          </p:cNvGraphicFramePr>
          <p:nvPr/>
        </p:nvGraphicFramePr>
        <p:xfrm>
          <a:off x="4575175" y="5418138"/>
          <a:ext cx="512763" cy="447675"/>
        </p:xfrm>
        <a:graphic>
          <a:graphicData uri="http://schemas.openxmlformats.org/presentationml/2006/ole">
            <mc:AlternateContent xmlns:mc="http://schemas.openxmlformats.org/markup-compatibility/2006">
              <mc:Choice xmlns:v="urn:schemas-microsoft-com:vml" Requires="v">
                <p:oleObj spid="_x0000_s3171" name="" r:id="rId3" imgW="1307465" imgH="1083945" progId="MS_ClipArt_Gallery.2">
                  <p:embed/>
                </p:oleObj>
              </mc:Choice>
              <mc:Fallback>
                <p:oleObj name="" r:id="rId3" imgW="1307465" imgH="1083945" progId="MS_ClipArt_Gallery.2">
                  <p:embed/>
                  <p:pic>
                    <p:nvPicPr>
                      <p:cNvPr id="0" name="图片 3170"/>
                      <p:cNvPicPr/>
                      <p:nvPr/>
                    </p:nvPicPr>
                    <p:blipFill>
                      <a:blip r:embed="rId2"/>
                      <a:stretch>
                        <a:fillRect/>
                      </a:stretch>
                    </p:blipFill>
                    <p:spPr>
                      <a:xfrm>
                        <a:off x="4575175" y="5418138"/>
                        <a:ext cx="512763" cy="447675"/>
                      </a:xfrm>
                      <a:prstGeom prst="rect">
                        <a:avLst/>
                      </a:prstGeom>
                      <a:noFill/>
                      <a:ln w="38100">
                        <a:noFill/>
                        <a:miter/>
                      </a:ln>
                    </p:spPr>
                  </p:pic>
                </p:oleObj>
              </mc:Fallback>
            </mc:AlternateContent>
          </a:graphicData>
        </a:graphic>
      </p:graphicFrame>
      <p:graphicFrame>
        <p:nvGraphicFramePr>
          <p:cNvPr id="137223" name="Object 9"/>
          <p:cNvGraphicFramePr>
            <a:graphicFrameLocks noChangeAspect="1"/>
          </p:cNvGraphicFramePr>
          <p:nvPr/>
        </p:nvGraphicFramePr>
        <p:xfrm>
          <a:off x="5575300" y="5357813"/>
          <a:ext cx="512763" cy="447675"/>
        </p:xfrm>
        <a:graphic>
          <a:graphicData uri="http://schemas.openxmlformats.org/presentationml/2006/ole">
            <mc:AlternateContent xmlns:mc="http://schemas.openxmlformats.org/markup-compatibility/2006">
              <mc:Choice xmlns:v="urn:schemas-microsoft-com:vml" Requires="v">
                <p:oleObj spid="_x0000_s3172" name="" r:id="rId4" imgW="1307465" imgH="1083945" progId="MS_ClipArt_Gallery.2">
                  <p:embed/>
                </p:oleObj>
              </mc:Choice>
              <mc:Fallback>
                <p:oleObj name="" r:id="rId4" imgW="1307465" imgH="1083945" progId="MS_ClipArt_Gallery.2">
                  <p:embed/>
                  <p:pic>
                    <p:nvPicPr>
                      <p:cNvPr id="0" name="图片 3171"/>
                      <p:cNvPicPr/>
                      <p:nvPr/>
                    </p:nvPicPr>
                    <p:blipFill>
                      <a:blip r:embed="rId2"/>
                      <a:stretch>
                        <a:fillRect/>
                      </a:stretch>
                    </p:blipFill>
                    <p:spPr>
                      <a:xfrm>
                        <a:off x="5575300" y="5357813"/>
                        <a:ext cx="512763" cy="447675"/>
                      </a:xfrm>
                      <a:prstGeom prst="rect">
                        <a:avLst/>
                      </a:prstGeom>
                      <a:noFill/>
                      <a:ln w="38100">
                        <a:noFill/>
                        <a:miter/>
                      </a:ln>
                    </p:spPr>
                  </p:pic>
                </p:oleObj>
              </mc:Fallback>
            </mc:AlternateContent>
          </a:graphicData>
        </a:graphic>
      </p:graphicFrame>
      <p:graphicFrame>
        <p:nvGraphicFramePr>
          <p:cNvPr id="137224" name="Object 10"/>
          <p:cNvGraphicFramePr>
            <a:graphicFrameLocks noChangeAspect="1"/>
          </p:cNvGraphicFramePr>
          <p:nvPr/>
        </p:nvGraphicFramePr>
        <p:xfrm>
          <a:off x="2060575" y="5434013"/>
          <a:ext cx="512763" cy="447675"/>
        </p:xfrm>
        <a:graphic>
          <a:graphicData uri="http://schemas.openxmlformats.org/presentationml/2006/ole">
            <mc:AlternateContent xmlns:mc="http://schemas.openxmlformats.org/markup-compatibility/2006">
              <mc:Choice xmlns:v="urn:schemas-microsoft-com:vml" Requires="v">
                <p:oleObj spid="_x0000_s3174" name="" r:id="rId5" imgW="1307465" imgH="1083945" progId="MS_ClipArt_Gallery.2">
                  <p:embed/>
                </p:oleObj>
              </mc:Choice>
              <mc:Fallback>
                <p:oleObj name="" r:id="rId5" imgW="1307465" imgH="1083945" progId="MS_ClipArt_Gallery.2">
                  <p:embed/>
                  <p:pic>
                    <p:nvPicPr>
                      <p:cNvPr id="0" name="图片 3173"/>
                      <p:cNvPicPr/>
                      <p:nvPr/>
                    </p:nvPicPr>
                    <p:blipFill>
                      <a:blip r:embed="rId2"/>
                      <a:stretch>
                        <a:fillRect/>
                      </a:stretch>
                    </p:blipFill>
                    <p:spPr>
                      <a:xfrm>
                        <a:off x="2060575" y="5434013"/>
                        <a:ext cx="512763" cy="447675"/>
                      </a:xfrm>
                      <a:prstGeom prst="rect">
                        <a:avLst/>
                      </a:prstGeom>
                      <a:noFill/>
                      <a:ln w="38100">
                        <a:noFill/>
                        <a:miter/>
                      </a:ln>
                    </p:spPr>
                  </p:pic>
                </p:oleObj>
              </mc:Fallback>
            </mc:AlternateContent>
          </a:graphicData>
        </a:graphic>
      </p:graphicFrame>
      <p:graphicFrame>
        <p:nvGraphicFramePr>
          <p:cNvPr id="137225" name="Object 13"/>
          <p:cNvGraphicFramePr>
            <a:graphicFrameLocks noChangeAspect="1"/>
          </p:cNvGraphicFramePr>
          <p:nvPr/>
        </p:nvGraphicFramePr>
        <p:xfrm>
          <a:off x="3217863" y="5216525"/>
          <a:ext cx="512762" cy="447675"/>
        </p:xfrm>
        <a:graphic>
          <a:graphicData uri="http://schemas.openxmlformats.org/presentationml/2006/ole">
            <mc:AlternateContent xmlns:mc="http://schemas.openxmlformats.org/markup-compatibility/2006">
              <mc:Choice xmlns:v="urn:schemas-microsoft-com:vml" Requires="v">
                <p:oleObj spid="_x0000_s3175" name="" r:id="rId6" imgW="1307465" imgH="1083945" progId="MS_ClipArt_Gallery.2">
                  <p:embed/>
                </p:oleObj>
              </mc:Choice>
              <mc:Fallback>
                <p:oleObj name="" r:id="rId6" imgW="1307465" imgH="1083945" progId="MS_ClipArt_Gallery.2">
                  <p:embed/>
                  <p:pic>
                    <p:nvPicPr>
                      <p:cNvPr id="0" name="图片 3174"/>
                      <p:cNvPicPr/>
                      <p:nvPr/>
                    </p:nvPicPr>
                    <p:blipFill>
                      <a:blip r:embed="rId2"/>
                      <a:stretch>
                        <a:fillRect/>
                      </a:stretch>
                    </p:blipFill>
                    <p:spPr>
                      <a:xfrm>
                        <a:off x="3217863" y="5216525"/>
                        <a:ext cx="512762" cy="447675"/>
                      </a:xfrm>
                      <a:prstGeom prst="rect">
                        <a:avLst/>
                      </a:prstGeom>
                      <a:noFill/>
                      <a:ln w="38100">
                        <a:noFill/>
                        <a:miter/>
                      </a:ln>
                    </p:spPr>
                  </p:pic>
                </p:oleObj>
              </mc:Fallback>
            </mc:AlternateContent>
          </a:graphicData>
        </a:graphic>
      </p:graphicFrame>
      <p:graphicFrame>
        <p:nvGraphicFramePr>
          <p:cNvPr id="137226" name="Object 14"/>
          <p:cNvGraphicFramePr>
            <a:graphicFrameLocks noChangeAspect="1"/>
          </p:cNvGraphicFramePr>
          <p:nvPr/>
        </p:nvGraphicFramePr>
        <p:xfrm>
          <a:off x="3756025" y="5846763"/>
          <a:ext cx="512763" cy="447675"/>
        </p:xfrm>
        <a:graphic>
          <a:graphicData uri="http://schemas.openxmlformats.org/presentationml/2006/ole">
            <mc:AlternateContent xmlns:mc="http://schemas.openxmlformats.org/markup-compatibility/2006">
              <mc:Choice xmlns:v="urn:schemas-microsoft-com:vml" Requires="v">
                <p:oleObj spid="_x0000_s3180" name="" r:id="rId7" imgW="1307465" imgH="1083945" progId="MS_ClipArt_Gallery.2">
                  <p:embed/>
                </p:oleObj>
              </mc:Choice>
              <mc:Fallback>
                <p:oleObj name="" r:id="rId7" imgW="1307465" imgH="1083945" progId="MS_ClipArt_Gallery.2">
                  <p:embed/>
                  <p:pic>
                    <p:nvPicPr>
                      <p:cNvPr id="0" name="图片 3179"/>
                      <p:cNvPicPr/>
                      <p:nvPr/>
                    </p:nvPicPr>
                    <p:blipFill>
                      <a:blip r:embed="rId2"/>
                      <a:stretch>
                        <a:fillRect/>
                      </a:stretch>
                    </p:blipFill>
                    <p:spPr>
                      <a:xfrm>
                        <a:off x="3756025" y="5846763"/>
                        <a:ext cx="512763" cy="447675"/>
                      </a:xfrm>
                      <a:prstGeom prst="rect">
                        <a:avLst/>
                      </a:prstGeom>
                      <a:noFill/>
                      <a:ln w="38100">
                        <a:noFill/>
                        <a:miter/>
                      </a:ln>
                    </p:spPr>
                  </p:pic>
                </p:oleObj>
              </mc:Fallback>
            </mc:AlternateContent>
          </a:graphicData>
        </a:graphic>
      </p:graphicFrame>
      <p:graphicFrame>
        <p:nvGraphicFramePr>
          <p:cNvPr id="137227" name="Object 15"/>
          <p:cNvGraphicFramePr>
            <a:graphicFrameLocks noChangeAspect="1"/>
          </p:cNvGraphicFramePr>
          <p:nvPr/>
        </p:nvGraphicFramePr>
        <p:xfrm>
          <a:off x="7370763" y="5175250"/>
          <a:ext cx="512762" cy="447675"/>
        </p:xfrm>
        <a:graphic>
          <a:graphicData uri="http://schemas.openxmlformats.org/presentationml/2006/ole">
            <mc:AlternateContent xmlns:mc="http://schemas.openxmlformats.org/markup-compatibility/2006">
              <mc:Choice xmlns:v="urn:schemas-microsoft-com:vml" Requires="v">
                <p:oleObj spid="_x0000_s3179" name="" r:id="rId8" imgW="1307465" imgH="1083945" progId="MS_ClipArt_Gallery.2">
                  <p:embed/>
                </p:oleObj>
              </mc:Choice>
              <mc:Fallback>
                <p:oleObj name="" r:id="rId8" imgW="1307465" imgH="1083945" progId="MS_ClipArt_Gallery.2">
                  <p:embed/>
                  <p:pic>
                    <p:nvPicPr>
                      <p:cNvPr id="0" name="图片 3178"/>
                      <p:cNvPicPr/>
                      <p:nvPr/>
                    </p:nvPicPr>
                    <p:blipFill>
                      <a:blip r:embed="rId2"/>
                      <a:stretch>
                        <a:fillRect/>
                      </a:stretch>
                    </p:blipFill>
                    <p:spPr>
                      <a:xfrm>
                        <a:off x="7370763" y="5175250"/>
                        <a:ext cx="512762" cy="447675"/>
                      </a:xfrm>
                      <a:prstGeom prst="rect">
                        <a:avLst/>
                      </a:prstGeom>
                      <a:noFill/>
                      <a:ln w="38100">
                        <a:noFill/>
                        <a:miter/>
                      </a:ln>
                    </p:spPr>
                  </p:pic>
                </p:oleObj>
              </mc:Fallback>
            </mc:AlternateContent>
          </a:graphicData>
        </a:graphic>
      </p:graphicFrame>
      <p:graphicFrame>
        <p:nvGraphicFramePr>
          <p:cNvPr id="137228" name="Object 16"/>
          <p:cNvGraphicFramePr>
            <a:graphicFrameLocks noChangeAspect="1"/>
          </p:cNvGraphicFramePr>
          <p:nvPr/>
        </p:nvGraphicFramePr>
        <p:xfrm>
          <a:off x="6443663" y="5662613"/>
          <a:ext cx="512762" cy="447675"/>
        </p:xfrm>
        <a:graphic>
          <a:graphicData uri="http://schemas.openxmlformats.org/presentationml/2006/ole">
            <mc:AlternateContent xmlns:mc="http://schemas.openxmlformats.org/markup-compatibility/2006">
              <mc:Choice xmlns:v="urn:schemas-microsoft-com:vml" Requires="v">
                <p:oleObj spid="_x0000_s3178" name="" r:id="rId9" imgW="1307465" imgH="1083945" progId="MS_ClipArt_Gallery.2">
                  <p:embed/>
                </p:oleObj>
              </mc:Choice>
              <mc:Fallback>
                <p:oleObj name="" r:id="rId9" imgW="1307465" imgH="1083945" progId="MS_ClipArt_Gallery.2">
                  <p:embed/>
                  <p:pic>
                    <p:nvPicPr>
                      <p:cNvPr id="0" name="图片 3177"/>
                      <p:cNvPicPr/>
                      <p:nvPr/>
                    </p:nvPicPr>
                    <p:blipFill>
                      <a:blip r:embed="rId2"/>
                      <a:stretch>
                        <a:fillRect/>
                      </a:stretch>
                    </p:blipFill>
                    <p:spPr>
                      <a:xfrm>
                        <a:off x="6443663" y="5662613"/>
                        <a:ext cx="512762" cy="447675"/>
                      </a:xfrm>
                      <a:prstGeom prst="rect">
                        <a:avLst/>
                      </a:prstGeom>
                      <a:noFill/>
                      <a:ln w="38100">
                        <a:noFill/>
                        <a:miter/>
                      </a:ln>
                    </p:spPr>
                  </p:pic>
                </p:oleObj>
              </mc:Fallback>
            </mc:AlternateContent>
          </a:graphicData>
        </a:graphic>
      </p:graphicFrame>
      <p:graphicFrame>
        <p:nvGraphicFramePr>
          <p:cNvPr id="137229" name="Object 17"/>
          <p:cNvGraphicFramePr>
            <a:graphicFrameLocks noChangeAspect="1"/>
          </p:cNvGraphicFramePr>
          <p:nvPr/>
        </p:nvGraphicFramePr>
        <p:xfrm>
          <a:off x="709613" y="4768850"/>
          <a:ext cx="512762" cy="447675"/>
        </p:xfrm>
        <a:graphic>
          <a:graphicData uri="http://schemas.openxmlformats.org/presentationml/2006/ole">
            <mc:AlternateContent xmlns:mc="http://schemas.openxmlformats.org/markup-compatibility/2006">
              <mc:Choice xmlns:v="urn:schemas-microsoft-com:vml" Requires="v">
                <p:oleObj spid="_x0000_s3177" name="" r:id="rId10" imgW="1307465" imgH="1083945" progId="MS_ClipArt_Gallery.2">
                  <p:embed/>
                </p:oleObj>
              </mc:Choice>
              <mc:Fallback>
                <p:oleObj name="" r:id="rId10" imgW="1307465" imgH="1083945" progId="MS_ClipArt_Gallery.2">
                  <p:embed/>
                  <p:pic>
                    <p:nvPicPr>
                      <p:cNvPr id="0" name="图片 3176"/>
                      <p:cNvPicPr/>
                      <p:nvPr/>
                    </p:nvPicPr>
                    <p:blipFill>
                      <a:blip r:embed="rId2"/>
                      <a:stretch>
                        <a:fillRect/>
                      </a:stretch>
                    </p:blipFill>
                    <p:spPr>
                      <a:xfrm>
                        <a:off x="709613" y="4768850"/>
                        <a:ext cx="512762" cy="447675"/>
                      </a:xfrm>
                      <a:prstGeom prst="rect">
                        <a:avLst/>
                      </a:prstGeom>
                      <a:noFill/>
                      <a:ln w="38100">
                        <a:noFill/>
                        <a:miter/>
                      </a:ln>
                    </p:spPr>
                  </p:pic>
                </p:oleObj>
              </mc:Fallback>
            </mc:AlternateContent>
          </a:graphicData>
        </a:graphic>
      </p:graphicFrame>
      <p:sp>
        <p:nvSpPr>
          <p:cNvPr id="137230" name="Line 18"/>
          <p:cNvSpPr/>
          <p:nvPr/>
        </p:nvSpPr>
        <p:spPr>
          <a:xfrm flipH="1">
            <a:off x="1171575" y="4984750"/>
            <a:ext cx="682625" cy="0"/>
          </a:xfrm>
          <a:prstGeom prst="line">
            <a:avLst/>
          </a:prstGeom>
          <a:ln w="9525" cap="flat" cmpd="sng">
            <a:solidFill>
              <a:schemeClr val="tx1"/>
            </a:solidFill>
            <a:prstDash val="solid"/>
            <a:round/>
            <a:headEnd type="none" w="med" len="med"/>
            <a:tailEnd type="none" w="med" len="med"/>
          </a:ln>
        </p:spPr>
      </p:sp>
      <p:sp>
        <p:nvSpPr>
          <p:cNvPr id="137231" name="Line 19"/>
          <p:cNvSpPr/>
          <p:nvPr/>
        </p:nvSpPr>
        <p:spPr>
          <a:xfrm flipH="1">
            <a:off x="1647825" y="5048250"/>
            <a:ext cx="334963" cy="412750"/>
          </a:xfrm>
          <a:prstGeom prst="line">
            <a:avLst/>
          </a:prstGeom>
          <a:ln w="9525" cap="flat" cmpd="sng">
            <a:solidFill>
              <a:schemeClr val="tx1"/>
            </a:solidFill>
            <a:prstDash val="solid"/>
            <a:round/>
            <a:headEnd type="none" w="med" len="med"/>
            <a:tailEnd type="none" w="med" len="med"/>
          </a:ln>
        </p:spPr>
      </p:sp>
      <p:sp>
        <p:nvSpPr>
          <p:cNvPr id="137232" name="Line 20"/>
          <p:cNvSpPr/>
          <p:nvPr/>
        </p:nvSpPr>
        <p:spPr>
          <a:xfrm>
            <a:off x="2163763" y="5086350"/>
            <a:ext cx="88900" cy="387350"/>
          </a:xfrm>
          <a:prstGeom prst="line">
            <a:avLst/>
          </a:prstGeom>
          <a:ln w="9525" cap="flat" cmpd="sng">
            <a:solidFill>
              <a:schemeClr val="tx1"/>
            </a:solidFill>
            <a:prstDash val="solid"/>
            <a:round/>
            <a:headEnd type="none" w="med" len="med"/>
            <a:tailEnd type="none" w="med" len="med"/>
          </a:ln>
        </p:spPr>
      </p:sp>
      <p:sp>
        <p:nvSpPr>
          <p:cNvPr id="137233" name="Line 21"/>
          <p:cNvSpPr/>
          <p:nvPr/>
        </p:nvSpPr>
        <p:spPr>
          <a:xfrm flipH="1">
            <a:off x="3695700" y="5035550"/>
            <a:ext cx="425450" cy="284163"/>
          </a:xfrm>
          <a:prstGeom prst="line">
            <a:avLst/>
          </a:prstGeom>
          <a:ln w="9525" cap="flat" cmpd="sng">
            <a:solidFill>
              <a:schemeClr val="tx1"/>
            </a:solidFill>
            <a:prstDash val="solid"/>
            <a:round/>
            <a:headEnd type="none" w="med" len="med"/>
            <a:tailEnd type="none" w="med" len="med"/>
          </a:ln>
        </p:spPr>
      </p:sp>
      <p:sp>
        <p:nvSpPr>
          <p:cNvPr id="137234" name="Line 22"/>
          <p:cNvSpPr/>
          <p:nvPr/>
        </p:nvSpPr>
        <p:spPr>
          <a:xfrm flipH="1">
            <a:off x="4081463" y="5060950"/>
            <a:ext cx="155575" cy="773113"/>
          </a:xfrm>
          <a:prstGeom prst="line">
            <a:avLst/>
          </a:prstGeom>
          <a:ln w="9525" cap="flat" cmpd="sng">
            <a:solidFill>
              <a:schemeClr val="tx1"/>
            </a:solidFill>
            <a:prstDash val="solid"/>
            <a:round/>
            <a:headEnd type="none" w="med" len="med"/>
            <a:tailEnd type="none" w="med" len="med"/>
          </a:ln>
        </p:spPr>
      </p:sp>
      <p:sp>
        <p:nvSpPr>
          <p:cNvPr id="137235" name="Line 23"/>
          <p:cNvSpPr/>
          <p:nvPr/>
        </p:nvSpPr>
        <p:spPr>
          <a:xfrm>
            <a:off x="4456113" y="4984750"/>
            <a:ext cx="282575" cy="476250"/>
          </a:xfrm>
          <a:prstGeom prst="line">
            <a:avLst/>
          </a:prstGeom>
          <a:ln w="9525" cap="flat" cmpd="sng">
            <a:solidFill>
              <a:schemeClr val="tx1"/>
            </a:solidFill>
            <a:prstDash val="solid"/>
            <a:round/>
            <a:headEnd type="none" w="med" len="med"/>
            <a:tailEnd type="none" w="med" len="med"/>
          </a:ln>
        </p:spPr>
      </p:sp>
      <p:sp>
        <p:nvSpPr>
          <p:cNvPr id="137236" name="Line 24"/>
          <p:cNvSpPr/>
          <p:nvPr/>
        </p:nvSpPr>
        <p:spPr>
          <a:xfrm flipH="1">
            <a:off x="6027738" y="5086350"/>
            <a:ext cx="527050" cy="322263"/>
          </a:xfrm>
          <a:prstGeom prst="line">
            <a:avLst/>
          </a:prstGeom>
          <a:ln w="9525" cap="flat" cmpd="sng">
            <a:solidFill>
              <a:schemeClr val="tx1"/>
            </a:solidFill>
            <a:prstDash val="solid"/>
            <a:round/>
            <a:headEnd type="none" w="med" len="med"/>
            <a:tailEnd type="none" w="med" len="med"/>
          </a:ln>
        </p:spPr>
      </p:sp>
      <p:sp>
        <p:nvSpPr>
          <p:cNvPr id="137237" name="Line 25"/>
          <p:cNvSpPr/>
          <p:nvPr/>
        </p:nvSpPr>
        <p:spPr>
          <a:xfrm flipH="1">
            <a:off x="6645275" y="5048250"/>
            <a:ext cx="12700" cy="619125"/>
          </a:xfrm>
          <a:prstGeom prst="line">
            <a:avLst/>
          </a:prstGeom>
          <a:ln w="9525" cap="flat" cmpd="sng">
            <a:solidFill>
              <a:schemeClr val="tx1"/>
            </a:solidFill>
            <a:prstDash val="solid"/>
            <a:round/>
            <a:headEnd type="none" w="med" len="med"/>
            <a:tailEnd type="none" w="med" len="med"/>
          </a:ln>
        </p:spPr>
      </p:sp>
      <p:sp>
        <p:nvSpPr>
          <p:cNvPr id="137238" name="Line 26"/>
          <p:cNvSpPr/>
          <p:nvPr/>
        </p:nvSpPr>
        <p:spPr>
          <a:xfrm>
            <a:off x="6799263" y="4945063"/>
            <a:ext cx="631825" cy="322262"/>
          </a:xfrm>
          <a:prstGeom prst="line">
            <a:avLst/>
          </a:prstGeom>
          <a:ln w="9525" cap="flat" cmpd="sng">
            <a:solidFill>
              <a:schemeClr val="tx1"/>
            </a:solidFill>
            <a:prstDash val="solid"/>
            <a:round/>
            <a:headEnd type="none" w="med" len="med"/>
            <a:tailEnd type="none" w="med" len="med"/>
          </a:ln>
        </p:spPr>
      </p:sp>
      <p:sp>
        <p:nvSpPr>
          <p:cNvPr id="137239" name="Line 33"/>
          <p:cNvSpPr/>
          <p:nvPr/>
        </p:nvSpPr>
        <p:spPr>
          <a:xfrm flipH="1">
            <a:off x="2151063" y="3387725"/>
            <a:ext cx="2047875" cy="1416050"/>
          </a:xfrm>
          <a:prstGeom prst="line">
            <a:avLst/>
          </a:prstGeom>
          <a:ln w="9525" cap="flat" cmpd="sng">
            <a:solidFill>
              <a:schemeClr val="tx1"/>
            </a:solidFill>
            <a:prstDash val="solid"/>
            <a:round/>
            <a:headEnd type="none" w="med" len="med"/>
            <a:tailEnd type="none" w="med" len="med"/>
          </a:ln>
        </p:spPr>
      </p:sp>
      <p:sp>
        <p:nvSpPr>
          <p:cNvPr id="137240" name="Line 34"/>
          <p:cNvSpPr/>
          <p:nvPr/>
        </p:nvSpPr>
        <p:spPr>
          <a:xfrm>
            <a:off x="4391025" y="3375025"/>
            <a:ext cx="0" cy="1466850"/>
          </a:xfrm>
          <a:prstGeom prst="line">
            <a:avLst/>
          </a:prstGeom>
          <a:ln w="9525" cap="flat" cmpd="sng">
            <a:solidFill>
              <a:schemeClr val="tx1"/>
            </a:solidFill>
            <a:prstDash val="solid"/>
            <a:round/>
            <a:headEnd type="none" w="med" len="med"/>
            <a:tailEnd type="none" w="med" len="med"/>
          </a:ln>
        </p:spPr>
      </p:sp>
      <p:sp>
        <p:nvSpPr>
          <p:cNvPr id="137241" name="Line 35"/>
          <p:cNvSpPr/>
          <p:nvPr/>
        </p:nvSpPr>
        <p:spPr>
          <a:xfrm flipH="1" flipV="1">
            <a:off x="4584700" y="3309938"/>
            <a:ext cx="1841500" cy="1622425"/>
          </a:xfrm>
          <a:prstGeom prst="line">
            <a:avLst/>
          </a:prstGeom>
          <a:ln w="9525" cap="flat" cmpd="sng">
            <a:solidFill>
              <a:schemeClr val="tx1"/>
            </a:solidFill>
            <a:prstDash val="solid"/>
            <a:round/>
            <a:headEnd type="none" w="med" len="med"/>
            <a:tailEnd type="none" w="med" len="med"/>
          </a:ln>
        </p:spPr>
      </p:sp>
      <p:grpSp>
        <p:nvGrpSpPr>
          <p:cNvPr id="137242" name="Group 40"/>
          <p:cNvGrpSpPr/>
          <p:nvPr/>
        </p:nvGrpSpPr>
        <p:grpSpPr>
          <a:xfrm>
            <a:off x="5910263" y="2484438"/>
            <a:ext cx="238125" cy="484187"/>
            <a:chOff x="4180" y="783"/>
            <a:chExt cx="150" cy="307"/>
          </a:xfrm>
        </p:grpSpPr>
        <p:sp>
          <p:nvSpPr>
            <p:cNvPr id="137243" name="AutoShape 41"/>
            <p:cNvSpPr/>
            <p:nvPr/>
          </p:nvSpPr>
          <p:spPr>
            <a:xfrm>
              <a:off x="4180" y="1019"/>
              <a:ext cx="150" cy="71"/>
            </a:xfrm>
            <a:prstGeom prst="parallelogram">
              <a:avLst>
                <a:gd name="adj" fmla="val 81386"/>
              </a:avLst>
            </a:prstGeom>
            <a:solidFill>
              <a:srgbClr val="33CCCC"/>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7244" name="Rectangle 42"/>
            <p:cNvSpPr/>
            <p:nvPr/>
          </p:nvSpPr>
          <p:spPr>
            <a:xfrm>
              <a:off x="4256" y="785"/>
              <a:ext cx="69" cy="236"/>
            </a:xfrm>
            <a:prstGeom prst="rect">
              <a:avLst/>
            </a:prstGeom>
            <a:solidFill>
              <a:srgbClr val="33CCCC"/>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7245" name="Rectangle 43"/>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7246" name="AutoShape 44"/>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7247" name="Line 45"/>
            <p:cNvSpPr/>
            <p:nvPr/>
          </p:nvSpPr>
          <p:spPr>
            <a:xfrm>
              <a:off x="4330" y="788"/>
              <a:ext cx="0" cy="231"/>
            </a:xfrm>
            <a:prstGeom prst="line">
              <a:avLst/>
            </a:prstGeom>
            <a:ln w="9525" cap="flat" cmpd="sng">
              <a:solidFill>
                <a:schemeClr val="tx1"/>
              </a:solidFill>
              <a:prstDash val="solid"/>
              <a:round/>
              <a:headEnd type="none" w="med" len="med"/>
              <a:tailEnd type="none" w="med" len="med"/>
            </a:ln>
          </p:spPr>
        </p:sp>
        <p:sp>
          <p:nvSpPr>
            <p:cNvPr id="137248" name="Line 46"/>
            <p:cNvSpPr/>
            <p:nvPr/>
          </p:nvSpPr>
          <p:spPr>
            <a:xfrm flipH="1">
              <a:off x="4276" y="1019"/>
              <a:ext cx="54" cy="69"/>
            </a:xfrm>
            <a:prstGeom prst="line">
              <a:avLst/>
            </a:prstGeom>
            <a:ln w="9525" cap="flat" cmpd="sng">
              <a:solidFill>
                <a:schemeClr val="tx1"/>
              </a:solidFill>
              <a:prstDash val="solid"/>
              <a:round/>
              <a:headEnd type="none" w="med" len="med"/>
              <a:tailEnd type="none" w="med" len="med"/>
            </a:ln>
          </p:spPr>
        </p:sp>
        <p:sp>
          <p:nvSpPr>
            <p:cNvPr id="137249" name="Rectangle 47"/>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7250" name="Rectangle 48"/>
            <p:cNvSpPr/>
            <p:nvPr/>
          </p:nvSpPr>
          <p:spPr>
            <a:xfrm>
              <a:off x="4202" y="924"/>
              <a:ext cx="48" cy="48"/>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37251" name="Group 50"/>
          <p:cNvGrpSpPr/>
          <p:nvPr/>
        </p:nvGrpSpPr>
        <p:grpSpPr>
          <a:xfrm>
            <a:off x="5149850" y="1992313"/>
            <a:ext cx="238125" cy="484187"/>
            <a:chOff x="4180" y="783"/>
            <a:chExt cx="150" cy="307"/>
          </a:xfrm>
        </p:grpSpPr>
        <p:sp>
          <p:nvSpPr>
            <p:cNvPr id="137252" name="AutoShape 51"/>
            <p:cNvSpPr/>
            <p:nvPr/>
          </p:nvSpPr>
          <p:spPr>
            <a:xfrm>
              <a:off x="4180" y="1019"/>
              <a:ext cx="150" cy="71"/>
            </a:xfrm>
            <a:prstGeom prst="parallelogram">
              <a:avLst>
                <a:gd name="adj" fmla="val 81386"/>
              </a:avLst>
            </a:prstGeom>
            <a:solidFill>
              <a:srgbClr val="33CCCC"/>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7253" name="Rectangle 52"/>
            <p:cNvSpPr/>
            <p:nvPr/>
          </p:nvSpPr>
          <p:spPr>
            <a:xfrm>
              <a:off x="4256" y="785"/>
              <a:ext cx="69" cy="236"/>
            </a:xfrm>
            <a:prstGeom prst="rect">
              <a:avLst/>
            </a:prstGeom>
            <a:solidFill>
              <a:srgbClr val="33CCCC"/>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7254" name="Rectangle 53"/>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7255" name="AutoShape 54"/>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7256" name="Line 55"/>
            <p:cNvSpPr/>
            <p:nvPr/>
          </p:nvSpPr>
          <p:spPr>
            <a:xfrm>
              <a:off x="4330" y="788"/>
              <a:ext cx="0" cy="231"/>
            </a:xfrm>
            <a:prstGeom prst="line">
              <a:avLst/>
            </a:prstGeom>
            <a:ln w="9525" cap="flat" cmpd="sng">
              <a:solidFill>
                <a:schemeClr val="tx1"/>
              </a:solidFill>
              <a:prstDash val="solid"/>
              <a:round/>
              <a:headEnd type="none" w="med" len="med"/>
              <a:tailEnd type="none" w="med" len="med"/>
            </a:ln>
          </p:spPr>
        </p:sp>
        <p:sp>
          <p:nvSpPr>
            <p:cNvPr id="137257" name="Line 56"/>
            <p:cNvSpPr/>
            <p:nvPr/>
          </p:nvSpPr>
          <p:spPr>
            <a:xfrm flipH="1">
              <a:off x="4276" y="1019"/>
              <a:ext cx="54" cy="69"/>
            </a:xfrm>
            <a:prstGeom prst="line">
              <a:avLst/>
            </a:prstGeom>
            <a:ln w="9525" cap="flat" cmpd="sng">
              <a:solidFill>
                <a:schemeClr val="tx1"/>
              </a:solidFill>
              <a:prstDash val="solid"/>
              <a:round/>
              <a:headEnd type="none" w="med" len="med"/>
              <a:tailEnd type="none" w="med" len="med"/>
            </a:ln>
          </p:spPr>
        </p:sp>
        <p:sp>
          <p:nvSpPr>
            <p:cNvPr id="137258" name="Rectangle 57"/>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7259" name="Rectangle 58"/>
            <p:cNvSpPr/>
            <p:nvPr/>
          </p:nvSpPr>
          <p:spPr>
            <a:xfrm>
              <a:off x="4202" y="924"/>
              <a:ext cx="48" cy="48"/>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37260" name="Line 59"/>
          <p:cNvSpPr/>
          <p:nvPr/>
        </p:nvSpPr>
        <p:spPr>
          <a:xfrm flipV="1">
            <a:off x="4687888" y="2692400"/>
            <a:ext cx="1223962" cy="423863"/>
          </a:xfrm>
          <a:prstGeom prst="line">
            <a:avLst/>
          </a:prstGeom>
          <a:ln w="9525" cap="flat" cmpd="sng">
            <a:solidFill>
              <a:schemeClr val="tx1"/>
            </a:solidFill>
            <a:prstDash val="solid"/>
            <a:round/>
            <a:headEnd type="none" w="med" len="med"/>
            <a:tailEnd type="none" w="med" len="med"/>
          </a:ln>
        </p:spPr>
      </p:sp>
      <p:sp>
        <p:nvSpPr>
          <p:cNvPr id="137261" name="Line 60"/>
          <p:cNvSpPr/>
          <p:nvPr/>
        </p:nvSpPr>
        <p:spPr>
          <a:xfrm flipV="1">
            <a:off x="4481513" y="2370138"/>
            <a:ext cx="669925" cy="758825"/>
          </a:xfrm>
          <a:prstGeom prst="line">
            <a:avLst/>
          </a:prstGeom>
          <a:ln w="9525" cap="flat" cmpd="sng">
            <a:solidFill>
              <a:schemeClr val="tx1"/>
            </a:solidFill>
            <a:prstDash val="solid"/>
            <a:round/>
            <a:headEnd type="none" w="med" len="med"/>
            <a:tailEnd type="none" w="med" len="med"/>
          </a:ln>
        </p:spPr>
      </p:sp>
      <p:grpSp>
        <p:nvGrpSpPr>
          <p:cNvPr id="137262" name="Group 61"/>
          <p:cNvGrpSpPr/>
          <p:nvPr/>
        </p:nvGrpSpPr>
        <p:grpSpPr>
          <a:xfrm>
            <a:off x="2843213" y="2312988"/>
            <a:ext cx="569912" cy="285750"/>
            <a:chOff x="533" y="321"/>
            <a:chExt cx="359" cy="180"/>
          </a:xfrm>
        </p:grpSpPr>
        <p:grpSp>
          <p:nvGrpSpPr>
            <p:cNvPr id="137263" name="Group 62"/>
            <p:cNvGrpSpPr/>
            <p:nvPr/>
          </p:nvGrpSpPr>
          <p:grpSpPr>
            <a:xfrm>
              <a:off x="533" y="321"/>
              <a:ext cx="359" cy="180"/>
              <a:chOff x="1009" y="655"/>
              <a:chExt cx="359" cy="180"/>
            </a:xfrm>
          </p:grpSpPr>
          <p:sp>
            <p:nvSpPr>
              <p:cNvPr id="137264" name="Oval 63"/>
              <p:cNvSpPr/>
              <p:nvPr/>
            </p:nvSpPr>
            <p:spPr>
              <a:xfrm>
                <a:off x="1012" y="735"/>
                <a:ext cx="356" cy="100"/>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7265" name="Line 64"/>
              <p:cNvSpPr/>
              <p:nvPr/>
            </p:nvSpPr>
            <p:spPr>
              <a:xfrm>
                <a:off x="1012" y="727"/>
                <a:ext cx="0" cy="62"/>
              </a:xfrm>
              <a:prstGeom prst="line">
                <a:avLst/>
              </a:prstGeom>
              <a:ln w="12700" cap="flat" cmpd="sng">
                <a:solidFill>
                  <a:schemeClr val="tx1"/>
                </a:solidFill>
                <a:prstDash val="solid"/>
                <a:round/>
                <a:headEnd type="none" w="med" len="med"/>
                <a:tailEnd type="none" w="med" len="med"/>
              </a:ln>
            </p:spPr>
          </p:sp>
          <p:sp>
            <p:nvSpPr>
              <p:cNvPr id="137266" name="Line 65"/>
              <p:cNvSpPr/>
              <p:nvPr/>
            </p:nvSpPr>
            <p:spPr>
              <a:xfrm>
                <a:off x="1368" y="727"/>
                <a:ext cx="0" cy="62"/>
              </a:xfrm>
              <a:prstGeom prst="line">
                <a:avLst/>
              </a:prstGeom>
              <a:ln w="12700" cap="flat" cmpd="sng">
                <a:solidFill>
                  <a:schemeClr val="tx1"/>
                </a:solidFill>
                <a:prstDash val="solid"/>
                <a:round/>
                <a:headEnd type="none" w="med" len="med"/>
                <a:tailEnd type="none" w="med" len="med"/>
              </a:ln>
            </p:spPr>
          </p:sp>
          <p:sp>
            <p:nvSpPr>
              <p:cNvPr id="137267" name="Rectangle 66"/>
              <p:cNvSpPr/>
              <p:nvPr/>
            </p:nvSpPr>
            <p:spPr>
              <a:xfrm>
                <a:off x="1012" y="727"/>
                <a:ext cx="353" cy="61"/>
              </a:xfrm>
              <a:prstGeom prst="rect">
                <a:avLst/>
              </a:prstGeom>
              <a:solidFill>
                <a:schemeClr val="hlink"/>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37268" name="Oval 67"/>
              <p:cNvSpPr/>
              <p:nvPr/>
            </p:nvSpPr>
            <p:spPr>
              <a:xfrm>
                <a:off x="1009" y="655"/>
                <a:ext cx="356" cy="116"/>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37269" name="Group 68"/>
              <p:cNvGrpSpPr/>
              <p:nvPr/>
            </p:nvGrpSpPr>
            <p:grpSpPr>
              <a:xfrm>
                <a:off x="1095" y="681"/>
                <a:ext cx="176" cy="68"/>
                <a:chOff x="2848" y="848"/>
                <a:chExt cx="140" cy="98"/>
              </a:xfrm>
            </p:grpSpPr>
            <p:sp>
              <p:nvSpPr>
                <p:cNvPr id="137270" name="Line 69"/>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37271" name="Line 70"/>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37272" name="Line 71"/>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137273" name="Group 72"/>
              <p:cNvGrpSpPr/>
              <p:nvPr/>
            </p:nvGrpSpPr>
            <p:grpSpPr>
              <a:xfrm flipV="1">
                <a:off x="1095" y="680"/>
                <a:ext cx="176" cy="68"/>
                <a:chOff x="2848" y="848"/>
                <a:chExt cx="140" cy="98"/>
              </a:xfrm>
            </p:grpSpPr>
            <p:sp>
              <p:nvSpPr>
                <p:cNvPr id="137274" name="Line 73"/>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37275" name="Line 74"/>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37276" name="Line 75"/>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sp>
          <p:nvSpPr>
            <p:cNvPr id="137277" name="Line 76"/>
            <p:cNvSpPr/>
            <p:nvPr/>
          </p:nvSpPr>
          <p:spPr>
            <a:xfrm>
              <a:off x="535" y="368"/>
              <a:ext cx="0" cy="62"/>
            </a:xfrm>
            <a:prstGeom prst="line">
              <a:avLst/>
            </a:prstGeom>
            <a:ln w="12700" cap="flat" cmpd="sng">
              <a:solidFill>
                <a:schemeClr val="tx1"/>
              </a:solidFill>
              <a:prstDash val="solid"/>
              <a:round/>
              <a:headEnd type="none" w="med" len="med"/>
              <a:tailEnd type="none" w="med" len="med"/>
            </a:ln>
          </p:spPr>
        </p:sp>
      </p:grpSp>
      <p:sp>
        <p:nvSpPr>
          <p:cNvPr id="137278" name="Line 77"/>
          <p:cNvSpPr/>
          <p:nvPr/>
        </p:nvSpPr>
        <p:spPr>
          <a:xfrm>
            <a:off x="3387725" y="2524125"/>
            <a:ext cx="862013" cy="644525"/>
          </a:xfrm>
          <a:prstGeom prst="line">
            <a:avLst/>
          </a:prstGeom>
          <a:ln w="9525" cap="flat" cmpd="sng">
            <a:solidFill>
              <a:schemeClr val="tx1"/>
            </a:solidFill>
            <a:prstDash val="solid"/>
            <a:round/>
            <a:headEnd type="none" w="med" len="med"/>
            <a:tailEnd type="none" w="med" len="med"/>
          </a:ln>
        </p:spPr>
      </p:sp>
      <p:sp>
        <p:nvSpPr>
          <p:cNvPr id="137279" name="Line 78"/>
          <p:cNvSpPr/>
          <p:nvPr/>
        </p:nvSpPr>
        <p:spPr>
          <a:xfrm flipH="1">
            <a:off x="1995488" y="2420938"/>
            <a:ext cx="850900" cy="0"/>
          </a:xfrm>
          <a:prstGeom prst="line">
            <a:avLst/>
          </a:prstGeom>
          <a:ln w="9525" cap="flat" cmpd="sng">
            <a:solidFill>
              <a:schemeClr val="tx1"/>
            </a:solidFill>
            <a:prstDash val="solid"/>
            <a:round/>
            <a:headEnd type="none" w="med" len="med"/>
            <a:tailEnd type="none" w="med" len="med"/>
          </a:ln>
        </p:spPr>
      </p:sp>
      <p:sp>
        <p:nvSpPr>
          <p:cNvPr id="137280" name="Text Box 79"/>
          <p:cNvSpPr txBox="1"/>
          <p:nvPr/>
        </p:nvSpPr>
        <p:spPr>
          <a:xfrm>
            <a:off x="744538" y="2041525"/>
            <a:ext cx="1382712" cy="641350"/>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to external</a:t>
            </a:r>
            <a:endParaRPr lang="en-US" altLang="zh-CN" i="0" dirty="0">
              <a:latin typeface="Comic Sans MS" panose="030F0702030302020204" pitchFamily="66" charset="0"/>
              <a:ea typeface="宋体" panose="02010600030101010101" pitchFamily="2" charset="-122"/>
            </a:endParaRPr>
          </a:p>
          <a:p>
            <a:pPr eaLnBrk="0" hangingPunct="0">
              <a:buClrTx/>
              <a:buFontTx/>
            </a:pPr>
            <a:r>
              <a:rPr lang="en-US" altLang="zh-CN" i="0" dirty="0">
                <a:latin typeface="Comic Sans MS" panose="030F0702030302020204" pitchFamily="66" charset="0"/>
                <a:ea typeface="宋体" panose="02010600030101010101" pitchFamily="2" charset="-122"/>
              </a:rPr>
              <a:t>network</a:t>
            </a:r>
            <a:endParaRPr lang="en-US" altLang="zh-CN" i="0" dirty="0">
              <a:latin typeface="Comic Sans MS" panose="030F0702030302020204" pitchFamily="66" charset="0"/>
              <a:ea typeface="宋体" panose="02010600030101010101" pitchFamily="2" charset="-122"/>
            </a:endParaRPr>
          </a:p>
        </p:txBody>
      </p:sp>
      <p:sp>
        <p:nvSpPr>
          <p:cNvPr id="137281" name="Text Box 80"/>
          <p:cNvSpPr txBox="1"/>
          <p:nvPr/>
        </p:nvSpPr>
        <p:spPr>
          <a:xfrm>
            <a:off x="2716213" y="2608263"/>
            <a:ext cx="876300" cy="366712"/>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router</a:t>
            </a:r>
            <a:endParaRPr lang="en-US" altLang="zh-CN" i="0" dirty="0">
              <a:latin typeface="Comic Sans MS" panose="030F0702030302020204" pitchFamily="66" charset="0"/>
              <a:ea typeface="宋体" panose="02010600030101010101" pitchFamily="2" charset="-122"/>
            </a:endParaRPr>
          </a:p>
        </p:txBody>
      </p:sp>
      <p:sp>
        <p:nvSpPr>
          <p:cNvPr id="137282" name="Text Box 82"/>
          <p:cNvSpPr txBox="1"/>
          <p:nvPr/>
        </p:nvSpPr>
        <p:spPr>
          <a:xfrm>
            <a:off x="6435725" y="3516313"/>
            <a:ext cx="1557338" cy="457200"/>
          </a:xfrm>
          <a:prstGeom prst="rect">
            <a:avLst/>
          </a:prstGeom>
          <a:noFill/>
          <a:ln w="9525">
            <a:noFill/>
          </a:ln>
        </p:spPr>
        <p:txBody>
          <a:bodyPr wrap="none" anchor="t" anchorCtr="0">
            <a:spAutoFit/>
          </a:bodyPr>
          <a:p>
            <a:pPr eaLnBrk="0" hangingPunct="0">
              <a:buClrTx/>
              <a:buFontTx/>
            </a:pPr>
            <a:r>
              <a:rPr lang="en-US" altLang="zh-CN" sz="2400" i="0" dirty="0">
                <a:solidFill>
                  <a:srgbClr val="FF0000"/>
                </a:solidFill>
                <a:latin typeface="Comic Sans MS" panose="030F0702030302020204" pitchFamily="66" charset="0"/>
                <a:ea typeface="宋体" panose="02010600030101010101" pitchFamily="2" charset="-122"/>
              </a:rPr>
              <a:t>IP subnet</a:t>
            </a:r>
            <a:endParaRPr lang="en-US" altLang="zh-CN" sz="2400" i="0" dirty="0">
              <a:solidFill>
                <a:srgbClr val="FF0000"/>
              </a:solidFill>
              <a:latin typeface="Comic Sans MS" panose="030F0702030302020204" pitchFamily="66" charset="0"/>
              <a:ea typeface="宋体" panose="02010600030101010101" pitchFamily="2" charset="-122"/>
            </a:endParaRPr>
          </a:p>
        </p:txBody>
      </p:sp>
      <p:sp>
        <p:nvSpPr>
          <p:cNvPr id="137283" name="Text Box 83"/>
          <p:cNvSpPr txBox="1"/>
          <p:nvPr/>
        </p:nvSpPr>
        <p:spPr>
          <a:xfrm>
            <a:off x="5432425" y="1835150"/>
            <a:ext cx="1365250"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mail server</a:t>
            </a:r>
            <a:endParaRPr lang="en-US" altLang="zh-CN" i="0" dirty="0">
              <a:latin typeface="Comic Sans MS" panose="030F0702030302020204" pitchFamily="66" charset="0"/>
              <a:ea typeface="宋体" panose="02010600030101010101" pitchFamily="2" charset="-122"/>
            </a:endParaRPr>
          </a:p>
        </p:txBody>
      </p:sp>
      <p:sp>
        <p:nvSpPr>
          <p:cNvPr id="137284" name="Text Box 84"/>
          <p:cNvSpPr txBox="1"/>
          <p:nvPr/>
        </p:nvSpPr>
        <p:spPr>
          <a:xfrm>
            <a:off x="6230938" y="2505075"/>
            <a:ext cx="1362075"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web server</a:t>
            </a:r>
            <a:endParaRPr lang="en-US" altLang="zh-CN" i="0" dirty="0">
              <a:latin typeface="Comic Sans MS" panose="030F0702030302020204" pitchFamily="66" charset="0"/>
              <a:ea typeface="宋体" panose="02010600030101010101" pitchFamily="2" charset="-122"/>
            </a:endParaRPr>
          </a:p>
        </p:txBody>
      </p:sp>
      <p:grpSp>
        <p:nvGrpSpPr>
          <p:cNvPr id="137285" name="Group 85"/>
          <p:cNvGrpSpPr/>
          <p:nvPr/>
        </p:nvGrpSpPr>
        <p:grpSpPr>
          <a:xfrm>
            <a:off x="4068763" y="3100388"/>
            <a:ext cx="720725" cy="279400"/>
            <a:chOff x="3913" y="3140"/>
            <a:chExt cx="454" cy="176"/>
          </a:xfrm>
        </p:grpSpPr>
        <p:sp>
          <p:nvSpPr>
            <p:cNvPr id="137286" name="Rectangle 86"/>
            <p:cNvSpPr/>
            <p:nvPr/>
          </p:nvSpPr>
          <p:spPr>
            <a:xfrm>
              <a:off x="3913" y="3228"/>
              <a:ext cx="407" cy="88"/>
            </a:xfrm>
            <a:prstGeom prst="rect">
              <a:avLst/>
            </a:prstGeom>
            <a:solidFill>
              <a:schemeClr val="hlink"/>
            </a:solidFill>
            <a:ln w="9525"/>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7287" name="Freeform 87"/>
            <p:cNvSpPr/>
            <p:nvPr/>
          </p:nvSpPr>
          <p:spPr>
            <a:xfrm>
              <a:off x="3958" y="3145"/>
              <a:ext cx="409" cy="68"/>
            </a:xfrm>
            <a:custGeom>
              <a:avLst/>
              <a:gdLst/>
              <a:ahLst/>
              <a:cxnLst>
                <a:cxn ang="0">
                  <a:pos x="0" y="92"/>
                </a:cxn>
                <a:cxn ang="0">
                  <a:pos x="245" y="91"/>
                </a:cxn>
                <a:cxn ang="0">
                  <a:pos x="1455" y="0"/>
                </a:cxn>
                <a:cxn ang="0">
                  <a:pos x="1861" y="0"/>
                </a:cxn>
              </a:cxnLst>
              <a:pathLst>
                <a:path w="280" h="63">
                  <a:moveTo>
                    <a:pt x="0" y="63"/>
                  </a:moveTo>
                  <a:lnTo>
                    <a:pt x="37" y="62"/>
                  </a:lnTo>
                  <a:lnTo>
                    <a:pt x="219" y="0"/>
                  </a:lnTo>
                  <a:lnTo>
                    <a:pt x="280"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137288" name="Freeform 88"/>
            <p:cNvSpPr/>
            <p:nvPr/>
          </p:nvSpPr>
          <p:spPr>
            <a:xfrm>
              <a:off x="4044" y="3140"/>
              <a:ext cx="251" cy="75"/>
            </a:xfrm>
            <a:custGeom>
              <a:avLst/>
              <a:gdLst/>
              <a:ahLst/>
              <a:cxnLst>
                <a:cxn ang="0">
                  <a:pos x="0" y="0"/>
                </a:cxn>
                <a:cxn ang="0">
                  <a:pos x="561" y="0"/>
                </a:cxn>
                <a:cxn ang="0">
                  <a:pos x="1430" y="79"/>
                </a:cxn>
                <a:cxn ang="0">
                  <a:pos x="2076" y="79"/>
                </a:cxn>
              </a:cxnLst>
              <a:pathLst>
                <a:path w="148" h="74">
                  <a:moveTo>
                    <a:pt x="0" y="0"/>
                  </a:moveTo>
                  <a:lnTo>
                    <a:pt x="40" y="0"/>
                  </a:lnTo>
                  <a:lnTo>
                    <a:pt x="102" y="74"/>
                  </a:lnTo>
                  <a:lnTo>
                    <a:pt x="148" y="74"/>
                  </a:lnTo>
                </a:path>
              </a:pathLst>
            </a:custGeom>
            <a:noFill/>
            <a:ln w="19050" cap="flat" cmpd="sng">
              <a:solidFill>
                <a:schemeClr val="tx1"/>
              </a:solidFill>
              <a:prstDash val="solid"/>
              <a:round/>
              <a:headEnd type="none" w="med" len="med"/>
              <a:tailEnd type="none" w="med" len="med"/>
            </a:ln>
          </p:spPr>
          <p:txBody>
            <a:bodyPr/>
            <a:p>
              <a:endParaRPr lang="zh-CN" altLang="en-US"/>
            </a:p>
          </p:txBody>
        </p:sp>
      </p:grpSp>
      <p:grpSp>
        <p:nvGrpSpPr>
          <p:cNvPr id="137289" name="Group 89"/>
          <p:cNvGrpSpPr/>
          <p:nvPr/>
        </p:nvGrpSpPr>
        <p:grpSpPr>
          <a:xfrm>
            <a:off x="1693863" y="4784725"/>
            <a:ext cx="720725" cy="279400"/>
            <a:chOff x="3913" y="3140"/>
            <a:chExt cx="454" cy="176"/>
          </a:xfrm>
        </p:grpSpPr>
        <p:sp>
          <p:nvSpPr>
            <p:cNvPr id="137290" name="Rectangle 90"/>
            <p:cNvSpPr/>
            <p:nvPr/>
          </p:nvSpPr>
          <p:spPr>
            <a:xfrm>
              <a:off x="3913" y="3228"/>
              <a:ext cx="407" cy="88"/>
            </a:xfrm>
            <a:prstGeom prst="rect">
              <a:avLst/>
            </a:prstGeom>
            <a:solidFill>
              <a:schemeClr val="hlink"/>
            </a:solidFill>
            <a:ln w="9525"/>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7291" name="Freeform 91"/>
            <p:cNvSpPr/>
            <p:nvPr/>
          </p:nvSpPr>
          <p:spPr>
            <a:xfrm>
              <a:off x="3958" y="3145"/>
              <a:ext cx="409" cy="68"/>
            </a:xfrm>
            <a:custGeom>
              <a:avLst/>
              <a:gdLst/>
              <a:ahLst/>
              <a:cxnLst>
                <a:cxn ang="0">
                  <a:pos x="0" y="92"/>
                </a:cxn>
                <a:cxn ang="0">
                  <a:pos x="245" y="91"/>
                </a:cxn>
                <a:cxn ang="0">
                  <a:pos x="1455" y="0"/>
                </a:cxn>
                <a:cxn ang="0">
                  <a:pos x="1861" y="0"/>
                </a:cxn>
              </a:cxnLst>
              <a:pathLst>
                <a:path w="280" h="63">
                  <a:moveTo>
                    <a:pt x="0" y="63"/>
                  </a:moveTo>
                  <a:lnTo>
                    <a:pt x="37" y="62"/>
                  </a:lnTo>
                  <a:lnTo>
                    <a:pt x="219" y="0"/>
                  </a:lnTo>
                  <a:lnTo>
                    <a:pt x="280"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137292" name="Freeform 92"/>
            <p:cNvSpPr/>
            <p:nvPr/>
          </p:nvSpPr>
          <p:spPr>
            <a:xfrm>
              <a:off x="4044" y="3140"/>
              <a:ext cx="251" cy="75"/>
            </a:xfrm>
            <a:custGeom>
              <a:avLst/>
              <a:gdLst/>
              <a:ahLst/>
              <a:cxnLst>
                <a:cxn ang="0">
                  <a:pos x="0" y="0"/>
                </a:cxn>
                <a:cxn ang="0">
                  <a:pos x="561" y="0"/>
                </a:cxn>
                <a:cxn ang="0">
                  <a:pos x="1430" y="79"/>
                </a:cxn>
                <a:cxn ang="0">
                  <a:pos x="2076" y="79"/>
                </a:cxn>
              </a:cxnLst>
              <a:pathLst>
                <a:path w="148" h="74">
                  <a:moveTo>
                    <a:pt x="0" y="0"/>
                  </a:moveTo>
                  <a:lnTo>
                    <a:pt x="40" y="0"/>
                  </a:lnTo>
                  <a:lnTo>
                    <a:pt x="102" y="74"/>
                  </a:lnTo>
                  <a:lnTo>
                    <a:pt x="148" y="74"/>
                  </a:lnTo>
                </a:path>
              </a:pathLst>
            </a:custGeom>
            <a:noFill/>
            <a:ln w="19050" cap="flat" cmpd="sng">
              <a:solidFill>
                <a:schemeClr val="tx1"/>
              </a:solidFill>
              <a:prstDash val="solid"/>
              <a:round/>
              <a:headEnd type="none" w="med" len="med"/>
              <a:tailEnd type="none" w="med" len="med"/>
            </a:ln>
          </p:spPr>
          <p:txBody>
            <a:bodyPr/>
            <a:p>
              <a:endParaRPr lang="zh-CN" altLang="en-US"/>
            </a:p>
          </p:txBody>
        </p:sp>
      </p:grpSp>
      <p:grpSp>
        <p:nvGrpSpPr>
          <p:cNvPr id="137293" name="Group 93"/>
          <p:cNvGrpSpPr/>
          <p:nvPr/>
        </p:nvGrpSpPr>
        <p:grpSpPr>
          <a:xfrm>
            <a:off x="3914775" y="4810125"/>
            <a:ext cx="720725" cy="279400"/>
            <a:chOff x="3913" y="3140"/>
            <a:chExt cx="454" cy="176"/>
          </a:xfrm>
        </p:grpSpPr>
        <p:sp>
          <p:nvSpPr>
            <p:cNvPr id="137294" name="Rectangle 94"/>
            <p:cNvSpPr/>
            <p:nvPr/>
          </p:nvSpPr>
          <p:spPr>
            <a:xfrm>
              <a:off x="3913" y="3228"/>
              <a:ext cx="407" cy="88"/>
            </a:xfrm>
            <a:prstGeom prst="rect">
              <a:avLst/>
            </a:prstGeom>
            <a:solidFill>
              <a:schemeClr val="hlink"/>
            </a:solidFill>
            <a:ln w="9525"/>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7295" name="Freeform 95"/>
            <p:cNvSpPr/>
            <p:nvPr/>
          </p:nvSpPr>
          <p:spPr>
            <a:xfrm>
              <a:off x="3958" y="3145"/>
              <a:ext cx="409" cy="68"/>
            </a:xfrm>
            <a:custGeom>
              <a:avLst/>
              <a:gdLst/>
              <a:ahLst/>
              <a:cxnLst>
                <a:cxn ang="0">
                  <a:pos x="0" y="92"/>
                </a:cxn>
                <a:cxn ang="0">
                  <a:pos x="245" y="91"/>
                </a:cxn>
                <a:cxn ang="0">
                  <a:pos x="1455" y="0"/>
                </a:cxn>
                <a:cxn ang="0">
                  <a:pos x="1861" y="0"/>
                </a:cxn>
              </a:cxnLst>
              <a:pathLst>
                <a:path w="280" h="63">
                  <a:moveTo>
                    <a:pt x="0" y="63"/>
                  </a:moveTo>
                  <a:lnTo>
                    <a:pt x="37" y="62"/>
                  </a:lnTo>
                  <a:lnTo>
                    <a:pt x="219" y="0"/>
                  </a:lnTo>
                  <a:lnTo>
                    <a:pt x="280"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137296" name="Freeform 96"/>
            <p:cNvSpPr/>
            <p:nvPr/>
          </p:nvSpPr>
          <p:spPr>
            <a:xfrm>
              <a:off x="4044" y="3140"/>
              <a:ext cx="251" cy="75"/>
            </a:xfrm>
            <a:custGeom>
              <a:avLst/>
              <a:gdLst/>
              <a:ahLst/>
              <a:cxnLst>
                <a:cxn ang="0">
                  <a:pos x="0" y="0"/>
                </a:cxn>
                <a:cxn ang="0">
                  <a:pos x="561" y="0"/>
                </a:cxn>
                <a:cxn ang="0">
                  <a:pos x="1430" y="79"/>
                </a:cxn>
                <a:cxn ang="0">
                  <a:pos x="2076" y="79"/>
                </a:cxn>
              </a:cxnLst>
              <a:pathLst>
                <a:path w="148" h="74">
                  <a:moveTo>
                    <a:pt x="0" y="0"/>
                  </a:moveTo>
                  <a:lnTo>
                    <a:pt x="40" y="0"/>
                  </a:lnTo>
                  <a:lnTo>
                    <a:pt x="102" y="74"/>
                  </a:lnTo>
                  <a:lnTo>
                    <a:pt x="148" y="74"/>
                  </a:lnTo>
                </a:path>
              </a:pathLst>
            </a:custGeom>
            <a:noFill/>
            <a:ln w="19050" cap="flat" cmpd="sng">
              <a:solidFill>
                <a:schemeClr val="tx1"/>
              </a:solidFill>
              <a:prstDash val="solid"/>
              <a:round/>
              <a:headEnd type="none" w="med" len="med"/>
              <a:tailEnd type="none" w="med" len="med"/>
            </a:ln>
          </p:spPr>
          <p:txBody>
            <a:bodyPr/>
            <a:p>
              <a:endParaRPr lang="zh-CN" altLang="en-US"/>
            </a:p>
          </p:txBody>
        </p:sp>
      </p:grpSp>
      <p:grpSp>
        <p:nvGrpSpPr>
          <p:cNvPr id="137297" name="Group 97"/>
          <p:cNvGrpSpPr/>
          <p:nvPr/>
        </p:nvGrpSpPr>
        <p:grpSpPr>
          <a:xfrm>
            <a:off x="6215063" y="4848225"/>
            <a:ext cx="720725" cy="279400"/>
            <a:chOff x="3913" y="3140"/>
            <a:chExt cx="454" cy="176"/>
          </a:xfrm>
        </p:grpSpPr>
        <p:sp>
          <p:nvSpPr>
            <p:cNvPr id="137298" name="Rectangle 98"/>
            <p:cNvSpPr/>
            <p:nvPr/>
          </p:nvSpPr>
          <p:spPr>
            <a:xfrm>
              <a:off x="3913" y="3228"/>
              <a:ext cx="407" cy="88"/>
            </a:xfrm>
            <a:prstGeom prst="rect">
              <a:avLst/>
            </a:prstGeom>
            <a:solidFill>
              <a:schemeClr val="hlink"/>
            </a:solidFill>
            <a:ln w="9525"/>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7299" name="Freeform 99"/>
            <p:cNvSpPr/>
            <p:nvPr/>
          </p:nvSpPr>
          <p:spPr>
            <a:xfrm>
              <a:off x="3958" y="3145"/>
              <a:ext cx="409" cy="68"/>
            </a:xfrm>
            <a:custGeom>
              <a:avLst/>
              <a:gdLst/>
              <a:ahLst/>
              <a:cxnLst>
                <a:cxn ang="0">
                  <a:pos x="0" y="92"/>
                </a:cxn>
                <a:cxn ang="0">
                  <a:pos x="245" y="91"/>
                </a:cxn>
                <a:cxn ang="0">
                  <a:pos x="1455" y="0"/>
                </a:cxn>
                <a:cxn ang="0">
                  <a:pos x="1861" y="0"/>
                </a:cxn>
              </a:cxnLst>
              <a:pathLst>
                <a:path w="280" h="63">
                  <a:moveTo>
                    <a:pt x="0" y="63"/>
                  </a:moveTo>
                  <a:lnTo>
                    <a:pt x="37" y="62"/>
                  </a:lnTo>
                  <a:lnTo>
                    <a:pt x="219" y="0"/>
                  </a:lnTo>
                  <a:lnTo>
                    <a:pt x="280"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137300" name="Freeform 100"/>
            <p:cNvSpPr/>
            <p:nvPr/>
          </p:nvSpPr>
          <p:spPr>
            <a:xfrm>
              <a:off x="4044" y="3140"/>
              <a:ext cx="251" cy="75"/>
            </a:xfrm>
            <a:custGeom>
              <a:avLst/>
              <a:gdLst/>
              <a:ahLst/>
              <a:cxnLst>
                <a:cxn ang="0">
                  <a:pos x="0" y="0"/>
                </a:cxn>
                <a:cxn ang="0">
                  <a:pos x="561" y="0"/>
                </a:cxn>
                <a:cxn ang="0">
                  <a:pos x="1430" y="79"/>
                </a:cxn>
                <a:cxn ang="0">
                  <a:pos x="2076" y="79"/>
                </a:cxn>
              </a:cxnLst>
              <a:pathLst>
                <a:path w="148" h="74">
                  <a:moveTo>
                    <a:pt x="0" y="0"/>
                  </a:moveTo>
                  <a:lnTo>
                    <a:pt x="40" y="0"/>
                  </a:lnTo>
                  <a:lnTo>
                    <a:pt x="102" y="74"/>
                  </a:lnTo>
                  <a:lnTo>
                    <a:pt x="148" y="74"/>
                  </a:lnTo>
                </a:path>
              </a:pathLst>
            </a:custGeom>
            <a:noFill/>
            <a:ln w="19050" cap="flat" cmpd="sng">
              <a:solidFill>
                <a:schemeClr val="tx1"/>
              </a:solidFill>
              <a:prstDash val="solid"/>
              <a:round/>
              <a:headEnd type="none" w="med" len="med"/>
              <a:tailEnd type="none" w="med" len="med"/>
            </a:ln>
          </p:spPr>
          <p:txBody>
            <a:bodyPr/>
            <a:p>
              <a:endParaRPr lang="zh-CN" altLang="en-US"/>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3926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39267" name="Rectangle 2"/>
          <p:cNvSpPr>
            <a:spLocks noGrp="1"/>
          </p:cNvSpPr>
          <p:nvPr>
            <p:ph type="title"/>
          </p:nvPr>
        </p:nvSpPr>
        <p:spPr>
          <a:xfrm>
            <a:off x="542925" y="155575"/>
            <a:ext cx="7772400" cy="1143000"/>
          </a:xfrm>
          <a:ln/>
        </p:spPr>
        <p:txBody>
          <a:bodyPr vert="horz" wrap="square" lIns="91440" tIns="45720" rIns="91440" bIns="45720" anchor="ctr" anchorCtr="0"/>
          <a:p>
            <a:r>
              <a:rPr lang="en-US" altLang="zh-CN" sz="3600" dirty="0">
                <a:ea typeface="宋体" panose="02010600030101010101" pitchFamily="2" charset="-122"/>
              </a:rPr>
              <a:t>Switches vs. Routers</a:t>
            </a:r>
            <a:endParaRPr lang="en-US" altLang="zh-CN" dirty="0">
              <a:ea typeface="宋体" panose="02010600030101010101" pitchFamily="2" charset="-122"/>
            </a:endParaRPr>
          </a:p>
        </p:txBody>
      </p:sp>
      <p:sp>
        <p:nvSpPr>
          <p:cNvPr id="139268" name="Rectangle 3"/>
          <p:cNvSpPr>
            <a:spLocks noGrp="1"/>
          </p:cNvSpPr>
          <p:nvPr>
            <p:ph idx="1"/>
          </p:nvPr>
        </p:nvSpPr>
        <p:spPr>
          <a:xfrm>
            <a:off x="542925" y="1233488"/>
            <a:ext cx="7981950" cy="2287587"/>
          </a:xfrm>
          <a:ln/>
        </p:spPr>
        <p:txBody>
          <a:bodyPr vert="horz" wrap="square" lIns="91440" tIns="45720" rIns="91440" bIns="45720" anchor="t" anchorCtr="0"/>
          <a:p>
            <a:r>
              <a:rPr lang="en-US" altLang="zh-CN" sz="2400" dirty="0">
                <a:ea typeface="宋体" panose="02010600030101010101" pitchFamily="2" charset="-122"/>
              </a:rPr>
              <a:t>both store-and-forward devices</a:t>
            </a:r>
            <a:endParaRPr lang="en-US" altLang="zh-CN" sz="2400" dirty="0">
              <a:ea typeface="宋体" panose="02010600030101010101" pitchFamily="2" charset="-122"/>
            </a:endParaRPr>
          </a:p>
          <a:p>
            <a:pPr lvl="1"/>
            <a:r>
              <a:rPr lang="en-US" altLang="zh-CN" sz="2000" dirty="0">
                <a:ea typeface="宋体" panose="02010600030101010101" pitchFamily="2" charset="-122"/>
              </a:rPr>
              <a:t>routers: network layer devices (examine network layer headers)</a:t>
            </a:r>
            <a:endParaRPr lang="en-US" altLang="zh-CN" sz="2000" dirty="0">
              <a:ea typeface="宋体" panose="02010600030101010101" pitchFamily="2" charset="-122"/>
            </a:endParaRPr>
          </a:p>
          <a:p>
            <a:pPr lvl="1"/>
            <a:r>
              <a:rPr lang="en-US" altLang="zh-CN" sz="2000" dirty="0">
                <a:ea typeface="宋体" panose="02010600030101010101" pitchFamily="2" charset="-122"/>
              </a:rPr>
              <a:t>switches are link layer devices</a:t>
            </a:r>
            <a:endParaRPr lang="en-US" altLang="zh-CN" sz="2000" dirty="0">
              <a:ea typeface="宋体" panose="02010600030101010101" pitchFamily="2" charset="-122"/>
            </a:endParaRPr>
          </a:p>
          <a:p>
            <a:r>
              <a:rPr lang="en-US" altLang="zh-CN" sz="2400" dirty="0">
                <a:ea typeface="宋体" panose="02010600030101010101" pitchFamily="2" charset="-122"/>
              </a:rPr>
              <a:t>routers maintain routing tables, implement routing algorithms</a:t>
            </a:r>
            <a:endParaRPr lang="en-US" altLang="zh-CN" sz="2400" dirty="0">
              <a:ea typeface="宋体" panose="02010600030101010101" pitchFamily="2" charset="-122"/>
            </a:endParaRPr>
          </a:p>
          <a:p>
            <a:r>
              <a:rPr lang="en-US" altLang="zh-CN" sz="2400" dirty="0">
                <a:ea typeface="宋体" panose="02010600030101010101" pitchFamily="2" charset="-122"/>
              </a:rPr>
              <a:t>switches maintain switch tables, implement filtering, learning algorithms</a:t>
            </a:r>
            <a:r>
              <a:rPr lang="en-US" altLang="zh-CN" dirty="0">
                <a:ea typeface="宋体" panose="02010600030101010101" pitchFamily="2" charset="-122"/>
              </a:rPr>
              <a:t> </a:t>
            </a:r>
            <a:endParaRPr lang="en-US" altLang="zh-CN" dirty="0">
              <a:ea typeface="宋体" panose="02010600030101010101" pitchFamily="2" charset="-122"/>
            </a:endParaRPr>
          </a:p>
        </p:txBody>
      </p:sp>
      <p:pic>
        <p:nvPicPr>
          <p:cNvPr id="139269" name="Picture 4"/>
          <p:cNvPicPr>
            <a:picLocks noChangeAspect="1"/>
          </p:cNvPicPr>
          <p:nvPr/>
        </p:nvPicPr>
        <p:blipFill>
          <a:blip r:embed="rId1"/>
          <a:stretch>
            <a:fillRect/>
          </a:stretch>
        </p:blipFill>
        <p:spPr>
          <a:xfrm>
            <a:off x="738188" y="4418013"/>
            <a:ext cx="5456237" cy="2157412"/>
          </a:xfrm>
          <a:prstGeom prst="rect">
            <a:avLst/>
          </a:prstGeom>
          <a:noFill/>
          <a:ln w="9525">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3"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4131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41315"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VLANs: motivation</a:t>
            </a:r>
            <a:endParaRPr lang="en-US" altLang="zh-CN" dirty="0">
              <a:ea typeface="宋体" panose="02010600030101010101" pitchFamily="2" charset="-122"/>
            </a:endParaRPr>
          </a:p>
        </p:txBody>
      </p:sp>
      <p:sp>
        <p:nvSpPr>
          <p:cNvPr id="141316" name="Rectangle 3"/>
          <p:cNvSpPr>
            <a:spLocks noGrp="1"/>
          </p:cNvSpPr>
          <p:nvPr>
            <p:ph idx="1"/>
          </p:nvPr>
        </p:nvSpPr>
        <p:spPr>
          <a:xfrm>
            <a:off x="5027613" y="1822450"/>
            <a:ext cx="3911600" cy="3895725"/>
          </a:xfrm>
          <a:ln/>
        </p:spPr>
        <p:txBody>
          <a:bodyPr vert="horz" wrap="square" lIns="91440" tIns="45720" rIns="91440" bIns="45720" anchor="t" anchorCtr="0"/>
          <a:p>
            <a:pPr>
              <a:buNone/>
            </a:pPr>
            <a:r>
              <a:rPr lang="en-US" altLang="zh-CN" sz="2400" dirty="0">
                <a:ea typeface="宋体" panose="02010600030101010101" pitchFamily="2" charset="-122"/>
              </a:rPr>
              <a:t>What happens if:</a:t>
            </a:r>
            <a:endParaRPr lang="en-US" altLang="zh-CN" sz="2400" dirty="0">
              <a:ea typeface="宋体" panose="02010600030101010101" pitchFamily="2" charset="-122"/>
            </a:endParaRPr>
          </a:p>
          <a:p>
            <a:r>
              <a:rPr lang="en-US" altLang="zh-CN" sz="2000" dirty="0">
                <a:ea typeface="宋体" panose="02010600030101010101" pitchFamily="2" charset="-122"/>
              </a:rPr>
              <a:t>CS user moves office to EE, but wants connect to CS switch?</a:t>
            </a:r>
            <a:endParaRPr lang="en-US" altLang="zh-CN" sz="2000" dirty="0">
              <a:ea typeface="宋体" panose="02010600030101010101" pitchFamily="2" charset="-122"/>
            </a:endParaRPr>
          </a:p>
          <a:p>
            <a:r>
              <a:rPr lang="en-US" altLang="zh-CN" sz="2000" dirty="0">
                <a:ea typeface="宋体" panose="02010600030101010101" pitchFamily="2" charset="-122"/>
              </a:rPr>
              <a:t>single broadcast domain:</a:t>
            </a:r>
            <a:endParaRPr lang="en-US" altLang="zh-CN" sz="2000" dirty="0">
              <a:ea typeface="宋体" panose="02010600030101010101" pitchFamily="2" charset="-122"/>
            </a:endParaRPr>
          </a:p>
          <a:p>
            <a:pPr lvl="1"/>
            <a:r>
              <a:rPr lang="en-US" altLang="zh-CN" sz="1800" dirty="0">
                <a:ea typeface="宋体" panose="02010600030101010101" pitchFamily="2" charset="-122"/>
              </a:rPr>
              <a:t>all layer-2 broadcast traffic (ARP, DHCP) crosses entire LAN (security/privacy, efficiency issues)</a:t>
            </a:r>
            <a:endParaRPr lang="en-US" altLang="zh-CN" sz="1800" dirty="0">
              <a:ea typeface="宋体" panose="02010600030101010101" pitchFamily="2" charset="-122"/>
            </a:endParaRPr>
          </a:p>
          <a:p>
            <a:r>
              <a:rPr lang="en-US" altLang="zh-CN" sz="2000" dirty="0">
                <a:ea typeface="宋体" panose="02010600030101010101" pitchFamily="2" charset="-122"/>
              </a:rPr>
              <a:t>each lowest level switch has only few ports in use</a:t>
            </a:r>
            <a:endParaRPr lang="en-US" altLang="zh-CN" sz="2000" dirty="0">
              <a:ea typeface="宋体" panose="02010600030101010101" pitchFamily="2" charset="-122"/>
            </a:endParaRPr>
          </a:p>
          <a:p>
            <a:endParaRPr lang="en-US" altLang="zh-CN" sz="2000" dirty="0">
              <a:ea typeface="宋体" panose="02010600030101010101" pitchFamily="2" charset="-122"/>
            </a:endParaRPr>
          </a:p>
        </p:txBody>
      </p:sp>
      <p:grpSp>
        <p:nvGrpSpPr>
          <p:cNvPr id="141317" name="Group 85"/>
          <p:cNvGrpSpPr/>
          <p:nvPr/>
        </p:nvGrpSpPr>
        <p:grpSpPr>
          <a:xfrm>
            <a:off x="220663" y="2498725"/>
            <a:ext cx="3702050" cy="2260600"/>
            <a:chOff x="317" y="1124"/>
            <a:chExt cx="5313" cy="2918"/>
          </a:xfrm>
        </p:grpSpPr>
        <p:sp>
          <p:nvSpPr>
            <p:cNvPr id="141318" name="Freeform 4"/>
            <p:cNvSpPr/>
            <p:nvPr/>
          </p:nvSpPr>
          <p:spPr>
            <a:xfrm rot="5400000">
              <a:off x="1509" y="-73"/>
              <a:ext cx="2918" cy="5313"/>
            </a:xfrm>
            <a:custGeom>
              <a:avLst/>
              <a:gdLst/>
              <a:ahLst/>
              <a:cxnLst>
                <a:cxn ang="0">
                  <a:pos x="14052" y="9644"/>
                </a:cxn>
                <a:cxn ang="0">
                  <a:pos x="2051" y="213578"/>
                </a:cxn>
                <a:cxn ang="0">
                  <a:pos x="1694" y="711155"/>
                </a:cxn>
                <a:cxn ang="0">
                  <a:pos x="3121" y="1127397"/>
                </a:cxn>
                <a:cxn ang="0">
                  <a:pos x="14389" y="1184299"/>
                </a:cxn>
                <a:cxn ang="0">
                  <a:pos x="38018" y="1535364"/>
                </a:cxn>
                <a:cxn ang="0">
                  <a:pos x="58466" y="1682180"/>
                </a:cxn>
                <a:cxn ang="0">
                  <a:pos x="70459" y="1388255"/>
                </a:cxn>
                <a:cxn ang="0">
                  <a:pos x="74698" y="605161"/>
                </a:cxn>
                <a:cxn ang="0">
                  <a:pos x="70825" y="286809"/>
                </a:cxn>
                <a:cxn ang="0">
                  <a:pos x="44021" y="156444"/>
                </a:cxn>
                <a:cxn ang="0">
                  <a:pos x="14052" y="9644"/>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ln>
          </p:spPr>
          <p:txBody>
            <a:bodyPr/>
            <a:p>
              <a:endParaRPr lang="zh-CN" altLang="en-US"/>
            </a:p>
          </p:txBody>
        </p:sp>
        <p:graphicFrame>
          <p:nvGraphicFramePr>
            <p:cNvPr id="141319" name="Object 5"/>
            <p:cNvGraphicFramePr>
              <a:graphicFrameLocks noChangeAspect="1"/>
            </p:cNvGraphicFramePr>
            <p:nvPr/>
          </p:nvGraphicFramePr>
          <p:xfrm>
            <a:off x="787" y="3402"/>
            <a:ext cx="323" cy="282"/>
          </p:xfrm>
          <a:graphic>
            <a:graphicData uri="http://schemas.openxmlformats.org/presentationml/2006/ole">
              <mc:AlternateContent xmlns:mc="http://schemas.openxmlformats.org/markup-compatibility/2006">
                <mc:Choice xmlns:v="urn:schemas-microsoft-com:vml" Requires="v">
                  <p:oleObj spid="_x0000_s3183" name="" r:id="rId1" imgW="1307465" imgH="1083945" progId="MS_ClipArt_Gallery.2">
                    <p:embed/>
                  </p:oleObj>
                </mc:Choice>
                <mc:Fallback>
                  <p:oleObj name="" r:id="rId1" imgW="1307465" imgH="1083945" progId="MS_ClipArt_Gallery.2">
                    <p:embed/>
                    <p:pic>
                      <p:nvPicPr>
                        <p:cNvPr id="0" name="图片 3182"/>
                        <p:cNvPicPr/>
                        <p:nvPr/>
                      </p:nvPicPr>
                      <p:blipFill>
                        <a:blip r:embed="rId2"/>
                        <a:stretch>
                          <a:fillRect/>
                        </a:stretch>
                      </p:blipFill>
                      <p:spPr>
                        <a:xfrm>
                          <a:off x="787" y="3402"/>
                          <a:ext cx="323" cy="282"/>
                        </a:xfrm>
                        <a:prstGeom prst="rect">
                          <a:avLst/>
                        </a:prstGeom>
                        <a:noFill/>
                        <a:ln w="38100">
                          <a:noFill/>
                          <a:miter/>
                        </a:ln>
                      </p:spPr>
                    </p:pic>
                  </p:oleObj>
                </mc:Fallback>
              </mc:AlternateContent>
            </a:graphicData>
          </a:graphic>
        </p:graphicFrame>
        <p:graphicFrame>
          <p:nvGraphicFramePr>
            <p:cNvPr id="141320" name="Object 6"/>
            <p:cNvGraphicFramePr>
              <a:graphicFrameLocks noChangeAspect="1"/>
            </p:cNvGraphicFramePr>
            <p:nvPr/>
          </p:nvGraphicFramePr>
          <p:xfrm>
            <a:off x="2882" y="3413"/>
            <a:ext cx="323" cy="282"/>
          </p:xfrm>
          <a:graphic>
            <a:graphicData uri="http://schemas.openxmlformats.org/presentationml/2006/ole">
              <mc:AlternateContent xmlns:mc="http://schemas.openxmlformats.org/markup-compatibility/2006">
                <mc:Choice xmlns:v="urn:schemas-microsoft-com:vml" Requires="v">
                  <p:oleObj spid="_x0000_s3181" name="" r:id="rId3" imgW="1307465" imgH="1083945" progId="MS_ClipArt_Gallery.2">
                    <p:embed/>
                  </p:oleObj>
                </mc:Choice>
                <mc:Fallback>
                  <p:oleObj name="" r:id="rId3" imgW="1307465" imgH="1083945" progId="MS_ClipArt_Gallery.2">
                    <p:embed/>
                    <p:pic>
                      <p:nvPicPr>
                        <p:cNvPr id="0" name="图片 3180"/>
                        <p:cNvPicPr/>
                        <p:nvPr/>
                      </p:nvPicPr>
                      <p:blipFill>
                        <a:blip r:embed="rId2"/>
                        <a:stretch>
                          <a:fillRect/>
                        </a:stretch>
                      </p:blipFill>
                      <p:spPr>
                        <a:xfrm>
                          <a:off x="2882" y="3413"/>
                          <a:ext cx="323" cy="282"/>
                        </a:xfrm>
                        <a:prstGeom prst="rect">
                          <a:avLst/>
                        </a:prstGeom>
                        <a:noFill/>
                        <a:ln w="38100">
                          <a:noFill/>
                          <a:miter/>
                        </a:ln>
                      </p:spPr>
                    </p:pic>
                  </p:oleObj>
                </mc:Fallback>
              </mc:AlternateContent>
            </a:graphicData>
          </a:graphic>
        </p:graphicFrame>
        <p:graphicFrame>
          <p:nvGraphicFramePr>
            <p:cNvPr id="141321" name="Object 7"/>
            <p:cNvGraphicFramePr>
              <a:graphicFrameLocks noChangeAspect="1"/>
            </p:cNvGraphicFramePr>
            <p:nvPr/>
          </p:nvGraphicFramePr>
          <p:xfrm>
            <a:off x="3512" y="3375"/>
            <a:ext cx="323" cy="282"/>
          </p:xfrm>
          <a:graphic>
            <a:graphicData uri="http://schemas.openxmlformats.org/presentationml/2006/ole">
              <mc:AlternateContent xmlns:mc="http://schemas.openxmlformats.org/markup-compatibility/2006">
                <mc:Choice xmlns:v="urn:schemas-microsoft-com:vml" Requires="v">
                  <p:oleObj spid="_x0000_s3182" name="" r:id="rId4" imgW="1307465" imgH="1083945" progId="MS_ClipArt_Gallery.2">
                    <p:embed/>
                  </p:oleObj>
                </mc:Choice>
                <mc:Fallback>
                  <p:oleObj name="" r:id="rId4" imgW="1307465" imgH="1083945" progId="MS_ClipArt_Gallery.2">
                    <p:embed/>
                    <p:pic>
                      <p:nvPicPr>
                        <p:cNvPr id="0" name="图片 3181"/>
                        <p:cNvPicPr/>
                        <p:nvPr/>
                      </p:nvPicPr>
                      <p:blipFill>
                        <a:blip r:embed="rId2"/>
                        <a:stretch>
                          <a:fillRect/>
                        </a:stretch>
                      </p:blipFill>
                      <p:spPr>
                        <a:xfrm>
                          <a:off x="3512" y="3375"/>
                          <a:ext cx="323" cy="282"/>
                        </a:xfrm>
                        <a:prstGeom prst="rect">
                          <a:avLst/>
                        </a:prstGeom>
                        <a:noFill/>
                        <a:ln w="38100">
                          <a:noFill/>
                          <a:miter/>
                        </a:ln>
                      </p:spPr>
                    </p:pic>
                  </p:oleObj>
                </mc:Fallback>
              </mc:AlternateContent>
            </a:graphicData>
          </a:graphic>
        </p:graphicFrame>
        <p:graphicFrame>
          <p:nvGraphicFramePr>
            <p:cNvPr id="141322" name="Object 8"/>
            <p:cNvGraphicFramePr>
              <a:graphicFrameLocks noChangeAspect="1"/>
            </p:cNvGraphicFramePr>
            <p:nvPr/>
          </p:nvGraphicFramePr>
          <p:xfrm>
            <a:off x="1298" y="3423"/>
            <a:ext cx="323" cy="282"/>
          </p:xfrm>
          <a:graphic>
            <a:graphicData uri="http://schemas.openxmlformats.org/presentationml/2006/ole">
              <mc:AlternateContent xmlns:mc="http://schemas.openxmlformats.org/markup-compatibility/2006">
                <mc:Choice xmlns:v="urn:schemas-microsoft-com:vml" Requires="v">
                  <p:oleObj spid="_x0000_s3184" name="" r:id="rId5" imgW="1307465" imgH="1083945" progId="MS_ClipArt_Gallery.2">
                    <p:embed/>
                  </p:oleObj>
                </mc:Choice>
                <mc:Fallback>
                  <p:oleObj name="" r:id="rId5" imgW="1307465" imgH="1083945" progId="MS_ClipArt_Gallery.2">
                    <p:embed/>
                    <p:pic>
                      <p:nvPicPr>
                        <p:cNvPr id="0" name="图片 3183"/>
                        <p:cNvPicPr/>
                        <p:nvPr/>
                      </p:nvPicPr>
                      <p:blipFill>
                        <a:blip r:embed="rId2"/>
                        <a:stretch>
                          <a:fillRect/>
                        </a:stretch>
                      </p:blipFill>
                      <p:spPr>
                        <a:xfrm>
                          <a:off x="1298" y="3423"/>
                          <a:ext cx="323" cy="282"/>
                        </a:xfrm>
                        <a:prstGeom prst="rect">
                          <a:avLst/>
                        </a:prstGeom>
                        <a:noFill/>
                        <a:ln w="38100">
                          <a:noFill/>
                          <a:miter/>
                        </a:ln>
                      </p:spPr>
                    </p:pic>
                  </p:oleObj>
                </mc:Fallback>
              </mc:AlternateContent>
            </a:graphicData>
          </a:graphic>
        </p:graphicFrame>
        <p:graphicFrame>
          <p:nvGraphicFramePr>
            <p:cNvPr id="141323" name="Object 9"/>
            <p:cNvGraphicFramePr>
              <a:graphicFrameLocks noChangeAspect="1"/>
            </p:cNvGraphicFramePr>
            <p:nvPr/>
          </p:nvGraphicFramePr>
          <p:xfrm>
            <a:off x="2027" y="3286"/>
            <a:ext cx="323" cy="282"/>
          </p:xfrm>
          <a:graphic>
            <a:graphicData uri="http://schemas.openxmlformats.org/presentationml/2006/ole">
              <mc:AlternateContent xmlns:mc="http://schemas.openxmlformats.org/markup-compatibility/2006">
                <mc:Choice xmlns:v="urn:schemas-microsoft-com:vml" Requires="v">
                  <p:oleObj spid="_x0000_s3189" name="" r:id="rId6" imgW="1307465" imgH="1083945" progId="MS_ClipArt_Gallery.2">
                    <p:embed/>
                  </p:oleObj>
                </mc:Choice>
                <mc:Fallback>
                  <p:oleObj name="" r:id="rId6" imgW="1307465" imgH="1083945" progId="MS_ClipArt_Gallery.2">
                    <p:embed/>
                    <p:pic>
                      <p:nvPicPr>
                        <p:cNvPr id="0" name="图片 3188"/>
                        <p:cNvPicPr/>
                        <p:nvPr/>
                      </p:nvPicPr>
                      <p:blipFill>
                        <a:blip r:embed="rId2"/>
                        <a:stretch>
                          <a:fillRect/>
                        </a:stretch>
                      </p:blipFill>
                      <p:spPr>
                        <a:xfrm>
                          <a:off x="2027" y="3286"/>
                          <a:ext cx="323" cy="282"/>
                        </a:xfrm>
                        <a:prstGeom prst="rect">
                          <a:avLst/>
                        </a:prstGeom>
                        <a:noFill/>
                        <a:ln w="38100">
                          <a:noFill/>
                          <a:miter/>
                        </a:ln>
                      </p:spPr>
                    </p:pic>
                  </p:oleObj>
                </mc:Fallback>
              </mc:AlternateContent>
            </a:graphicData>
          </a:graphic>
        </p:graphicFrame>
        <p:graphicFrame>
          <p:nvGraphicFramePr>
            <p:cNvPr id="141324" name="Object 10"/>
            <p:cNvGraphicFramePr>
              <a:graphicFrameLocks noChangeAspect="1"/>
            </p:cNvGraphicFramePr>
            <p:nvPr/>
          </p:nvGraphicFramePr>
          <p:xfrm>
            <a:off x="2366" y="3683"/>
            <a:ext cx="323" cy="282"/>
          </p:xfrm>
          <a:graphic>
            <a:graphicData uri="http://schemas.openxmlformats.org/presentationml/2006/ole">
              <mc:AlternateContent xmlns:mc="http://schemas.openxmlformats.org/markup-compatibility/2006">
                <mc:Choice xmlns:v="urn:schemas-microsoft-com:vml" Requires="v">
                  <p:oleObj spid="_x0000_s3188" name="" r:id="rId7" imgW="1307465" imgH="1083945" progId="MS_ClipArt_Gallery.2">
                    <p:embed/>
                  </p:oleObj>
                </mc:Choice>
                <mc:Fallback>
                  <p:oleObj name="" r:id="rId7" imgW="1307465" imgH="1083945" progId="MS_ClipArt_Gallery.2">
                    <p:embed/>
                    <p:pic>
                      <p:nvPicPr>
                        <p:cNvPr id="0" name="图片 3187"/>
                        <p:cNvPicPr/>
                        <p:nvPr/>
                      </p:nvPicPr>
                      <p:blipFill>
                        <a:blip r:embed="rId2"/>
                        <a:stretch>
                          <a:fillRect/>
                        </a:stretch>
                      </p:blipFill>
                      <p:spPr>
                        <a:xfrm>
                          <a:off x="2366" y="3683"/>
                          <a:ext cx="323" cy="282"/>
                        </a:xfrm>
                        <a:prstGeom prst="rect">
                          <a:avLst/>
                        </a:prstGeom>
                        <a:noFill/>
                        <a:ln w="38100">
                          <a:noFill/>
                          <a:miter/>
                        </a:ln>
                      </p:spPr>
                    </p:pic>
                  </p:oleObj>
                </mc:Fallback>
              </mc:AlternateContent>
            </a:graphicData>
          </a:graphic>
        </p:graphicFrame>
        <p:graphicFrame>
          <p:nvGraphicFramePr>
            <p:cNvPr id="141325" name="Object 11"/>
            <p:cNvGraphicFramePr>
              <a:graphicFrameLocks noChangeAspect="1"/>
            </p:cNvGraphicFramePr>
            <p:nvPr/>
          </p:nvGraphicFramePr>
          <p:xfrm>
            <a:off x="4643" y="3260"/>
            <a:ext cx="323" cy="282"/>
          </p:xfrm>
          <a:graphic>
            <a:graphicData uri="http://schemas.openxmlformats.org/presentationml/2006/ole">
              <mc:AlternateContent xmlns:mc="http://schemas.openxmlformats.org/markup-compatibility/2006">
                <mc:Choice xmlns:v="urn:schemas-microsoft-com:vml" Requires="v">
                  <p:oleObj spid="_x0000_s3185" name="" r:id="rId8" imgW="1307465" imgH="1083945" progId="MS_ClipArt_Gallery.2">
                    <p:embed/>
                  </p:oleObj>
                </mc:Choice>
                <mc:Fallback>
                  <p:oleObj name="" r:id="rId8" imgW="1307465" imgH="1083945" progId="MS_ClipArt_Gallery.2">
                    <p:embed/>
                    <p:pic>
                      <p:nvPicPr>
                        <p:cNvPr id="0" name="图片 3184"/>
                        <p:cNvPicPr/>
                        <p:nvPr/>
                      </p:nvPicPr>
                      <p:blipFill>
                        <a:blip r:embed="rId2"/>
                        <a:stretch>
                          <a:fillRect/>
                        </a:stretch>
                      </p:blipFill>
                      <p:spPr>
                        <a:xfrm>
                          <a:off x="4643" y="3260"/>
                          <a:ext cx="323" cy="282"/>
                        </a:xfrm>
                        <a:prstGeom prst="rect">
                          <a:avLst/>
                        </a:prstGeom>
                        <a:noFill/>
                        <a:ln w="38100">
                          <a:noFill/>
                          <a:miter/>
                        </a:ln>
                      </p:spPr>
                    </p:pic>
                  </p:oleObj>
                </mc:Fallback>
              </mc:AlternateContent>
            </a:graphicData>
          </a:graphic>
        </p:graphicFrame>
        <p:graphicFrame>
          <p:nvGraphicFramePr>
            <p:cNvPr id="141326" name="Object 12"/>
            <p:cNvGraphicFramePr>
              <a:graphicFrameLocks noChangeAspect="1"/>
            </p:cNvGraphicFramePr>
            <p:nvPr/>
          </p:nvGraphicFramePr>
          <p:xfrm>
            <a:off x="4059" y="3567"/>
            <a:ext cx="323" cy="282"/>
          </p:xfrm>
          <a:graphic>
            <a:graphicData uri="http://schemas.openxmlformats.org/presentationml/2006/ole">
              <mc:AlternateContent xmlns:mc="http://schemas.openxmlformats.org/markup-compatibility/2006">
                <mc:Choice xmlns:v="urn:schemas-microsoft-com:vml" Requires="v">
                  <p:oleObj spid="_x0000_s3186" name="" r:id="rId9" imgW="1307465" imgH="1083945" progId="MS_ClipArt_Gallery.2">
                    <p:embed/>
                  </p:oleObj>
                </mc:Choice>
                <mc:Fallback>
                  <p:oleObj name="" r:id="rId9" imgW="1307465" imgH="1083945" progId="MS_ClipArt_Gallery.2">
                    <p:embed/>
                    <p:pic>
                      <p:nvPicPr>
                        <p:cNvPr id="0" name="图片 3185"/>
                        <p:cNvPicPr/>
                        <p:nvPr/>
                      </p:nvPicPr>
                      <p:blipFill>
                        <a:blip r:embed="rId2"/>
                        <a:stretch>
                          <a:fillRect/>
                        </a:stretch>
                      </p:blipFill>
                      <p:spPr>
                        <a:xfrm>
                          <a:off x="4059" y="3567"/>
                          <a:ext cx="323" cy="282"/>
                        </a:xfrm>
                        <a:prstGeom prst="rect">
                          <a:avLst/>
                        </a:prstGeom>
                        <a:noFill/>
                        <a:ln w="38100">
                          <a:noFill/>
                          <a:miter/>
                        </a:ln>
                      </p:spPr>
                    </p:pic>
                  </p:oleObj>
                </mc:Fallback>
              </mc:AlternateContent>
            </a:graphicData>
          </a:graphic>
        </p:graphicFrame>
        <p:graphicFrame>
          <p:nvGraphicFramePr>
            <p:cNvPr id="141327" name="Object 13"/>
            <p:cNvGraphicFramePr>
              <a:graphicFrameLocks noChangeAspect="1"/>
            </p:cNvGraphicFramePr>
            <p:nvPr/>
          </p:nvGraphicFramePr>
          <p:xfrm>
            <a:off x="447" y="3004"/>
            <a:ext cx="323" cy="282"/>
          </p:xfrm>
          <a:graphic>
            <a:graphicData uri="http://schemas.openxmlformats.org/presentationml/2006/ole">
              <mc:AlternateContent xmlns:mc="http://schemas.openxmlformats.org/markup-compatibility/2006">
                <mc:Choice xmlns:v="urn:schemas-microsoft-com:vml" Requires="v">
                  <p:oleObj spid="_x0000_s3187" name="" r:id="rId10" imgW="1307465" imgH="1083945" progId="MS_ClipArt_Gallery.2">
                    <p:embed/>
                  </p:oleObj>
                </mc:Choice>
                <mc:Fallback>
                  <p:oleObj name="" r:id="rId10" imgW="1307465" imgH="1083945" progId="MS_ClipArt_Gallery.2">
                    <p:embed/>
                    <p:pic>
                      <p:nvPicPr>
                        <p:cNvPr id="0" name="图片 3186"/>
                        <p:cNvPicPr/>
                        <p:nvPr/>
                      </p:nvPicPr>
                      <p:blipFill>
                        <a:blip r:embed="rId2"/>
                        <a:stretch>
                          <a:fillRect/>
                        </a:stretch>
                      </p:blipFill>
                      <p:spPr>
                        <a:xfrm>
                          <a:off x="447" y="3004"/>
                          <a:ext cx="323" cy="282"/>
                        </a:xfrm>
                        <a:prstGeom prst="rect">
                          <a:avLst/>
                        </a:prstGeom>
                        <a:noFill/>
                        <a:ln w="38100">
                          <a:noFill/>
                          <a:miter/>
                        </a:ln>
                      </p:spPr>
                    </p:pic>
                  </p:oleObj>
                </mc:Fallback>
              </mc:AlternateContent>
            </a:graphicData>
          </a:graphic>
        </p:graphicFrame>
        <p:sp>
          <p:nvSpPr>
            <p:cNvPr id="141328" name="Line 14"/>
            <p:cNvSpPr/>
            <p:nvPr/>
          </p:nvSpPr>
          <p:spPr>
            <a:xfrm flipH="1">
              <a:off x="738" y="3140"/>
              <a:ext cx="430" cy="0"/>
            </a:xfrm>
            <a:prstGeom prst="line">
              <a:avLst/>
            </a:prstGeom>
            <a:ln w="9525" cap="flat" cmpd="sng">
              <a:solidFill>
                <a:schemeClr val="tx1"/>
              </a:solidFill>
              <a:prstDash val="solid"/>
              <a:round/>
              <a:headEnd type="none" w="med" len="med"/>
              <a:tailEnd type="none" w="med" len="med"/>
            </a:ln>
          </p:spPr>
        </p:sp>
        <p:sp>
          <p:nvSpPr>
            <p:cNvPr id="141329" name="Line 15"/>
            <p:cNvSpPr/>
            <p:nvPr/>
          </p:nvSpPr>
          <p:spPr>
            <a:xfrm flipH="1">
              <a:off x="1038" y="3180"/>
              <a:ext cx="211" cy="260"/>
            </a:xfrm>
            <a:prstGeom prst="line">
              <a:avLst/>
            </a:prstGeom>
            <a:ln w="9525" cap="flat" cmpd="sng">
              <a:solidFill>
                <a:schemeClr val="tx1"/>
              </a:solidFill>
              <a:prstDash val="solid"/>
              <a:round/>
              <a:headEnd type="none" w="med" len="med"/>
              <a:tailEnd type="none" w="med" len="med"/>
            </a:ln>
          </p:spPr>
        </p:sp>
        <p:sp>
          <p:nvSpPr>
            <p:cNvPr id="141330" name="Line 16"/>
            <p:cNvSpPr/>
            <p:nvPr/>
          </p:nvSpPr>
          <p:spPr>
            <a:xfrm>
              <a:off x="1363" y="3204"/>
              <a:ext cx="56" cy="244"/>
            </a:xfrm>
            <a:prstGeom prst="line">
              <a:avLst/>
            </a:prstGeom>
            <a:ln w="9525" cap="flat" cmpd="sng">
              <a:solidFill>
                <a:schemeClr val="tx1"/>
              </a:solidFill>
              <a:prstDash val="solid"/>
              <a:round/>
              <a:headEnd type="none" w="med" len="med"/>
              <a:tailEnd type="none" w="med" len="med"/>
            </a:ln>
          </p:spPr>
        </p:sp>
        <p:sp>
          <p:nvSpPr>
            <p:cNvPr id="141331" name="Line 17"/>
            <p:cNvSpPr/>
            <p:nvPr/>
          </p:nvSpPr>
          <p:spPr>
            <a:xfrm flipH="1">
              <a:off x="2328" y="3172"/>
              <a:ext cx="268" cy="179"/>
            </a:xfrm>
            <a:prstGeom prst="line">
              <a:avLst/>
            </a:prstGeom>
            <a:ln w="9525" cap="flat" cmpd="sng">
              <a:solidFill>
                <a:schemeClr val="tx1"/>
              </a:solidFill>
              <a:prstDash val="solid"/>
              <a:round/>
              <a:headEnd type="none" w="med" len="med"/>
              <a:tailEnd type="none" w="med" len="med"/>
            </a:ln>
          </p:spPr>
        </p:sp>
        <p:sp>
          <p:nvSpPr>
            <p:cNvPr id="141332" name="Line 18"/>
            <p:cNvSpPr/>
            <p:nvPr/>
          </p:nvSpPr>
          <p:spPr>
            <a:xfrm flipH="1">
              <a:off x="2571" y="3188"/>
              <a:ext cx="98" cy="487"/>
            </a:xfrm>
            <a:prstGeom prst="line">
              <a:avLst/>
            </a:prstGeom>
            <a:ln w="9525" cap="flat" cmpd="sng">
              <a:solidFill>
                <a:schemeClr val="tx1"/>
              </a:solidFill>
              <a:prstDash val="solid"/>
              <a:round/>
              <a:headEnd type="none" w="med" len="med"/>
              <a:tailEnd type="none" w="med" len="med"/>
            </a:ln>
          </p:spPr>
        </p:sp>
        <p:sp>
          <p:nvSpPr>
            <p:cNvPr id="141333" name="Line 19"/>
            <p:cNvSpPr/>
            <p:nvPr/>
          </p:nvSpPr>
          <p:spPr>
            <a:xfrm>
              <a:off x="2807" y="3140"/>
              <a:ext cx="178" cy="300"/>
            </a:xfrm>
            <a:prstGeom prst="line">
              <a:avLst/>
            </a:prstGeom>
            <a:ln w="9525" cap="flat" cmpd="sng">
              <a:solidFill>
                <a:schemeClr val="tx1"/>
              </a:solidFill>
              <a:prstDash val="solid"/>
              <a:round/>
              <a:headEnd type="none" w="med" len="med"/>
              <a:tailEnd type="none" w="med" len="med"/>
            </a:ln>
          </p:spPr>
        </p:sp>
        <p:sp>
          <p:nvSpPr>
            <p:cNvPr id="141334" name="Line 20"/>
            <p:cNvSpPr/>
            <p:nvPr/>
          </p:nvSpPr>
          <p:spPr>
            <a:xfrm flipH="1">
              <a:off x="3797" y="3204"/>
              <a:ext cx="332" cy="203"/>
            </a:xfrm>
            <a:prstGeom prst="line">
              <a:avLst/>
            </a:prstGeom>
            <a:ln w="9525" cap="flat" cmpd="sng">
              <a:solidFill>
                <a:schemeClr val="tx1"/>
              </a:solidFill>
              <a:prstDash val="solid"/>
              <a:round/>
              <a:headEnd type="none" w="med" len="med"/>
              <a:tailEnd type="none" w="med" len="med"/>
            </a:ln>
          </p:spPr>
        </p:sp>
        <p:sp>
          <p:nvSpPr>
            <p:cNvPr id="141335" name="Line 21"/>
            <p:cNvSpPr/>
            <p:nvPr/>
          </p:nvSpPr>
          <p:spPr>
            <a:xfrm flipH="1">
              <a:off x="4186" y="3180"/>
              <a:ext cx="8" cy="390"/>
            </a:xfrm>
            <a:prstGeom prst="line">
              <a:avLst/>
            </a:prstGeom>
            <a:ln w="9525" cap="flat" cmpd="sng">
              <a:solidFill>
                <a:schemeClr val="tx1"/>
              </a:solidFill>
              <a:prstDash val="solid"/>
              <a:round/>
              <a:headEnd type="none" w="med" len="med"/>
              <a:tailEnd type="none" w="med" len="med"/>
            </a:ln>
          </p:spPr>
        </p:sp>
        <p:sp>
          <p:nvSpPr>
            <p:cNvPr id="141336" name="Line 22"/>
            <p:cNvSpPr/>
            <p:nvPr/>
          </p:nvSpPr>
          <p:spPr>
            <a:xfrm>
              <a:off x="4283" y="3115"/>
              <a:ext cx="398" cy="203"/>
            </a:xfrm>
            <a:prstGeom prst="line">
              <a:avLst/>
            </a:prstGeom>
            <a:ln w="9525" cap="flat" cmpd="sng">
              <a:solidFill>
                <a:schemeClr val="tx1"/>
              </a:solidFill>
              <a:prstDash val="solid"/>
              <a:round/>
              <a:headEnd type="none" w="med" len="med"/>
              <a:tailEnd type="none" w="med" len="med"/>
            </a:ln>
          </p:spPr>
        </p:sp>
        <p:sp>
          <p:nvSpPr>
            <p:cNvPr id="141337" name="Line 23"/>
            <p:cNvSpPr/>
            <p:nvPr/>
          </p:nvSpPr>
          <p:spPr>
            <a:xfrm flipH="1">
              <a:off x="1355" y="2134"/>
              <a:ext cx="1290" cy="892"/>
            </a:xfrm>
            <a:prstGeom prst="line">
              <a:avLst/>
            </a:prstGeom>
            <a:ln w="9525" cap="flat" cmpd="sng">
              <a:solidFill>
                <a:schemeClr val="tx1"/>
              </a:solidFill>
              <a:prstDash val="solid"/>
              <a:round/>
              <a:headEnd type="none" w="med" len="med"/>
              <a:tailEnd type="none" w="med" len="med"/>
            </a:ln>
          </p:spPr>
        </p:sp>
        <p:sp>
          <p:nvSpPr>
            <p:cNvPr id="141338" name="Line 24"/>
            <p:cNvSpPr/>
            <p:nvPr/>
          </p:nvSpPr>
          <p:spPr>
            <a:xfrm>
              <a:off x="2766" y="2126"/>
              <a:ext cx="0" cy="924"/>
            </a:xfrm>
            <a:prstGeom prst="line">
              <a:avLst/>
            </a:prstGeom>
            <a:ln w="9525" cap="flat" cmpd="sng">
              <a:solidFill>
                <a:schemeClr val="tx1"/>
              </a:solidFill>
              <a:prstDash val="solid"/>
              <a:round/>
              <a:headEnd type="none" w="med" len="med"/>
              <a:tailEnd type="none" w="med" len="med"/>
            </a:ln>
          </p:spPr>
        </p:sp>
        <p:sp>
          <p:nvSpPr>
            <p:cNvPr id="141339" name="Line 25"/>
            <p:cNvSpPr/>
            <p:nvPr/>
          </p:nvSpPr>
          <p:spPr>
            <a:xfrm flipH="1" flipV="1">
              <a:off x="2888" y="2085"/>
              <a:ext cx="1160" cy="1022"/>
            </a:xfrm>
            <a:prstGeom prst="line">
              <a:avLst/>
            </a:prstGeom>
            <a:ln w="9525" cap="flat" cmpd="sng">
              <a:solidFill>
                <a:schemeClr val="tx1"/>
              </a:solidFill>
              <a:prstDash val="solid"/>
              <a:round/>
              <a:headEnd type="none" w="med" len="med"/>
              <a:tailEnd type="none" w="med" len="med"/>
            </a:ln>
          </p:spPr>
        </p:sp>
        <p:grpSp>
          <p:nvGrpSpPr>
            <p:cNvPr id="141340" name="Group 26"/>
            <p:cNvGrpSpPr/>
            <p:nvPr/>
          </p:nvGrpSpPr>
          <p:grpSpPr>
            <a:xfrm>
              <a:off x="3723" y="1565"/>
              <a:ext cx="150" cy="305"/>
              <a:chOff x="4180" y="783"/>
              <a:chExt cx="150" cy="307"/>
            </a:xfrm>
          </p:grpSpPr>
          <p:sp>
            <p:nvSpPr>
              <p:cNvPr id="141341" name="AutoShape 27"/>
              <p:cNvSpPr/>
              <p:nvPr/>
            </p:nvSpPr>
            <p:spPr>
              <a:xfrm>
                <a:off x="4180" y="1019"/>
                <a:ext cx="150" cy="71"/>
              </a:xfrm>
              <a:prstGeom prst="parallelogram">
                <a:avLst>
                  <a:gd name="adj" fmla="val 81386"/>
                </a:avLst>
              </a:prstGeom>
              <a:solidFill>
                <a:srgbClr val="33CCCC"/>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1342" name="Rectangle 28"/>
              <p:cNvSpPr/>
              <p:nvPr/>
            </p:nvSpPr>
            <p:spPr>
              <a:xfrm>
                <a:off x="4256" y="785"/>
                <a:ext cx="69" cy="236"/>
              </a:xfrm>
              <a:prstGeom prst="rect">
                <a:avLst/>
              </a:prstGeom>
              <a:solidFill>
                <a:srgbClr val="33CCCC"/>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1343" name="Rectangle 29"/>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1344" name="AutoShape 30"/>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1345" name="Line 31"/>
              <p:cNvSpPr/>
              <p:nvPr/>
            </p:nvSpPr>
            <p:spPr>
              <a:xfrm>
                <a:off x="4330" y="788"/>
                <a:ext cx="0" cy="231"/>
              </a:xfrm>
              <a:prstGeom prst="line">
                <a:avLst/>
              </a:prstGeom>
              <a:ln w="9525" cap="flat" cmpd="sng">
                <a:solidFill>
                  <a:schemeClr val="tx1"/>
                </a:solidFill>
                <a:prstDash val="solid"/>
                <a:round/>
                <a:headEnd type="none" w="med" len="med"/>
                <a:tailEnd type="none" w="med" len="med"/>
              </a:ln>
            </p:spPr>
          </p:sp>
          <p:sp>
            <p:nvSpPr>
              <p:cNvPr id="141346" name="Line 32"/>
              <p:cNvSpPr/>
              <p:nvPr/>
            </p:nvSpPr>
            <p:spPr>
              <a:xfrm flipH="1">
                <a:off x="4276" y="1019"/>
                <a:ext cx="54" cy="69"/>
              </a:xfrm>
              <a:prstGeom prst="line">
                <a:avLst/>
              </a:prstGeom>
              <a:ln w="9525" cap="flat" cmpd="sng">
                <a:solidFill>
                  <a:schemeClr val="tx1"/>
                </a:solidFill>
                <a:prstDash val="solid"/>
                <a:round/>
                <a:headEnd type="none" w="med" len="med"/>
                <a:tailEnd type="none" w="med" len="med"/>
              </a:ln>
            </p:spPr>
          </p:sp>
          <p:sp>
            <p:nvSpPr>
              <p:cNvPr id="141347" name="Rectangle 33"/>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1348" name="Rectangle 34"/>
              <p:cNvSpPr/>
              <p:nvPr/>
            </p:nvSpPr>
            <p:spPr>
              <a:xfrm>
                <a:off x="4202" y="924"/>
                <a:ext cx="48" cy="48"/>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41349" name="Group 35"/>
            <p:cNvGrpSpPr/>
            <p:nvPr/>
          </p:nvGrpSpPr>
          <p:grpSpPr>
            <a:xfrm>
              <a:off x="3244" y="1255"/>
              <a:ext cx="150" cy="305"/>
              <a:chOff x="4180" y="783"/>
              <a:chExt cx="150" cy="307"/>
            </a:xfrm>
          </p:grpSpPr>
          <p:sp>
            <p:nvSpPr>
              <p:cNvPr id="141350" name="AutoShape 36"/>
              <p:cNvSpPr/>
              <p:nvPr/>
            </p:nvSpPr>
            <p:spPr>
              <a:xfrm>
                <a:off x="4180" y="1019"/>
                <a:ext cx="150" cy="71"/>
              </a:xfrm>
              <a:prstGeom prst="parallelogram">
                <a:avLst>
                  <a:gd name="adj" fmla="val 81386"/>
                </a:avLst>
              </a:prstGeom>
              <a:solidFill>
                <a:srgbClr val="33CCCC"/>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1351" name="Rectangle 37"/>
              <p:cNvSpPr/>
              <p:nvPr/>
            </p:nvSpPr>
            <p:spPr>
              <a:xfrm>
                <a:off x="4256" y="785"/>
                <a:ext cx="69" cy="236"/>
              </a:xfrm>
              <a:prstGeom prst="rect">
                <a:avLst/>
              </a:prstGeom>
              <a:solidFill>
                <a:srgbClr val="33CCCC"/>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1352" name="Rectangle 38"/>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1353" name="AutoShape 39"/>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1354" name="Line 40"/>
              <p:cNvSpPr/>
              <p:nvPr/>
            </p:nvSpPr>
            <p:spPr>
              <a:xfrm>
                <a:off x="4330" y="788"/>
                <a:ext cx="0" cy="231"/>
              </a:xfrm>
              <a:prstGeom prst="line">
                <a:avLst/>
              </a:prstGeom>
              <a:ln w="9525" cap="flat" cmpd="sng">
                <a:solidFill>
                  <a:schemeClr val="tx1"/>
                </a:solidFill>
                <a:prstDash val="solid"/>
                <a:round/>
                <a:headEnd type="none" w="med" len="med"/>
                <a:tailEnd type="none" w="med" len="med"/>
              </a:ln>
            </p:spPr>
          </p:sp>
          <p:sp>
            <p:nvSpPr>
              <p:cNvPr id="141355" name="Line 41"/>
              <p:cNvSpPr/>
              <p:nvPr/>
            </p:nvSpPr>
            <p:spPr>
              <a:xfrm flipH="1">
                <a:off x="4276" y="1019"/>
                <a:ext cx="54" cy="69"/>
              </a:xfrm>
              <a:prstGeom prst="line">
                <a:avLst/>
              </a:prstGeom>
              <a:ln w="9525" cap="flat" cmpd="sng">
                <a:solidFill>
                  <a:schemeClr val="tx1"/>
                </a:solidFill>
                <a:prstDash val="solid"/>
                <a:round/>
                <a:headEnd type="none" w="med" len="med"/>
                <a:tailEnd type="none" w="med" len="med"/>
              </a:ln>
            </p:spPr>
          </p:sp>
          <p:sp>
            <p:nvSpPr>
              <p:cNvPr id="141356" name="Rectangle 42"/>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1357" name="Rectangle 43"/>
              <p:cNvSpPr/>
              <p:nvPr/>
            </p:nvSpPr>
            <p:spPr>
              <a:xfrm>
                <a:off x="4202" y="924"/>
                <a:ext cx="48" cy="48"/>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41358" name="Line 44"/>
            <p:cNvSpPr/>
            <p:nvPr/>
          </p:nvSpPr>
          <p:spPr>
            <a:xfrm flipV="1">
              <a:off x="2953" y="1696"/>
              <a:ext cx="771" cy="267"/>
            </a:xfrm>
            <a:prstGeom prst="line">
              <a:avLst/>
            </a:prstGeom>
            <a:ln w="9525" cap="flat" cmpd="sng">
              <a:solidFill>
                <a:schemeClr val="tx1"/>
              </a:solidFill>
              <a:prstDash val="solid"/>
              <a:round/>
              <a:headEnd type="none" w="med" len="med"/>
              <a:tailEnd type="none" w="med" len="med"/>
            </a:ln>
          </p:spPr>
        </p:sp>
        <p:sp>
          <p:nvSpPr>
            <p:cNvPr id="141359" name="Line 45"/>
            <p:cNvSpPr/>
            <p:nvPr/>
          </p:nvSpPr>
          <p:spPr>
            <a:xfrm flipV="1">
              <a:off x="2823" y="1493"/>
              <a:ext cx="422" cy="478"/>
            </a:xfrm>
            <a:prstGeom prst="line">
              <a:avLst/>
            </a:prstGeom>
            <a:ln w="9525" cap="flat" cmpd="sng">
              <a:solidFill>
                <a:schemeClr val="tx1"/>
              </a:solidFill>
              <a:prstDash val="solid"/>
              <a:round/>
              <a:headEnd type="none" w="med" len="med"/>
              <a:tailEnd type="none" w="med" len="med"/>
            </a:ln>
          </p:spPr>
        </p:sp>
        <p:grpSp>
          <p:nvGrpSpPr>
            <p:cNvPr id="141360" name="Group 46"/>
            <p:cNvGrpSpPr/>
            <p:nvPr/>
          </p:nvGrpSpPr>
          <p:grpSpPr>
            <a:xfrm>
              <a:off x="1791" y="1457"/>
              <a:ext cx="359" cy="180"/>
              <a:chOff x="533" y="321"/>
              <a:chExt cx="359" cy="180"/>
            </a:xfrm>
          </p:grpSpPr>
          <p:grpSp>
            <p:nvGrpSpPr>
              <p:cNvPr id="141361" name="Group 47"/>
              <p:cNvGrpSpPr/>
              <p:nvPr/>
            </p:nvGrpSpPr>
            <p:grpSpPr>
              <a:xfrm>
                <a:off x="533" y="321"/>
                <a:ext cx="359" cy="180"/>
                <a:chOff x="1009" y="655"/>
                <a:chExt cx="359" cy="180"/>
              </a:xfrm>
            </p:grpSpPr>
            <p:sp>
              <p:nvSpPr>
                <p:cNvPr id="141362" name="Oval 48"/>
                <p:cNvSpPr/>
                <p:nvPr/>
              </p:nvSpPr>
              <p:spPr>
                <a:xfrm>
                  <a:off x="1012" y="735"/>
                  <a:ext cx="356" cy="100"/>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1363" name="Line 49"/>
                <p:cNvSpPr/>
                <p:nvPr/>
              </p:nvSpPr>
              <p:spPr>
                <a:xfrm>
                  <a:off x="1012" y="727"/>
                  <a:ext cx="0" cy="62"/>
                </a:xfrm>
                <a:prstGeom prst="line">
                  <a:avLst/>
                </a:prstGeom>
                <a:ln w="12700" cap="flat" cmpd="sng">
                  <a:solidFill>
                    <a:schemeClr val="tx1"/>
                  </a:solidFill>
                  <a:prstDash val="solid"/>
                  <a:round/>
                  <a:headEnd type="none" w="med" len="med"/>
                  <a:tailEnd type="none" w="med" len="med"/>
                </a:ln>
              </p:spPr>
            </p:sp>
            <p:sp>
              <p:nvSpPr>
                <p:cNvPr id="141364" name="Line 50"/>
                <p:cNvSpPr/>
                <p:nvPr/>
              </p:nvSpPr>
              <p:spPr>
                <a:xfrm>
                  <a:off x="1368" y="727"/>
                  <a:ext cx="0" cy="62"/>
                </a:xfrm>
                <a:prstGeom prst="line">
                  <a:avLst/>
                </a:prstGeom>
                <a:ln w="12700" cap="flat" cmpd="sng">
                  <a:solidFill>
                    <a:schemeClr val="tx1"/>
                  </a:solidFill>
                  <a:prstDash val="solid"/>
                  <a:round/>
                  <a:headEnd type="none" w="med" len="med"/>
                  <a:tailEnd type="none" w="med" len="med"/>
                </a:ln>
              </p:spPr>
            </p:sp>
            <p:sp>
              <p:nvSpPr>
                <p:cNvPr id="141365" name="Rectangle 51"/>
                <p:cNvSpPr/>
                <p:nvPr/>
              </p:nvSpPr>
              <p:spPr>
                <a:xfrm>
                  <a:off x="1012" y="727"/>
                  <a:ext cx="353" cy="61"/>
                </a:xfrm>
                <a:prstGeom prst="rect">
                  <a:avLst/>
                </a:prstGeom>
                <a:solidFill>
                  <a:schemeClr val="hlink"/>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41366" name="Oval 52"/>
                <p:cNvSpPr/>
                <p:nvPr/>
              </p:nvSpPr>
              <p:spPr>
                <a:xfrm>
                  <a:off x="1009" y="655"/>
                  <a:ext cx="356" cy="116"/>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41367" name="Group 53"/>
                <p:cNvGrpSpPr/>
                <p:nvPr/>
              </p:nvGrpSpPr>
              <p:grpSpPr>
                <a:xfrm>
                  <a:off x="1095" y="681"/>
                  <a:ext cx="176" cy="68"/>
                  <a:chOff x="2848" y="848"/>
                  <a:chExt cx="140" cy="98"/>
                </a:xfrm>
              </p:grpSpPr>
              <p:sp>
                <p:nvSpPr>
                  <p:cNvPr id="141368" name="Line 54"/>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41369" name="Line 55"/>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41370" name="Line 56"/>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141371" name="Group 57"/>
                <p:cNvGrpSpPr/>
                <p:nvPr/>
              </p:nvGrpSpPr>
              <p:grpSpPr>
                <a:xfrm flipV="1">
                  <a:off x="1095" y="680"/>
                  <a:ext cx="176" cy="68"/>
                  <a:chOff x="2848" y="848"/>
                  <a:chExt cx="140" cy="98"/>
                </a:xfrm>
              </p:grpSpPr>
              <p:sp>
                <p:nvSpPr>
                  <p:cNvPr id="141372" name="Line 58"/>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41373" name="Line 59"/>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41374" name="Line 60"/>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sp>
            <p:nvSpPr>
              <p:cNvPr id="141375" name="Line 61"/>
              <p:cNvSpPr/>
              <p:nvPr/>
            </p:nvSpPr>
            <p:spPr>
              <a:xfrm>
                <a:off x="535" y="368"/>
                <a:ext cx="0" cy="62"/>
              </a:xfrm>
              <a:prstGeom prst="line">
                <a:avLst/>
              </a:prstGeom>
              <a:ln w="12700" cap="flat" cmpd="sng">
                <a:solidFill>
                  <a:schemeClr val="tx1"/>
                </a:solidFill>
                <a:prstDash val="solid"/>
                <a:round/>
                <a:headEnd type="none" w="med" len="med"/>
                <a:tailEnd type="none" w="med" len="med"/>
              </a:ln>
            </p:spPr>
          </p:sp>
        </p:grpSp>
        <p:sp>
          <p:nvSpPr>
            <p:cNvPr id="141376" name="Line 62"/>
            <p:cNvSpPr/>
            <p:nvPr/>
          </p:nvSpPr>
          <p:spPr>
            <a:xfrm>
              <a:off x="2134" y="1590"/>
              <a:ext cx="543" cy="406"/>
            </a:xfrm>
            <a:prstGeom prst="line">
              <a:avLst/>
            </a:prstGeom>
            <a:ln w="9525" cap="flat" cmpd="sng">
              <a:solidFill>
                <a:schemeClr val="tx1"/>
              </a:solidFill>
              <a:prstDash val="solid"/>
              <a:round/>
              <a:headEnd type="none" w="med" len="med"/>
              <a:tailEnd type="none" w="med" len="med"/>
            </a:ln>
          </p:spPr>
        </p:sp>
        <p:sp>
          <p:nvSpPr>
            <p:cNvPr id="141377" name="Line 63"/>
            <p:cNvSpPr/>
            <p:nvPr/>
          </p:nvSpPr>
          <p:spPr>
            <a:xfrm flipH="1">
              <a:off x="1257" y="1525"/>
              <a:ext cx="536" cy="0"/>
            </a:xfrm>
            <a:prstGeom prst="line">
              <a:avLst/>
            </a:prstGeom>
            <a:ln w="9525" cap="flat" cmpd="sng">
              <a:solidFill>
                <a:schemeClr val="tx1"/>
              </a:solidFill>
              <a:prstDash val="solid"/>
              <a:round/>
              <a:headEnd type="none" w="med" len="med"/>
              <a:tailEnd type="none" w="med" len="med"/>
            </a:ln>
          </p:spPr>
        </p:sp>
        <p:grpSp>
          <p:nvGrpSpPr>
            <p:cNvPr id="141378" name="Group 69"/>
            <p:cNvGrpSpPr/>
            <p:nvPr/>
          </p:nvGrpSpPr>
          <p:grpSpPr>
            <a:xfrm>
              <a:off x="2563" y="1953"/>
              <a:ext cx="454" cy="176"/>
              <a:chOff x="3913" y="3140"/>
              <a:chExt cx="454" cy="176"/>
            </a:xfrm>
          </p:grpSpPr>
          <p:sp>
            <p:nvSpPr>
              <p:cNvPr id="141379" name="Rectangle 70"/>
              <p:cNvSpPr/>
              <p:nvPr/>
            </p:nvSpPr>
            <p:spPr>
              <a:xfrm>
                <a:off x="3913" y="3228"/>
                <a:ext cx="407" cy="88"/>
              </a:xfrm>
              <a:prstGeom prst="rect">
                <a:avLst/>
              </a:prstGeom>
              <a:solidFill>
                <a:schemeClr val="hlink"/>
              </a:solidFill>
              <a:ln w="9525"/>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1380" name="Freeform 71"/>
              <p:cNvSpPr/>
              <p:nvPr/>
            </p:nvSpPr>
            <p:spPr>
              <a:xfrm>
                <a:off x="3958" y="3145"/>
                <a:ext cx="409" cy="68"/>
              </a:xfrm>
              <a:custGeom>
                <a:avLst/>
                <a:gdLst/>
                <a:ahLst/>
                <a:cxnLst>
                  <a:cxn ang="0">
                    <a:pos x="0" y="92"/>
                  </a:cxn>
                  <a:cxn ang="0">
                    <a:pos x="245" y="91"/>
                  </a:cxn>
                  <a:cxn ang="0">
                    <a:pos x="1455" y="0"/>
                  </a:cxn>
                  <a:cxn ang="0">
                    <a:pos x="1861" y="0"/>
                  </a:cxn>
                </a:cxnLst>
                <a:pathLst>
                  <a:path w="280" h="63">
                    <a:moveTo>
                      <a:pt x="0" y="63"/>
                    </a:moveTo>
                    <a:lnTo>
                      <a:pt x="37" y="62"/>
                    </a:lnTo>
                    <a:lnTo>
                      <a:pt x="219" y="0"/>
                    </a:lnTo>
                    <a:lnTo>
                      <a:pt x="280"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141381" name="Freeform 72"/>
              <p:cNvSpPr/>
              <p:nvPr/>
            </p:nvSpPr>
            <p:spPr>
              <a:xfrm>
                <a:off x="4044" y="3140"/>
                <a:ext cx="251" cy="75"/>
              </a:xfrm>
              <a:custGeom>
                <a:avLst/>
                <a:gdLst/>
                <a:ahLst/>
                <a:cxnLst>
                  <a:cxn ang="0">
                    <a:pos x="0" y="0"/>
                  </a:cxn>
                  <a:cxn ang="0">
                    <a:pos x="561" y="0"/>
                  </a:cxn>
                  <a:cxn ang="0">
                    <a:pos x="1430" y="79"/>
                  </a:cxn>
                  <a:cxn ang="0">
                    <a:pos x="2076" y="79"/>
                  </a:cxn>
                </a:cxnLst>
                <a:pathLst>
                  <a:path w="148" h="74">
                    <a:moveTo>
                      <a:pt x="0" y="0"/>
                    </a:moveTo>
                    <a:lnTo>
                      <a:pt x="40" y="0"/>
                    </a:lnTo>
                    <a:lnTo>
                      <a:pt x="102" y="74"/>
                    </a:lnTo>
                    <a:lnTo>
                      <a:pt x="148" y="74"/>
                    </a:lnTo>
                  </a:path>
                </a:pathLst>
              </a:custGeom>
              <a:noFill/>
              <a:ln w="19050" cap="flat" cmpd="sng">
                <a:solidFill>
                  <a:schemeClr val="tx1"/>
                </a:solidFill>
                <a:prstDash val="solid"/>
                <a:round/>
                <a:headEnd type="none" w="med" len="med"/>
                <a:tailEnd type="none" w="med" len="med"/>
              </a:ln>
            </p:spPr>
            <p:txBody>
              <a:bodyPr/>
              <a:p>
                <a:endParaRPr lang="zh-CN" altLang="en-US"/>
              </a:p>
            </p:txBody>
          </p:sp>
        </p:grpSp>
        <p:grpSp>
          <p:nvGrpSpPr>
            <p:cNvPr id="141382" name="Group 73"/>
            <p:cNvGrpSpPr/>
            <p:nvPr/>
          </p:nvGrpSpPr>
          <p:grpSpPr>
            <a:xfrm>
              <a:off x="1067" y="3014"/>
              <a:ext cx="454" cy="176"/>
              <a:chOff x="3913" y="3140"/>
              <a:chExt cx="454" cy="176"/>
            </a:xfrm>
          </p:grpSpPr>
          <p:sp>
            <p:nvSpPr>
              <p:cNvPr id="141383" name="Rectangle 74"/>
              <p:cNvSpPr/>
              <p:nvPr/>
            </p:nvSpPr>
            <p:spPr>
              <a:xfrm>
                <a:off x="3913" y="3228"/>
                <a:ext cx="407" cy="88"/>
              </a:xfrm>
              <a:prstGeom prst="rect">
                <a:avLst/>
              </a:prstGeom>
              <a:solidFill>
                <a:schemeClr val="hlink"/>
              </a:solidFill>
              <a:ln w="9525"/>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1384" name="Freeform 75"/>
              <p:cNvSpPr/>
              <p:nvPr/>
            </p:nvSpPr>
            <p:spPr>
              <a:xfrm>
                <a:off x="3958" y="3145"/>
                <a:ext cx="409" cy="68"/>
              </a:xfrm>
              <a:custGeom>
                <a:avLst/>
                <a:gdLst/>
                <a:ahLst/>
                <a:cxnLst>
                  <a:cxn ang="0">
                    <a:pos x="0" y="92"/>
                  </a:cxn>
                  <a:cxn ang="0">
                    <a:pos x="245" y="91"/>
                  </a:cxn>
                  <a:cxn ang="0">
                    <a:pos x="1455" y="0"/>
                  </a:cxn>
                  <a:cxn ang="0">
                    <a:pos x="1861" y="0"/>
                  </a:cxn>
                </a:cxnLst>
                <a:pathLst>
                  <a:path w="280" h="63">
                    <a:moveTo>
                      <a:pt x="0" y="63"/>
                    </a:moveTo>
                    <a:lnTo>
                      <a:pt x="37" y="62"/>
                    </a:lnTo>
                    <a:lnTo>
                      <a:pt x="219" y="0"/>
                    </a:lnTo>
                    <a:lnTo>
                      <a:pt x="280"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141385" name="Freeform 76"/>
              <p:cNvSpPr/>
              <p:nvPr/>
            </p:nvSpPr>
            <p:spPr>
              <a:xfrm>
                <a:off x="4044" y="3140"/>
                <a:ext cx="251" cy="75"/>
              </a:xfrm>
              <a:custGeom>
                <a:avLst/>
                <a:gdLst/>
                <a:ahLst/>
                <a:cxnLst>
                  <a:cxn ang="0">
                    <a:pos x="0" y="0"/>
                  </a:cxn>
                  <a:cxn ang="0">
                    <a:pos x="561" y="0"/>
                  </a:cxn>
                  <a:cxn ang="0">
                    <a:pos x="1430" y="79"/>
                  </a:cxn>
                  <a:cxn ang="0">
                    <a:pos x="2076" y="79"/>
                  </a:cxn>
                </a:cxnLst>
                <a:pathLst>
                  <a:path w="148" h="74">
                    <a:moveTo>
                      <a:pt x="0" y="0"/>
                    </a:moveTo>
                    <a:lnTo>
                      <a:pt x="40" y="0"/>
                    </a:lnTo>
                    <a:lnTo>
                      <a:pt x="102" y="74"/>
                    </a:lnTo>
                    <a:lnTo>
                      <a:pt x="148" y="74"/>
                    </a:lnTo>
                  </a:path>
                </a:pathLst>
              </a:custGeom>
              <a:noFill/>
              <a:ln w="19050" cap="flat" cmpd="sng">
                <a:solidFill>
                  <a:schemeClr val="tx1"/>
                </a:solidFill>
                <a:prstDash val="solid"/>
                <a:round/>
                <a:headEnd type="none" w="med" len="med"/>
                <a:tailEnd type="none" w="med" len="med"/>
              </a:ln>
            </p:spPr>
            <p:txBody>
              <a:bodyPr/>
              <a:p>
                <a:endParaRPr lang="zh-CN" altLang="en-US"/>
              </a:p>
            </p:txBody>
          </p:sp>
        </p:grpSp>
        <p:grpSp>
          <p:nvGrpSpPr>
            <p:cNvPr id="141386" name="Group 77"/>
            <p:cNvGrpSpPr/>
            <p:nvPr/>
          </p:nvGrpSpPr>
          <p:grpSpPr>
            <a:xfrm>
              <a:off x="2466" y="3030"/>
              <a:ext cx="454" cy="176"/>
              <a:chOff x="3913" y="3140"/>
              <a:chExt cx="454" cy="176"/>
            </a:xfrm>
          </p:grpSpPr>
          <p:sp>
            <p:nvSpPr>
              <p:cNvPr id="141387" name="Rectangle 78"/>
              <p:cNvSpPr/>
              <p:nvPr/>
            </p:nvSpPr>
            <p:spPr>
              <a:xfrm>
                <a:off x="3913" y="3228"/>
                <a:ext cx="407" cy="88"/>
              </a:xfrm>
              <a:prstGeom prst="rect">
                <a:avLst/>
              </a:prstGeom>
              <a:solidFill>
                <a:schemeClr val="hlink"/>
              </a:solidFill>
              <a:ln w="9525"/>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1388" name="Freeform 79"/>
              <p:cNvSpPr/>
              <p:nvPr/>
            </p:nvSpPr>
            <p:spPr>
              <a:xfrm>
                <a:off x="3958" y="3145"/>
                <a:ext cx="409" cy="68"/>
              </a:xfrm>
              <a:custGeom>
                <a:avLst/>
                <a:gdLst/>
                <a:ahLst/>
                <a:cxnLst>
                  <a:cxn ang="0">
                    <a:pos x="0" y="92"/>
                  </a:cxn>
                  <a:cxn ang="0">
                    <a:pos x="245" y="91"/>
                  </a:cxn>
                  <a:cxn ang="0">
                    <a:pos x="1455" y="0"/>
                  </a:cxn>
                  <a:cxn ang="0">
                    <a:pos x="1861" y="0"/>
                  </a:cxn>
                </a:cxnLst>
                <a:pathLst>
                  <a:path w="280" h="63">
                    <a:moveTo>
                      <a:pt x="0" y="63"/>
                    </a:moveTo>
                    <a:lnTo>
                      <a:pt x="37" y="62"/>
                    </a:lnTo>
                    <a:lnTo>
                      <a:pt x="219" y="0"/>
                    </a:lnTo>
                    <a:lnTo>
                      <a:pt x="280"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141389" name="Freeform 80"/>
              <p:cNvSpPr/>
              <p:nvPr/>
            </p:nvSpPr>
            <p:spPr>
              <a:xfrm>
                <a:off x="4044" y="3140"/>
                <a:ext cx="251" cy="75"/>
              </a:xfrm>
              <a:custGeom>
                <a:avLst/>
                <a:gdLst/>
                <a:ahLst/>
                <a:cxnLst>
                  <a:cxn ang="0">
                    <a:pos x="0" y="0"/>
                  </a:cxn>
                  <a:cxn ang="0">
                    <a:pos x="561" y="0"/>
                  </a:cxn>
                  <a:cxn ang="0">
                    <a:pos x="1430" y="79"/>
                  </a:cxn>
                  <a:cxn ang="0">
                    <a:pos x="2076" y="79"/>
                  </a:cxn>
                </a:cxnLst>
                <a:pathLst>
                  <a:path w="148" h="74">
                    <a:moveTo>
                      <a:pt x="0" y="0"/>
                    </a:moveTo>
                    <a:lnTo>
                      <a:pt x="40" y="0"/>
                    </a:lnTo>
                    <a:lnTo>
                      <a:pt x="102" y="74"/>
                    </a:lnTo>
                    <a:lnTo>
                      <a:pt x="148" y="74"/>
                    </a:lnTo>
                  </a:path>
                </a:pathLst>
              </a:custGeom>
              <a:noFill/>
              <a:ln w="19050" cap="flat" cmpd="sng">
                <a:solidFill>
                  <a:schemeClr val="tx1"/>
                </a:solidFill>
                <a:prstDash val="solid"/>
                <a:round/>
                <a:headEnd type="none" w="med" len="med"/>
                <a:tailEnd type="none" w="med" len="med"/>
              </a:ln>
            </p:spPr>
            <p:txBody>
              <a:bodyPr/>
              <a:p>
                <a:endParaRPr lang="zh-CN" altLang="en-US"/>
              </a:p>
            </p:txBody>
          </p:sp>
        </p:grpSp>
        <p:grpSp>
          <p:nvGrpSpPr>
            <p:cNvPr id="141390" name="Group 81"/>
            <p:cNvGrpSpPr/>
            <p:nvPr/>
          </p:nvGrpSpPr>
          <p:grpSpPr>
            <a:xfrm>
              <a:off x="3915" y="3054"/>
              <a:ext cx="454" cy="176"/>
              <a:chOff x="3913" y="3140"/>
              <a:chExt cx="454" cy="176"/>
            </a:xfrm>
          </p:grpSpPr>
          <p:sp>
            <p:nvSpPr>
              <p:cNvPr id="141391" name="Rectangle 82"/>
              <p:cNvSpPr/>
              <p:nvPr/>
            </p:nvSpPr>
            <p:spPr>
              <a:xfrm>
                <a:off x="3913" y="3228"/>
                <a:ext cx="407" cy="88"/>
              </a:xfrm>
              <a:prstGeom prst="rect">
                <a:avLst/>
              </a:prstGeom>
              <a:solidFill>
                <a:schemeClr val="hlink"/>
              </a:solidFill>
              <a:ln w="9525"/>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1392" name="Freeform 83"/>
              <p:cNvSpPr/>
              <p:nvPr/>
            </p:nvSpPr>
            <p:spPr>
              <a:xfrm>
                <a:off x="3958" y="3145"/>
                <a:ext cx="409" cy="68"/>
              </a:xfrm>
              <a:custGeom>
                <a:avLst/>
                <a:gdLst/>
                <a:ahLst/>
                <a:cxnLst>
                  <a:cxn ang="0">
                    <a:pos x="0" y="92"/>
                  </a:cxn>
                  <a:cxn ang="0">
                    <a:pos x="245" y="91"/>
                  </a:cxn>
                  <a:cxn ang="0">
                    <a:pos x="1455" y="0"/>
                  </a:cxn>
                  <a:cxn ang="0">
                    <a:pos x="1861" y="0"/>
                  </a:cxn>
                </a:cxnLst>
                <a:pathLst>
                  <a:path w="280" h="63">
                    <a:moveTo>
                      <a:pt x="0" y="63"/>
                    </a:moveTo>
                    <a:lnTo>
                      <a:pt x="37" y="62"/>
                    </a:lnTo>
                    <a:lnTo>
                      <a:pt x="219" y="0"/>
                    </a:lnTo>
                    <a:lnTo>
                      <a:pt x="280"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141393" name="Freeform 84"/>
              <p:cNvSpPr/>
              <p:nvPr/>
            </p:nvSpPr>
            <p:spPr>
              <a:xfrm>
                <a:off x="4044" y="3140"/>
                <a:ext cx="251" cy="75"/>
              </a:xfrm>
              <a:custGeom>
                <a:avLst/>
                <a:gdLst/>
                <a:ahLst/>
                <a:cxnLst>
                  <a:cxn ang="0">
                    <a:pos x="0" y="0"/>
                  </a:cxn>
                  <a:cxn ang="0">
                    <a:pos x="561" y="0"/>
                  </a:cxn>
                  <a:cxn ang="0">
                    <a:pos x="1430" y="79"/>
                  </a:cxn>
                  <a:cxn ang="0">
                    <a:pos x="2076" y="79"/>
                  </a:cxn>
                </a:cxnLst>
                <a:pathLst>
                  <a:path w="148" h="74">
                    <a:moveTo>
                      <a:pt x="0" y="0"/>
                    </a:moveTo>
                    <a:lnTo>
                      <a:pt x="40" y="0"/>
                    </a:lnTo>
                    <a:lnTo>
                      <a:pt x="102" y="74"/>
                    </a:lnTo>
                    <a:lnTo>
                      <a:pt x="148" y="74"/>
                    </a:lnTo>
                  </a:path>
                </a:pathLst>
              </a:custGeom>
              <a:noFill/>
              <a:ln w="19050" cap="flat" cmpd="sng">
                <a:solidFill>
                  <a:schemeClr val="tx1"/>
                </a:solidFill>
                <a:prstDash val="solid"/>
                <a:round/>
                <a:headEnd type="none" w="med" len="med"/>
                <a:tailEnd type="none" w="med" len="med"/>
              </a:ln>
            </p:spPr>
            <p:txBody>
              <a:bodyPr/>
              <a:p>
                <a:endParaRPr lang="zh-CN" altLang="en-US"/>
              </a:p>
            </p:txBody>
          </p:sp>
        </p:grpSp>
      </p:grpSp>
      <p:sp>
        <p:nvSpPr>
          <p:cNvPr id="141394" name="Text Box 86"/>
          <p:cNvSpPr txBox="1"/>
          <p:nvPr/>
        </p:nvSpPr>
        <p:spPr>
          <a:xfrm>
            <a:off x="138113" y="4438650"/>
            <a:ext cx="1028700" cy="517525"/>
          </a:xfrm>
          <a:prstGeom prst="rect">
            <a:avLst/>
          </a:prstGeom>
          <a:noFill/>
          <a:ln w="9525">
            <a:noFill/>
          </a:ln>
        </p:spPr>
        <p:txBody>
          <a:bodyPr wrap="none" anchor="t" anchorCtr="0">
            <a:spAutoFit/>
          </a:bodyPr>
          <a:p>
            <a:pPr eaLnBrk="0" hangingPunct="0">
              <a:buClrTx/>
              <a:buFontTx/>
            </a:pPr>
            <a:r>
              <a:rPr lang="en-US" altLang="zh-CN" sz="1400" i="0" dirty="0">
                <a:latin typeface="Comic Sans MS" panose="030F0702030302020204" pitchFamily="66" charset="0"/>
                <a:ea typeface="宋体" panose="02010600030101010101" pitchFamily="2" charset="-122"/>
              </a:rPr>
              <a:t>Computer </a:t>
            </a:r>
            <a:endParaRPr lang="en-US" altLang="zh-CN" sz="1400" i="0" dirty="0">
              <a:latin typeface="Comic Sans MS" panose="030F0702030302020204" pitchFamily="66" charset="0"/>
              <a:ea typeface="宋体" panose="02010600030101010101" pitchFamily="2" charset="-122"/>
            </a:endParaRPr>
          </a:p>
          <a:p>
            <a:pPr eaLnBrk="0" hangingPunct="0">
              <a:buClrTx/>
              <a:buFontTx/>
            </a:pPr>
            <a:r>
              <a:rPr lang="en-US" altLang="zh-CN" sz="1400" i="0" dirty="0">
                <a:latin typeface="Comic Sans MS" panose="030F0702030302020204" pitchFamily="66" charset="0"/>
                <a:ea typeface="宋体" panose="02010600030101010101" pitchFamily="2" charset="-122"/>
              </a:rPr>
              <a:t>Science</a:t>
            </a:r>
            <a:endParaRPr lang="en-US" altLang="zh-CN" dirty="0">
              <a:latin typeface="Comic Sans MS" panose="030F0702030302020204" pitchFamily="66" charset="0"/>
              <a:ea typeface="宋体" panose="02010600030101010101" pitchFamily="2" charset="-122"/>
            </a:endParaRPr>
          </a:p>
        </p:txBody>
      </p:sp>
      <p:sp>
        <p:nvSpPr>
          <p:cNvPr id="141395" name="Text Box 87"/>
          <p:cNvSpPr txBox="1"/>
          <p:nvPr/>
        </p:nvSpPr>
        <p:spPr>
          <a:xfrm>
            <a:off x="1385888" y="4629150"/>
            <a:ext cx="1141412" cy="517525"/>
          </a:xfrm>
          <a:prstGeom prst="rect">
            <a:avLst/>
          </a:prstGeom>
          <a:noFill/>
          <a:ln w="9525">
            <a:noFill/>
          </a:ln>
        </p:spPr>
        <p:txBody>
          <a:bodyPr wrap="none" anchor="t" anchorCtr="0">
            <a:spAutoFit/>
          </a:bodyPr>
          <a:p>
            <a:pPr eaLnBrk="0" hangingPunct="0">
              <a:buClrTx/>
              <a:buFontTx/>
            </a:pPr>
            <a:r>
              <a:rPr lang="en-US" altLang="zh-CN" sz="1400" i="0" dirty="0">
                <a:latin typeface="Comic Sans MS" panose="030F0702030302020204" pitchFamily="66" charset="0"/>
                <a:ea typeface="宋体" panose="02010600030101010101" pitchFamily="2" charset="-122"/>
              </a:rPr>
              <a:t>Electrical</a:t>
            </a:r>
            <a:endParaRPr lang="en-US" altLang="zh-CN" sz="1400" i="0" dirty="0">
              <a:latin typeface="Comic Sans MS" panose="030F0702030302020204" pitchFamily="66" charset="0"/>
              <a:ea typeface="宋体" panose="02010600030101010101" pitchFamily="2" charset="-122"/>
            </a:endParaRPr>
          </a:p>
          <a:p>
            <a:pPr eaLnBrk="0" hangingPunct="0">
              <a:buClrTx/>
              <a:buFontTx/>
            </a:pPr>
            <a:r>
              <a:rPr lang="en-US" altLang="zh-CN" sz="1400" i="0" dirty="0">
                <a:latin typeface="Comic Sans MS" panose="030F0702030302020204" pitchFamily="66" charset="0"/>
                <a:ea typeface="宋体" panose="02010600030101010101" pitchFamily="2" charset="-122"/>
              </a:rPr>
              <a:t>Engineering</a:t>
            </a:r>
            <a:endParaRPr lang="en-US" altLang="zh-CN" dirty="0">
              <a:latin typeface="Comic Sans MS" panose="030F0702030302020204" pitchFamily="66" charset="0"/>
              <a:ea typeface="宋体" panose="02010600030101010101" pitchFamily="2" charset="-122"/>
            </a:endParaRPr>
          </a:p>
        </p:txBody>
      </p:sp>
      <p:sp>
        <p:nvSpPr>
          <p:cNvPr id="141396" name="Text Box 88"/>
          <p:cNvSpPr txBox="1"/>
          <p:nvPr/>
        </p:nvSpPr>
        <p:spPr>
          <a:xfrm>
            <a:off x="2692400" y="4551363"/>
            <a:ext cx="1141413" cy="517525"/>
          </a:xfrm>
          <a:prstGeom prst="rect">
            <a:avLst/>
          </a:prstGeom>
          <a:noFill/>
          <a:ln w="9525">
            <a:noFill/>
          </a:ln>
        </p:spPr>
        <p:txBody>
          <a:bodyPr wrap="none" anchor="t" anchorCtr="0">
            <a:spAutoFit/>
          </a:bodyPr>
          <a:p>
            <a:pPr eaLnBrk="0" hangingPunct="0">
              <a:buClrTx/>
              <a:buFontTx/>
            </a:pPr>
            <a:r>
              <a:rPr lang="en-US" altLang="zh-CN" sz="1400" i="0" dirty="0">
                <a:latin typeface="Comic Sans MS" panose="030F0702030302020204" pitchFamily="66" charset="0"/>
                <a:ea typeface="宋体" panose="02010600030101010101" pitchFamily="2" charset="-122"/>
              </a:rPr>
              <a:t>Computer</a:t>
            </a:r>
            <a:endParaRPr lang="en-US" altLang="zh-CN" sz="1400" i="0" dirty="0">
              <a:latin typeface="Comic Sans MS" panose="030F0702030302020204" pitchFamily="66" charset="0"/>
              <a:ea typeface="宋体" panose="02010600030101010101" pitchFamily="2" charset="-122"/>
            </a:endParaRPr>
          </a:p>
          <a:p>
            <a:pPr eaLnBrk="0" hangingPunct="0">
              <a:buClrTx/>
              <a:buFontTx/>
            </a:pPr>
            <a:r>
              <a:rPr lang="en-US" altLang="zh-CN" sz="1400" i="0" dirty="0">
                <a:latin typeface="Comic Sans MS" panose="030F0702030302020204" pitchFamily="66" charset="0"/>
                <a:ea typeface="宋体" panose="02010600030101010101" pitchFamily="2" charset="-122"/>
              </a:rPr>
              <a:t>Engineering</a:t>
            </a:r>
            <a:endParaRPr lang="en-US" altLang="zh-CN" dirty="0">
              <a:latin typeface="Comic Sans MS" panose="030F0702030302020204" pitchFamily="66" charset="0"/>
              <a:ea typeface="宋体" panose="02010600030101010101" pitchFamily="2" charset="-122"/>
            </a:endParaRPr>
          </a:p>
        </p:txBody>
      </p:sp>
      <p:sp>
        <p:nvSpPr>
          <p:cNvPr id="141397" name="Text Box 89"/>
          <p:cNvSpPr txBox="1"/>
          <p:nvPr/>
        </p:nvSpPr>
        <p:spPr>
          <a:xfrm>
            <a:off x="511175" y="1876425"/>
            <a:ext cx="3590925" cy="366713"/>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What’s wrong with this picture?</a:t>
            </a:r>
            <a:endParaRPr lang="en-US" altLang="zh-CN" dirty="0">
              <a:latin typeface="Comic Sans MS" panose="030F0702030302020204" pitchFamily="66" charset="0"/>
              <a:ea typeface="宋体" panose="0201060003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4336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43363" name="Rectangle 213"/>
          <p:cNvSpPr/>
          <p:nvPr/>
        </p:nvSpPr>
        <p:spPr>
          <a:xfrm>
            <a:off x="7543800" y="2105025"/>
            <a:ext cx="279400" cy="228600"/>
          </a:xfrm>
          <a:prstGeom prst="rect">
            <a:avLst/>
          </a:prstGeom>
          <a:solidFill>
            <a:srgbClr val="FFFF00"/>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3364" name="Cloud"/>
          <p:cNvSpPr>
            <a:spLocks noChangeAspect="1" noEditPoints="1"/>
          </p:cNvSpPr>
          <p:nvPr/>
        </p:nvSpPr>
        <p:spPr>
          <a:xfrm>
            <a:off x="4560888" y="4090988"/>
            <a:ext cx="4516437" cy="1214437"/>
          </a:xfrm>
          <a:custGeom>
            <a:avLst/>
            <a:gdLst/>
            <a:ahLst/>
            <a:cxnLst>
              <a:cxn ang="0">
                <a:pos x="2147483646" y="2147483646"/>
              </a:cxn>
              <a:cxn ang="0">
                <a:pos x="2147483646" y="2147483646"/>
              </a:cxn>
              <a:cxn ang="0">
                <a:pos x="2147483646" y="2147483646"/>
              </a:cxn>
              <a:cxn ang="0">
                <a:pos x="2147483646" y="2147483646"/>
              </a:cxn>
            </a:cxnLst>
            <a:pathLst>
              <a:path w="21600" h="21600">
                <a:moveTo>
                  <a:pt x="1949" y="7180"/>
                </a:moveTo>
                <a:cubicBezTo>
                  <a:pt x="841" y="7336"/>
                  <a:pt x="0" y="8613"/>
                  <a:pt x="0" y="10137"/>
                </a:cubicBezTo>
                <a:cubicBezTo>
                  <a:pt x="0" y="11192"/>
                  <a:pt x="409" y="12169"/>
                  <a:pt x="1074" y="12702"/>
                </a:cubicBezTo>
                <a:lnTo>
                  <a:pt x="1063" y="12668"/>
                </a:lnTo>
                <a:cubicBezTo>
                  <a:pt x="685" y="13217"/>
                  <a:pt x="475" y="13940"/>
                  <a:pt x="475" y="14691"/>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300"/>
                  <a:pt x="7635" y="20039"/>
                  <a:pt x="8235" y="19546"/>
                </a:cubicBezTo>
                <a:lnTo>
                  <a:pt x="8229" y="19550"/>
                </a:lnTo>
                <a:cubicBezTo>
                  <a:pt x="8855" y="20829"/>
                  <a:pt x="9908" y="21597"/>
                  <a:pt x="11036" y="21597"/>
                </a:cubicBezTo>
                <a:cubicBezTo>
                  <a:pt x="12523" y="21597"/>
                  <a:pt x="13836" y="20267"/>
                  <a:pt x="14267" y="18324"/>
                </a:cubicBezTo>
                <a:lnTo>
                  <a:pt x="14270" y="18350"/>
                </a:lnTo>
                <a:cubicBezTo>
                  <a:pt x="14730" y="18740"/>
                  <a:pt x="15260" y="18947"/>
                  <a:pt x="15802" y="18947"/>
                </a:cubicBezTo>
                <a:cubicBezTo>
                  <a:pt x="17390" y="18947"/>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lnTo>
                  <a:pt x="1949" y="7180"/>
                </a:lnTo>
                <a:close/>
              </a:path>
              <a:path w="21600" h="21600" fill="none">
                <a:moveTo>
                  <a:pt x="1074" y="12702"/>
                </a:moveTo>
                <a:cubicBezTo>
                  <a:pt x="1407" y="12969"/>
                  <a:pt x="1786" y="13110"/>
                  <a:pt x="2172" y="13110"/>
                </a:cubicBezTo>
                <a:cubicBezTo>
                  <a:pt x="2228" y="13110"/>
                  <a:pt x="2285" y="13107"/>
                  <a:pt x="2341" y="13101"/>
                </a:cubicBezTo>
              </a:path>
              <a:path w="21600" h="21600" fill="none">
                <a:moveTo>
                  <a:pt x="2909" y="17629"/>
                </a:moveTo>
                <a:cubicBezTo>
                  <a:pt x="3099" y="17599"/>
                  <a:pt x="3285" y="17535"/>
                  <a:pt x="3463" y="17439"/>
                </a:cubicBezTo>
              </a:path>
              <a:path w="21600" h="21600" fill="none">
                <a:moveTo>
                  <a:pt x="7895" y="18680"/>
                </a:moveTo>
                <a:cubicBezTo>
                  <a:pt x="7983" y="18985"/>
                  <a:pt x="8095" y="19277"/>
                  <a:pt x="8229" y="19550"/>
                </a:cubicBezTo>
              </a:path>
              <a:path w="21600" h="21600" fill="none">
                <a:moveTo>
                  <a:pt x="14267" y="18324"/>
                </a:moveTo>
                <a:cubicBezTo>
                  <a:pt x="14336" y="18013"/>
                  <a:pt x="14380" y="17693"/>
                  <a:pt x="14400" y="17370"/>
                </a:cubicBezTo>
              </a:path>
              <a:path w="21600" h="21600" fill="none">
                <a:moveTo>
                  <a:pt x="18694" y="15045"/>
                </a:moveTo>
                <a:cubicBezTo>
                  <a:pt x="18694" y="15034"/>
                  <a:pt x="18695" y="15024"/>
                  <a:pt x="18695" y="15013"/>
                </a:cubicBezTo>
                <a:cubicBezTo>
                  <a:pt x="18695" y="13508"/>
                  <a:pt x="18063" y="12136"/>
                  <a:pt x="17069" y="11477"/>
                </a:cubicBezTo>
              </a:path>
              <a:path w="21600" h="21600" fill="none">
                <a:moveTo>
                  <a:pt x="20165" y="8999"/>
                </a:moveTo>
                <a:cubicBezTo>
                  <a:pt x="20479" y="8635"/>
                  <a:pt x="20726" y="8177"/>
                  <a:pt x="20889" y="7661"/>
                </a:cubicBezTo>
              </a:path>
              <a:path w="21600" h="21600" fill="none">
                <a:moveTo>
                  <a:pt x="19186" y="3344"/>
                </a:moveTo>
                <a:cubicBezTo>
                  <a:pt x="19186" y="3328"/>
                  <a:pt x="19187" y="3313"/>
                  <a:pt x="19187" y="3297"/>
                </a:cubicBezTo>
                <a:cubicBezTo>
                  <a:pt x="19187" y="3101"/>
                  <a:pt x="19174" y="2905"/>
                  <a:pt x="19148" y="2712"/>
                </a:cubicBezTo>
              </a:path>
              <a:path w="21600" h="21600" fill="none">
                <a:moveTo>
                  <a:pt x="14905" y="1165"/>
                </a:moveTo>
                <a:cubicBezTo>
                  <a:pt x="14754" y="1408"/>
                  <a:pt x="14629" y="1679"/>
                  <a:pt x="14535" y="1971"/>
                </a:cubicBezTo>
              </a:path>
              <a:path w="21600" h="21600" fill="none">
                <a:moveTo>
                  <a:pt x="11221" y="1645"/>
                </a:moveTo>
                <a:cubicBezTo>
                  <a:pt x="11140" y="1866"/>
                  <a:pt x="11080" y="2099"/>
                  <a:pt x="11041" y="2340"/>
                </a:cubicBezTo>
              </a:path>
              <a:path w="21600" h="21600" fill="none">
                <a:moveTo>
                  <a:pt x="7645" y="3276"/>
                </a:moveTo>
                <a:cubicBezTo>
                  <a:pt x="7449" y="3016"/>
                  <a:pt x="7231" y="2790"/>
                  <a:pt x="6995" y="2602"/>
                </a:cubicBezTo>
              </a:path>
              <a:path w="21600" h="21600" fill="none">
                <a:moveTo>
                  <a:pt x="1942" y="7186"/>
                </a:moveTo>
                <a:cubicBezTo>
                  <a:pt x="1966" y="7426"/>
                  <a:pt x="2004" y="7663"/>
                  <a:pt x="2056" y="7895"/>
                </a:cubicBezTo>
              </a:path>
            </a:pathLst>
          </a:custGeom>
          <a:solidFill>
            <a:schemeClr val="bg1"/>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p>
            <a:endParaRPr lang="zh-CN" altLang="en-US"/>
          </a:p>
        </p:txBody>
      </p:sp>
      <p:sp>
        <p:nvSpPr>
          <p:cNvPr id="143365" name="Rectangle 263"/>
          <p:cNvSpPr/>
          <p:nvPr/>
        </p:nvSpPr>
        <p:spPr>
          <a:xfrm>
            <a:off x="5135563" y="4583113"/>
            <a:ext cx="269875" cy="204787"/>
          </a:xfrm>
          <a:prstGeom prst="rect">
            <a:avLst/>
          </a:prstGeom>
          <a:solidFill>
            <a:srgbClr val="00FF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3366" name="Rectangle 262"/>
          <p:cNvSpPr/>
          <p:nvPr/>
        </p:nvSpPr>
        <p:spPr>
          <a:xfrm>
            <a:off x="8064500" y="4811713"/>
            <a:ext cx="279400" cy="238125"/>
          </a:xfrm>
          <a:prstGeom prst="rect">
            <a:avLst/>
          </a:prstGeom>
          <a:solidFill>
            <a:srgbClr val="FFFF00"/>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3367" name="Rectangle 212"/>
          <p:cNvSpPr/>
          <p:nvPr/>
        </p:nvSpPr>
        <p:spPr>
          <a:xfrm>
            <a:off x="5470525" y="1889125"/>
            <a:ext cx="273050" cy="196850"/>
          </a:xfrm>
          <a:prstGeom prst="rect">
            <a:avLst/>
          </a:prstGeom>
          <a:solidFill>
            <a:srgbClr val="00FF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3368"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VLANs</a:t>
            </a:r>
            <a:endParaRPr lang="en-US" altLang="zh-CN" dirty="0">
              <a:ea typeface="宋体" panose="02010600030101010101" pitchFamily="2" charset="-122"/>
            </a:endParaRPr>
          </a:p>
        </p:txBody>
      </p:sp>
      <p:sp>
        <p:nvSpPr>
          <p:cNvPr id="143369" name="Rectangle 3"/>
          <p:cNvSpPr>
            <a:spLocks noGrp="1"/>
          </p:cNvSpPr>
          <p:nvPr>
            <p:ph idx="1"/>
          </p:nvPr>
        </p:nvSpPr>
        <p:spPr>
          <a:xfrm>
            <a:off x="4097338" y="482600"/>
            <a:ext cx="4926012" cy="1625600"/>
          </a:xfrm>
          <a:ln/>
        </p:spPr>
        <p:txBody>
          <a:bodyPr vert="horz" wrap="square" lIns="91440" tIns="45720" rIns="91440" bIns="45720" anchor="t" anchorCtr="0"/>
          <a:p>
            <a:pPr>
              <a:buNone/>
            </a:pPr>
            <a:r>
              <a:rPr lang="en-US" altLang="zh-CN" sz="2000" dirty="0">
                <a:solidFill>
                  <a:srgbClr val="FF0000"/>
                </a:solidFill>
                <a:ea typeface="宋体" panose="02010600030101010101" pitchFamily="2" charset="-122"/>
              </a:rPr>
              <a:t>Port-based VLAN</a:t>
            </a:r>
            <a:r>
              <a:rPr lang="en-US" altLang="zh-CN" sz="2000" dirty="0">
                <a:ea typeface="宋体" panose="02010600030101010101" pitchFamily="2" charset="-122"/>
              </a:rPr>
              <a:t>: switch ports grouped (by switch management software) so that </a:t>
            </a:r>
            <a:r>
              <a:rPr lang="en-US" altLang="zh-CN" sz="2000" i="1" dirty="0">
                <a:solidFill>
                  <a:srgbClr val="FF0000"/>
                </a:solidFill>
                <a:ea typeface="宋体" panose="02010600030101010101" pitchFamily="2" charset="-122"/>
              </a:rPr>
              <a:t>single</a:t>
            </a:r>
            <a:r>
              <a:rPr lang="en-US" altLang="zh-CN" sz="2000" dirty="0">
                <a:ea typeface="宋体" panose="02010600030101010101" pitchFamily="2" charset="-122"/>
              </a:rPr>
              <a:t> physical switch ……</a:t>
            </a:r>
            <a:endParaRPr lang="en-US" altLang="zh-CN" sz="2000" dirty="0">
              <a:ea typeface="宋体" panose="02010600030101010101" pitchFamily="2" charset="-122"/>
            </a:endParaRPr>
          </a:p>
          <a:p>
            <a:endParaRPr lang="en-US" altLang="zh-CN" sz="2000" dirty="0">
              <a:ea typeface="宋体" panose="02010600030101010101" pitchFamily="2" charset="-122"/>
            </a:endParaRPr>
          </a:p>
        </p:txBody>
      </p:sp>
      <p:sp>
        <p:nvSpPr>
          <p:cNvPr id="143370" name="Text Box 85"/>
          <p:cNvSpPr txBox="1"/>
          <p:nvPr/>
        </p:nvSpPr>
        <p:spPr>
          <a:xfrm>
            <a:off x="681038" y="2749550"/>
            <a:ext cx="2944812" cy="2225675"/>
          </a:xfrm>
          <a:prstGeom prst="rect">
            <a:avLst/>
          </a:prstGeom>
          <a:noFill/>
          <a:ln w="9525">
            <a:noFill/>
          </a:ln>
        </p:spPr>
        <p:txBody>
          <a:bodyPr anchor="t" anchorCtr="0">
            <a:spAutoFit/>
          </a:bodyPr>
          <a:p>
            <a:pPr eaLnBrk="0" hangingPunct="0">
              <a:buClrTx/>
              <a:buFontTx/>
            </a:pPr>
            <a:r>
              <a:rPr lang="en-US" altLang="zh-CN" sz="2000" i="0" dirty="0">
                <a:latin typeface="Comic Sans MS" panose="030F0702030302020204" pitchFamily="66" charset="0"/>
                <a:ea typeface="宋体" panose="02010600030101010101" pitchFamily="2" charset="-122"/>
              </a:rPr>
              <a:t>Switch(es) supporting VLAN capabilities can be configured to define multiple </a:t>
            </a:r>
            <a:r>
              <a:rPr lang="en-US" altLang="zh-CN" sz="2000" b="1" u="sng" dirty="0">
                <a:solidFill>
                  <a:srgbClr val="FF0000"/>
                </a:solidFill>
                <a:latin typeface="Comic Sans MS" panose="030F0702030302020204" pitchFamily="66" charset="0"/>
                <a:ea typeface="宋体" panose="02010600030101010101" pitchFamily="2" charset="-122"/>
              </a:rPr>
              <a:t>virtual </a:t>
            </a:r>
            <a:r>
              <a:rPr lang="en-US" altLang="zh-CN" sz="2000" i="0" dirty="0">
                <a:latin typeface="Comic Sans MS" panose="030F0702030302020204" pitchFamily="66" charset="0"/>
                <a:ea typeface="宋体" panose="02010600030101010101" pitchFamily="2" charset="-122"/>
              </a:rPr>
              <a:t>LANS over single physical LAN infrastructure.</a:t>
            </a:r>
            <a:endParaRPr lang="en-US" altLang="zh-CN" sz="2000" i="0" dirty="0">
              <a:latin typeface="Comic Sans MS" panose="030F0702030302020204" pitchFamily="66" charset="0"/>
              <a:ea typeface="宋体" panose="02010600030101010101" pitchFamily="2" charset="-122"/>
            </a:endParaRPr>
          </a:p>
        </p:txBody>
      </p:sp>
      <p:sp>
        <p:nvSpPr>
          <p:cNvPr id="143371" name="Rectangle 86"/>
          <p:cNvSpPr/>
          <p:nvPr/>
        </p:nvSpPr>
        <p:spPr>
          <a:xfrm>
            <a:off x="482600" y="2300288"/>
            <a:ext cx="3216275" cy="2813050"/>
          </a:xfrm>
          <a:prstGeom prst="rect">
            <a:avLst/>
          </a:prstGeom>
          <a:noFill/>
          <a:ln w="19050"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3372" name="Text Box 87"/>
          <p:cNvSpPr txBox="1"/>
          <p:nvPr/>
        </p:nvSpPr>
        <p:spPr>
          <a:xfrm>
            <a:off x="642938" y="1924050"/>
            <a:ext cx="1916112" cy="701675"/>
          </a:xfrm>
          <a:prstGeom prst="rect">
            <a:avLst/>
          </a:prstGeom>
          <a:solidFill>
            <a:schemeClr val="bg1"/>
          </a:solidFill>
          <a:ln w="9525">
            <a:noFill/>
          </a:ln>
        </p:spPr>
        <p:txBody>
          <a:bodyPr wrap="none" anchor="t" anchorCtr="0">
            <a:spAutoFit/>
          </a:bodyPr>
          <a:p>
            <a:pPr eaLnBrk="0" hangingPunct="0">
              <a:buClrTx/>
              <a:buFontTx/>
            </a:pPr>
            <a:r>
              <a:rPr lang="en-US" altLang="zh-CN" sz="2000" b="1" i="0" dirty="0">
                <a:solidFill>
                  <a:srgbClr val="FF0000"/>
                </a:solidFill>
                <a:latin typeface="Comic Sans MS" panose="030F0702030302020204" pitchFamily="66" charset="0"/>
                <a:ea typeface="宋体" panose="02010600030101010101" pitchFamily="2" charset="-122"/>
              </a:rPr>
              <a:t>Virtual Local </a:t>
            </a:r>
            <a:endParaRPr lang="en-US" altLang="zh-CN" sz="2000" b="1" i="0" dirty="0">
              <a:solidFill>
                <a:srgbClr val="FF0000"/>
              </a:solidFill>
              <a:latin typeface="Comic Sans MS" panose="030F0702030302020204" pitchFamily="66" charset="0"/>
              <a:ea typeface="宋体" panose="02010600030101010101" pitchFamily="2" charset="-122"/>
            </a:endParaRPr>
          </a:p>
          <a:p>
            <a:pPr eaLnBrk="0" hangingPunct="0">
              <a:buClrTx/>
              <a:buFontTx/>
            </a:pPr>
            <a:r>
              <a:rPr lang="en-US" altLang="zh-CN" sz="2000" b="1" i="0" dirty="0">
                <a:solidFill>
                  <a:srgbClr val="FF0000"/>
                </a:solidFill>
                <a:latin typeface="Comic Sans MS" panose="030F0702030302020204" pitchFamily="66" charset="0"/>
                <a:ea typeface="宋体" panose="02010600030101010101" pitchFamily="2" charset="-122"/>
              </a:rPr>
              <a:t>Area Network</a:t>
            </a:r>
            <a:endParaRPr lang="en-US" altLang="zh-CN" sz="2000" b="1" i="0" dirty="0">
              <a:solidFill>
                <a:srgbClr val="FF0000"/>
              </a:solidFill>
              <a:latin typeface="Comic Sans MS" panose="030F0702030302020204" pitchFamily="66" charset="0"/>
              <a:ea typeface="宋体" panose="02010600030101010101" pitchFamily="2" charset="-122"/>
            </a:endParaRPr>
          </a:p>
        </p:txBody>
      </p:sp>
      <p:sp>
        <p:nvSpPr>
          <p:cNvPr id="143373" name="Rectangle 80"/>
          <p:cNvSpPr/>
          <p:nvPr/>
        </p:nvSpPr>
        <p:spPr>
          <a:xfrm>
            <a:off x="5462588" y="2098675"/>
            <a:ext cx="290512" cy="242888"/>
          </a:xfrm>
          <a:prstGeom prst="rect">
            <a:avLst/>
          </a:prstGeom>
          <a:solidFill>
            <a:srgbClr val="00FFFF"/>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374" name="Rectangle 77"/>
          <p:cNvSpPr/>
          <p:nvPr/>
        </p:nvSpPr>
        <p:spPr>
          <a:xfrm>
            <a:off x="7534275" y="1879600"/>
            <a:ext cx="290513" cy="209550"/>
          </a:xfrm>
          <a:prstGeom prst="rect">
            <a:avLst/>
          </a:prstGeom>
          <a:solidFill>
            <a:srgbClr val="FFFF00"/>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375" name="Rectangle 76"/>
          <p:cNvSpPr/>
          <p:nvPr/>
        </p:nvSpPr>
        <p:spPr>
          <a:xfrm>
            <a:off x="6643688" y="1884363"/>
            <a:ext cx="890587" cy="457200"/>
          </a:xfrm>
          <a:prstGeom prst="rect">
            <a:avLst/>
          </a:prstGeom>
          <a:solidFill>
            <a:srgbClr val="FFFF00"/>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376" name="Rectangle 75"/>
          <p:cNvSpPr/>
          <p:nvPr/>
        </p:nvSpPr>
        <p:spPr>
          <a:xfrm>
            <a:off x="5748338" y="1884363"/>
            <a:ext cx="900112" cy="452437"/>
          </a:xfrm>
          <a:prstGeom prst="rect">
            <a:avLst/>
          </a:prstGeom>
          <a:solidFill>
            <a:srgbClr val="00FFFF"/>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377" name="Rectangle 2"/>
          <p:cNvSpPr/>
          <p:nvPr/>
        </p:nvSpPr>
        <p:spPr>
          <a:xfrm>
            <a:off x="5462588" y="1876425"/>
            <a:ext cx="2370137" cy="468313"/>
          </a:xfrm>
          <a:prstGeom prst="rect">
            <a:avLst/>
          </a:prstGeom>
          <a:noFill/>
          <a:ln w="9525" cap="flat" cmpd="sng">
            <a:solidFill>
              <a:schemeClr val="tx1"/>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378" name="Line 3"/>
          <p:cNvSpPr/>
          <p:nvPr/>
        </p:nvSpPr>
        <p:spPr>
          <a:xfrm>
            <a:off x="5464175" y="2092325"/>
            <a:ext cx="2351088" cy="4763"/>
          </a:xfrm>
          <a:prstGeom prst="line">
            <a:avLst/>
          </a:prstGeom>
          <a:ln w="9525" cap="flat" cmpd="sng">
            <a:solidFill>
              <a:schemeClr val="tx1"/>
            </a:solidFill>
            <a:prstDash val="solid"/>
            <a:round/>
            <a:headEnd type="none" w="med" len="med"/>
            <a:tailEnd type="none" w="med" len="med"/>
          </a:ln>
        </p:spPr>
      </p:sp>
      <p:sp>
        <p:nvSpPr>
          <p:cNvPr id="143379" name="Text Box 6"/>
          <p:cNvSpPr txBox="1"/>
          <p:nvPr/>
        </p:nvSpPr>
        <p:spPr>
          <a:xfrm>
            <a:off x="5380038" y="1835150"/>
            <a:ext cx="241300" cy="214313"/>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1</a:t>
            </a:r>
            <a:endParaRPr lang="en-US" altLang="zh-CN" sz="800" i="0" dirty="0">
              <a:latin typeface="Arial" panose="020B0604020202020204" pitchFamily="34" charset="0"/>
              <a:ea typeface="宋体" panose="02010600030101010101" pitchFamily="2" charset="-122"/>
            </a:endParaRPr>
          </a:p>
        </p:txBody>
      </p:sp>
      <p:sp>
        <p:nvSpPr>
          <p:cNvPr id="143380" name="Line 7"/>
          <p:cNvSpPr/>
          <p:nvPr/>
        </p:nvSpPr>
        <p:spPr>
          <a:xfrm>
            <a:off x="6643688" y="1881188"/>
            <a:ext cx="0" cy="463550"/>
          </a:xfrm>
          <a:prstGeom prst="line">
            <a:avLst/>
          </a:prstGeom>
          <a:ln w="9525" cap="flat" cmpd="sng">
            <a:solidFill>
              <a:schemeClr val="tx1"/>
            </a:solidFill>
            <a:prstDash val="solid"/>
            <a:round/>
            <a:headEnd type="none" w="med" len="med"/>
            <a:tailEnd type="none" w="med" len="med"/>
          </a:ln>
        </p:spPr>
      </p:sp>
      <p:sp>
        <p:nvSpPr>
          <p:cNvPr id="143381" name="AutoShape 8"/>
          <p:cNvSpPr/>
          <p:nvPr/>
        </p:nvSpPr>
        <p:spPr>
          <a:xfrm>
            <a:off x="5434013" y="1617663"/>
            <a:ext cx="3176587" cy="261937"/>
          </a:xfrm>
          <a:prstGeom prst="parallelogram">
            <a:avLst>
              <a:gd name="adj" fmla="val 303182"/>
            </a:avLst>
          </a:prstGeom>
          <a:solidFill>
            <a:schemeClr val="bg1"/>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382" name="Freeform 9"/>
          <p:cNvSpPr/>
          <p:nvPr/>
        </p:nvSpPr>
        <p:spPr>
          <a:xfrm>
            <a:off x="7837488" y="1620838"/>
            <a:ext cx="763587" cy="720725"/>
          </a:xfrm>
          <a:custGeom>
            <a:avLst/>
            <a:gdLst/>
            <a:ahLst/>
            <a:cxnLst>
              <a:cxn ang="0">
                <a:pos x="0" y="2147483646"/>
              </a:cxn>
              <a:cxn ang="0">
                <a:pos x="2147483646" y="2147483646"/>
              </a:cxn>
              <a:cxn ang="0">
                <a:pos x="2147483646" y="0"/>
              </a:cxn>
            </a:cxnLst>
            <a:pathLst>
              <a:path w="232" h="454">
                <a:moveTo>
                  <a:pt x="0" y="454"/>
                </a:moveTo>
                <a:lnTo>
                  <a:pt x="232" y="274"/>
                </a:lnTo>
                <a:lnTo>
                  <a:pt x="229"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43383" name="Freeform 10"/>
          <p:cNvSpPr/>
          <p:nvPr/>
        </p:nvSpPr>
        <p:spPr>
          <a:xfrm>
            <a:off x="5835650" y="1665288"/>
            <a:ext cx="2228850" cy="150812"/>
          </a:xfrm>
          <a:custGeom>
            <a:avLst/>
            <a:gdLst/>
            <a:ahLst/>
            <a:cxnLst>
              <a:cxn ang="0">
                <a:pos x="0" y="2147483646"/>
              </a:cxn>
              <a:cxn ang="0">
                <a:pos x="2147483646" y="2147483646"/>
              </a:cxn>
              <a:cxn ang="0">
                <a:pos x="2147483646" y="0"/>
              </a:cxn>
              <a:cxn ang="0">
                <a:pos x="2147483646" y="0"/>
              </a:cxn>
            </a:cxnLst>
            <a:pathLst>
              <a:path w="678" h="110">
                <a:moveTo>
                  <a:pt x="0" y="110"/>
                </a:moveTo>
                <a:lnTo>
                  <a:pt x="148" y="108"/>
                </a:lnTo>
                <a:lnTo>
                  <a:pt x="567" y="0"/>
                </a:lnTo>
                <a:lnTo>
                  <a:pt x="678"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43384" name="Freeform 11"/>
          <p:cNvSpPr/>
          <p:nvPr/>
        </p:nvSpPr>
        <p:spPr>
          <a:xfrm>
            <a:off x="6308725" y="1665288"/>
            <a:ext cx="1420813" cy="166687"/>
          </a:xfrm>
          <a:custGeom>
            <a:avLst/>
            <a:gdLst/>
            <a:ahLst/>
            <a:cxnLst>
              <a:cxn ang="0">
                <a:pos x="0" y="0"/>
              </a:cxn>
              <a:cxn ang="0">
                <a:pos x="2147483646" y="0"/>
              </a:cxn>
              <a:cxn ang="0">
                <a:pos x="2147483646" y="2147483646"/>
              </a:cxn>
              <a:cxn ang="0">
                <a:pos x="2147483646" y="2147483646"/>
              </a:cxn>
            </a:cxnLst>
            <a:pathLst>
              <a:path w="432" h="105">
                <a:moveTo>
                  <a:pt x="0" y="0"/>
                </a:moveTo>
                <a:lnTo>
                  <a:pt x="85" y="0"/>
                </a:lnTo>
                <a:lnTo>
                  <a:pt x="307" y="105"/>
                </a:lnTo>
                <a:lnTo>
                  <a:pt x="432" y="105"/>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43385" name="Line 17"/>
          <p:cNvSpPr/>
          <p:nvPr/>
        </p:nvSpPr>
        <p:spPr>
          <a:xfrm>
            <a:off x="7243763" y="1885950"/>
            <a:ext cx="0" cy="463550"/>
          </a:xfrm>
          <a:prstGeom prst="line">
            <a:avLst/>
          </a:prstGeom>
          <a:ln w="9525" cap="flat" cmpd="sng">
            <a:solidFill>
              <a:schemeClr val="tx1"/>
            </a:solidFill>
            <a:prstDash val="solid"/>
            <a:round/>
            <a:headEnd type="none" w="med" len="med"/>
            <a:tailEnd type="none" w="med" len="med"/>
          </a:ln>
        </p:spPr>
      </p:sp>
      <p:sp>
        <p:nvSpPr>
          <p:cNvPr id="143386" name="Line 18"/>
          <p:cNvSpPr/>
          <p:nvPr/>
        </p:nvSpPr>
        <p:spPr>
          <a:xfrm>
            <a:off x="6043613" y="1881188"/>
            <a:ext cx="0" cy="463550"/>
          </a:xfrm>
          <a:prstGeom prst="line">
            <a:avLst/>
          </a:prstGeom>
          <a:ln w="9525" cap="flat" cmpd="sng">
            <a:solidFill>
              <a:schemeClr val="tx1"/>
            </a:solidFill>
            <a:prstDash val="solid"/>
            <a:round/>
            <a:headEnd type="none" w="med" len="med"/>
            <a:tailEnd type="none" w="med" len="med"/>
          </a:ln>
        </p:spPr>
      </p:sp>
      <p:sp>
        <p:nvSpPr>
          <p:cNvPr id="143387" name="Line 21"/>
          <p:cNvSpPr/>
          <p:nvPr/>
        </p:nvSpPr>
        <p:spPr>
          <a:xfrm>
            <a:off x="5753100" y="1878013"/>
            <a:ext cx="0" cy="463550"/>
          </a:xfrm>
          <a:prstGeom prst="line">
            <a:avLst/>
          </a:prstGeom>
          <a:ln w="9525" cap="flat" cmpd="sng">
            <a:solidFill>
              <a:schemeClr val="tx1"/>
            </a:solidFill>
            <a:prstDash val="solid"/>
            <a:round/>
            <a:headEnd type="none" w="med" len="med"/>
            <a:tailEnd type="none" w="med" len="med"/>
          </a:ln>
        </p:spPr>
      </p:sp>
      <p:sp>
        <p:nvSpPr>
          <p:cNvPr id="143388" name="Line 22"/>
          <p:cNvSpPr/>
          <p:nvPr/>
        </p:nvSpPr>
        <p:spPr>
          <a:xfrm>
            <a:off x="5462588" y="1890713"/>
            <a:ext cx="0" cy="463550"/>
          </a:xfrm>
          <a:prstGeom prst="line">
            <a:avLst/>
          </a:prstGeom>
          <a:ln w="9525" cap="flat" cmpd="sng">
            <a:solidFill>
              <a:schemeClr val="tx1"/>
            </a:solidFill>
            <a:prstDash val="solid"/>
            <a:round/>
            <a:headEnd type="none" w="med" len="med"/>
            <a:tailEnd type="none" w="med" len="med"/>
          </a:ln>
        </p:spPr>
      </p:sp>
      <p:sp>
        <p:nvSpPr>
          <p:cNvPr id="143389" name="Line 23"/>
          <p:cNvSpPr/>
          <p:nvPr/>
        </p:nvSpPr>
        <p:spPr>
          <a:xfrm>
            <a:off x="6324600" y="1885950"/>
            <a:ext cx="0" cy="463550"/>
          </a:xfrm>
          <a:prstGeom prst="line">
            <a:avLst/>
          </a:prstGeom>
          <a:ln w="9525" cap="flat" cmpd="sng">
            <a:solidFill>
              <a:schemeClr val="tx1"/>
            </a:solidFill>
            <a:prstDash val="solid"/>
            <a:round/>
            <a:headEnd type="none" w="med" len="med"/>
            <a:tailEnd type="none" w="med" len="med"/>
          </a:ln>
        </p:spPr>
      </p:sp>
      <p:sp>
        <p:nvSpPr>
          <p:cNvPr id="143390" name="Line 24"/>
          <p:cNvSpPr/>
          <p:nvPr/>
        </p:nvSpPr>
        <p:spPr>
          <a:xfrm>
            <a:off x="6948488" y="1881188"/>
            <a:ext cx="0" cy="463550"/>
          </a:xfrm>
          <a:prstGeom prst="line">
            <a:avLst/>
          </a:prstGeom>
          <a:ln w="9525" cap="flat" cmpd="sng">
            <a:solidFill>
              <a:schemeClr val="tx1"/>
            </a:solidFill>
            <a:prstDash val="solid"/>
            <a:round/>
            <a:headEnd type="none" w="med" len="med"/>
            <a:tailEnd type="none" w="med" len="med"/>
          </a:ln>
        </p:spPr>
      </p:sp>
      <p:sp>
        <p:nvSpPr>
          <p:cNvPr id="143391" name="Line 25"/>
          <p:cNvSpPr/>
          <p:nvPr/>
        </p:nvSpPr>
        <p:spPr>
          <a:xfrm>
            <a:off x="7539038" y="1876425"/>
            <a:ext cx="0" cy="463550"/>
          </a:xfrm>
          <a:prstGeom prst="line">
            <a:avLst/>
          </a:prstGeom>
          <a:ln w="9525" cap="flat" cmpd="sng">
            <a:solidFill>
              <a:schemeClr val="tx1"/>
            </a:solidFill>
            <a:prstDash val="solid"/>
            <a:round/>
            <a:headEnd type="none" w="med" len="med"/>
            <a:tailEnd type="none" w="med" len="med"/>
          </a:ln>
        </p:spPr>
      </p:sp>
      <p:sp>
        <p:nvSpPr>
          <p:cNvPr id="143392" name="Text Box 26"/>
          <p:cNvSpPr txBox="1"/>
          <p:nvPr/>
        </p:nvSpPr>
        <p:spPr>
          <a:xfrm>
            <a:off x="6261100" y="2044700"/>
            <a:ext cx="241300" cy="214313"/>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8</a:t>
            </a:r>
            <a:endParaRPr lang="en-US" altLang="zh-CN" sz="800" i="0" dirty="0">
              <a:latin typeface="Arial" panose="020B0604020202020204" pitchFamily="34" charset="0"/>
              <a:ea typeface="宋体" panose="02010600030101010101" pitchFamily="2" charset="-122"/>
            </a:endParaRPr>
          </a:p>
        </p:txBody>
      </p:sp>
      <p:sp>
        <p:nvSpPr>
          <p:cNvPr id="143393" name="Text Box 27"/>
          <p:cNvSpPr txBox="1"/>
          <p:nvPr/>
        </p:nvSpPr>
        <p:spPr>
          <a:xfrm>
            <a:off x="6580188" y="1830388"/>
            <a:ext cx="241300" cy="214312"/>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9</a:t>
            </a:r>
            <a:endParaRPr lang="en-US" altLang="zh-CN" sz="800" i="0" dirty="0">
              <a:latin typeface="Arial" panose="020B0604020202020204" pitchFamily="34" charset="0"/>
              <a:ea typeface="宋体" panose="02010600030101010101" pitchFamily="2" charset="-122"/>
            </a:endParaRPr>
          </a:p>
        </p:txBody>
      </p:sp>
      <p:sp>
        <p:nvSpPr>
          <p:cNvPr id="143394" name="Text Box 28"/>
          <p:cNvSpPr txBox="1"/>
          <p:nvPr/>
        </p:nvSpPr>
        <p:spPr>
          <a:xfrm>
            <a:off x="7456488" y="2049463"/>
            <a:ext cx="298450" cy="214312"/>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16</a:t>
            </a:r>
            <a:endParaRPr lang="en-US" altLang="zh-CN" sz="800" i="0" dirty="0">
              <a:latin typeface="Arial" panose="020B0604020202020204" pitchFamily="34" charset="0"/>
              <a:ea typeface="宋体" panose="02010600030101010101" pitchFamily="2" charset="-122"/>
            </a:endParaRPr>
          </a:p>
        </p:txBody>
      </p:sp>
      <p:sp>
        <p:nvSpPr>
          <p:cNvPr id="143395" name="Text Box 29"/>
          <p:cNvSpPr txBox="1"/>
          <p:nvPr/>
        </p:nvSpPr>
        <p:spPr>
          <a:xfrm>
            <a:off x="6561138" y="2049463"/>
            <a:ext cx="298450" cy="214312"/>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10</a:t>
            </a:r>
            <a:endParaRPr lang="en-US" altLang="zh-CN" sz="800" i="0" dirty="0">
              <a:latin typeface="Arial" panose="020B0604020202020204" pitchFamily="34" charset="0"/>
              <a:ea typeface="宋体" panose="02010600030101010101" pitchFamily="2" charset="-122"/>
            </a:endParaRPr>
          </a:p>
        </p:txBody>
      </p:sp>
      <p:sp>
        <p:nvSpPr>
          <p:cNvPr id="143396" name="Text Box 30"/>
          <p:cNvSpPr txBox="1"/>
          <p:nvPr/>
        </p:nvSpPr>
        <p:spPr>
          <a:xfrm>
            <a:off x="5389563" y="2035175"/>
            <a:ext cx="241300" cy="214313"/>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2</a:t>
            </a:r>
            <a:endParaRPr lang="en-US" altLang="zh-CN" sz="800" i="0" dirty="0">
              <a:latin typeface="Arial" panose="020B0604020202020204" pitchFamily="34" charset="0"/>
              <a:ea typeface="宋体" panose="02010600030101010101" pitchFamily="2" charset="-122"/>
            </a:endParaRPr>
          </a:p>
        </p:txBody>
      </p:sp>
      <p:sp>
        <p:nvSpPr>
          <p:cNvPr id="143397" name="Text Box 57"/>
          <p:cNvSpPr txBox="1"/>
          <p:nvPr/>
        </p:nvSpPr>
        <p:spPr>
          <a:xfrm>
            <a:off x="6256338" y="1830388"/>
            <a:ext cx="241300" cy="214312"/>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7</a:t>
            </a:r>
            <a:endParaRPr lang="en-US" altLang="zh-CN" sz="800" i="0" dirty="0">
              <a:latin typeface="Arial" panose="020B0604020202020204" pitchFamily="34" charset="0"/>
              <a:ea typeface="宋体" panose="02010600030101010101" pitchFamily="2" charset="-122"/>
            </a:endParaRPr>
          </a:p>
        </p:txBody>
      </p:sp>
      <p:pic>
        <p:nvPicPr>
          <p:cNvPr id="143398" name="Picture 58" descr="terminal"/>
          <p:cNvPicPr>
            <a:picLocks noChangeAspect="1"/>
          </p:cNvPicPr>
          <p:nvPr/>
        </p:nvPicPr>
        <p:blipFill>
          <a:blip r:embed="rId1"/>
          <a:stretch>
            <a:fillRect/>
          </a:stretch>
        </p:blipFill>
        <p:spPr>
          <a:xfrm>
            <a:off x="4494213" y="2474913"/>
            <a:ext cx="496887" cy="525462"/>
          </a:xfrm>
          <a:prstGeom prst="rect">
            <a:avLst/>
          </a:prstGeom>
          <a:noFill/>
          <a:ln w="9525">
            <a:noFill/>
          </a:ln>
        </p:spPr>
      </p:pic>
      <p:pic>
        <p:nvPicPr>
          <p:cNvPr id="143399" name="Picture 59" descr="terminal"/>
          <p:cNvPicPr>
            <a:picLocks noChangeAspect="1"/>
          </p:cNvPicPr>
          <p:nvPr/>
        </p:nvPicPr>
        <p:blipFill>
          <a:blip r:embed="rId1"/>
          <a:stretch>
            <a:fillRect/>
          </a:stretch>
        </p:blipFill>
        <p:spPr>
          <a:xfrm>
            <a:off x="4887913" y="2614613"/>
            <a:ext cx="496887" cy="525462"/>
          </a:xfrm>
          <a:prstGeom prst="rect">
            <a:avLst/>
          </a:prstGeom>
          <a:noFill/>
          <a:ln w="9525">
            <a:noFill/>
          </a:ln>
        </p:spPr>
      </p:pic>
      <p:pic>
        <p:nvPicPr>
          <p:cNvPr id="143400" name="Picture 60" descr="terminal"/>
          <p:cNvPicPr>
            <a:picLocks noChangeAspect="1"/>
          </p:cNvPicPr>
          <p:nvPr/>
        </p:nvPicPr>
        <p:blipFill>
          <a:blip r:embed="rId1"/>
          <a:stretch>
            <a:fillRect/>
          </a:stretch>
        </p:blipFill>
        <p:spPr>
          <a:xfrm>
            <a:off x="5622925" y="2570163"/>
            <a:ext cx="496888" cy="525462"/>
          </a:xfrm>
          <a:prstGeom prst="rect">
            <a:avLst/>
          </a:prstGeom>
          <a:noFill/>
          <a:ln w="9525">
            <a:noFill/>
          </a:ln>
        </p:spPr>
      </p:pic>
      <p:sp>
        <p:nvSpPr>
          <p:cNvPr id="143401" name="Line 61"/>
          <p:cNvSpPr/>
          <p:nvPr/>
        </p:nvSpPr>
        <p:spPr>
          <a:xfrm flipH="1">
            <a:off x="4702175" y="2211388"/>
            <a:ext cx="901700" cy="279400"/>
          </a:xfrm>
          <a:prstGeom prst="line">
            <a:avLst/>
          </a:prstGeom>
          <a:ln w="9525" cap="flat" cmpd="sng">
            <a:solidFill>
              <a:schemeClr val="tx1"/>
            </a:solidFill>
            <a:prstDash val="solid"/>
            <a:round/>
            <a:headEnd type="none" w="med" len="med"/>
            <a:tailEnd type="none" w="med" len="med"/>
          </a:ln>
        </p:spPr>
      </p:sp>
      <p:sp>
        <p:nvSpPr>
          <p:cNvPr id="143402" name="Line 62"/>
          <p:cNvSpPr/>
          <p:nvPr/>
        </p:nvSpPr>
        <p:spPr>
          <a:xfrm flipH="1">
            <a:off x="5087938" y="2211388"/>
            <a:ext cx="806450" cy="419100"/>
          </a:xfrm>
          <a:prstGeom prst="line">
            <a:avLst/>
          </a:prstGeom>
          <a:ln w="9525" cap="flat" cmpd="sng">
            <a:solidFill>
              <a:schemeClr val="tx1"/>
            </a:solidFill>
            <a:prstDash val="solid"/>
            <a:round/>
            <a:headEnd type="none" w="med" len="med"/>
            <a:tailEnd type="none" w="med" len="med"/>
          </a:ln>
        </p:spPr>
      </p:sp>
      <p:sp>
        <p:nvSpPr>
          <p:cNvPr id="143403" name="Line 63"/>
          <p:cNvSpPr/>
          <p:nvPr/>
        </p:nvSpPr>
        <p:spPr>
          <a:xfrm flipH="1">
            <a:off x="5807075" y="2227263"/>
            <a:ext cx="709613" cy="360362"/>
          </a:xfrm>
          <a:prstGeom prst="line">
            <a:avLst/>
          </a:prstGeom>
          <a:ln w="9525" cap="flat" cmpd="sng">
            <a:solidFill>
              <a:schemeClr val="tx1"/>
            </a:solidFill>
            <a:prstDash val="solid"/>
            <a:round/>
            <a:headEnd type="none" w="med" len="med"/>
            <a:tailEnd type="none" w="med" len="med"/>
          </a:ln>
        </p:spPr>
      </p:sp>
      <p:sp>
        <p:nvSpPr>
          <p:cNvPr id="143404" name="Text Box 64"/>
          <p:cNvSpPr txBox="1"/>
          <p:nvPr/>
        </p:nvSpPr>
        <p:spPr>
          <a:xfrm>
            <a:off x="7527925" y="2589213"/>
            <a:ext cx="412750" cy="366712"/>
          </a:xfrm>
          <a:prstGeom prst="rect">
            <a:avLst/>
          </a:prstGeom>
          <a:noFill/>
          <a:ln w="9525">
            <a:noFill/>
          </a:ln>
        </p:spPr>
        <p:txBody>
          <a:bodyPr wrap="none" anchor="t" anchorCtr="0">
            <a:spAutoFit/>
          </a:bodyPr>
          <a:p>
            <a:pPr>
              <a:buClrTx/>
              <a:buFontTx/>
            </a:pPr>
            <a:r>
              <a:rPr lang="en-US" altLang="zh-CN" i="0" dirty="0">
                <a:latin typeface="Arial" panose="020B0604020202020204" pitchFamily="34" charset="0"/>
                <a:ea typeface="宋体" panose="02010600030101010101" pitchFamily="2" charset="-122"/>
              </a:rPr>
              <a:t>…</a:t>
            </a:r>
            <a:endParaRPr lang="en-US" altLang="zh-CN" i="0" dirty="0">
              <a:latin typeface="Arial" panose="020B0604020202020204" pitchFamily="34" charset="0"/>
              <a:ea typeface="宋体" panose="02010600030101010101" pitchFamily="2" charset="-122"/>
            </a:endParaRPr>
          </a:p>
        </p:txBody>
      </p:sp>
      <p:pic>
        <p:nvPicPr>
          <p:cNvPr id="143405" name="Picture 65" descr="terminal"/>
          <p:cNvPicPr>
            <a:picLocks noChangeAspect="1"/>
          </p:cNvPicPr>
          <p:nvPr/>
        </p:nvPicPr>
        <p:blipFill>
          <a:blip r:embed="rId1"/>
          <a:stretch>
            <a:fillRect/>
          </a:stretch>
        </p:blipFill>
        <p:spPr>
          <a:xfrm>
            <a:off x="6708775" y="2532063"/>
            <a:ext cx="496888" cy="525462"/>
          </a:xfrm>
          <a:prstGeom prst="rect">
            <a:avLst/>
          </a:prstGeom>
          <a:noFill/>
          <a:ln w="9525">
            <a:noFill/>
          </a:ln>
        </p:spPr>
      </p:pic>
      <p:pic>
        <p:nvPicPr>
          <p:cNvPr id="143406" name="Picture 66" descr="terminal"/>
          <p:cNvPicPr>
            <a:picLocks noChangeAspect="1"/>
          </p:cNvPicPr>
          <p:nvPr/>
        </p:nvPicPr>
        <p:blipFill>
          <a:blip r:embed="rId1"/>
          <a:stretch>
            <a:fillRect/>
          </a:stretch>
        </p:blipFill>
        <p:spPr>
          <a:xfrm>
            <a:off x="7135813" y="2566988"/>
            <a:ext cx="496887" cy="525462"/>
          </a:xfrm>
          <a:prstGeom prst="rect">
            <a:avLst/>
          </a:prstGeom>
          <a:noFill/>
          <a:ln w="9525">
            <a:noFill/>
          </a:ln>
        </p:spPr>
      </p:pic>
      <p:pic>
        <p:nvPicPr>
          <p:cNvPr id="143407" name="Picture 67" descr="terminal"/>
          <p:cNvPicPr>
            <a:picLocks noChangeAspect="1"/>
          </p:cNvPicPr>
          <p:nvPr/>
        </p:nvPicPr>
        <p:blipFill>
          <a:blip r:embed="rId1"/>
          <a:stretch>
            <a:fillRect/>
          </a:stretch>
        </p:blipFill>
        <p:spPr>
          <a:xfrm>
            <a:off x="7969250" y="2395538"/>
            <a:ext cx="496888" cy="525462"/>
          </a:xfrm>
          <a:prstGeom prst="rect">
            <a:avLst/>
          </a:prstGeom>
          <a:noFill/>
          <a:ln w="9525">
            <a:noFill/>
          </a:ln>
        </p:spPr>
      </p:pic>
      <p:sp>
        <p:nvSpPr>
          <p:cNvPr id="143408" name="Line 69"/>
          <p:cNvSpPr/>
          <p:nvPr/>
        </p:nvSpPr>
        <p:spPr>
          <a:xfrm>
            <a:off x="6815138" y="2214563"/>
            <a:ext cx="101600" cy="377825"/>
          </a:xfrm>
          <a:prstGeom prst="line">
            <a:avLst/>
          </a:prstGeom>
          <a:ln w="9525" cap="flat" cmpd="sng">
            <a:solidFill>
              <a:schemeClr val="tx1"/>
            </a:solidFill>
            <a:prstDash val="solid"/>
            <a:round/>
            <a:headEnd type="none" w="med" len="med"/>
            <a:tailEnd type="none" w="med" len="med"/>
          </a:ln>
        </p:spPr>
      </p:sp>
      <p:sp>
        <p:nvSpPr>
          <p:cNvPr id="143409" name="Line 70"/>
          <p:cNvSpPr/>
          <p:nvPr/>
        </p:nvSpPr>
        <p:spPr>
          <a:xfrm>
            <a:off x="6805613" y="2012950"/>
            <a:ext cx="479425" cy="603250"/>
          </a:xfrm>
          <a:prstGeom prst="line">
            <a:avLst/>
          </a:prstGeom>
          <a:ln w="9525" cap="flat" cmpd="sng">
            <a:solidFill>
              <a:schemeClr val="tx1"/>
            </a:solidFill>
            <a:prstDash val="solid"/>
            <a:round/>
            <a:headEnd type="none" w="med" len="med"/>
            <a:tailEnd type="none" w="med" len="med"/>
          </a:ln>
        </p:spPr>
      </p:sp>
      <p:sp>
        <p:nvSpPr>
          <p:cNvPr id="143410" name="Line 71"/>
          <p:cNvSpPr/>
          <p:nvPr/>
        </p:nvSpPr>
        <p:spPr>
          <a:xfrm>
            <a:off x="7661275" y="1957388"/>
            <a:ext cx="514350" cy="484187"/>
          </a:xfrm>
          <a:prstGeom prst="line">
            <a:avLst/>
          </a:prstGeom>
          <a:ln w="9525" cap="flat" cmpd="sng">
            <a:solidFill>
              <a:schemeClr val="tx1"/>
            </a:solidFill>
            <a:prstDash val="solid"/>
            <a:round/>
            <a:headEnd type="none" w="med" len="med"/>
            <a:tailEnd type="none" w="med" len="med"/>
          </a:ln>
        </p:spPr>
      </p:sp>
      <p:sp>
        <p:nvSpPr>
          <p:cNvPr id="143411" name="Text Box 72"/>
          <p:cNvSpPr txBox="1"/>
          <p:nvPr/>
        </p:nvSpPr>
        <p:spPr>
          <a:xfrm>
            <a:off x="4692650" y="3132138"/>
            <a:ext cx="1651000" cy="457200"/>
          </a:xfrm>
          <a:prstGeom prst="rect">
            <a:avLst/>
          </a:prstGeom>
          <a:noFill/>
          <a:ln w="9525">
            <a:noFill/>
          </a:ln>
        </p:spPr>
        <p:txBody>
          <a:bodyPr wrap="none" anchor="t" anchorCtr="0">
            <a:spAutoFit/>
          </a:bodyPr>
          <a:p>
            <a:pPr algn="ctr">
              <a:buClrTx/>
              <a:buFontTx/>
            </a:pPr>
            <a:r>
              <a:rPr lang="en-US" altLang="zh-CN" sz="1200" i="0" dirty="0">
                <a:latin typeface="Arial" panose="020B0604020202020204" pitchFamily="34" charset="0"/>
                <a:ea typeface="宋体" panose="02010600030101010101" pitchFamily="2" charset="-122"/>
              </a:rPr>
              <a:t>Electrical Engineering</a:t>
            </a:r>
            <a:endParaRPr lang="en-US" altLang="zh-CN" sz="1200" i="0" dirty="0">
              <a:latin typeface="Arial" panose="020B0604020202020204" pitchFamily="34" charset="0"/>
              <a:ea typeface="宋体" panose="02010600030101010101" pitchFamily="2" charset="-122"/>
            </a:endParaRPr>
          </a:p>
          <a:p>
            <a:pPr algn="ctr">
              <a:buClrTx/>
              <a:buFontTx/>
            </a:pPr>
            <a:r>
              <a:rPr lang="en-US" altLang="zh-CN" sz="1200" i="0" dirty="0">
                <a:latin typeface="Arial" panose="020B0604020202020204" pitchFamily="34" charset="0"/>
                <a:ea typeface="宋体" panose="02010600030101010101" pitchFamily="2" charset="-122"/>
              </a:rPr>
              <a:t>(VLAN ports 1-8)</a:t>
            </a:r>
            <a:endParaRPr lang="en-US" altLang="zh-CN" sz="1200" i="0" dirty="0">
              <a:latin typeface="Arial" panose="020B0604020202020204" pitchFamily="34" charset="0"/>
              <a:ea typeface="宋体" panose="02010600030101010101" pitchFamily="2" charset="-122"/>
            </a:endParaRPr>
          </a:p>
        </p:txBody>
      </p:sp>
      <p:sp>
        <p:nvSpPr>
          <p:cNvPr id="143412" name="Text Box 73"/>
          <p:cNvSpPr txBox="1"/>
          <p:nvPr/>
        </p:nvSpPr>
        <p:spPr>
          <a:xfrm>
            <a:off x="6854825" y="3119438"/>
            <a:ext cx="1433513" cy="457200"/>
          </a:xfrm>
          <a:prstGeom prst="rect">
            <a:avLst/>
          </a:prstGeom>
          <a:noFill/>
          <a:ln w="9525">
            <a:noFill/>
          </a:ln>
        </p:spPr>
        <p:txBody>
          <a:bodyPr wrap="none" anchor="t" anchorCtr="0">
            <a:spAutoFit/>
          </a:bodyPr>
          <a:p>
            <a:pPr algn="ctr">
              <a:buClrTx/>
              <a:buFontTx/>
            </a:pPr>
            <a:r>
              <a:rPr lang="en-US" altLang="zh-CN" sz="1200" i="0" dirty="0">
                <a:latin typeface="Arial" panose="020B0604020202020204" pitchFamily="34" charset="0"/>
                <a:ea typeface="宋体" panose="02010600030101010101" pitchFamily="2" charset="-122"/>
              </a:rPr>
              <a:t>Computer Science</a:t>
            </a:r>
            <a:endParaRPr lang="en-US" altLang="zh-CN" sz="1200" i="0" dirty="0">
              <a:latin typeface="Arial" panose="020B0604020202020204" pitchFamily="34" charset="0"/>
              <a:ea typeface="宋体" panose="02010600030101010101" pitchFamily="2" charset="-122"/>
            </a:endParaRPr>
          </a:p>
          <a:p>
            <a:pPr algn="ctr">
              <a:buClrTx/>
              <a:buFontTx/>
            </a:pPr>
            <a:r>
              <a:rPr lang="en-US" altLang="zh-CN" sz="1200" i="0" dirty="0">
                <a:latin typeface="Arial" panose="020B0604020202020204" pitchFamily="34" charset="0"/>
                <a:ea typeface="宋体" panose="02010600030101010101" pitchFamily="2" charset="-122"/>
              </a:rPr>
              <a:t>(VLAN ports 9-15)</a:t>
            </a:r>
            <a:endParaRPr lang="en-US" altLang="zh-CN" sz="1200" i="0" dirty="0">
              <a:latin typeface="Arial" panose="020B0604020202020204" pitchFamily="34" charset="0"/>
              <a:ea typeface="宋体" panose="02010600030101010101" pitchFamily="2" charset="-122"/>
            </a:endParaRPr>
          </a:p>
        </p:txBody>
      </p:sp>
      <p:sp>
        <p:nvSpPr>
          <p:cNvPr id="143413" name="Text Box 74"/>
          <p:cNvSpPr txBox="1"/>
          <p:nvPr/>
        </p:nvSpPr>
        <p:spPr>
          <a:xfrm>
            <a:off x="7451725" y="1825625"/>
            <a:ext cx="298450" cy="214313"/>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15</a:t>
            </a:r>
            <a:endParaRPr lang="en-US" altLang="zh-CN" sz="800" i="0" dirty="0">
              <a:latin typeface="Arial" panose="020B0604020202020204" pitchFamily="34" charset="0"/>
              <a:ea typeface="宋体" panose="02010600030101010101" pitchFamily="2" charset="-122"/>
            </a:endParaRPr>
          </a:p>
        </p:txBody>
      </p:sp>
      <p:sp>
        <p:nvSpPr>
          <p:cNvPr id="143414" name="Oval 81"/>
          <p:cNvSpPr/>
          <p:nvPr/>
        </p:nvSpPr>
        <p:spPr>
          <a:xfrm>
            <a:off x="5578475" y="2190750"/>
            <a:ext cx="42863" cy="47625"/>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415" name="Oval 82"/>
          <p:cNvSpPr/>
          <p:nvPr/>
        </p:nvSpPr>
        <p:spPr>
          <a:xfrm>
            <a:off x="5870575" y="2187575"/>
            <a:ext cx="42863" cy="47625"/>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416" name="Oval 83"/>
          <p:cNvSpPr/>
          <p:nvPr/>
        </p:nvSpPr>
        <p:spPr>
          <a:xfrm>
            <a:off x="6457950" y="2192338"/>
            <a:ext cx="42863" cy="47625"/>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417" name="Oval 84"/>
          <p:cNvSpPr/>
          <p:nvPr/>
        </p:nvSpPr>
        <p:spPr>
          <a:xfrm>
            <a:off x="6789738" y="2189163"/>
            <a:ext cx="42862" cy="47625"/>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418" name="Oval 85"/>
          <p:cNvSpPr/>
          <p:nvPr/>
        </p:nvSpPr>
        <p:spPr>
          <a:xfrm>
            <a:off x="6777038" y="1974850"/>
            <a:ext cx="42862" cy="47625"/>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419" name="Oval 86"/>
          <p:cNvSpPr/>
          <p:nvPr/>
        </p:nvSpPr>
        <p:spPr>
          <a:xfrm>
            <a:off x="7651750" y="1971675"/>
            <a:ext cx="42863" cy="47625"/>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420" name="Text Box 45"/>
          <p:cNvSpPr txBox="1"/>
          <p:nvPr/>
        </p:nvSpPr>
        <p:spPr>
          <a:xfrm>
            <a:off x="5241925" y="2555875"/>
            <a:ext cx="412750" cy="366713"/>
          </a:xfrm>
          <a:prstGeom prst="rect">
            <a:avLst/>
          </a:prstGeom>
          <a:noFill/>
          <a:ln w="9525">
            <a:noFill/>
          </a:ln>
        </p:spPr>
        <p:txBody>
          <a:bodyPr wrap="none" anchor="t" anchorCtr="0">
            <a:spAutoFit/>
          </a:bodyPr>
          <a:p>
            <a:pPr>
              <a:buClrTx/>
              <a:buFontTx/>
            </a:pPr>
            <a:r>
              <a:rPr lang="en-US" altLang="zh-CN" i="0" dirty="0">
                <a:latin typeface="Arial" panose="020B0604020202020204" pitchFamily="34" charset="0"/>
                <a:ea typeface="宋体" panose="02010600030101010101" pitchFamily="2" charset="-122"/>
              </a:rPr>
              <a:t>…</a:t>
            </a:r>
            <a:endParaRPr lang="en-US" altLang="zh-CN" i="0" dirty="0">
              <a:latin typeface="Arial" panose="020B0604020202020204" pitchFamily="34" charset="0"/>
              <a:ea typeface="宋体" panose="02010600030101010101" pitchFamily="2" charset="-122"/>
            </a:endParaRPr>
          </a:p>
        </p:txBody>
      </p:sp>
      <p:pic>
        <p:nvPicPr>
          <p:cNvPr id="143421" name="Picture 58" descr="terminal"/>
          <p:cNvPicPr>
            <a:picLocks noChangeAspect="1"/>
          </p:cNvPicPr>
          <p:nvPr/>
        </p:nvPicPr>
        <p:blipFill>
          <a:blip r:embed="rId1"/>
          <a:stretch>
            <a:fillRect/>
          </a:stretch>
        </p:blipFill>
        <p:spPr>
          <a:xfrm>
            <a:off x="4156075" y="5175250"/>
            <a:ext cx="496888" cy="525463"/>
          </a:xfrm>
          <a:prstGeom prst="rect">
            <a:avLst/>
          </a:prstGeom>
          <a:noFill/>
          <a:ln w="9525">
            <a:noFill/>
          </a:ln>
        </p:spPr>
      </p:pic>
      <p:pic>
        <p:nvPicPr>
          <p:cNvPr id="143422" name="Picture 59" descr="terminal"/>
          <p:cNvPicPr>
            <a:picLocks noChangeAspect="1"/>
          </p:cNvPicPr>
          <p:nvPr/>
        </p:nvPicPr>
        <p:blipFill>
          <a:blip r:embed="rId1"/>
          <a:stretch>
            <a:fillRect/>
          </a:stretch>
        </p:blipFill>
        <p:spPr>
          <a:xfrm>
            <a:off x="4549775" y="5314950"/>
            <a:ext cx="496888" cy="525463"/>
          </a:xfrm>
          <a:prstGeom prst="rect">
            <a:avLst/>
          </a:prstGeom>
          <a:noFill/>
          <a:ln w="9525">
            <a:noFill/>
          </a:ln>
        </p:spPr>
      </p:pic>
      <p:pic>
        <p:nvPicPr>
          <p:cNvPr id="143423" name="Picture 60" descr="terminal"/>
          <p:cNvPicPr>
            <a:picLocks noChangeAspect="1"/>
          </p:cNvPicPr>
          <p:nvPr/>
        </p:nvPicPr>
        <p:blipFill>
          <a:blip r:embed="rId1"/>
          <a:stretch>
            <a:fillRect/>
          </a:stretch>
        </p:blipFill>
        <p:spPr>
          <a:xfrm>
            <a:off x="5284788" y="5270500"/>
            <a:ext cx="496887" cy="525463"/>
          </a:xfrm>
          <a:prstGeom prst="rect">
            <a:avLst/>
          </a:prstGeom>
          <a:noFill/>
          <a:ln w="9525">
            <a:noFill/>
          </a:ln>
        </p:spPr>
      </p:pic>
      <p:sp>
        <p:nvSpPr>
          <p:cNvPr id="143424" name="Line 61"/>
          <p:cNvSpPr/>
          <p:nvPr/>
        </p:nvSpPr>
        <p:spPr>
          <a:xfrm flipH="1">
            <a:off x="4364038" y="4911725"/>
            <a:ext cx="901700" cy="279400"/>
          </a:xfrm>
          <a:prstGeom prst="line">
            <a:avLst/>
          </a:prstGeom>
          <a:ln w="9525" cap="flat" cmpd="sng">
            <a:solidFill>
              <a:schemeClr val="tx1"/>
            </a:solidFill>
            <a:prstDash val="solid"/>
            <a:round/>
            <a:headEnd type="none" w="med" len="med"/>
            <a:tailEnd type="none" w="med" len="med"/>
          </a:ln>
        </p:spPr>
      </p:sp>
      <p:sp>
        <p:nvSpPr>
          <p:cNvPr id="143425" name="Line 62"/>
          <p:cNvSpPr/>
          <p:nvPr/>
        </p:nvSpPr>
        <p:spPr>
          <a:xfrm flipH="1">
            <a:off x="4749800" y="4911725"/>
            <a:ext cx="806450" cy="419100"/>
          </a:xfrm>
          <a:prstGeom prst="line">
            <a:avLst/>
          </a:prstGeom>
          <a:ln w="9525" cap="flat" cmpd="sng">
            <a:solidFill>
              <a:schemeClr val="tx1"/>
            </a:solidFill>
            <a:prstDash val="solid"/>
            <a:round/>
            <a:headEnd type="none" w="med" len="med"/>
            <a:tailEnd type="none" w="med" len="med"/>
          </a:ln>
        </p:spPr>
      </p:sp>
      <p:sp>
        <p:nvSpPr>
          <p:cNvPr id="143426" name="Line 63"/>
          <p:cNvSpPr/>
          <p:nvPr/>
        </p:nvSpPr>
        <p:spPr>
          <a:xfrm flipH="1">
            <a:off x="5468938" y="4921250"/>
            <a:ext cx="684212" cy="366713"/>
          </a:xfrm>
          <a:prstGeom prst="line">
            <a:avLst/>
          </a:prstGeom>
          <a:ln w="9525" cap="flat" cmpd="sng">
            <a:solidFill>
              <a:schemeClr val="tx1"/>
            </a:solidFill>
            <a:prstDash val="solid"/>
            <a:round/>
            <a:headEnd type="none" w="med" len="med"/>
            <a:tailEnd type="none" w="med" len="med"/>
          </a:ln>
        </p:spPr>
      </p:sp>
      <p:sp>
        <p:nvSpPr>
          <p:cNvPr id="143427" name="Text Box 72"/>
          <p:cNvSpPr txBox="1"/>
          <p:nvPr/>
        </p:nvSpPr>
        <p:spPr>
          <a:xfrm>
            <a:off x="4354513" y="5832475"/>
            <a:ext cx="1651000" cy="457200"/>
          </a:xfrm>
          <a:prstGeom prst="rect">
            <a:avLst/>
          </a:prstGeom>
          <a:noFill/>
          <a:ln w="9525">
            <a:noFill/>
          </a:ln>
        </p:spPr>
        <p:txBody>
          <a:bodyPr wrap="none" anchor="t" anchorCtr="0">
            <a:spAutoFit/>
          </a:bodyPr>
          <a:p>
            <a:pPr algn="ctr">
              <a:buClrTx/>
              <a:buFontTx/>
            </a:pPr>
            <a:r>
              <a:rPr lang="en-US" altLang="zh-CN" sz="1200" i="0" dirty="0">
                <a:latin typeface="Arial" panose="020B0604020202020204" pitchFamily="34" charset="0"/>
                <a:ea typeface="宋体" panose="02010600030101010101" pitchFamily="2" charset="-122"/>
              </a:rPr>
              <a:t>Electrical Engineering</a:t>
            </a:r>
            <a:endParaRPr lang="en-US" altLang="zh-CN" sz="1200" i="0" dirty="0">
              <a:latin typeface="Arial" panose="020B0604020202020204" pitchFamily="34" charset="0"/>
              <a:ea typeface="宋体" panose="02010600030101010101" pitchFamily="2" charset="-122"/>
            </a:endParaRPr>
          </a:p>
          <a:p>
            <a:pPr algn="ctr">
              <a:buClrTx/>
              <a:buFontTx/>
            </a:pPr>
            <a:r>
              <a:rPr lang="en-US" altLang="zh-CN" sz="1200" i="0" dirty="0">
                <a:latin typeface="Arial" panose="020B0604020202020204" pitchFamily="34" charset="0"/>
                <a:ea typeface="宋体" panose="02010600030101010101" pitchFamily="2" charset="-122"/>
              </a:rPr>
              <a:t>(VLAN ports 1-8)</a:t>
            </a:r>
            <a:endParaRPr lang="en-US" altLang="zh-CN" sz="1200" i="0" dirty="0">
              <a:latin typeface="Arial" panose="020B0604020202020204" pitchFamily="34" charset="0"/>
              <a:ea typeface="宋体" panose="02010600030101010101" pitchFamily="2" charset="-122"/>
            </a:endParaRPr>
          </a:p>
        </p:txBody>
      </p:sp>
      <p:sp>
        <p:nvSpPr>
          <p:cNvPr id="143428" name="Text Box 45"/>
          <p:cNvSpPr txBox="1"/>
          <p:nvPr/>
        </p:nvSpPr>
        <p:spPr>
          <a:xfrm>
            <a:off x="4903788" y="5256213"/>
            <a:ext cx="412750" cy="366712"/>
          </a:xfrm>
          <a:prstGeom prst="rect">
            <a:avLst/>
          </a:prstGeom>
          <a:noFill/>
          <a:ln w="9525">
            <a:noFill/>
          </a:ln>
        </p:spPr>
        <p:txBody>
          <a:bodyPr wrap="none" anchor="t" anchorCtr="0">
            <a:spAutoFit/>
          </a:bodyPr>
          <a:p>
            <a:pPr>
              <a:buClrTx/>
              <a:buFontTx/>
            </a:pPr>
            <a:r>
              <a:rPr lang="en-US" altLang="zh-CN" i="0" dirty="0">
                <a:latin typeface="Arial" panose="020B0604020202020204" pitchFamily="34" charset="0"/>
                <a:ea typeface="宋体" panose="02010600030101010101" pitchFamily="2" charset="-122"/>
              </a:rPr>
              <a:t>…</a:t>
            </a:r>
            <a:endParaRPr lang="en-US" altLang="zh-CN" i="0" dirty="0">
              <a:latin typeface="Arial" panose="020B0604020202020204" pitchFamily="34" charset="0"/>
              <a:ea typeface="宋体" panose="02010600030101010101" pitchFamily="2" charset="-122"/>
            </a:endParaRPr>
          </a:p>
        </p:txBody>
      </p:sp>
      <p:grpSp>
        <p:nvGrpSpPr>
          <p:cNvPr id="143429" name="Group 186"/>
          <p:cNvGrpSpPr/>
          <p:nvPr/>
        </p:nvGrpSpPr>
        <p:grpSpPr>
          <a:xfrm>
            <a:off x="5041900" y="4316413"/>
            <a:ext cx="1684338" cy="738187"/>
            <a:chOff x="3479" y="2610"/>
            <a:chExt cx="1061" cy="465"/>
          </a:xfrm>
        </p:grpSpPr>
        <p:sp>
          <p:nvSpPr>
            <p:cNvPr id="143430" name="Rectangle 80"/>
            <p:cNvSpPr/>
            <p:nvPr/>
          </p:nvSpPr>
          <p:spPr>
            <a:xfrm>
              <a:off x="3531" y="2914"/>
              <a:ext cx="183" cy="153"/>
            </a:xfrm>
            <a:prstGeom prst="rect">
              <a:avLst/>
            </a:prstGeom>
            <a:solidFill>
              <a:srgbClr val="00FFFF"/>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431" name="Rectangle 75"/>
            <p:cNvSpPr/>
            <p:nvPr/>
          </p:nvSpPr>
          <p:spPr>
            <a:xfrm>
              <a:off x="3711" y="2779"/>
              <a:ext cx="567" cy="285"/>
            </a:xfrm>
            <a:prstGeom prst="rect">
              <a:avLst/>
            </a:prstGeom>
            <a:solidFill>
              <a:srgbClr val="00FFFF"/>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432" name="Rectangle 2"/>
            <p:cNvSpPr/>
            <p:nvPr/>
          </p:nvSpPr>
          <p:spPr>
            <a:xfrm>
              <a:off x="3531" y="2774"/>
              <a:ext cx="745" cy="295"/>
            </a:xfrm>
            <a:prstGeom prst="rect">
              <a:avLst/>
            </a:prstGeom>
            <a:noFill/>
            <a:ln w="9525" cap="flat" cmpd="sng">
              <a:solidFill>
                <a:schemeClr val="tx1"/>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433" name="Line 3"/>
            <p:cNvSpPr/>
            <p:nvPr/>
          </p:nvSpPr>
          <p:spPr>
            <a:xfrm>
              <a:off x="3532" y="2910"/>
              <a:ext cx="741" cy="1"/>
            </a:xfrm>
            <a:prstGeom prst="line">
              <a:avLst/>
            </a:prstGeom>
            <a:ln w="9525" cap="flat" cmpd="sng">
              <a:solidFill>
                <a:schemeClr val="tx1"/>
              </a:solidFill>
              <a:prstDash val="solid"/>
              <a:round/>
              <a:headEnd type="none" w="med" len="med"/>
              <a:tailEnd type="none" w="med" len="med"/>
            </a:ln>
          </p:spPr>
        </p:sp>
        <p:sp>
          <p:nvSpPr>
            <p:cNvPr id="143434" name="Text Box 6"/>
            <p:cNvSpPr txBox="1"/>
            <p:nvPr/>
          </p:nvSpPr>
          <p:spPr>
            <a:xfrm>
              <a:off x="3479" y="2748"/>
              <a:ext cx="152" cy="135"/>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1</a:t>
              </a:r>
              <a:endParaRPr lang="en-US" altLang="zh-CN" sz="800" i="0" dirty="0">
                <a:latin typeface="Arial" panose="020B0604020202020204" pitchFamily="34" charset="0"/>
                <a:ea typeface="宋体" panose="02010600030101010101" pitchFamily="2" charset="-122"/>
              </a:endParaRPr>
            </a:p>
          </p:txBody>
        </p:sp>
        <p:sp>
          <p:nvSpPr>
            <p:cNvPr id="143435" name="AutoShape 8"/>
            <p:cNvSpPr/>
            <p:nvPr/>
          </p:nvSpPr>
          <p:spPr>
            <a:xfrm>
              <a:off x="3513" y="2611"/>
              <a:ext cx="1027" cy="165"/>
            </a:xfrm>
            <a:prstGeom prst="parallelogram">
              <a:avLst>
                <a:gd name="adj" fmla="val 155606"/>
              </a:avLst>
            </a:prstGeom>
            <a:solidFill>
              <a:schemeClr val="bg1"/>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436" name="Freeform 10"/>
            <p:cNvSpPr/>
            <p:nvPr/>
          </p:nvSpPr>
          <p:spPr>
            <a:xfrm>
              <a:off x="3628" y="2639"/>
              <a:ext cx="746" cy="105"/>
            </a:xfrm>
            <a:custGeom>
              <a:avLst/>
              <a:gdLst/>
              <a:ahLst/>
              <a:cxnLst>
                <a:cxn ang="0">
                  <a:pos x="0" y="87"/>
                </a:cxn>
                <a:cxn ang="0">
                  <a:pos x="239" y="86"/>
                </a:cxn>
                <a:cxn ang="0">
                  <a:pos x="915" y="0"/>
                </a:cxn>
                <a:cxn ang="0">
                  <a:pos x="1094" y="0"/>
                </a:cxn>
              </a:cxnLst>
              <a:pathLst>
                <a:path w="678" h="110">
                  <a:moveTo>
                    <a:pt x="0" y="110"/>
                  </a:moveTo>
                  <a:lnTo>
                    <a:pt x="148" y="108"/>
                  </a:lnTo>
                  <a:lnTo>
                    <a:pt x="567" y="0"/>
                  </a:lnTo>
                  <a:lnTo>
                    <a:pt x="678"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43437" name="Line 18"/>
            <p:cNvSpPr/>
            <p:nvPr/>
          </p:nvSpPr>
          <p:spPr>
            <a:xfrm>
              <a:off x="3897" y="2777"/>
              <a:ext cx="0" cy="292"/>
            </a:xfrm>
            <a:prstGeom prst="line">
              <a:avLst/>
            </a:prstGeom>
            <a:ln w="9525" cap="flat" cmpd="sng">
              <a:solidFill>
                <a:schemeClr val="tx1"/>
              </a:solidFill>
              <a:prstDash val="solid"/>
              <a:round/>
              <a:headEnd type="none" w="med" len="med"/>
              <a:tailEnd type="none" w="med" len="med"/>
            </a:ln>
          </p:spPr>
        </p:sp>
        <p:sp>
          <p:nvSpPr>
            <p:cNvPr id="143438" name="Line 21"/>
            <p:cNvSpPr/>
            <p:nvPr/>
          </p:nvSpPr>
          <p:spPr>
            <a:xfrm>
              <a:off x="3714" y="2775"/>
              <a:ext cx="0" cy="292"/>
            </a:xfrm>
            <a:prstGeom prst="line">
              <a:avLst/>
            </a:prstGeom>
            <a:ln w="9525" cap="flat" cmpd="sng">
              <a:solidFill>
                <a:schemeClr val="tx1"/>
              </a:solidFill>
              <a:prstDash val="solid"/>
              <a:round/>
              <a:headEnd type="none" w="med" len="med"/>
              <a:tailEnd type="none" w="med" len="med"/>
            </a:ln>
          </p:spPr>
        </p:sp>
        <p:sp>
          <p:nvSpPr>
            <p:cNvPr id="143439" name="Line 22"/>
            <p:cNvSpPr/>
            <p:nvPr/>
          </p:nvSpPr>
          <p:spPr>
            <a:xfrm>
              <a:off x="3531" y="2783"/>
              <a:ext cx="0" cy="292"/>
            </a:xfrm>
            <a:prstGeom prst="line">
              <a:avLst/>
            </a:prstGeom>
            <a:ln w="9525" cap="flat" cmpd="sng">
              <a:solidFill>
                <a:schemeClr val="tx1"/>
              </a:solidFill>
              <a:prstDash val="solid"/>
              <a:round/>
              <a:headEnd type="none" w="med" len="med"/>
              <a:tailEnd type="none" w="med" len="med"/>
            </a:ln>
          </p:spPr>
        </p:sp>
        <p:sp>
          <p:nvSpPr>
            <p:cNvPr id="143440" name="Line 23"/>
            <p:cNvSpPr/>
            <p:nvPr/>
          </p:nvSpPr>
          <p:spPr>
            <a:xfrm>
              <a:off x="4074" y="2780"/>
              <a:ext cx="0" cy="292"/>
            </a:xfrm>
            <a:prstGeom prst="line">
              <a:avLst/>
            </a:prstGeom>
            <a:ln w="9525" cap="flat" cmpd="sng">
              <a:solidFill>
                <a:schemeClr val="tx1"/>
              </a:solidFill>
              <a:prstDash val="solid"/>
              <a:round/>
              <a:headEnd type="none" w="med" len="med"/>
              <a:tailEnd type="none" w="med" len="med"/>
            </a:ln>
          </p:spPr>
        </p:sp>
        <p:sp>
          <p:nvSpPr>
            <p:cNvPr id="143441" name="Text Box 26"/>
            <p:cNvSpPr txBox="1"/>
            <p:nvPr/>
          </p:nvSpPr>
          <p:spPr>
            <a:xfrm>
              <a:off x="4034" y="2880"/>
              <a:ext cx="152" cy="135"/>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8</a:t>
              </a:r>
              <a:endParaRPr lang="en-US" altLang="zh-CN" sz="800" i="0" dirty="0">
                <a:latin typeface="Arial" panose="020B0604020202020204" pitchFamily="34" charset="0"/>
                <a:ea typeface="宋体" panose="02010600030101010101" pitchFamily="2" charset="-122"/>
              </a:endParaRPr>
            </a:p>
          </p:txBody>
        </p:sp>
        <p:sp>
          <p:nvSpPr>
            <p:cNvPr id="143442" name="Text Box 30"/>
            <p:cNvSpPr txBox="1"/>
            <p:nvPr/>
          </p:nvSpPr>
          <p:spPr>
            <a:xfrm>
              <a:off x="3485" y="2874"/>
              <a:ext cx="152" cy="135"/>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2</a:t>
              </a:r>
              <a:endParaRPr lang="en-US" altLang="zh-CN" sz="800" i="0" dirty="0">
                <a:latin typeface="Arial" panose="020B0604020202020204" pitchFamily="34" charset="0"/>
                <a:ea typeface="宋体" panose="02010600030101010101" pitchFamily="2" charset="-122"/>
              </a:endParaRPr>
            </a:p>
          </p:txBody>
        </p:sp>
        <p:sp>
          <p:nvSpPr>
            <p:cNvPr id="143443" name="Text Box 57"/>
            <p:cNvSpPr txBox="1"/>
            <p:nvPr/>
          </p:nvSpPr>
          <p:spPr>
            <a:xfrm>
              <a:off x="4031" y="2745"/>
              <a:ext cx="152" cy="135"/>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7</a:t>
              </a:r>
              <a:endParaRPr lang="en-US" altLang="zh-CN" sz="800" i="0" dirty="0">
                <a:latin typeface="Arial" panose="020B0604020202020204" pitchFamily="34" charset="0"/>
                <a:ea typeface="宋体" panose="02010600030101010101" pitchFamily="2" charset="-122"/>
              </a:endParaRPr>
            </a:p>
          </p:txBody>
        </p:sp>
        <p:sp>
          <p:nvSpPr>
            <p:cNvPr id="143444" name="Oval 81"/>
            <p:cNvSpPr/>
            <p:nvPr/>
          </p:nvSpPr>
          <p:spPr>
            <a:xfrm>
              <a:off x="3604" y="2972"/>
              <a:ext cx="27" cy="30"/>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445" name="Oval 82"/>
            <p:cNvSpPr/>
            <p:nvPr/>
          </p:nvSpPr>
          <p:spPr>
            <a:xfrm>
              <a:off x="3788" y="2970"/>
              <a:ext cx="27" cy="30"/>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446" name="Oval 83"/>
            <p:cNvSpPr/>
            <p:nvPr/>
          </p:nvSpPr>
          <p:spPr>
            <a:xfrm>
              <a:off x="4158" y="2973"/>
              <a:ext cx="27" cy="30"/>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447" name="Freeform 10"/>
            <p:cNvSpPr/>
            <p:nvPr/>
          </p:nvSpPr>
          <p:spPr>
            <a:xfrm flipV="1">
              <a:off x="3754" y="2639"/>
              <a:ext cx="550" cy="105"/>
            </a:xfrm>
            <a:custGeom>
              <a:avLst/>
              <a:gdLst/>
              <a:ahLst/>
              <a:cxnLst>
                <a:cxn ang="0">
                  <a:pos x="0" y="87"/>
                </a:cxn>
                <a:cxn ang="0">
                  <a:pos x="52" y="86"/>
                </a:cxn>
                <a:cxn ang="0">
                  <a:pos x="200" y="0"/>
                </a:cxn>
                <a:cxn ang="0">
                  <a:pos x="238" y="0"/>
                </a:cxn>
              </a:cxnLst>
              <a:pathLst>
                <a:path w="678" h="110">
                  <a:moveTo>
                    <a:pt x="0" y="110"/>
                  </a:moveTo>
                  <a:lnTo>
                    <a:pt x="148" y="108"/>
                  </a:lnTo>
                  <a:lnTo>
                    <a:pt x="567" y="0"/>
                  </a:lnTo>
                  <a:lnTo>
                    <a:pt x="678"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43448" name="Freeform 185"/>
            <p:cNvSpPr/>
            <p:nvPr/>
          </p:nvSpPr>
          <p:spPr>
            <a:xfrm>
              <a:off x="4274" y="2610"/>
              <a:ext cx="264" cy="456"/>
            </a:xfrm>
            <a:custGeom>
              <a:avLst/>
              <a:gdLst/>
              <a:ahLst/>
              <a:cxnLst>
                <a:cxn ang="0">
                  <a:pos x="264" y="0"/>
                </a:cxn>
                <a:cxn ang="0">
                  <a:pos x="262" y="248"/>
                </a:cxn>
                <a:cxn ang="0">
                  <a:pos x="0" y="456"/>
                </a:cxn>
              </a:cxnLst>
              <a:pathLst>
                <a:path w="264" h="456">
                  <a:moveTo>
                    <a:pt x="264" y="0"/>
                  </a:moveTo>
                  <a:lnTo>
                    <a:pt x="262" y="248"/>
                  </a:lnTo>
                  <a:lnTo>
                    <a:pt x="0" y="456"/>
                  </a:lnTo>
                </a:path>
              </a:pathLst>
            </a:custGeom>
            <a:noFill/>
            <a:ln w="9525" cap="flat" cmpd="sng">
              <a:solidFill>
                <a:schemeClr val="tx1"/>
              </a:solidFill>
              <a:prstDash val="solid"/>
              <a:round/>
              <a:headEnd type="none" w="med" len="med"/>
              <a:tailEnd type="none" w="med" len="med"/>
            </a:ln>
          </p:spPr>
          <p:txBody>
            <a:bodyPr/>
            <a:p>
              <a:endParaRPr lang="zh-CN" altLang="en-US"/>
            </a:p>
          </p:txBody>
        </p:sp>
      </p:grpSp>
      <p:grpSp>
        <p:nvGrpSpPr>
          <p:cNvPr id="143449" name="Group 210"/>
          <p:cNvGrpSpPr/>
          <p:nvPr/>
        </p:nvGrpSpPr>
        <p:grpSpPr>
          <a:xfrm>
            <a:off x="7080250" y="4318000"/>
            <a:ext cx="1698625" cy="742950"/>
            <a:chOff x="1003" y="3585"/>
            <a:chExt cx="1070" cy="468"/>
          </a:xfrm>
        </p:grpSpPr>
        <p:grpSp>
          <p:nvGrpSpPr>
            <p:cNvPr id="143450" name="Group 207"/>
            <p:cNvGrpSpPr/>
            <p:nvPr/>
          </p:nvGrpSpPr>
          <p:grpSpPr>
            <a:xfrm>
              <a:off x="1003" y="3723"/>
              <a:ext cx="796" cy="330"/>
              <a:chOff x="2444" y="3759"/>
              <a:chExt cx="796" cy="330"/>
            </a:xfrm>
          </p:grpSpPr>
          <p:sp>
            <p:nvSpPr>
              <p:cNvPr id="143451" name="Rectangle 77"/>
              <p:cNvSpPr/>
              <p:nvPr/>
            </p:nvSpPr>
            <p:spPr>
              <a:xfrm>
                <a:off x="3057" y="3793"/>
                <a:ext cx="183" cy="132"/>
              </a:xfrm>
              <a:prstGeom prst="rect">
                <a:avLst/>
              </a:prstGeom>
              <a:solidFill>
                <a:srgbClr val="FFFF00"/>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452" name="Rectangle 76"/>
              <p:cNvSpPr/>
              <p:nvPr/>
            </p:nvSpPr>
            <p:spPr>
              <a:xfrm>
                <a:off x="2496" y="3796"/>
                <a:ext cx="561" cy="288"/>
              </a:xfrm>
              <a:prstGeom prst="rect">
                <a:avLst/>
              </a:prstGeom>
              <a:solidFill>
                <a:srgbClr val="FFFF00"/>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453" name="Line 17"/>
              <p:cNvSpPr/>
              <p:nvPr/>
            </p:nvSpPr>
            <p:spPr>
              <a:xfrm>
                <a:off x="2874" y="3797"/>
                <a:ext cx="0" cy="292"/>
              </a:xfrm>
              <a:prstGeom prst="line">
                <a:avLst/>
              </a:prstGeom>
              <a:ln w="9525" cap="flat" cmpd="sng">
                <a:solidFill>
                  <a:schemeClr val="tx1"/>
                </a:solidFill>
                <a:prstDash val="solid"/>
                <a:round/>
                <a:headEnd type="none" w="med" len="med"/>
                <a:tailEnd type="none" w="med" len="med"/>
              </a:ln>
            </p:spPr>
          </p:sp>
          <p:sp>
            <p:nvSpPr>
              <p:cNvPr id="143454" name="Line 24"/>
              <p:cNvSpPr/>
              <p:nvPr/>
            </p:nvSpPr>
            <p:spPr>
              <a:xfrm>
                <a:off x="2688" y="3794"/>
                <a:ext cx="0" cy="292"/>
              </a:xfrm>
              <a:prstGeom prst="line">
                <a:avLst/>
              </a:prstGeom>
              <a:ln w="9525" cap="flat" cmpd="sng">
                <a:solidFill>
                  <a:schemeClr val="tx1"/>
                </a:solidFill>
                <a:prstDash val="solid"/>
                <a:round/>
                <a:headEnd type="none" w="med" len="med"/>
                <a:tailEnd type="none" w="med" len="med"/>
              </a:ln>
            </p:spPr>
          </p:sp>
          <p:sp>
            <p:nvSpPr>
              <p:cNvPr id="143455" name="Line 25"/>
              <p:cNvSpPr/>
              <p:nvPr/>
            </p:nvSpPr>
            <p:spPr>
              <a:xfrm>
                <a:off x="3060" y="3791"/>
                <a:ext cx="0" cy="292"/>
              </a:xfrm>
              <a:prstGeom prst="line">
                <a:avLst/>
              </a:prstGeom>
              <a:ln w="9525" cap="flat" cmpd="sng">
                <a:solidFill>
                  <a:schemeClr val="tx1"/>
                </a:solidFill>
                <a:prstDash val="solid"/>
                <a:round/>
                <a:headEnd type="none" w="med" len="med"/>
                <a:tailEnd type="none" w="med" len="med"/>
              </a:ln>
            </p:spPr>
          </p:sp>
          <p:sp>
            <p:nvSpPr>
              <p:cNvPr id="143456" name="Text Box 27"/>
              <p:cNvSpPr txBox="1"/>
              <p:nvPr/>
            </p:nvSpPr>
            <p:spPr>
              <a:xfrm>
                <a:off x="2456" y="3762"/>
                <a:ext cx="152" cy="135"/>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9</a:t>
                </a:r>
                <a:endParaRPr lang="en-US" altLang="zh-CN" sz="800" i="0" dirty="0">
                  <a:latin typeface="Arial" panose="020B0604020202020204" pitchFamily="34" charset="0"/>
                  <a:ea typeface="宋体" panose="02010600030101010101" pitchFamily="2" charset="-122"/>
                </a:endParaRPr>
              </a:p>
            </p:txBody>
          </p:sp>
          <p:sp>
            <p:nvSpPr>
              <p:cNvPr id="143457" name="Text Box 28"/>
              <p:cNvSpPr txBox="1"/>
              <p:nvPr/>
            </p:nvSpPr>
            <p:spPr>
              <a:xfrm>
                <a:off x="3008" y="3900"/>
                <a:ext cx="188" cy="135"/>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16</a:t>
                </a:r>
                <a:endParaRPr lang="en-US" altLang="zh-CN" sz="800" i="0" dirty="0">
                  <a:latin typeface="Arial" panose="020B0604020202020204" pitchFamily="34" charset="0"/>
                  <a:ea typeface="宋体" panose="02010600030101010101" pitchFamily="2" charset="-122"/>
                </a:endParaRPr>
              </a:p>
            </p:txBody>
          </p:sp>
          <p:sp>
            <p:nvSpPr>
              <p:cNvPr id="143458" name="Text Box 29"/>
              <p:cNvSpPr txBox="1"/>
              <p:nvPr/>
            </p:nvSpPr>
            <p:spPr>
              <a:xfrm>
                <a:off x="2444" y="3900"/>
                <a:ext cx="188" cy="135"/>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10</a:t>
                </a:r>
                <a:endParaRPr lang="en-US" altLang="zh-CN" sz="800" i="0" dirty="0">
                  <a:latin typeface="Arial" panose="020B0604020202020204" pitchFamily="34" charset="0"/>
                  <a:ea typeface="宋体" panose="02010600030101010101" pitchFamily="2" charset="-122"/>
                </a:endParaRPr>
              </a:p>
            </p:txBody>
          </p:sp>
          <p:sp>
            <p:nvSpPr>
              <p:cNvPr id="143459" name="Text Box 74"/>
              <p:cNvSpPr txBox="1"/>
              <p:nvPr/>
            </p:nvSpPr>
            <p:spPr>
              <a:xfrm>
                <a:off x="3005" y="3759"/>
                <a:ext cx="188" cy="135"/>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15</a:t>
                </a:r>
                <a:endParaRPr lang="en-US" altLang="zh-CN" sz="800" i="0" dirty="0">
                  <a:latin typeface="Arial" panose="020B0604020202020204" pitchFamily="34" charset="0"/>
                  <a:ea typeface="宋体" panose="02010600030101010101" pitchFamily="2" charset="-122"/>
                </a:endParaRPr>
              </a:p>
            </p:txBody>
          </p:sp>
          <p:sp>
            <p:nvSpPr>
              <p:cNvPr id="143460" name="Oval 84"/>
              <p:cNvSpPr/>
              <p:nvPr/>
            </p:nvSpPr>
            <p:spPr>
              <a:xfrm>
                <a:off x="2588" y="3988"/>
                <a:ext cx="27" cy="30"/>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461" name="Oval 85"/>
              <p:cNvSpPr/>
              <p:nvPr/>
            </p:nvSpPr>
            <p:spPr>
              <a:xfrm>
                <a:off x="2580" y="3853"/>
                <a:ext cx="27" cy="30"/>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462" name="Oval 86"/>
              <p:cNvSpPr/>
              <p:nvPr/>
            </p:nvSpPr>
            <p:spPr>
              <a:xfrm>
                <a:off x="3131" y="3851"/>
                <a:ext cx="27" cy="30"/>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sp>
          <p:nvSpPr>
            <p:cNvPr id="143463" name="AutoShape 8"/>
            <p:cNvSpPr/>
            <p:nvPr/>
          </p:nvSpPr>
          <p:spPr>
            <a:xfrm>
              <a:off x="1046" y="3586"/>
              <a:ext cx="1027" cy="165"/>
            </a:xfrm>
            <a:prstGeom prst="parallelogram">
              <a:avLst>
                <a:gd name="adj" fmla="val 155606"/>
              </a:avLst>
            </a:prstGeom>
            <a:solidFill>
              <a:schemeClr val="bg1"/>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3464" name="Freeform 10"/>
            <p:cNvSpPr/>
            <p:nvPr/>
          </p:nvSpPr>
          <p:spPr>
            <a:xfrm>
              <a:off x="1161" y="3614"/>
              <a:ext cx="746" cy="105"/>
            </a:xfrm>
            <a:custGeom>
              <a:avLst/>
              <a:gdLst/>
              <a:ahLst/>
              <a:cxnLst>
                <a:cxn ang="0">
                  <a:pos x="0" y="87"/>
                </a:cxn>
                <a:cxn ang="0">
                  <a:pos x="239" y="86"/>
                </a:cxn>
                <a:cxn ang="0">
                  <a:pos x="915" y="0"/>
                </a:cxn>
                <a:cxn ang="0">
                  <a:pos x="1094" y="0"/>
                </a:cxn>
              </a:cxnLst>
              <a:pathLst>
                <a:path w="678" h="110">
                  <a:moveTo>
                    <a:pt x="0" y="110"/>
                  </a:moveTo>
                  <a:lnTo>
                    <a:pt x="148" y="108"/>
                  </a:lnTo>
                  <a:lnTo>
                    <a:pt x="567" y="0"/>
                  </a:lnTo>
                  <a:lnTo>
                    <a:pt x="678"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43465" name="Freeform 10"/>
            <p:cNvSpPr/>
            <p:nvPr/>
          </p:nvSpPr>
          <p:spPr>
            <a:xfrm flipV="1">
              <a:off x="1287" y="3614"/>
              <a:ext cx="550" cy="105"/>
            </a:xfrm>
            <a:custGeom>
              <a:avLst/>
              <a:gdLst/>
              <a:ahLst/>
              <a:cxnLst>
                <a:cxn ang="0">
                  <a:pos x="0" y="87"/>
                </a:cxn>
                <a:cxn ang="0">
                  <a:pos x="52" y="86"/>
                </a:cxn>
                <a:cxn ang="0">
                  <a:pos x="200" y="0"/>
                </a:cxn>
                <a:cxn ang="0">
                  <a:pos x="238" y="0"/>
                </a:cxn>
              </a:cxnLst>
              <a:pathLst>
                <a:path w="678" h="110">
                  <a:moveTo>
                    <a:pt x="0" y="110"/>
                  </a:moveTo>
                  <a:lnTo>
                    <a:pt x="148" y="108"/>
                  </a:lnTo>
                  <a:lnTo>
                    <a:pt x="567" y="0"/>
                  </a:lnTo>
                  <a:lnTo>
                    <a:pt x="678"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43466" name="Freeform 206"/>
            <p:cNvSpPr/>
            <p:nvPr/>
          </p:nvSpPr>
          <p:spPr>
            <a:xfrm>
              <a:off x="1807" y="3585"/>
              <a:ext cx="264" cy="456"/>
            </a:xfrm>
            <a:custGeom>
              <a:avLst/>
              <a:gdLst/>
              <a:ahLst/>
              <a:cxnLst>
                <a:cxn ang="0">
                  <a:pos x="264" y="0"/>
                </a:cxn>
                <a:cxn ang="0">
                  <a:pos x="262" y="248"/>
                </a:cxn>
                <a:cxn ang="0">
                  <a:pos x="0" y="456"/>
                </a:cxn>
              </a:cxnLst>
              <a:pathLst>
                <a:path w="264" h="456">
                  <a:moveTo>
                    <a:pt x="264" y="0"/>
                  </a:moveTo>
                  <a:lnTo>
                    <a:pt x="262" y="248"/>
                  </a:lnTo>
                  <a:lnTo>
                    <a:pt x="0" y="456"/>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43467" name="Freeform 208"/>
            <p:cNvSpPr/>
            <p:nvPr/>
          </p:nvSpPr>
          <p:spPr>
            <a:xfrm>
              <a:off x="1044" y="3747"/>
              <a:ext cx="762" cy="303"/>
            </a:xfrm>
            <a:custGeom>
              <a:avLst/>
              <a:gdLst/>
              <a:ahLst/>
              <a:cxnLst>
                <a:cxn ang="0">
                  <a:pos x="0" y="3"/>
                </a:cxn>
                <a:cxn ang="0">
                  <a:pos x="0" y="303"/>
                </a:cxn>
                <a:cxn ang="0">
                  <a:pos x="762" y="303"/>
                </a:cxn>
                <a:cxn ang="0">
                  <a:pos x="762" y="0"/>
                </a:cxn>
              </a:cxnLst>
              <a:pathLst>
                <a:path w="762" h="303">
                  <a:moveTo>
                    <a:pt x="0" y="3"/>
                  </a:moveTo>
                  <a:lnTo>
                    <a:pt x="0" y="303"/>
                  </a:lnTo>
                  <a:lnTo>
                    <a:pt x="762" y="303"/>
                  </a:lnTo>
                  <a:lnTo>
                    <a:pt x="76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43468" name="Line 209"/>
            <p:cNvSpPr/>
            <p:nvPr/>
          </p:nvSpPr>
          <p:spPr>
            <a:xfrm flipV="1">
              <a:off x="1044" y="3888"/>
              <a:ext cx="768" cy="3"/>
            </a:xfrm>
            <a:prstGeom prst="line">
              <a:avLst/>
            </a:prstGeom>
            <a:ln w="9525" cap="flat" cmpd="sng">
              <a:solidFill>
                <a:schemeClr val="tx1"/>
              </a:solidFill>
              <a:prstDash val="solid"/>
              <a:round/>
              <a:headEnd type="none" w="med" len="med"/>
              <a:tailEnd type="none" w="med" len="med"/>
            </a:ln>
          </p:spPr>
        </p:sp>
      </p:grpSp>
      <p:sp>
        <p:nvSpPr>
          <p:cNvPr id="143469" name="Text Box 64"/>
          <p:cNvSpPr txBox="1"/>
          <p:nvPr/>
        </p:nvSpPr>
        <p:spPr>
          <a:xfrm>
            <a:off x="8037513" y="5297488"/>
            <a:ext cx="412750" cy="366712"/>
          </a:xfrm>
          <a:prstGeom prst="rect">
            <a:avLst/>
          </a:prstGeom>
          <a:noFill/>
          <a:ln w="9525">
            <a:noFill/>
          </a:ln>
        </p:spPr>
        <p:txBody>
          <a:bodyPr wrap="none" anchor="t" anchorCtr="0">
            <a:spAutoFit/>
          </a:bodyPr>
          <a:p>
            <a:pPr>
              <a:buClrTx/>
              <a:buFontTx/>
            </a:pPr>
            <a:r>
              <a:rPr lang="en-US" altLang="zh-CN" i="0" dirty="0">
                <a:latin typeface="Arial" panose="020B0604020202020204" pitchFamily="34" charset="0"/>
                <a:ea typeface="宋体" panose="02010600030101010101" pitchFamily="2" charset="-122"/>
              </a:rPr>
              <a:t>…</a:t>
            </a:r>
            <a:endParaRPr lang="en-US" altLang="zh-CN" i="0" dirty="0">
              <a:latin typeface="Arial" panose="020B0604020202020204" pitchFamily="34" charset="0"/>
              <a:ea typeface="宋体" panose="02010600030101010101" pitchFamily="2" charset="-122"/>
            </a:endParaRPr>
          </a:p>
        </p:txBody>
      </p:sp>
      <p:pic>
        <p:nvPicPr>
          <p:cNvPr id="143470" name="Picture 65" descr="terminal"/>
          <p:cNvPicPr>
            <a:picLocks noChangeAspect="1"/>
          </p:cNvPicPr>
          <p:nvPr/>
        </p:nvPicPr>
        <p:blipFill>
          <a:blip r:embed="rId1"/>
          <a:stretch>
            <a:fillRect/>
          </a:stretch>
        </p:blipFill>
        <p:spPr>
          <a:xfrm>
            <a:off x="7218363" y="5240338"/>
            <a:ext cx="496887" cy="525462"/>
          </a:xfrm>
          <a:prstGeom prst="rect">
            <a:avLst/>
          </a:prstGeom>
          <a:noFill/>
          <a:ln w="9525">
            <a:noFill/>
          </a:ln>
        </p:spPr>
      </p:pic>
      <p:pic>
        <p:nvPicPr>
          <p:cNvPr id="143471" name="Picture 66" descr="terminal"/>
          <p:cNvPicPr>
            <a:picLocks noChangeAspect="1"/>
          </p:cNvPicPr>
          <p:nvPr/>
        </p:nvPicPr>
        <p:blipFill>
          <a:blip r:embed="rId1"/>
          <a:stretch>
            <a:fillRect/>
          </a:stretch>
        </p:blipFill>
        <p:spPr>
          <a:xfrm>
            <a:off x="7645400" y="5275263"/>
            <a:ext cx="496888" cy="525462"/>
          </a:xfrm>
          <a:prstGeom prst="rect">
            <a:avLst/>
          </a:prstGeom>
          <a:noFill/>
          <a:ln w="9525">
            <a:noFill/>
          </a:ln>
        </p:spPr>
      </p:pic>
      <p:pic>
        <p:nvPicPr>
          <p:cNvPr id="143472" name="Picture 67" descr="terminal"/>
          <p:cNvPicPr>
            <a:picLocks noChangeAspect="1"/>
          </p:cNvPicPr>
          <p:nvPr/>
        </p:nvPicPr>
        <p:blipFill>
          <a:blip r:embed="rId1"/>
          <a:stretch>
            <a:fillRect/>
          </a:stretch>
        </p:blipFill>
        <p:spPr>
          <a:xfrm>
            <a:off x="8478838" y="5103813"/>
            <a:ext cx="496887" cy="525462"/>
          </a:xfrm>
          <a:prstGeom prst="rect">
            <a:avLst/>
          </a:prstGeom>
          <a:noFill/>
          <a:ln w="9525">
            <a:noFill/>
          </a:ln>
        </p:spPr>
      </p:pic>
      <p:sp>
        <p:nvSpPr>
          <p:cNvPr id="143473" name="Line 69"/>
          <p:cNvSpPr/>
          <p:nvPr/>
        </p:nvSpPr>
        <p:spPr>
          <a:xfrm>
            <a:off x="7324725" y="4922838"/>
            <a:ext cx="101600" cy="377825"/>
          </a:xfrm>
          <a:prstGeom prst="line">
            <a:avLst/>
          </a:prstGeom>
          <a:ln w="9525" cap="flat" cmpd="sng">
            <a:solidFill>
              <a:schemeClr val="tx1"/>
            </a:solidFill>
            <a:prstDash val="solid"/>
            <a:round/>
            <a:headEnd type="none" w="med" len="med"/>
            <a:tailEnd type="none" w="med" len="med"/>
          </a:ln>
        </p:spPr>
      </p:sp>
      <p:sp>
        <p:nvSpPr>
          <p:cNvPr id="143474" name="Line 70"/>
          <p:cNvSpPr/>
          <p:nvPr/>
        </p:nvSpPr>
        <p:spPr>
          <a:xfrm>
            <a:off x="7315200" y="4721225"/>
            <a:ext cx="479425" cy="603250"/>
          </a:xfrm>
          <a:prstGeom prst="line">
            <a:avLst/>
          </a:prstGeom>
          <a:ln w="9525" cap="flat" cmpd="sng">
            <a:solidFill>
              <a:schemeClr val="tx1"/>
            </a:solidFill>
            <a:prstDash val="solid"/>
            <a:round/>
            <a:headEnd type="none" w="med" len="med"/>
            <a:tailEnd type="none" w="med" len="med"/>
          </a:ln>
        </p:spPr>
      </p:sp>
      <p:sp>
        <p:nvSpPr>
          <p:cNvPr id="143475" name="Line 71"/>
          <p:cNvSpPr/>
          <p:nvPr/>
        </p:nvSpPr>
        <p:spPr>
          <a:xfrm>
            <a:off x="8170863" y="4665663"/>
            <a:ext cx="514350" cy="484187"/>
          </a:xfrm>
          <a:prstGeom prst="line">
            <a:avLst/>
          </a:prstGeom>
          <a:ln w="9525" cap="flat" cmpd="sng">
            <a:solidFill>
              <a:schemeClr val="tx1"/>
            </a:solidFill>
            <a:prstDash val="solid"/>
            <a:round/>
            <a:headEnd type="none" w="med" len="med"/>
            <a:tailEnd type="none" w="med" len="med"/>
          </a:ln>
        </p:spPr>
      </p:sp>
      <p:sp>
        <p:nvSpPr>
          <p:cNvPr id="143476" name="Text Box 73"/>
          <p:cNvSpPr txBox="1"/>
          <p:nvPr/>
        </p:nvSpPr>
        <p:spPr>
          <a:xfrm>
            <a:off x="7364413" y="5827713"/>
            <a:ext cx="1433512" cy="457200"/>
          </a:xfrm>
          <a:prstGeom prst="rect">
            <a:avLst/>
          </a:prstGeom>
          <a:noFill/>
          <a:ln w="9525">
            <a:noFill/>
          </a:ln>
        </p:spPr>
        <p:txBody>
          <a:bodyPr wrap="none" anchor="t" anchorCtr="0">
            <a:spAutoFit/>
          </a:bodyPr>
          <a:p>
            <a:pPr algn="ctr">
              <a:buClrTx/>
              <a:buFontTx/>
            </a:pPr>
            <a:r>
              <a:rPr lang="en-US" altLang="zh-CN" sz="1200" i="0" dirty="0">
                <a:latin typeface="Arial" panose="020B0604020202020204" pitchFamily="34" charset="0"/>
                <a:ea typeface="宋体" panose="02010600030101010101" pitchFamily="2" charset="-122"/>
              </a:rPr>
              <a:t>Computer Science</a:t>
            </a:r>
            <a:endParaRPr lang="en-US" altLang="zh-CN" sz="1200" i="0" dirty="0">
              <a:latin typeface="Arial" panose="020B0604020202020204" pitchFamily="34" charset="0"/>
              <a:ea typeface="宋体" panose="02010600030101010101" pitchFamily="2" charset="-122"/>
            </a:endParaRPr>
          </a:p>
          <a:p>
            <a:pPr algn="ctr">
              <a:buClrTx/>
              <a:buFontTx/>
            </a:pPr>
            <a:r>
              <a:rPr lang="en-US" altLang="zh-CN" sz="1200" i="0" dirty="0">
                <a:latin typeface="Arial" panose="020B0604020202020204" pitchFamily="34" charset="0"/>
                <a:ea typeface="宋体" panose="02010600030101010101" pitchFamily="2" charset="-122"/>
              </a:rPr>
              <a:t>(VLAN ports 9-16)</a:t>
            </a:r>
            <a:endParaRPr lang="en-US" altLang="zh-CN" sz="1200" i="0" dirty="0">
              <a:latin typeface="Arial" panose="020B0604020202020204" pitchFamily="34" charset="0"/>
              <a:ea typeface="宋体" panose="02010600030101010101" pitchFamily="2" charset="-122"/>
            </a:endParaRPr>
          </a:p>
        </p:txBody>
      </p:sp>
      <p:sp>
        <p:nvSpPr>
          <p:cNvPr id="143477" name="Rectangle 211"/>
          <p:cNvSpPr/>
          <p:nvPr/>
        </p:nvSpPr>
        <p:spPr>
          <a:xfrm>
            <a:off x="4095750" y="3695700"/>
            <a:ext cx="4837113" cy="500063"/>
          </a:xfrm>
          <a:prstGeom prst="rect">
            <a:avLst/>
          </a:prstGeom>
          <a:noFill/>
          <a:ln w="9525">
            <a:noFill/>
          </a:ln>
        </p:spPr>
        <p:txBody>
          <a:bodyPr anchor="t" anchorCtr="0"/>
          <a:p>
            <a:pPr marL="342900" indent="-342900" eaLnBrk="0" hangingPunct="0">
              <a:spcBef>
                <a:spcPct val="20000"/>
              </a:spcBef>
              <a:buClr>
                <a:schemeClr val="accent2"/>
              </a:buClr>
              <a:buSzPct val="85000"/>
              <a:buFont typeface="ZapfDingbats" pitchFamily="82" charset="2"/>
            </a:pPr>
            <a:r>
              <a:rPr lang="en-US" altLang="zh-CN" sz="2000" i="0" dirty="0">
                <a:latin typeface="Comic Sans MS" panose="030F0702030302020204" pitchFamily="66" charset="0"/>
                <a:ea typeface="宋体" panose="02010600030101010101" pitchFamily="2" charset="-122"/>
              </a:rPr>
              <a:t>… operates as </a:t>
            </a:r>
            <a:r>
              <a:rPr lang="en-US" altLang="zh-CN" sz="2000" dirty="0">
                <a:solidFill>
                  <a:srgbClr val="FF0000"/>
                </a:solidFill>
                <a:latin typeface="Comic Sans MS" panose="030F0702030302020204" pitchFamily="66" charset="0"/>
                <a:ea typeface="宋体" panose="02010600030101010101" pitchFamily="2" charset="-122"/>
              </a:rPr>
              <a:t>multiple</a:t>
            </a:r>
            <a:r>
              <a:rPr lang="en-US" altLang="zh-CN" sz="2000" i="0" dirty="0">
                <a:latin typeface="Comic Sans MS" panose="030F0702030302020204" pitchFamily="66" charset="0"/>
                <a:ea typeface="宋体" panose="02010600030101010101" pitchFamily="2" charset="-122"/>
              </a:rPr>
              <a:t> virtual switches</a:t>
            </a:r>
            <a:endParaRPr lang="en-US" altLang="zh-CN" sz="2000" i="0" dirty="0">
              <a:latin typeface="Comic Sans MS" panose="030F0702030302020204" pitchFamily="66" charset="0"/>
              <a:ea typeface="宋体" panose="02010600030101010101" pitchFamily="2" charset="-122"/>
            </a:endParaRPr>
          </a:p>
          <a:p>
            <a:pPr marL="342900" indent="-342900" eaLnBrk="0" hangingPunct="0">
              <a:spcBef>
                <a:spcPct val="20000"/>
              </a:spcBef>
              <a:buClr>
                <a:schemeClr val="accent2"/>
              </a:buClr>
              <a:buSzPct val="85000"/>
              <a:buFont typeface="ZapfDingbats" pitchFamily="82" charset="2"/>
              <a:buChar char="r"/>
            </a:pPr>
            <a:endParaRPr lang="en-US" altLang="zh-CN" sz="2000" i="0" dirty="0">
              <a:latin typeface="Comic Sans MS" panose="030F0702030302020204" pitchFamily="66" charset="0"/>
              <a:ea typeface="宋体" panose="02010600030101010101" pitchFamily="2"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4438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44387" name="Rectangle 115"/>
          <p:cNvSpPr/>
          <p:nvPr/>
        </p:nvSpPr>
        <p:spPr>
          <a:xfrm>
            <a:off x="7731125" y="3063875"/>
            <a:ext cx="279400" cy="228600"/>
          </a:xfrm>
          <a:prstGeom prst="rect">
            <a:avLst/>
          </a:prstGeom>
          <a:solidFill>
            <a:srgbClr val="FFFF00"/>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4388" name="Rectangle 4"/>
          <p:cNvSpPr/>
          <p:nvPr/>
        </p:nvSpPr>
        <p:spPr>
          <a:xfrm>
            <a:off x="5657850" y="2847975"/>
            <a:ext cx="273050" cy="196850"/>
          </a:xfrm>
          <a:prstGeom prst="rect">
            <a:avLst/>
          </a:prstGeom>
          <a:solidFill>
            <a:srgbClr val="00FF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4389" name="Rectangle 5"/>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Port-based VLAN</a:t>
            </a:r>
            <a:endParaRPr lang="en-US" altLang="zh-CN" dirty="0">
              <a:ea typeface="宋体" panose="02010600030101010101" pitchFamily="2" charset="-122"/>
            </a:endParaRPr>
          </a:p>
        </p:txBody>
      </p:sp>
      <p:sp>
        <p:nvSpPr>
          <p:cNvPr id="144390" name="Rectangle 80"/>
          <p:cNvSpPr/>
          <p:nvPr/>
        </p:nvSpPr>
        <p:spPr>
          <a:xfrm>
            <a:off x="5649913" y="3057525"/>
            <a:ext cx="290512" cy="242888"/>
          </a:xfrm>
          <a:prstGeom prst="rect">
            <a:avLst/>
          </a:prstGeom>
          <a:solidFill>
            <a:srgbClr val="00FFFF"/>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4391" name="Rectangle 77"/>
          <p:cNvSpPr/>
          <p:nvPr/>
        </p:nvSpPr>
        <p:spPr>
          <a:xfrm>
            <a:off x="7721600" y="2838450"/>
            <a:ext cx="290513" cy="209550"/>
          </a:xfrm>
          <a:prstGeom prst="rect">
            <a:avLst/>
          </a:prstGeom>
          <a:solidFill>
            <a:srgbClr val="FFFF00"/>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4392" name="Rectangle 76"/>
          <p:cNvSpPr/>
          <p:nvPr/>
        </p:nvSpPr>
        <p:spPr>
          <a:xfrm>
            <a:off x="6831013" y="2843213"/>
            <a:ext cx="890587" cy="457200"/>
          </a:xfrm>
          <a:prstGeom prst="rect">
            <a:avLst/>
          </a:prstGeom>
          <a:solidFill>
            <a:srgbClr val="FFFF00"/>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4393" name="Rectangle 75"/>
          <p:cNvSpPr/>
          <p:nvPr/>
        </p:nvSpPr>
        <p:spPr>
          <a:xfrm>
            <a:off x="5935663" y="2843213"/>
            <a:ext cx="900112" cy="452437"/>
          </a:xfrm>
          <a:prstGeom prst="rect">
            <a:avLst/>
          </a:prstGeom>
          <a:solidFill>
            <a:srgbClr val="00FFFF"/>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4394" name="Rectangle 2"/>
          <p:cNvSpPr/>
          <p:nvPr/>
        </p:nvSpPr>
        <p:spPr>
          <a:xfrm>
            <a:off x="5649913" y="2835275"/>
            <a:ext cx="2370137" cy="468313"/>
          </a:xfrm>
          <a:prstGeom prst="rect">
            <a:avLst/>
          </a:prstGeom>
          <a:noFill/>
          <a:ln w="9525" cap="flat" cmpd="sng">
            <a:solidFill>
              <a:schemeClr val="tx1"/>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4395" name="Line 3"/>
          <p:cNvSpPr/>
          <p:nvPr/>
        </p:nvSpPr>
        <p:spPr>
          <a:xfrm>
            <a:off x="5651500" y="3051175"/>
            <a:ext cx="2351088" cy="4763"/>
          </a:xfrm>
          <a:prstGeom prst="line">
            <a:avLst/>
          </a:prstGeom>
          <a:ln w="9525" cap="flat" cmpd="sng">
            <a:solidFill>
              <a:schemeClr val="tx1"/>
            </a:solidFill>
            <a:prstDash val="solid"/>
            <a:round/>
            <a:headEnd type="none" w="med" len="med"/>
            <a:tailEnd type="none" w="med" len="med"/>
          </a:ln>
        </p:spPr>
      </p:sp>
      <p:sp>
        <p:nvSpPr>
          <p:cNvPr id="144396" name="Text Box 6"/>
          <p:cNvSpPr txBox="1"/>
          <p:nvPr/>
        </p:nvSpPr>
        <p:spPr>
          <a:xfrm>
            <a:off x="5567363" y="2794000"/>
            <a:ext cx="241300" cy="214313"/>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1</a:t>
            </a:r>
            <a:endParaRPr lang="en-US" altLang="zh-CN" sz="800" i="0" dirty="0">
              <a:latin typeface="Arial" panose="020B0604020202020204" pitchFamily="34" charset="0"/>
              <a:ea typeface="宋体" panose="02010600030101010101" pitchFamily="2" charset="-122"/>
            </a:endParaRPr>
          </a:p>
        </p:txBody>
      </p:sp>
      <p:sp>
        <p:nvSpPr>
          <p:cNvPr id="144397" name="Line 7"/>
          <p:cNvSpPr/>
          <p:nvPr/>
        </p:nvSpPr>
        <p:spPr>
          <a:xfrm>
            <a:off x="6831013" y="2840038"/>
            <a:ext cx="0" cy="463550"/>
          </a:xfrm>
          <a:prstGeom prst="line">
            <a:avLst/>
          </a:prstGeom>
          <a:ln w="9525" cap="flat" cmpd="sng">
            <a:solidFill>
              <a:schemeClr val="tx1"/>
            </a:solidFill>
            <a:prstDash val="solid"/>
            <a:round/>
            <a:headEnd type="none" w="med" len="med"/>
            <a:tailEnd type="none" w="med" len="med"/>
          </a:ln>
        </p:spPr>
      </p:sp>
      <p:sp>
        <p:nvSpPr>
          <p:cNvPr id="144398" name="AutoShape 8"/>
          <p:cNvSpPr/>
          <p:nvPr/>
        </p:nvSpPr>
        <p:spPr>
          <a:xfrm>
            <a:off x="5621338" y="2576513"/>
            <a:ext cx="3176587" cy="261937"/>
          </a:xfrm>
          <a:prstGeom prst="parallelogram">
            <a:avLst>
              <a:gd name="adj" fmla="val 303182"/>
            </a:avLst>
          </a:prstGeom>
          <a:solidFill>
            <a:schemeClr val="bg1"/>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4399" name="Freeform 9"/>
          <p:cNvSpPr/>
          <p:nvPr/>
        </p:nvSpPr>
        <p:spPr>
          <a:xfrm>
            <a:off x="8024813" y="2579688"/>
            <a:ext cx="763587" cy="720725"/>
          </a:xfrm>
          <a:custGeom>
            <a:avLst/>
            <a:gdLst/>
            <a:ahLst/>
            <a:cxnLst>
              <a:cxn ang="0">
                <a:pos x="0" y="2147483646"/>
              </a:cxn>
              <a:cxn ang="0">
                <a:pos x="2147483646" y="2147483646"/>
              </a:cxn>
              <a:cxn ang="0">
                <a:pos x="2147483646" y="0"/>
              </a:cxn>
            </a:cxnLst>
            <a:pathLst>
              <a:path w="232" h="454">
                <a:moveTo>
                  <a:pt x="0" y="454"/>
                </a:moveTo>
                <a:lnTo>
                  <a:pt x="232" y="274"/>
                </a:lnTo>
                <a:lnTo>
                  <a:pt x="229"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44400" name="Freeform 10"/>
          <p:cNvSpPr/>
          <p:nvPr/>
        </p:nvSpPr>
        <p:spPr>
          <a:xfrm>
            <a:off x="6022975" y="2624138"/>
            <a:ext cx="2228850" cy="150812"/>
          </a:xfrm>
          <a:custGeom>
            <a:avLst/>
            <a:gdLst/>
            <a:ahLst/>
            <a:cxnLst>
              <a:cxn ang="0">
                <a:pos x="0" y="2147483646"/>
              </a:cxn>
              <a:cxn ang="0">
                <a:pos x="2147483646" y="2147483646"/>
              </a:cxn>
              <a:cxn ang="0">
                <a:pos x="2147483646" y="0"/>
              </a:cxn>
              <a:cxn ang="0">
                <a:pos x="2147483646" y="0"/>
              </a:cxn>
            </a:cxnLst>
            <a:pathLst>
              <a:path w="678" h="110">
                <a:moveTo>
                  <a:pt x="0" y="110"/>
                </a:moveTo>
                <a:lnTo>
                  <a:pt x="148" y="108"/>
                </a:lnTo>
                <a:lnTo>
                  <a:pt x="567" y="0"/>
                </a:lnTo>
                <a:lnTo>
                  <a:pt x="678"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44401" name="Freeform 11"/>
          <p:cNvSpPr/>
          <p:nvPr/>
        </p:nvSpPr>
        <p:spPr>
          <a:xfrm>
            <a:off x="6496050" y="2624138"/>
            <a:ext cx="1420813" cy="166687"/>
          </a:xfrm>
          <a:custGeom>
            <a:avLst/>
            <a:gdLst/>
            <a:ahLst/>
            <a:cxnLst>
              <a:cxn ang="0">
                <a:pos x="0" y="0"/>
              </a:cxn>
              <a:cxn ang="0">
                <a:pos x="2147483646" y="0"/>
              </a:cxn>
              <a:cxn ang="0">
                <a:pos x="2147483646" y="2147483646"/>
              </a:cxn>
              <a:cxn ang="0">
                <a:pos x="2147483646" y="2147483646"/>
              </a:cxn>
            </a:cxnLst>
            <a:pathLst>
              <a:path w="432" h="105">
                <a:moveTo>
                  <a:pt x="0" y="0"/>
                </a:moveTo>
                <a:lnTo>
                  <a:pt x="85" y="0"/>
                </a:lnTo>
                <a:lnTo>
                  <a:pt x="307" y="105"/>
                </a:lnTo>
                <a:lnTo>
                  <a:pt x="432" y="105"/>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44402" name="Line 17"/>
          <p:cNvSpPr/>
          <p:nvPr/>
        </p:nvSpPr>
        <p:spPr>
          <a:xfrm>
            <a:off x="7431088" y="2844800"/>
            <a:ext cx="0" cy="463550"/>
          </a:xfrm>
          <a:prstGeom prst="line">
            <a:avLst/>
          </a:prstGeom>
          <a:ln w="9525" cap="flat" cmpd="sng">
            <a:solidFill>
              <a:schemeClr val="tx1"/>
            </a:solidFill>
            <a:prstDash val="solid"/>
            <a:round/>
            <a:headEnd type="none" w="med" len="med"/>
            <a:tailEnd type="none" w="med" len="med"/>
          </a:ln>
        </p:spPr>
      </p:sp>
      <p:sp>
        <p:nvSpPr>
          <p:cNvPr id="144403" name="Line 18"/>
          <p:cNvSpPr/>
          <p:nvPr/>
        </p:nvSpPr>
        <p:spPr>
          <a:xfrm>
            <a:off x="6230938" y="2840038"/>
            <a:ext cx="0" cy="463550"/>
          </a:xfrm>
          <a:prstGeom prst="line">
            <a:avLst/>
          </a:prstGeom>
          <a:ln w="9525" cap="flat" cmpd="sng">
            <a:solidFill>
              <a:schemeClr val="tx1"/>
            </a:solidFill>
            <a:prstDash val="solid"/>
            <a:round/>
            <a:headEnd type="none" w="med" len="med"/>
            <a:tailEnd type="none" w="med" len="med"/>
          </a:ln>
        </p:spPr>
      </p:sp>
      <p:sp>
        <p:nvSpPr>
          <p:cNvPr id="144404" name="Line 21"/>
          <p:cNvSpPr/>
          <p:nvPr/>
        </p:nvSpPr>
        <p:spPr>
          <a:xfrm>
            <a:off x="5940425" y="2836863"/>
            <a:ext cx="0" cy="463550"/>
          </a:xfrm>
          <a:prstGeom prst="line">
            <a:avLst/>
          </a:prstGeom>
          <a:ln w="9525" cap="flat" cmpd="sng">
            <a:solidFill>
              <a:schemeClr val="tx1"/>
            </a:solidFill>
            <a:prstDash val="solid"/>
            <a:round/>
            <a:headEnd type="none" w="med" len="med"/>
            <a:tailEnd type="none" w="med" len="med"/>
          </a:ln>
        </p:spPr>
      </p:sp>
      <p:sp>
        <p:nvSpPr>
          <p:cNvPr id="144405" name="Line 22"/>
          <p:cNvSpPr/>
          <p:nvPr/>
        </p:nvSpPr>
        <p:spPr>
          <a:xfrm>
            <a:off x="5649913" y="2849563"/>
            <a:ext cx="0" cy="463550"/>
          </a:xfrm>
          <a:prstGeom prst="line">
            <a:avLst/>
          </a:prstGeom>
          <a:ln w="9525" cap="flat" cmpd="sng">
            <a:solidFill>
              <a:schemeClr val="tx1"/>
            </a:solidFill>
            <a:prstDash val="solid"/>
            <a:round/>
            <a:headEnd type="none" w="med" len="med"/>
            <a:tailEnd type="none" w="med" len="med"/>
          </a:ln>
        </p:spPr>
      </p:sp>
      <p:sp>
        <p:nvSpPr>
          <p:cNvPr id="144406" name="Line 23"/>
          <p:cNvSpPr/>
          <p:nvPr/>
        </p:nvSpPr>
        <p:spPr>
          <a:xfrm>
            <a:off x="6511925" y="2844800"/>
            <a:ext cx="0" cy="463550"/>
          </a:xfrm>
          <a:prstGeom prst="line">
            <a:avLst/>
          </a:prstGeom>
          <a:ln w="9525" cap="flat" cmpd="sng">
            <a:solidFill>
              <a:schemeClr val="tx1"/>
            </a:solidFill>
            <a:prstDash val="solid"/>
            <a:round/>
            <a:headEnd type="none" w="med" len="med"/>
            <a:tailEnd type="none" w="med" len="med"/>
          </a:ln>
        </p:spPr>
      </p:sp>
      <p:sp>
        <p:nvSpPr>
          <p:cNvPr id="144407" name="Line 24"/>
          <p:cNvSpPr/>
          <p:nvPr/>
        </p:nvSpPr>
        <p:spPr>
          <a:xfrm>
            <a:off x="7135813" y="2840038"/>
            <a:ext cx="0" cy="463550"/>
          </a:xfrm>
          <a:prstGeom prst="line">
            <a:avLst/>
          </a:prstGeom>
          <a:ln w="9525" cap="flat" cmpd="sng">
            <a:solidFill>
              <a:schemeClr val="tx1"/>
            </a:solidFill>
            <a:prstDash val="solid"/>
            <a:round/>
            <a:headEnd type="none" w="med" len="med"/>
            <a:tailEnd type="none" w="med" len="med"/>
          </a:ln>
        </p:spPr>
      </p:sp>
      <p:sp>
        <p:nvSpPr>
          <p:cNvPr id="144408" name="Line 25"/>
          <p:cNvSpPr/>
          <p:nvPr/>
        </p:nvSpPr>
        <p:spPr>
          <a:xfrm>
            <a:off x="7726363" y="2835275"/>
            <a:ext cx="0" cy="463550"/>
          </a:xfrm>
          <a:prstGeom prst="line">
            <a:avLst/>
          </a:prstGeom>
          <a:ln w="9525" cap="flat" cmpd="sng">
            <a:solidFill>
              <a:schemeClr val="tx1"/>
            </a:solidFill>
            <a:prstDash val="solid"/>
            <a:round/>
            <a:headEnd type="none" w="med" len="med"/>
            <a:tailEnd type="none" w="med" len="med"/>
          </a:ln>
        </p:spPr>
      </p:sp>
      <p:sp>
        <p:nvSpPr>
          <p:cNvPr id="144409" name="Text Box 26"/>
          <p:cNvSpPr txBox="1"/>
          <p:nvPr/>
        </p:nvSpPr>
        <p:spPr>
          <a:xfrm>
            <a:off x="6448425" y="3003550"/>
            <a:ext cx="241300" cy="214313"/>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8</a:t>
            </a:r>
            <a:endParaRPr lang="en-US" altLang="zh-CN" sz="800" i="0" dirty="0">
              <a:latin typeface="Arial" panose="020B0604020202020204" pitchFamily="34" charset="0"/>
              <a:ea typeface="宋体" panose="02010600030101010101" pitchFamily="2" charset="-122"/>
            </a:endParaRPr>
          </a:p>
        </p:txBody>
      </p:sp>
      <p:sp>
        <p:nvSpPr>
          <p:cNvPr id="144410" name="Text Box 27"/>
          <p:cNvSpPr txBox="1"/>
          <p:nvPr/>
        </p:nvSpPr>
        <p:spPr>
          <a:xfrm>
            <a:off x="6767513" y="2789238"/>
            <a:ext cx="241300" cy="214312"/>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9</a:t>
            </a:r>
            <a:endParaRPr lang="en-US" altLang="zh-CN" sz="800" i="0" dirty="0">
              <a:latin typeface="Arial" panose="020B0604020202020204" pitchFamily="34" charset="0"/>
              <a:ea typeface="宋体" panose="02010600030101010101" pitchFamily="2" charset="-122"/>
            </a:endParaRPr>
          </a:p>
        </p:txBody>
      </p:sp>
      <p:sp>
        <p:nvSpPr>
          <p:cNvPr id="144411" name="Text Box 28"/>
          <p:cNvSpPr txBox="1"/>
          <p:nvPr/>
        </p:nvSpPr>
        <p:spPr>
          <a:xfrm>
            <a:off x="7643813" y="3008313"/>
            <a:ext cx="298450" cy="214312"/>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16</a:t>
            </a:r>
            <a:endParaRPr lang="en-US" altLang="zh-CN" sz="800" i="0" dirty="0">
              <a:latin typeface="Arial" panose="020B0604020202020204" pitchFamily="34" charset="0"/>
              <a:ea typeface="宋体" panose="02010600030101010101" pitchFamily="2" charset="-122"/>
            </a:endParaRPr>
          </a:p>
        </p:txBody>
      </p:sp>
      <p:sp>
        <p:nvSpPr>
          <p:cNvPr id="144412" name="Text Box 29"/>
          <p:cNvSpPr txBox="1"/>
          <p:nvPr/>
        </p:nvSpPr>
        <p:spPr>
          <a:xfrm>
            <a:off x="6748463" y="3008313"/>
            <a:ext cx="298450" cy="214312"/>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10</a:t>
            </a:r>
            <a:endParaRPr lang="en-US" altLang="zh-CN" sz="800" i="0" dirty="0">
              <a:latin typeface="Arial" panose="020B0604020202020204" pitchFamily="34" charset="0"/>
              <a:ea typeface="宋体" panose="02010600030101010101" pitchFamily="2" charset="-122"/>
            </a:endParaRPr>
          </a:p>
        </p:txBody>
      </p:sp>
      <p:sp>
        <p:nvSpPr>
          <p:cNvPr id="144413" name="Text Box 30"/>
          <p:cNvSpPr txBox="1"/>
          <p:nvPr/>
        </p:nvSpPr>
        <p:spPr>
          <a:xfrm>
            <a:off x="5576888" y="3003550"/>
            <a:ext cx="241300" cy="214313"/>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2</a:t>
            </a:r>
            <a:endParaRPr lang="en-US" altLang="zh-CN" sz="800" i="0" dirty="0">
              <a:latin typeface="Arial" panose="020B0604020202020204" pitchFamily="34" charset="0"/>
              <a:ea typeface="宋体" panose="02010600030101010101" pitchFamily="2" charset="-122"/>
            </a:endParaRPr>
          </a:p>
        </p:txBody>
      </p:sp>
      <p:sp>
        <p:nvSpPr>
          <p:cNvPr id="144414" name="Text Box 57"/>
          <p:cNvSpPr txBox="1"/>
          <p:nvPr/>
        </p:nvSpPr>
        <p:spPr>
          <a:xfrm>
            <a:off x="6443663" y="2789238"/>
            <a:ext cx="241300" cy="214312"/>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7</a:t>
            </a:r>
            <a:endParaRPr lang="en-US" altLang="zh-CN" sz="800" i="0" dirty="0">
              <a:latin typeface="Arial" panose="020B0604020202020204" pitchFamily="34" charset="0"/>
              <a:ea typeface="宋体" panose="02010600030101010101" pitchFamily="2" charset="-122"/>
            </a:endParaRPr>
          </a:p>
        </p:txBody>
      </p:sp>
      <p:pic>
        <p:nvPicPr>
          <p:cNvPr id="144415" name="Picture 58" descr="terminal"/>
          <p:cNvPicPr>
            <a:picLocks noChangeAspect="1"/>
          </p:cNvPicPr>
          <p:nvPr/>
        </p:nvPicPr>
        <p:blipFill>
          <a:blip r:embed="rId1"/>
          <a:stretch>
            <a:fillRect/>
          </a:stretch>
        </p:blipFill>
        <p:spPr>
          <a:xfrm>
            <a:off x="4681538" y="3443288"/>
            <a:ext cx="496887" cy="525462"/>
          </a:xfrm>
          <a:prstGeom prst="rect">
            <a:avLst/>
          </a:prstGeom>
          <a:noFill/>
          <a:ln w="9525">
            <a:noFill/>
          </a:ln>
        </p:spPr>
      </p:pic>
      <p:pic>
        <p:nvPicPr>
          <p:cNvPr id="144416" name="Picture 59" descr="terminal"/>
          <p:cNvPicPr>
            <a:picLocks noChangeAspect="1"/>
          </p:cNvPicPr>
          <p:nvPr/>
        </p:nvPicPr>
        <p:blipFill>
          <a:blip r:embed="rId1"/>
          <a:stretch>
            <a:fillRect/>
          </a:stretch>
        </p:blipFill>
        <p:spPr>
          <a:xfrm>
            <a:off x="5075238" y="3582988"/>
            <a:ext cx="496887" cy="525462"/>
          </a:xfrm>
          <a:prstGeom prst="rect">
            <a:avLst/>
          </a:prstGeom>
          <a:noFill/>
          <a:ln w="9525">
            <a:noFill/>
          </a:ln>
        </p:spPr>
      </p:pic>
      <p:pic>
        <p:nvPicPr>
          <p:cNvPr id="144417" name="Picture 60" descr="terminal"/>
          <p:cNvPicPr>
            <a:picLocks noChangeAspect="1"/>
          </p:cNvPicPr>
          <p:nvPr/>
        </p:nvPicPr>
        <p:blipFill>
          <a:blip r:embed="rId1"/>
          <a:stretch>
            <a:fillRect/>
          </a:stretch>
        </p:blipFill>
        <p:spPr>
          <a:xfrm>
            <a:off x="5810250" y="3529013"/>
            <a:ext cx="496888" cy="525462"/>
          </a:xfrm>
          <a:prstGeom prst="rect">
            <a:avLst/>
          </a:prstGeom>
          <a:noFill/>
          <a:ln w="9525">
            <a:noFill/>
          </a:ln>
        </p:spPr>
      </p:pic>
      <p:sp>
        <p:nvSpPr>
          <p:cNvPr id="144418" name="Line 61"/>
          <p:cNvSpPr/>
          <p:nvPr/>
        </p:nvSpPr>
        <p:spPr>
          <a:xfrm flipH="1">
            <a:off x="4889500" y="3179763"/>
            <a:ext cx="901700" cy="279400"/>
          </a:xfrm>
          <a:prstGeom prst="line">
            <a:avLst/>
          </a:prstGeom>
          <a:ln w="9525" cap="flat" cmpd="sng">
            <a:solidFill>
              <a:schemeClr val="tx1"/>
            </a:solidFill>
            <a:prstDash val="solid"/>
            <a:round/>
            <a:headEnd type="none" w="med" len="med"/>
            <a:tailEnd type="none" w="med" len="med"/>
          </a:ln>
        </p:spPr>
      </p:sp>
      <p:sp>
        <p:nvSpPr>
          <p:cNvPr id="144419" name="Line 62"/>
          <p:cNvSpPr/>
          <p:nvPr/>
        </p:nvSpPr>
        <p:spPr>
          <a:xfrm flipH="1">
            <a:off x="5275263" y="3170238"/>
            <a:ext cx="806450" cy="419100"/>
          </a:xfrm>
          <a:prstGeom prst="line">
            <a:avLst/>
          </a:prstGeom>
          <a:ln w="9525" cap="flat" cmpd="sng">
            <a:solidFill>
              <a:schemeClr val="tx1"/>
            </a:solidFill>
            <a:prstDash val="solid"/>
            <a:round/>
            <a:headEnd type="none" w="med" len="med"/>
            <a:tailEnd type="none" w="med" len="med"/>
          </a:ln>
        </p:spPr>
      </p:sp>
      <p:sp>
        <p:nvSpPr>
          <p:cNvPr id="144420" name="Line 63"/>
          <p:cNvSpPr/>
          <p:nvPr/>
        </p:nvSpPr>
        <p:spPr>
          <a:xfrm flipH="1">
            <a:off x="5994400" y="3186113"/>
            <a:ext cx="709613" cy="360362"/>
          </a:xfrm>
          <a:prstGeom prst="line">
            <a:avLst/>
          </a:prstGeom>
          <a:ln w="9525" cap="flat" cmpd="sng">
            <a:solidFill>
              <a:schemeClr val="tx1"/>
            </a:solidFill>
            <a:prstDash val="solid"/>
            <a:round/>
            <a:headEnd type="none" w="med" len="med"/>
            <a:tailEnd type="none" w="med" len="med"/>
          </a:ln>
        </p:spPr>
      </p:sp>
      <p:sp>
        <p:nvSpPr>
          <p:cNvPr id="144421" name="Text Box 64"/>
          <p:cNvSpPr txBox="1"/>
          <p:nvPr/>
        </p:nvSpPr>
        <p:spPr>
          <a:xfrm>
            <a:off x="7715250" y="3548063"/>
            <a:ext cx="412750" cy="366712"/>
          </a:xfrm>
          <a:prstGeom prst="rect">
            <a:avLst/>
          </a:prstGeom>
          <a:noFill/>
          <a:ln w="9525">
            <a:noFill/>
          </a:ln>
        </p:spPr>
        <p:txBody>
          <a:bodyPr wrap="none" anchor="t" anchorCtr="0">
            <a:spAutoFit/>
          </a:bodyPr>
          <a:p>
            <a:pPr>
              <a:buClrTx/>
              <a:buFontTx/>
            </a:pPr>
            <a:r>
              <a:rPr lang="en-US" altLang="zh-CN" i="0" dirty="0">
                <a:latin typeface="Arial" panose="020B0604020202020204" pitchFamily="34" charset="0"/>
                <a:ea typeface="宋体" panose="02010600030101010101" pitchFamily="2" charset="-122"/>
              </a:rPr>
              <a:t>…</a:t>
            </a:r>
            <a:endParaRPr lang="en-US" altLang="zh-CN" i="0" dirty="0">
              <a:latin typeface="Arial" panose="020B0604020202020204" pitchFamily="34" charset="0"/>
              <a:ea typeface="宋体" panose="02010600030101010101" pitchFamily="2" charset="-122"/>
            </a:endParaRPr>
          </a:p>
        </p:txBody>
      </p:sp>
      <p:pic>
        <p:nvPicPr>
          <p:cNvPr id="144422" name="Picture 65" descr="terminal"/>
          <p:cNvPicPr>
            <a:picLocks noChangeAspect="1"/>
          </p:cNvPicPr>
          <p:nvPr/>
        </p:nvPicPr>
        <p:blipFill>
          <a:blip r:embed="rId1"/>
          <a:stretch>
            <a:fillRect/>
          </a:stretch>
        </p:blipFill>
        <p:spPr>
          <a:xfrm>
            <a:off x="6896100" y="3490913"/>
            <a:ext cx="496888" cy="525462"/>
          </a:xfrm>
          <a:prstGeom prst="rect">
            <a:avLst/>
          </a:prstGeom>
          <a:noFill/>
          <a:ln w="9525">
            <a:noFill/>
          </a:ln>
        </p:spPr>
      </p:pic>
      <p:pic>
        <p:nvPicPr>
          <p:cNvPr id="144423" name="Picture 66" descr="terminal"/>
          <p:cNvPicPr>
            <a:picLocks noChangeAspect="1"/>
          </p:cNvPicPr>
          <p:nvPr/>
        </p:nvPicPr>
        <p:blipFill>
          <a:blip r:embed="rId1"/>
          <a:stretch>
            <a:fillRect/>
          </a:stretch>
        </p:blipFill>
        <p:spPr>
          <a:xfrm>
            <a:off x="7323138" y="3525838"/>
            <a:ext cx="496887" cy="525462"/>
          </a:xfrm>
          <a:prstGeom prst="rect">
            <a:avLst/>
          </a:prstGeom>
          <a:noFill/>
          <a:ln w="9525">
            <a:noFill/>
          </a:ln>
        </p:spPr>
      </p:pic>
      <p:pic>
        <p:nvPicPr>
          <p:cNvPr id="144424" name="Picture 67" descr="terminal"/>
          <p:cNvPicPr>
            <a:picLocks noChangeAspect="1"/>
          </p:cNvPicPr>
          <p:nvPr/>
        </p:nvPicPr>
        <p:blipFill>
          <a:blip r:embed="rId1"/>
          <a:stretch>
            <a:fillRect/>
          </a:stretch>
        </p:blipFill>
        <p:spPr>
          <a:xfrm>
            <a:off x="8156575" y="3354388"/>
            <a:ext cx="496888" cy="525462"/>
          </a:xfrm>
          <a:prstGeom prst="rect">
            <a:avLst/>
          </a:prstGeom>
          <a:noFill/>
          <a:ln w="9525">
            <a:noFill/>
          </a:ln>
        </p:spPr>
      </p:pic>
      <p:sp>
        <p:nvSpPr>
          <p:cNvPr id="144425" name="Line 69"/>
          <p:cNvSpPr/>
          <p:nvPr/>
        </p:nvSpPr>
        <p:spPr>
          <a:xfrm>
            <a:off x="7002463" y="3173413"/>
            <a:ext cx="101600" cy="377825"/>
          </a:xfrm>
          <a:prstGeom prst="line">
            <a:avLst/>
          </a:prstGeom>
          <a:ln w="9525" cap="flat" cmpd="sng">
            <a:solidFill>
              <a:schemeClr val="tx1"/>
            </a:solidFill>
            <a:prstDash val="solid"/>
            <a:round/>
            <a:headEnd type="none" w="med" len="med"/>
            <a:tailEnd type="none" w="med" len="med"/>
          </a:ln>
        </p:spPr>
      </p:sp>
      <p:sp>
        <p:nvSpPr>
          <p:cNvPr id="144426" name="Line 70"/>
          <p:cNvSpPr/>
          <p:nvPr/>
        </p:nvSpPr>
        <p:spPr>
          <a:xfrm>
            <a:off x="6992938" y="2971800"/>
            <a:ext cx="479425" cy="603250"/>
          </a:xfrm>
          <a:prstGeom prst="line">
            <a:avLst/>
          </a:prstGeom>
          <a:ln w="9525" cap="flat" cmpd="sng">
            <a:solidFill>
              <a:schemeClr val="tx1"/>
            </a:solidFill>
            <a:prstDash val="solid"/>
            <a:round/>
            <a:headEnd type="none" w="med" len="med"/>
            <a:tailEnd type="none" w="med" len="med"/>
          </a:ln>
        </p:spPr>
      </p:sp>
      <p:sp>
        <p:nvSpPr>
          <p:cNvPr id="144427" name="Line 71"/>
          <p:cNvSpPr/>
          <p:nvPr/>
        </p:nvSpPr>
        <p:spPr>
          <a:xfrm>
            <a:off x="7848600" y="2916238"/>
            <a:ext cx="514350" cy="484187"/>
          </a:xfrm>
          <a:prstGeom prst="line">
            <a:avLst/>
          </a:prstGeom>
          <a:ln w="9525" cap="flat" cmpd="sng">
            <a:solidFill>
              <a:schemeClr val="tx1"/>
            </a:solidFill>
            <a:prstDash val="solid"/>
            <a:round/>
            <a:headEnd type="none" w="med" len="med"/>
            <a:tailEnd type="none" w="med" len="med"/>
          </a:ln>
        </p:spPr>
      </p:sp>
      <p:sp>
        <p:nvSpPr>
          <p:cNvPr id="144428" name="Text Box 72"/>
          <p:cNvSpPr txBox="1"/>
          <p:nvPr/>
        </p:nvSpPr>
        <p:spPr>
          <a:xfrm>
            <a:off x="4879975" y="4090988"/>
            <a:ext cx="1651000" cy="457200"/>
          </a:xfrm>
          <a:prstGeom prst="rect">
            <a:avLst/>
          </a:prstGeom>
          <a:noFill/>
          <a:ln w="9525">
            <a:noFill/>
          </a:ln>
        </p:spPr>
        <p:txBody>
          <a:bodyPr wrap="none" anchor="t" anchorCtr="0">
            <a:spAutoFit/>
          </a:bodyPr>
          <a:p>
            <a:pPr algn="ctr">
              <a:buClrTx/>
              <a:buFontTx/>
            </a:pPr>
            <a:r>
              <a:rPr lang="en-US" altLang="zh-CN" sz="1200" i="0" dirty="0">
                <a:latin typeface="Arial" panose="020B0604020202020204" pitchFamily="34" charset="0"/>
                <a:ea typeface="宋体" panose="02010600030101010101" pitchFamily="2" charset="-122"/>
              </a:rPr>
              <a:t>Electrical Engineering</a:t>
            </a:r>
            <a:endParaRPr lang="en-US" altLang="zh-CN" sz="1200" i="0" dirty="0">
              <a:latin typeface="Arial" panose="020B0604020202020204" pitchFamily="34" charset="0"/>
              <a:ea typeface="宋体" panose="02010600030101010101" pitchFamily="2" charset="-122"/>
            </a:endParaRPr>
          </a:p>
          <a:p>
            <a:pPr algn="ctr">
              <a:buClrTx/>
              <a:buFontTx/>
            </a:pPr>
            <a:r>
              <a:rPr lang="en-US" altLang="zh-CN" sz="1200" i="0" dirty="0">
                <a:latin typeface="Arial" panose="020B0604020202020204" pitchFamily="34" charset="0"/>
                <a:ea typeface="宋体" panose="02010600030101010101" pitchFamily="2" charset="-122"/>
              </a:rPr>
              <a:t>(VLAN ports 1-8)</a:t>
            </a:r>
            <a:endParaRPr lang="en-US" altLang="zh-CN" sz="1200" i="0" dirty="0">
              <a:latin typeface="Arial" panose="020B0604020202020204" pitchFamily="34" charset="0"/>
              <a:ea typeface="宋体" panose="02010600030101010101" pitchFamily="2" charset="-122"/>
            </a:endParaRPr>
          </a:p>
        </p:txBody>
      </p:sp>
      <p:sp>
        <p:nvSpPr>
          <p:cNvPr id="144429" name="Text Box 73"/>
          <p:cNvSpPr txBox="1"/>
          <p:nvPr/>
        </p:nvSpPr>
        <p:spPr>
          <a:xfrm>
            <a:off x="7042150" y="4078288"/>
            <a:ext cx="1433513" cy="457200"/>
          </a:xfrm>
          <a:prstGeom prst="rect">
            <a:avLst/>
          </a:prstGeom>
          <a:noFill/>
          <a:ln w="9525">
            <a:noFill/>
          </a:ln>
        </p:spPr>
        <p:txBody>
          <a:bodyPr wrap="none" anchor="t" anchorCtr="0">
            <a:spAutoFit/>
          </a:bodyPr>
          <a:p>
            <a:pPr algn="ctr">
              <a:buClrTx/>
              <a:buFontTx/>
            </a:pPr>
            <a:r>
              <a:rPr lang="en-US" altLang="zh-CN" sz="1200" i="0" dirty="0">
                <a:latin typeface="Arial" panose="020B0604020202020204" pitchFamily="34" charset="0"/>
                <a:ea typeface="宋体" panose="02010600030101010101" pitchFamily="2" charset="-122"/>
              </a:rPr>
              <a:t>Computer Science</a:t>
            </a:r>
            <a:endParaRPr lang="en-US" altLang="zh-CN" sz="1200" i="0" dirty="0">
              <a:latin typeface="Arial" panose="020B0604020202020204" pitchFamily="34" charset="0"/>
              <a:ea typeface="宋体" panose="02010600030101010101" pitchFamily="2" charset="-122"/>
            </a:endParaRPr>
          </a:p>
          <a:p>
            <a:pPr algn="ctr">
              <a:buClrTx/>
              <a:buFontTx/>
            </a:pPr>
            <a:r>
              <a:rPr lang="en-US" altLang="zh-CN" sz="1200" i="0" dirty="0">
                <a:latin typeface="Arial" panose="020B0604020202020204" pitchFamily="34" charset="0"/>
                <a:ea typeface="宋体" panose="02010600030101010101" pitchFamily="2" charset="-122"/>
              </a:rPr>
              <a:t>(VLAN ports 9-15)</a:t>
            </a:r>
            <a:endParaRPr lang="en-US" altLang="zh-CN" sz="1200" i="0" dirty="0">
              <a:latin typeface="Arial" panose="020B0604020202020204" pitchFamily="34" charset="0"/>
              <a:ea typeface="宋体" panose="02010600030101010101" pitchFamily="2" charset="-122"/>
            </a:endParaRPr>
          </a:p>
        </p:txBody>
      </p:sp>
      <p:sp>
        <p:nvSpPr>
          <p:cNvPr id="144430" name="Text Box 74"/>
          <p:cNvSpPr txBox="1"/>
          <p:nvPr/>
        </p:nvSpPr>
        <p:spPr>
          <a:xfrm>
            <a:off x="7639050" y="2784475"/>
            <a:ext cx="298450" cy="214313"/>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15</a:t>
            </a:r>
            <a:endParaRPr lang="en-US" altLang="zh-CN" sz="800" i="0" dirty="0">
              <a:latin typeface="Arial" panose="020B0604020202020204" pitchFamily="34" charset="0"/>
              <a:ea typeface="宋体" panose="02010600030101010101" pitchFamily="2" charset="-122"/>
            </a:endParaRPr>
          </a:p>
        </p:txBody>
      </p:sp>
      <p:sp>
        <p:nvSpPr>
          <p:cNvPr id="144431" name="Oval 81"/>
          <p:cNvSpPr/>
          <p:nvPr/>
        </p:nvSpPr>
        <p:spPr>
          <a:xfrm>
            <a:off x="5765800" y="3159125"/>
            <a:ext cx="42863" cy="47625"/>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4432" name="Oval 82"/>
          <p:cNvSpPr/>
          <p:nvPr/>
        </p:nvSpPr>
        <p:spPr>
          <a:xfrm>
            <a:off x="6057900" y="3146425"/>
            <a:ext cx="42863" cy="47625"/>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4433" name="Oval 83"/>
          <p:cNvSpPr/>
          <p:nvPr/>
        </p:nvSpPr>
        <p:spPr>
          <a:xfrm>
            <a:off x="6645275" y="3151188"/>
            <a:ext cx="42863" cy="47625"/>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4434" name="Oval 84"/>
          <p:cNvSpPr/>
          <p:nvPr/>
        </p:nvSpPr>
        <p:spPr>
          <a:xfrm>
            <a:off x="6977063" y="3148013"/>
            <a:ext cx="42862" cy="47625"/>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4435" name="Oval 85"/>
          <p:cNvSpPr/>
          <p:nvPr/>
        </p:nvSpPr>
        <p:spPr>
          <a:xfrm>
            <a:off x="6964363" y="2933700"/>
            <a:ext cx="42862" cy="47625"/>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4436" name="Oval 86"/>
          <p:cNvSpPr/>
          <p:nvPr/>
        </p:nvSpPr>
        <p:spPr>
          <a:xfrm>
            <a:off x="7839075" y="2930525"/>
            <a:ext cx="42863" cy="47625"/>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4437" name="Text Box 45"/>
          <p:cNvSpPr txBox="1"/>
          <p:nvPr/>
        </p:nvSpPr>
        <p:spPr>
          <a:xfrm>
            <a:off x="5429250" y="3524250"/>
            <a:ext cx="412750" cy="366713"/>
          </a:xfrm>
          <a:prstGeom prst="rect">
            <a:avLst/>
          </a:prstGeom>
          <a:noFill/>
          <a:ln w="9525">
            <a:noFill/>
          </a:ln>
        </p:spPr>
        <p:txBody>
          <a:bodyPr wrap="none" anchor="t" anchorCtr="0">
            <a:spAutoFit/>
          </a:bodyPr>
          <a:p>
            <a:pPr>
              <a:buClrTx/>
              <a:buFontTx/>
            </a:pPr>
            <a:r>
              <a:rPr lang="en-US" altLang="zh-CN" i="0" dirty="0">
                <a:latin typeface="Arial" panose="020B0604020202020204" pitchFamily="34" charset="0"/>
                <a:ea typeface="宋体" panose="02010600030101010101" pitchFamily="2" charset="-122"/>
              </a:rPr>
              <a:t>…</a:t>
            </a:r>
            <a:endParaRPr lang="en-US" altLang="zh-CN" i="0" dirty="0">
              <a:latin typeface="Arial" panose="020B0604020202020204" pitchFamily="34" charset="0"/>
              <a:ea typeface="宋体" panose="02010600030101010101" pitchFamily="2" charset="-122"/>
            </a:endParaRPr>
          </a:p>
        </p:txBody>
      </p:sp>
      <p:sp>
        <p:nvSpPr>
          <p:cNvPr id="144438" name="Rectangle 116"/>
          <p:cNvSpPr>
            <a:spLocks noGrp="1"/>
          </p:cNvSpPr>
          <p:nvPr>
            <p:ph idx="1"/>
          </p:nvPr>
        </p:nvSpPr>
        <p:spPr>
          <a:xfrm>
            <a:off x="312738" y="1309688"/>
            <a:ext cx="4249737" cy="1763712"/>
          </a:xfrm>
          <a:ln/>
        </p:spPr>
        <p:txBody>
          <a:bodyPr vert="horz" wrap="square" lIns="91440" tIns="45720" rIns="91440" bIns="45720" anchor="t" anchorCtr="0"/>
          <a:p>
            <a:r>
              <a:rPr lang="en-US" altLang="zh-CN" sz="2400" i="1" dirty="0">
                <a:solidFill>
                  <a:srgbClr val="FF0000"/>
                </a:solidFill>
                <a:ea typeface="宋体" panose="02010600030101010101" pitchFamily="2" charset="-122"/>
              </a:rPr>
              <a:t>traffic isolation:</a:t>
            </a:r>
            <a:r>
              <a:rPr lang="en-US" altLang="zh-CN" sz="2400" dirty="0">
                <a:ea typeface="宋体" panose="02010600030101010101" pitchFamily="2" charset="-122"/>
              </a:rPr>
              <a:t> frames to/from ports 1-8 can </a:t>
            </a:r>
            <a:r>
              <a:rPr lang="en-US" altLang="zh-CN" sz="2400" i="1" dirty="0">
                <a:ea typeface="宋体" panose="02010600030101010101" pitchFamily="2" charset="-122"/>
              </a:rPr>
              <a:t>only</a:t>
            </a:r>
            <a:r>
              <a:rPr lang="en-US" altLang="zh-CN" sz="2400" dirty="0">
                <a:ea typeface="宋体" panose="02010600030101010101" pitchFamily="2" charset="-122"/>
              </a:rPr>
              <a:t> reach ports 1-8</a:t>
            </a:r>
            <a:endParaRPr lang="en-US" altLang="zh-CN" sz="2400" dirty="0">
              <a:ea typeface="宋体" panose="02010600030101010101" pitchFamily="2" charset="-122"/>
            </a:endParaRPr>
          </a:p>
          <a:p>
            <a:pPr lvl="1"/>
            <a:r>
              <a:rPr lang="en-US" altLang="zh-CN" sz="1800" dirty="0">
                <a:ea typeface="宋体" panose="02010600030101010101" pitchFamily="2" charset="-122"/>
              </a:rPr>
              <a:t>can also define VLAN based on MAC addresses of endpoints, rather than switch port</a:t>
            </a:r>
            <a:endParaRPr lang="en-US" altLang="zh-CN" sz="1800" dirty="0">
              <a:ea typeface="宋体" panose="02010600030101010101" pitchFamily="2" charset="-122"/>
            </a:endParaRPr>
          </a:p>
        </p:txBody>
      </p:sp>
      <p:sp>
        <p:nvSpPr>
          <p:cNvPr id="691317" name="Rectangle 117"/>
          <p:cNvSpPr/>
          <p:nvPr/>
        </p:nvSpPr>
        <p:spPr>
          <a:xfrm>
            <a:off x="285750" y="3286125"/>
            <a:ext cx="4060825" cy="1612900"/>
          </a:xfrm>
          <a:prstGeom prst="rect">
            <a:avLst/>
          </a:prstGeom>
          <a:noFill/>
          <a:ln w="9525">
            <a:noFill/>
          </a:ln>
        </p:spPr>
        <p:txBody>
          <a:bodyPr anchor="t" anchorCtr="0"/>
          <a:p>
            <a:pPr marL="342900" indent="-342900" eaLnBrk="0" hangingPunct="0">
              <a:spcBef>
                <a:spcPct val="20000"/>
              </a:spcBef>
              <a:buClr>
                <a:schemeClr val="accent2"/>
              </a:buClr>
              <a:buSzPct val="85000"/>
              <a:buFont typeface="ZapfDingbats" pitchFamily="82" charset="2"/>
              <a:buChar char="r"/>
            </a:pPr>
            <a:r>
              <a:rPr lang="en-US" altLang="zh-CN" sz="2400" dirty="0">
                <a:solidFill>
                  <a:srgbClr val="FF0000"/>
                </a:solidFill>
                <a:latin typeface="Comic Sans MS" panose="030F0702030302020204" pitchFamily="66" charset="0"/>
                <a:ea typeface="宋体" panose="02010600030101010101" pitchFamily="2" charset="-122"/>
              </a:rPr>
              <a:t>dynamic membership:</a:t>
            </a:r>
            <a:r>
              <a:rPr lang="en-US" altLang="zh-CN" sz="2400" i="0" dirty="0">
                <a:latin typeface="Comic Sans MS" panose="030F0702030302020204" pitchFamily="66" charset="0"/>
                <a:ea typeface="宋体" panose="02010600030101010101" pitchFamily="2" charset="-122"/>
              </a:rPr>
              <a:t> ports can be dynamically assigned among VLANs</a:t>
            </a:r>
            <a:endParaRPr lang="en-US" altLang="zh-CN" sz="2400" i="0" dirty="0">
              <a:latin typeface="Comic Sans MS" panose="030F0702030302020204" pitchFamily="66" charset="0"/>
              <a:ea typeface="宋体" panose="02010600030101010101" pitchFamily="2" charset="-122"/>
            </a:endParaRPr>
          </a:p>
        </p:txBody>
      </p:sp>
      <p:grpSp>
        <p:nvGrpSpPr>
          <p:cNvPr id="691322" name="Group 122"/>
          <p:cNvGrpSpPr/>
          <p:nvPr/>
        </p:nvGrpSpPr>
        <p:grpSpPr>
          <a:xfrm>
            <a:off x="4906963" y="2632075"/>
            <a:ext cx="1317625" cy="525463"/>
            <a:chOff x="2973" y="1054"/>
            <a:chExt cx="830" cy="331"/>
          </a:xfrm>
        </p:grpSpPr>
        <p:sp>
          <p:nvSpPr>
            <p:cNvPr id="144441" name="Rectangle 118"/>
            <p:cNvSpPr/>
            <p:nvPr/>
          </p:nvSpPr>
          <p:spPr>
            <a:xfrm>
              <a:off x="3627" y="1188"/>
              <a:ext cx="176" cy="130"/>
            </a:xfrm>
            <a:prstGeom prst="rect">
              <a:avLst/>
            </a:prstGeom>
            <a:solidFill>
              <a:srgbClr val="FFFF00"/>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pic>
          <p:nvPicPr>
            <p:cNvPr id="144442" name="Picture 67" descr="terminal"/>
            <p:cNvPicPr>
              <a:picLocks noChangeAspect="1"/>
            </p:cNvPicPr>
            <p:nvPr/>
          </p:nvPicPr>
          <p:blipFill>
            <a:blip r:embed="rId1"/>
            <a:stretch>
              <a:fillRect/>
            </a:stretch>
          </p:blipFill>
          <p:spPr>
            <a:xfrm>
              <a:off x="2973" y="1054"/>
              <a:ext cx="313" cy="331"/>
            </a:xfrm>
            <a:prstGeom prst="rect">
              <a:avLst/>
            </a:prstGeom>
            <a:noFill/>
            <a:ln w="9525">
              <a:noFill/>
            </a:ln>
          </p:spPr>
        </p:pic>
        <p:sp>
          <p:nvSpPr>
            <p:cNvPr id="144443" name="Line 120"/>
            <p:cNvSpPr/>
            <p:nvPr/>
          </p:nvSpPr>
          <p:spPr>
            <a:xfrm flipH="1" flipV="1">
              <a:off x="3204" y="1136"/>
              <a:ext cx="500" cy="132"/>
            </a:xfrm>
            <a:prstGeom prst="line">
              <a:avLst/>
            </a:prstGeom>
            <a:ln w="9525" cap="flat" cmpd="sng">
              <a:solidFill>
                <a:schemeClr val="tx1"/>
              </a:solidFill>
              <a:prstDash val="solid"/>
              <a:round/>
              <a:headEnd type="none" w="med" len="med"/>
              <a:tailEnd type="none" w="med" len="med"/>
            </a:ln>
          </p:spPr>
        </p:sp>
        <p:sp>
          <p:nvSpPr>
            <p:cNvPr id="144444" name="Oval 82"/>
            <p:cNvSpPr/>
            <p:nvPr/>
          </p:nvSpPr>
          <p:spPr>
            <a:xfrm>
              <a:off x="3692" y="1248"/>
              <a:ext cx="27" cy="30"/>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sp>
        <p:nvSpPr>
          <p:cNvPr id="691342" name="Text Box 142"/>
          <p:cNvSpPr txBox="1"/>
          <p:nvPr/>
        </p:nvSpPr>
        <p:spPr>
          <a:xfrm>
            <a:off x="6656388" y="1162050"/>
            <a:ext cx="876300" cy="366713"/>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router</a:t>
            </a:r>
            <a:endParaRPr lang="en-US" altLang="zh-CN" i="0" dirty="0">
              <a:latin typeface="Comic Sans MS" panose="030F0702030302020204" pitchFamily="66" charset="0"/>
              <a:ea typeface="宋体" panose="02010600030101010101" pitchFamily="2" charset="-122"/>
            </a:endParaRPr>
          </a:p>
        </p:txBody>
      </p:sp>
      <p:grpSp>
        <p:nvGrpSpPr>
          <p:cNvPr id="691350" name="Group 150"/>
          <p:cNvGrpSpPr/>
          <p:nvPr/>
        </p:nvGrpSpPr>
        <p:grpSpPr>
          <a:xfrm>
            <a:off x="320675" y="1531938"/>
            <a:ext cx="7010400" cy="4608512"/>
            <a:chOff x="202" y="965"/>
            <a:chExt cx="4416" cy="2903"/>
          </a:xfrm>
        </p:grpSpPr>
        <p:sp>
          <p:nvSpPr>
            <p:cNvPr id="144447" name="Rectangle 124"/>
            <p:cNvSpPr/>
            <p:nvPr/>
          </p:nvSpPr>
          <p:spPr>
            <a:xfrm>
              <a:off x="202" y="2852"/>
              <a:ext cx="3148" cy="1016"/>
            </a:xfrm>
            <a:prstGeom prst="rect">
              <a:avLst/>
            </a:prstGeom>
            <a:noFill/>
            <a:ln w="9525">
              <a:noFill/>
            </a:ln>
          </p:spPr>
          <p:txBody>
            <a:bodyPr anchor="t" anchorCtr="0"/>
            <a:p>
              <a:pPr marL="342900" indent="-342900" eaLnBrk="0" hangingPunct="0">
                <a:spcBef>
                  <a:spcPct val="20000"/>
                </a:spcBef>
                <a:buClr>
                  <a:schemeClr val="accent2"/>
                </a:buClr>
                <a:buSzPct val="85000"/>
                <a:buFont typeface="ZapfDingbats" pitchFamily="82" charset="2"/>
                <a:buChar char="r"/>
              </a:pPr>
              <a:r>
                <a:rPr lang="en-US" altLang="zh-CN" sz="2400" dirty="0">
                  <a:solidFill>
                    <a:srgbClr val="FF0000"/>
                  </a:solidFill>
                  <a:latin typeface="Comic Sans MS" panose="030F0702030302020204" pitchFamily="66" charset="0"/>
                  <a:ea typeface="宋体" panose="02010600030101010101" pitchFamily="2" charset="-122"/>
                </a:rPr>
                <a:t>forwarding between VLANS:</a:t>
              </a:r>
              <a:r>
                <a:rPr lang="en-US" altLang="zh-CN" sz="2400" i="0" dirty="0">
                  <a:latin typeface="Comic Sans MS" panose="030F0702030302020204" pitchFamily="66" charset="0"/>
                  <a:ea typeface="宋体" panose="02010600030101010101" pitchFamily="2" charset="-122"/>
                </a:rPr>
                <a:t> done via routing (just as with separate switches)</a:t>
              </a:r>
              <a:endParaRPr lang="en-US" altLang="zh-CN" sz="2400" i="0" dirty="0">
                <a:latin typeface="Comic Sans MS" panose="030F0702030302020204" pitchFamily="66" charset="0"/>
                <a:ea typeface="宋体" panose="02010600030101010101" pitchFamily="2" charset="-122"/>
              </a:endParaRPr>
            </a:p>
            <a:p>
              <a:pPr marL="742950" lvl="1" indent="-285750" algn="l" rtl="0" eaLnBrk="0" fontAlgn="base" hangingPunct="0">
                <a:spcBef>
                  <a:spcPct val="20000"/>
                </a:spcBef>
                <a:spcAft>
                  <a:spcPct val="0"/>
                </a:spcAft>
                <a:buClr>
                  <a:schemeClr val="accent2"/>
                </a:buClr>
                <a:buSzPct val="75000"/>
                <a:buFont typeface="ZapfDingbats" pitchFamily="82" charset="2"/>
                <a:buChar char="m"/>
              </a:pPr>
              <a:r>
                <a:rPr lang="en-US" altLang="zh-CN" sz="2000" dirty="0">
                  <a:solidFill>
                    <a:schemeClr val="tx1"/>
                  </a:solidFill>
                  <a:latin typeface="Comic Sans MS" panose="030F0702030302020204" pitchFamily="66" charset="0"/>
                  <a:ea typeface="宋体" panose="02010600030101010101" pitchFamily="2" charset="-122"/>
                </a:rPr>
                <a:t>in practice vendors sell combined switches plus routers</a:t>
              </a:r>
              <a:endParaRPr lang="en-US" altLang="zh-CN" sz="2000" dirty="0">
                <a:solidFill>
                  <a:schemeClr val="tx1"/>
                </a:solidFill>
                <a:latin typeface="Comic Sans MS" panose="030F0702030302020204" pitchFamily="66" charset="0"/>
                <a:ea typeface="宋体" panose="02010600030101010101" pitchFamily="2" charset="-122"/>
              </a:endParaRPr>
            </a:p>
          </p:txBody>
        </p:sp>
        <p:grpSp>
          <p:nvGrpSpPr>
            <p:cNvPr id="144448" name="Group 149"/>
            <p:cNvGrpSpPr/>
            <p:nvPr/>
          </p:nvGrpSpPr>
          <p:grpSpPr>
            <a:xfrm>
              <a:off x="3939" y="965"/>
              <a:ext cx="679" cy="910"/>
              <a:chOff x="3939" y="965"/>
              <a:chExt cx="679" cy="910"/>
            </a:xfrm>
          </p:grpSpPr>
          <p:grpSp>
            <p:nvGrpSpPr>
              <p:cNvPr id="144449" name="Group 126"/>
              <p:cNvGrpSpPr/>
              <p:nvPr/>
            </p:nvGrpSpPr>
            <p:grpSpPr>
              <a:xfrm>
                <a:off x="4259" y="965"/>
                <a:ext cx="359" cy="180"/>
                <a:chOff x="533" y="321"/>
                <a:chExt cx="359" cy="180"/>
              </a:xfrm>
            </p:grpSpPr>
            <p:grpSp>
              <p:nvGrpSpPr>
                <p:cNvPr id="144450" name="Group 127"/>
                <p:cNvGrpSpPr/>
                <p:nvPr/>
              </p:nvGrpSpPr>
              <p:grpSpPr>
                <a:xfrm>
                  <a:off x="533" y="321"/>
                  <a:ext cx="359" cy="180"/>
                  <a:chOff x="1009" y="655"/>
                  <a:chExt cx="359" cy="180"/>
                </a:xfrm>
              </p:grpSpPr>
              <p:sp>
                <p:nvSpPr>
                  <p:cNvPr id="144451" name="Oval 128"/>
                  <p:cNvSpPr/>
                  <p:nvPr/>
                </p:nvSpPr>
                <p:spPr>
                  <a:xfrm>
                    <a:off x="1012" y="735"/>
                    <a:ext cx="356" cy="100"/>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4452" name="Line 129"/>
                  <p:cNvSpPr/>
                  <p:nvPr/>
                </p:nvSpPr>
                <p:spPr>
                  <a:xfrm>
                    <a:off x="1012" y="727"/>
                    <a:ext cx="0" cy="62"/>
                  </a:xfrm>
                  <a:prstGeom prst="line">
                    <a:avLst/>
                  </a:prstGeom>
                  <a:ln w="12700" cap="flat" cmpd="sng">
                    <a:solidFill>
                      <a:schemeClr val="tx1"/>
                    </a:solidFill>
                    <a:prstDash val="solid"/>
                    <a:round/>
                    <a:headEnd type="none" w="med" len="med"/>
                    <a:tailEnd type="none" w="med" len="med"/>
                  </a:ln>
                </p:spPr>
              </p:sp>
              <p:sp>
                <p:nvSpPr>
                  <p:cNvPr id="144453" name="Line 130"/>
                  <p:cNvSpPr/>
                  <p:nvPr/>
                </p:nvSpPr>
                <p:spPr>
                  <a:xfrm>
                    <a:off x="1368" y="727"/>
                    <a:ext cx="0" cy="62"/>
                  </a:xfrm>
                  <a:prstGeom prst="line">
                    <a:avLst/>
                  </a:prstGeom>
                  <a:ln w="12700" cap="flat" cmpd="sng">
                    <a:solidFill>
                      <a:schemeClr val="tx1"/>
                    </a:solidFill>
                    <a:prstDash val="solid"/>
                    <a:round/>
                    <a:headEnd type="none" w="med" len="med"/>
                    <a:tailEnd type="none" w="med" len="med"/>
                  </a:ln>
                </p:spPr>
              </p:sp>
              <p:sp>
                <p:nvSpPr>
                  <p:cNvPr id="144454" name="Rectangle 131"/>
                  <p:cNvSpPr/>
                  <p:nvPr/>
                </p:nvSpPr>
                <p:spPr>
                  <a:xfrm>
                    <a:off x="1012" y="727"/>
                    <a:ext cx="353" cy="61"/>
                  </a:xfrm>
                  <a:prstGeom prst="rect">
                    <a:avLst/>
                  </a:prstGeom>
                  <a:solidFill>
                    <a:schemeClr val="hlink"/>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44455" name="Oval 132"/>
                  <p:cNvSpPr/>
                  <p:nvPr/>
                </p:nvSpPr>
                <p:spPr>
                  <a:xfrm>
                    <a:off x="1009" y="655"/>
                    <a:ext cx="356" cy="116"/>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44456" name="Group 133"/>
                  <p:cNvGrpSpPr/>
                  <p:nvPr/>
                </p:nvGrpSpPr>
                <p:grpSpPr>
                  <a:xfrm>
                    <a:off x="1095" y="681"/>
                    <a:ext cx="176" cy="68"/>
                    <a:chOff x="2848" y="848"/>
                    <a:chExt cx="140" cy="98"/>
                  </a:xfrm>
                </p:grpSpPr>
                <p:sp>
                  <p:nvSpPr>
                    <p:cNvPr id="144457" name="Line 134"/>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44458" name="Line 135"/>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44459" name="Line 136"/>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144460" name="Group 137"/>
                  <p:cNvGrpSpPr/>
                  <p:nvPr/>
                </p:nvGrpSpPr>
                <p:grpSpPr>
                  <a:xfrm flipV="1">
                    <a:off x="1095" y="680"/>
                    <a:ext cx="176" cy="68"/>
                    <a:chOff x="2848" y="848"/>
                    <a:chExt cx="140" cy="98"/>
                  </a:xfrm>
                </p:grpSpPr>
                <p:sp>
                  <p:nvSpPr>
                    <p:cNvPr id="144461" name="Line 138"/>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44462" name="Line 139"/>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44463" name="Line 140"/>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sp>
              <p:nvSpPr>
                <p:cNvPr id="144464" name="Line 141"/>
                <p:cNvSpPr/>
                <p:nvPr/>
              </p:nvSpPr>
              <p:spPr>
                <a:xfrm>
                  <a:off x="535" y="368"/>
                  <a:ext cx="0" cy="62"/>
                </a:xfrm>
                <a:prstGeom prst="line">
                  <a:avLst/>
                </a:prstGeom>
                <a:ln w="12700" cap="flat" cmpd="sng">
                  <a:solidFill>
                    <a:schemeClr val="tx1"/>
                  </a:solidFill>
                  <a:prstDash val="solid"/>
                  <a:round/>
                  <a:headEnd type="none" w="med" len="med"/>
                  <a:tailEnd type="none" w="med" len="med"/>
                </a:ln>
              </p:spPr>
            </p:sp>
          </p:grpSp>
          <p:sp>
            <p:nvSpPr>
              <p:cNvPr id="144465" name="Oval 85"/>
              <p:cNvSpPr/>
              <p:nvPr/>
            </p:nvSpPr>
            <p:spPr>
              <a:xfrm>
                <a:off x="4180" y="1845"/>
                <a:ext cx="27" cy="30"/>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4466" name="Oval 85"/>
              <p:cNvSpPr/>
              <p:nvPr/>
            </p:nvSpPr>
            <p:spPr>
              <a:xfrm>
                <a:off x="4567" y="1845"/>
                <a:ext cx="27" cy="30"/>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4467" name="Line 145"/>
              <p:cNvSpPr/>
              <p:nvPr/>
            </p:nvSpPr>
            <p:spPr>
              <a:xfrm flipV="1">
                <a:off x="4188" y="1143"/>
                <a:ext cx="159" cy="717"/>
              </a:xfrm>
              <a:prstGeom prst="line">
                <a:avLst/>
              </a:prstGeom>
              <a:ln w="9525" cap="flat" cmpd="sng">
                <a:solidFill>
                  <a:schemeClr val="tx1"/>
                </a:solidFill>
                <a:prstDash val="solid"/>
                <a:round/>
                <a:headEnd type="none" w="med" len="med"/>
                <a:tailEnd type="none" w="med" len="med"/>
              </a:ln>
            </p:spPr>
          </p:sp>
          <p:sp>
            <p:nvSpPr>
              <p:cNvPr id="144468" name="Line 146"/>
              <p:cNvSpPr/>
              <p:nvPr/>
            </p:nvSpPr>
            <p:spPr>
              <a:xfrm flipH="1" flipV="1">
                <a:off x="4469" y="1148"/>
                <a:ext cx="112" cy="718"/>
              </a:xfrm>
              <a:prstGeom prst="line">
                <a:avLst/>
              </a:prstGeom>
              <a:ln w="9525" cap="flat" cmpd="sng">
                <a:solidFill>
                  <a:schemeClr val="tx1"/>
                </a:solidFill>
                <a:prstDash val="solid"/>
                <a:round/>
                <a:headEnd type="none" w="med" len="med"/>
                <a:tailEnd type="none" w="med" len="med"/>
              </a:ln>
            </p:spPr>
          </p:sp>
          <p:sp>
            <p:nvSpPr>
              <p:cNvPr id="144469" name="Line 147"/>
              <p:cNvSpPr/>
              <p:nvPr/>
            </p:nvSpPr>
            <p:spPr>
              <a:xfrm>
                <a:off x="4101" y="1062"/>
                <a:ext cx="159" cy="0"/>
              </a:xfrm>
              <a:prstGeom prst="line">
                <a:avLst/>
              </a:prstGeom>
              <a:ln w="9525" cap="flat" cmpd="sng">
                <a:solidFill>
                  <a:schemeClr val="tx1"/>
                </a:solidFill>
                <a:prstDash val="solid"/>
                <a:round/>
                <a:headEnd type="none" w="med" len="med"/>
                <a:tailEnd type="none" w="med" len="med"/>
              </a:ln>
            </p:spPr>
          </p:sp>
          <p:sp>
            <p:nvSpPr>
              <p:cNvPr id="144470" name="Line 148"/>
              <p:cNvSpPr/>
              <p:nvPr/>
            </p:nvSpPr>
            <p:spPr>
              <a:xfrm>
                <a:off x="3939" y="1062"/>
                <a:ext cx="159" cy="0"/>
              </a:xfrm>
              <a:prstGeom prst="line">
                <a:avLst/>
              </a:prstGeom>
              <a:ln w="9525" cap="flat" cmpd="sng">
                <a:solidFill>
                  <a:schemeClr val="tx1"/>
                </a:solidFill>
                <a:prstDash val="dash"/>
                <a:roun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13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913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9135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913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1317" grpId="0"/>
      <p:bldP spid="69134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0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4541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45411" name="Rectangle 111"/>
          <p:cNvSpPr/>
          <p:nvPr/>
        </p:nvSpPr>
        <p:spPr>
          <a:xfrm>
            <a:off x="3414713" y="2103438"/>
            <a:ext cx="279400" cy="228600"/>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5412" name="Rectangle 77"/>
          <p:cNvSpPr/>
          <p:nvPr/>
        </p:nvSpPr>
        <p:spPr>
          <a:xfrm>
            <a:off x="6591300" y="2108200"/>
            <a:ext cx="276225" cy="233363"/>
          </a:xfrm>
          <a:prstGeom prst="rect">
            <a:avLst/>
          </a:prstGeom>
          <a:solidFill>
            <a:srgbClr val="FFFF00"/>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5413" name="Rectangle 77"/>
          <p:cNvSpPr/>
          <p:nvPr/>
        </p:nvSpPr>
        <p:spPr>
          <a:xfrm>
            <a:off x="6881813" y="2108200"/>
            <a:ext cx="276225" cy="233363"/>
          </a:xfrm>
          <a:prstGeom prst="rect">
            <a:avLst/>
          </a:prstGeom>
          <a:solidFill>
            <a:srgbClr val="FFFF00"/>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5414" name="Rectangle 77"/>
          <p:cNvSpPr/>
          <p:nvPr/>
        </p:nvSpPr>
        <p:spPr>
          <a:xfrm>
            <a:off x="6300788" y="2112963"/>
            <a:ext cx="276225" cy="233362"/>
          </a:xfrm>
          <a:prstGeom prst="rect">
            <a:avLst/>
          </a:prstGeom>
          <a:solidFill>
            <a:srgbClr val="FFFF00"/>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5415" name="Rectangle 157"/>
          <p:cNvSpPr/>
          <p:nvPr/>
        </p:nvSpPr>
        <p:spPr>
          <a:xfrm>
            <a:off x="6300788" y="1881188"/>
            <a:ext cx="280987" cy="214312"/>
          </a:xfrm>
          <a:prstGeom prst="rect">
            <a:avLst/>
          </a:prstGeom>
          <a:solidFill>
            <a:srgbClr val="00FF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5416" name="Rectangle 156"/>
          <p:cNvSpPr/>
          <p:nvPr/>
        </p:nvSpPr>
        <p:spPr>
          <a:xfrm>
            <a:off x="5972175" y="2105025"/>
            <a:ext cx="309563" cy="233363"/>
          </a:xfrm>
          <a:prstGeom prst="rect">
            <a:avLst/>
          </a:prstGeom>
          <a:solidFill>
            <a:srgbClr val="00FF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5417" name="Rectangle 2"/>
          <p:cNvSpPr>
            <a:spLocks noGrp="1"/>
          </p:cNvSpPr>
          <p:nvPr>
            <p:ph type="title"/>
          </p:nvPr>
        </p:nvSpPr>
        <p:spPr>
          <a:ln/>
        </p:spPr>
        <p:txBody>
          <a:bodyPr vert="horz" wrap="square" lIns="91440" tIns="45720" rIns="91440" bIns="45720" anchor="ctr" anchorCtr="0"/>
          <a:p>
            <a:r>
              <a:rPr lang="en-US" altLang="zh-CN" sz="3600" dirty="0">
                <a:ea typeface="宋体" panose="02010600030101010101" pitchFamily="2" charset="-122"/>
              </a:rPr>
              <a:t>VLANS spanning multiple switches</a:t>
            </a:r>
            <a:endParaRPr lang="en-US" altLang="zh-CN" sz="3600" dirty="0">
              <a:ea typeface="宋体" panose="02010600030101010101" pitchFamily="2" charset="-122"/>
            </a:endParaRPr>
          </a:p>
        </p:txBody>
      </p:sp>
      <p:sp>
        <p:nvSpPr>
          <p:cNvPr id="692227" name="Rectangle 3"/>
          <p:cNvSpPr>
            <a:spLocks noGrp="1"/>
          </p:cNvSpPr>
          <p:nvPr>
            <p:ph idx="1"/>
          </p:nvPr>
        </p:nvSpPr>
        <p:spPr>
          <a:xfrm>
            <a:off x="411163" y="3971925"/>
            <a:ext cx="8296275" cy="2687638"/>
          </a:xfrm>
          <a:ln/>
        </p:spPr>
        <p:txBody>
          <a:bodyPr vert="horz" wrap="square" lIns="91440" tIns="45720" rIns="91440" bIns="45720" anchor="t" anchorCtr="0"/>
          <a:p>
            <a:r>
              <a:rPr lang="en-US" altLang="zh-CN" sz="2400" i="1" dirty="0">
                <a:solidFill>
                  <a:srgbClr val="FF0000"/>
                </a:solidFill>
                <a:ea typeface="宋体" panose="02010600030101010101" pitchFamily="2" charset="-122"/>
              </a:rPr>
              <a:t>trunk port:</a:t>
            </a:r>
            <a:r>
              <a:rPr lang="en-US" altLang="zh-CN" sz="2400" dirty="0">
                <a:ea typeface="宋体" panose="02010600030101010101" pitchFamily="2" charset="-122"/>
              </a:rPr>
              <a:t> carries frames between VLANS defined over multiple physical switches</a:t>
            </a:r>
            <a:endParaRPr lang="en-US" altLang="zh-CN" sz="2400" dirty="0">
              <a:ea typeface="宋体" panose="02010600030101010101" pitchFamily="2" charset="-122"/>
            </a:endParaRPr>
          </a:p>
          <a:p>
            <a:pPr lvl="1"/>
            <a:r>
              <a:rPr lang="en-US" altLang="zh-CN" sz="2000" dirty="0">
                <a:ea typeface="宋体" panose="02010600030101010101" pitchFamily="2" charset="-122"/>
              </a:rPr>
              <a:t>frames forwarded within VLAN between switches can’t be vanilla 802.1 frames (must carry VLAN ID info)</a:t>
            </a:r>
            <a:endParaRPr lang="en-US" altLang="zh-CN" sz="2000" dirty="0">
              <a:ea typeface="宋体" panose="02010600030101010101" pitchFamily="2" charset="-122"/>
            </a:endParaRPr>
          </a:p>
          <a:p>
            <a:pPr lvl="1"/>
            <a:r>
              <a:rPr lang="en-US" altLang="zh-CN" sz="2000" dirty="0">
                <a:ea typeface="宋体" panose="02010600030101010101" pitchFamily="2" charset="-122"/>
              </a:rPr>
              <a:t>802.1q protocol adds/removed additional header fields for frames forwarded between trunk ports</a:t>
            </a:r>
            <a:endParaRPr lang="en-US" altLang="zh-CN" sz="2000" dirty="0">
              <a:ea typeface="宋体" panose="02010600030101010101" pitchFamily="2" charset="-122"/>
            </a:endParaRPr>
          </a:p>
        </p:txBody>
      </p:sp>
      <p:sp>
        <p:nvSpPr>
          <p:cNvPr id="145419" name="Rectangle 62"/>
          <p:cNvSpPr/>
          <p:nvPr/>
        </p:nvSpPr>
        <p:spPr>
          <a:xfrm>
            <a:off x="1341438" y="1887538"/>
            <a:ext cx="273050" cy="196850"/>
          </a:xfrm>
          <a:prstGeom prst="rect">
            <a:avLst/>
          </a:prstGeom>
          <a:solidFill>
            <a:srgbClr val="00FF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5420" name="Rectangle 80"/>
          <p:cNvSpPr/>
          <p:nvPr/>
        </p:nvSpPr>
        <p:spPr>
          <a:xfrm>
            <a:off x="1333500" y="2097088"/>
            <a:ext cx="290513" cy="242887"/>
          </a:xfrm>
          <a:prstGeom prst="rect">
            <a:avLst/>
          </a:prstGeom>
          <a:solidFill>
            <a:srgbClr val="00FFFF"/>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5421" name="Rectangle 77"/>
          <p:cNvSpPr/>
          <p:nvPr/>
        </p:nvSpPr>
        <p:spPr>
          <a:xfrm>
            <a:off x="3405188" y="1878013"/>
            <a:ext cx="290512" cy="209550"/>
          </a:xfrm>
          <a:prstGeom prst="rect">
            <a:avLst/>
          </a:prstGeom>
          <a:solidFill>
            <a:srgbClr val="FFFF00"/>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5422" name="Rectangle 76"/>
          <p:cNvSpPr/>
          <p:nvPr/>
        </p:nvSpPr>
        <p:spPr>
          <a:xfrm>
            <a:off x="2514600" y="1882775"/>
            <a:ext cx="890588" cy="457200"/>
          </a:xfrm>
          <a:prstGeom prst="rect">
            <a:avLst/>
          </a:prstGeom>
          <a:solidFill>
            <a:srgbClr val="FFFF00"/>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5423" name="Rectangle 75"/>
          <p:cNvSpPr/>
          <p:nvPr/>
        </p:nvSpPr>
        <p:spPr>
          <a:xfrm>
            <a:off x="1619250" y="1882775"/>
            <a:ext cx="900113" cy="452438"/>
          </a:xfrm>
          <a:prstGeom prst="rect">
            <a:avLst/>
          </a:prstGeom>
          <a:solidFill>
            <a:srgbClr val="00FFFF"/>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5424" name="Rectangle 2"/>
          <p:cNvSpPr/>
          <p:nvPr/>
        </p:nvSpPr>
        <p:spPr>
          <a:xfrm>
            <a:off x="1333500" y="1874838"/>
            <a:ext cx="2370138" cy="468312"/>
          </a:xfrm>
          <a:prstGeom prst="rect">
            <a:avLst/>
          </a:prstGeom>
          <a:noFill/>
          <a:ln w="9525" cap="flat" cmpd="sng">
            <a:solidFill>
              <a:schemeClr val="tx1"/>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5425" name="Line 3"/>
          <p:cNvSpPr/>
          <p:nvPr/>
        </p:nvSpPr>
        <p:spPr>
          <a:xfrm>
            <a:off x="1335088" y="2090738"/>
            <a:ext cx="2351087" cy="4762"/>
          </a:xfrm>
          <a:prstGeom prst="line">
            <a:avLst/>
          </a:prstGeom>
          <a:ln w="9525" cap="flat" cmpd="sng">
            <a:solidFill>
              <a:schemeClr val="tx1"/>
            </a:solidFill>
            <a:prstDash val="solid"/>
            <a:round/>
            <a:headEnd type="none" w="med" len="med"/>
            <a:tailEnd type="none" w="med" len="med"/>
          </a:ln>
        </p:spPr>
      </p:sp>
      <p:sp>
        <p:nvSpPr>
          <p:cNvPr id="145426" name="Text Box 6"/>
          <p:cNvSpPr txBox="1"/>
          <p:nvPr/>
        </p:nvSpPr>
        <p:spPr>
          <a:xfrm>
            <a:off x="1250950" y="1833563"/>
            <a:ext cx="241300" cy="214312"/>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1</a:t>
            </a:r>
            <a:endParaRPr lang="en-US" altLang="zh-CN" sz="800" i="0" dirty="0">
              <a:latin typeface="Arial" panose="020B0604020202020204" pitchFamily="34" charset="0"/>
              <a:ea typeface="宋体" panose="02010600030101010101" pitchFamily="2" charset="-122"/>
            </a:endParaRPr>
          </a:p>
        </p:txBody>
      </p:sp>
      <p:sp>
        <p:nvSpPr>
          <p:cNvPr id="145427" name="Line 7"/>
          <p:cNvSpPr/>
          <p:nvPr/>
        </p:nvSpPr>
        <p:spPr>
          <a:xfrm>
            <a:off x="2514600" y="1879600"/>
            <a:ext cx="0" cy="463550"/>
          </a:xfrm>
          <a:prstGeom prst="line">
            <a:avLst/>
          </a:prstGeom>
          <a:ln w="9525" cap="flat" cmpd="sng">
            <a:solidFill>
              <a:schemeClr val="tx1"/>
            </a:solidFill>
            <a:prstDash val="solid"/>
            <a:round/>
            <a:headEnd type="none" w="med" len="med"/>
            <a:tailEnd type="none" w="med" len="med"/>
          </a:ln>
        </p:spPr>
      </p:sp>
      <p:sp>
        <p:nvSpPr>
          <p:cNvPr id="145428" name="AutoShape 8"/>
          <p:cNvSpPr/>
          <p:nvPr/>
        </p:nvSpPr>
        <p:spPr>
          <a:xfrm>
            <a:off x="1304925" y="1616075"/>
            <a:ext cx="3176588" cy="261938"/>
          </a:xfrm>
          <a:prstGeom prst="parallelogram">
            <a:avLst>
              <a:gd name="adj" fmla="val 303181"/>
            </a:avLst>
          </a:prstGeom>
          <a:solidFill>
            <a:schemeClr val="bg1"/>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5429" name="Freeform 9"/>
          <p:cNvSpPr/>
          <p:nvPr/>
        </p:nvSpPr>
        <p:spPr>
          <a:xfrm>
            <a:off x="3708400" y="1619250"/>
            <a:ext cx="763588" cy="720725"/>
          </a:xfrm>
          <a:custGeom>
            <a:avLst/>
            <a:gdLst/>
            <a:ahLst/>
            <a:cxnLst>
              <a:cxn ang="0">
                <a:pos x="0" y="2147483646"/>
              </a:cxn>
              <a:cxn ang="0">
                <a:pos x="2147483646" y="2147483646"/>
              </a:cxn>
              <a:cxn ang="0">
                <a:pos x="2147483646" y="0"/>
              </a:cxn>
            </a:cxnLst>
            <a:pathLst>
              <a:path w="232" h="454">
                <a:moveTo>
                  <a:pt x="0" y="454"/>
                </a:moveTo>
                <a:lnTo>
                  <a:pt x="232" y="274"/>
                </a:lnTo>
                <a:lnTo>
                  <a:pt x="229"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45430" name="Freeform 10"/>
          <p:cNvSpPr/>
          <p:nvPr/>
        </p:nvSpPr>
        <p:spPr>
          <a:xfrm>
            <a:off x="1706563" y="1663700"/>
            <a:ext cx="2228850" cy="150813"/>
          </a:xfrm>
          <a:custGeom>
            <a:avLst/>
            <a:gdLst/>
            <a:ahLst/>
            <a:cxnLst>
              <a:cxn ang="0">
                <a:pos x="0" y="2147483646"/>
              </a:cxn>
              <a:cxn ang="0">
                <a:pos x="2147483646" y="2147483646"/>
              </a:cxn>
              <a:cxn ang="0">
                <a:pos x="2147483646" y="0"/>
              </a:cxn>
              <a:cxn ang="0">
                <a:pos x="2147483646" y="0"/>
              </a:cxn>
            </a:cxnLst>
            <a:pathLst>
              <a:path w="678" h="110">
                <a:moveTo>
                  <a:pt x="0" y="110"/>
                </a:moveTo>
                <a:lnTo>
                  <a:pt x="148" y="108"/>
                </a:lnTo>
                <a:lnTo>
                  <a:pt x="567" y="0"/>
                </a:lnTo>
                <a:lnTo>
                  <a:pt x="678"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45431" name="Freeform 11"/>
          <p:cNvSpPr/>
          <p:nvPr/>
        </p:nvSpPr>
        <p:spPr>
          <a:xfrm>
            <a:off x="2179638" y="1663700"/>
            <a:ext cx="1420812" cy="166688"/>
          </a:xfrm>
          <a:custGeom>
            <a:avLst/>
            <a:gdLst/>
            <a:ahLst/>
            <a:cxnLst>
              <a:cxn ang="0">
                <a:pos x="0" y="0"/>
              </a:cxn>
              <a:cxn ang="0">
                <a:pos x="2147483646" y="0"/>
              </a:cxn>
              <a:cxn ang="0">
                <a:pos x="2147483646" y="2147483646"/>
              </a:cxn>
              <a:cxn ang="0">
                <a:pos x="2147483646" y="2147483646"/>
              </a:cxn>
            </a:cxnLst>
            <a:pathLst>
              <a:path w="432" h="105">
                <a:moveTo>
                  <a:pt x="0" y="0"/>
                </a:moveTo>
                <a:lnTo>
                  <a:pt x="85" y="0"/>
                </a:lnTo>
                <a:lnTo>
                  <a:pt x="307" y="105"/>
                </a:lnTo>
                <a:lnTo>
                  <a:pt x="432" y="105"/>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45432" name="Line 17"/>
          <p:cNvSpPr/>
          <p:nvPr/>
        </p:nvSpPr>
        <p:spPr>
          <a:xfrm>
            <a:off x="3114675" y="1884363"/>
            <a:ext cx="0" cy="463550"/>
          </a:xfrm>
          <a:prstGeom prst="line">
            <a:avLst/>
          </a:prstGeom>
          <a:ln w="9525" cap="flat" cmpd="sng">
            <a:solidFill>
              <a:schemeClr val="tx1"/>
            </a:solidFill>
            <a:prstDash val="solid"/>
            <a:round/>
            <a:headEnd type="none" w="med" len="med"/>
            <a:tailEnd type="none" w="med" len="med"/>
          </a:ln>
        </p:spPr>
      </p:sp>
      <p:sp>
        <p:nvSpPr>
          <p:cNvPr id="145433" name="Line 18"/>
          <p:cNvSpPr/>
          <p:nvPr/>
        </p:nvSpPr>
        <p:spPr>
          <a:xfrm>
            <a:off x="1914525" y="1879600"/>
            <a:ext cx="0" cy="463550"/>
          </a:xfrm>
          <a:prstGeom prst="line">
            <a:avLst/>
          </a:prstGeom>
          <a:ln w="9525" cap="flat" cmpd="sng">
            <a:solidFill>
              <a:schemeClr val="tx1"/>
            </a:solidFill>
            <a:prstDash val="solid"/>
            <a:round/>
            <a:headEnd type="none" w="med" len="med"/>
            <a:tailEnd type="none" w="med" len="med"/>
          </a:ln>
        </p:spPr>
      </p:sp>
      <p:sp>
        <p:nvSpPr>
          <p:cNvPr id="145434" name="Line 21"/>
          <p:cNvSpPr/>
          <p:nvPr/>
        </p:nvSpPr>
        <p:spPr>
          <a:xfrm>
            <a:off x="1624013" y="1876425"/>
            <a:ext cx="0" cy="463550"/>
          </a:xfrm>
          <a:prstGeom prst="line">
            <a:avLst/>
          </a:prstGeom>
          <a:ln w="9525" cap="flat" cmpd="sng">
            <a:solidFill>
              <a:schemeClr val="tx1"/>
            </a:solidFill>
            <a:prstDash val="solid"/>
            <a:round/>
            <a:headEnd type="none" w="med" len="med"/>
            <a:tailEnd type="none" w="med" len="med"/>
          </a:ln>
        </p:spPr>
      </p:sp>
      <p:sp>
        <p:nvSpPr>
          <p:cNvPr id="145435" name="Line 22"/>
          <p:cNvSpPr/>
          <p:nvPr/>
        </p:nvSpPr>
        <p:spPr>
          <a:xfrm>
            <a:off x="1333500" y="1889125"/>
            <a:ext cx="0" cy="463550"/>
          </a:xfrm>
          <a:prstGeom prst="line">
            <a:avLst/>
          </a:prstGeom>
          <a:ln w="9525" cap="flat" cmpd="sng">
            <a:solidFill>
              <a:schemeClr val="tx1"/>
            </a:solidFill>
            <a:prstDash val="solid"/>
            <a:round/>
            <a:headEnd type="none" w="med" len="med"/>
            <a:tailEnd type="none" w="med" len="med"/>
          </a:ln>
        </p:spPr>
      </p:sp>
      <p:sp>
        <p:nvSpPr>
          <p:cNvPr id="145436" name="Line 23"/>
          <p:cNvSpPr/>
          <p:nvPr/>
        </p:nvSpPr>
        <p:spPr>
          <a:xfrm>
            <a:off x="2195513" y="1884363"/>
            <a:ext cx="0" cy="463550"/>
          </a:xfrm>
          <a:prstGeom prst="line">
            <a:avLst/>
          </a:prstGeom>
          <a:ln w="9525" cap="flat" cmpd="sng">
            <a:solidFill>
              <a:schemeClr val="tx1"/>
            </a:solidFill>
            <a:prstDash val="solid"/>
            <a:round/>
            <a:headEnd type="none" w="med" len="med"/>
            <a:tailEnd type="none" w="med" len="med"/>
          </a:ln>
        </p:spPr>
      </p:sp>
      <p:sp>
        <p:nvSpPr>
          <p:cNvPr id="145437" name="Line 24"/>
          <p:cNvSpPr/>
          <p:nvPr/>
        </p:nvSpPr>
        <p:spPr>
          <a:xfrm>
            <a:off x="2819400" y="1879600"/>
            <a:ext cx="0" cy="463550"/>
          </a:xfrm>
          <a:prstGeom prst="line">
            <a:avLst/>
          </a:prstGeom>
          <a:ln w="9525" cap="flat" cmpd="sng">
            <a:solidFill>
              <a:schemeClr val="tx1"/>
            </a:solidFill>
            <a:prstDash val="solid"/>
            <a:round/>
            <a:headEnd type="none" w="med" len="med"/>
            <a:tailEnd type="none" w="med" len="med"/>
          </a:ln>
        </p:spPr>
      </p:sp>
      <p:sp>
        <p:nvSpPr>
          <p:cNvPr id="145438" name="Line 25"/>
          <p:cNvSpPr/>
          <p:nvPr/>
        </p:nvSpPr>
        <p:spPr>
          <a:xfrm>
            <a:off x="3409950" y="1874838"/>
            <a:ext cx="0" cy="463550"/>
          </a:xfrm>
          <a:prstGeom prst="line">
            <a:avLst/>
          </a:prstGeom>
          <a:ln w="9525" cap="flat" cmpd="sng">
            <a:solidFill>
              <a:schemeClr val="tx1"/>
            </a:solidFill>
            <a:prstDash val="solid"/>
            <a:round/>
            <a:headEnd type="none" w="med" len="med"/>
            <a:tailEnd type="none" w="med" len="med"/>
          </a:ln>
        </p:spPr>
      </p:sp>
      <p:sp>
        <p:nvSpPr>
          <p:cNvPr id="145439" name="Text Box 26"/>
          <p:cNvSpPr txBox="1"/>
          <p:nvPr/>
        </p:nvSpPr>
        <p:spPr>
          <a:xfrm>
            <a:off x="2132013" y="2043113"/>
            <a:ext cx="241300" cy="214312"/>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8</a:t>
            </a:r>
            <a:endParaRPr lang="en-US" altLang="zh-CN" sz="800" i="0" dirty="0">
              <a:latin typeface="Arial" panose="020B0604020202020204" pitchFamily="34" charset="0"/>
              <a:ea typeface="宋体" panose="02010600030101010101" pitchFamily="2" charset="-122"/>
            </a:endParaRPr>
          </a:p>
        </p:txBody>
      </p:sp>
      <p:sp>
        <p:nvSpPr>
          <p:cNvPr id="145440" name="Text Box 27"/>
          <p:cNvSpPr txBox="1"/>
          <p:nvPr/>
        </p:nvSpPr>
        <p:spPr>
          <a:xfrm>
            <a:off x="2451100" y="1828800"/>
            <a:ext cx="241300" cy="214313"/>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9</a:t>
            </a:r>
            <a:endParaRPr lang="en-US" altLang="zh-CN" sz="800" i="0" dirty="0">
              <a:latin typeface="Arial" panose="020B0604020202020204" pitchFamily="34" charset="0"/>
              <a:ea typeface="宋体" panose="02010600030101010101" pitchFamily="2" charset="-122"/>
            </a:endParaRPr>
          </a:p>
        </p:txBody>
      </p:sp>
      <p:sp>
        <p:nvSpPr>
          <p:cNvPr id="145441" name="Text Box 29"/>
          <p:cNvSpPr txBox="1"/>
          <p:nvPr/>
        </p:nvSpPr>
        <p:spPr>
          <a:xfrm>
            <a:off x="2432050" y="2047875"/>
            <a:ext cx="298450" cy="214313"/>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10</a:t>
            </a:r>
            <a:endParaRPr lang="en-US" altLang="zh-CN" sz="800" i="0" dirty="0">
              <a:latin typeface="Arial" panose="020B0604020202020204" pitchFamily="34" charset="0"/>
              <a:ea typeface="宋体" panose="02010600030101010101" pitchFamily="2" charset="-122"/>
            </a:endParaRPr>
          </a:p>
        </p:txBody>
      </p:sp>
      <p:sp>
        <p:nvSpPr>
          <p:cNvPr id="145442" name="Text Box 30"/>
          <p:cNvSpPr txBox="1"/>
          <p:nvPr/>
        </p:nvSpPr>
        <p:spPr>
          <a:xfrm>
            <a:off x="1260475" y="2033588"/>
            <a:ext cx="241300" cy="214312"/>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2</a:t>
            </a:r>
            <a:endParaRPr lang="en-US" altLang="zh-CN" sz="800" i="0" dirty="0">
              <a:latin typeface="Arial" panose="020B0604020202020204" pitchFamily="34" charset="0"/>
              <a:ea typeface="宋体" panose="02010600030101010101" pitchFamily="2" charset="-122"/>
            </a:endParaRPr>
          </a:p>
        </p:txBody>
      </p:sp>
      <p:sp>
        <p:nvSpPr>
          <p:cNvPr id="145443" name="Text Box 57"/>
          <p:cNvSpPr txBox="1"/>
          <p:nvPr/>
        </p:nvSpPr>
        <p:spPr>
          <a:xfrm>
            <a:off x="2127250" y="1828800"/>
            <a:ext cx="241300" cy="214313"/>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7</a:t>
            </a:r>
            <a:endParaRPr lang="en-US" altLang="zh-CN" sz="800" i="0" dirty="0">
              <a:latin typeface="Arial" panose="020B0604020202020204" pitchFamily="34" charset="0"/>
              <a:ea typeface="宋体" panose="02010600030101010101" pitchFamily="2" charset="-122"/>
            </a:endParaRPr>
          </a:p>
        </p:txBody>
      </p:sp>
      <p:pic>
        <p:nvPicPr>
          <p:cNvPr id="145444" name="Picture 58" descr="terminal"/>
          <p:cNvPicPr>
            <a:picLocks noChangeAspect="1"/>
          </p:cNvPicPr>
          <p:nvPr/>
        </p:nvPicPr>
        <p:blipFill>
          <a:blip r:embed="rId1"/>
          <a:stretch>
            <a:fillRect/>
          </a:stretch>
        </p:blipFill>
        <p:spPr>
          <a:xfrm>
            <a:off x="365125" y="2473325"/>
            <a:ext cx="496888" cy="525463"/>
          </a:xfrm>
          <a:prstGeom prst="rect">
            <a:avLst/>
          </a:prstGeom>
          <a:noFill/>
          <a:ln w="9525">
            <a:noFill/>
          </a:ln>
        </p:spPr>
      </p:pic>
      <p:pic>
        <p:nvPicPr>
          <p:cNvPr id="145445" name="Picture 59" descr="terminal"/>
          <p:cNvPicPr>
            <a:picLocks noChangeAspect="1"/>
          </p:cNvPicPr>
          <p:nvPr/>
        </p:nvPicPr>
        <p:blipFill>
          <a:blip r:embed="rId1"/>
          <a:stretch>
            <a:fillRect/>
          </a:stretch>
        </p:blipFill>
        <p:spPr>
          <a:xfrm>
            <a:off x="758825" y="2613025"/>
            <a:ext cx="496888" cy="525463"/>
          </a:xfrm>
          <a:prstGeom prst="rect">
            <a:avLst/>
          </a:prstGeom>
          <a:noFill/>
          <a:ln w="9525">
            <a:noFill/>
          </a:ln>
        </p:spPr>
      </p:pic>
      <p:pic>
        <p:nvPicPr>
          <p:cNvPr id="145446" name="Picture 60" descr="terminal"/>
          <p:cNvPicPr>
            <a:picLocks noChangeAspect="1"/>
          </p:cNvPicPr>
          <p:nvPr/>
        </p:nvPicPr>
        <p:blipFill>
          <a:blip r:embed="rId1"/>
          <a:stretch>
            <a:fillRect/>
          </a:stretch>
        </p:blipFill>
        <p:spPr>
          <a:xfrm>
            <a:off x="1493838" y="2568575"/>
            <a:ext cx="496887" cy="525463"/>
          </a:xfrm>
          <a:prstGeom prst="rect">
            <a:avLst/>
          </a:prstGeom>
          <a:noFill/>
          <a:ln w="9525">
            <a:noFill/>
          </a:ln>
        </p:spPr>
      </p:pic>
      <p:sp>
        <p:nvSpPr>
          <p:cNvPr id="145447" name="Line 61"/>
          <p:cNvSpPr/>
          <p:nvPr/>
        </p:nvSpPr>
        <p:spPr>
          <a:xfrm flipH="1">
            <a:off x="573088" y="2209800"/>
            <a:ext cx="901700" cy="279400"/>
          </a:xfrm>
          <a:prstGeom prst="line">
            <a:avLst/>
          </a:prstGeom>
          <a:ln w="9525" cap="flat" cmpd="sng">
            <a:solidFill>
              <a:schemeClr val="tx1"/>
            </a:solidFill>
            <a:prstDash val="solid"/>
            <a:round/>
            <a:headEnd type="none" w="med" len="med"/>
            <a:tailEnd type="none" w="med" len="med"/>
          </a:ln>
        </p:spPr>
      </p:sp>
      <p:sp>
        <p:nvSpPr>
          <p:cNvPr id="145448" name="Line 62"/>
          <p:cNvSpPr/>
          <p:nvPr/>
        </p:nvSpPr>
        <p:spPr>
          <a:xfrm flipH="1">
            <a:off x="958850" y="2209800"/>
            <a:ext cx="806450" cy="419100"/>
          </a:xfrm>
          <a:prstGeom prst="line">
            <a:avLst/>
          </a:prstGeom>
          <a:ln w="9525" cap="flat" cmpd="sng">
            <a:solidFill>
              <a:schemeClr val="tx1"/>
            </a:solidFill>
            <a:prstDash val="solid"/>
            <a:round/>
            <a:headEnd type="none" w="med" len="med"/>
            <a:tailEnd type="none" w="med" len="med"/>
          </a:ln>
        </p:spPr>
      </p:sp>
      <p:sp>
        <p:nvSpPr>
          <p:cNvPr id="145449" name="Line 63"/>
          <p:cNvSpPr/>
          <p:nvPr/>
        </p:nvSpPr>
        <p:spPr>
          <a:xfrm flipH="1">
            <a:off x="1677988" y="2225675"/>
            <a:ext cx="709612" cy="360363"/>
          </a:xfrm>
          <a:prstGeom prst="line">
            <a:avLst/>
          </a:prstGeom>
          <a:ln w="9525" cap="flat" cmpd="sng">
            <a:solidFill>
              <a:schemeClr val="tx1"/>
            </a:solidFill>
            <a:prstDash val="solid"/>
            <a:round/>
            <a:headEnd type="none" w="med" len="med"/>
            <a:tailEnd type="none" w="med" len="med"/>
          </a:ln>
        </p:spPr>
      </p:sp>
      <p:sp>
        <p:nvSpPr>
          <p:cNvPr id="145450" name="Text Box 64"/>
          <p:cNvSpPr txBox="1"/>
          <p:nvPr/>
        </p:nvSpPr>
        <p:spPr>
          <a:xfrm>
            <a:off x="3398838" y="2587625"/>
            <a:ext cx="412750" cy="366713"/>
          </a:xfrm>
          <a:prstGeom prst="rect">
            <a:avLst/>
          </a:prstGeom>
          <a:noFill/>
          <a:ln w="9525">
            <a:noFill/>
          </a:ln>
        </p:spPr>
        <p:txBody>
          <a:bodyPr wrap="none" anchor="t" anchorCtr="0">
            <a:spAutoFit/>
          </a:bodyPr>
          <a:p>
            <a:pPr>
              <a:buClrTx/>
              <a:buFontTx/>
            </a:pPr>
            <a:r>
              <a:rPr lang="en-US" altLang="zh-CN" i="0" dirty="0">
                <a:latin typeface="Arial" panose="020B0604020202020204" pitchFamily="34" charset="0"/>
                <a:ea typeface="宋体" panose="02010600030101010101" pitchFamily="2" charset="-122"/>
              </a:rPr>
              <a:t>…</a:t>
            </a:r>
            <a:endParaRPr lang="en-US" altLang="zh-CN" i="0" dirty="0">
              <a:latin typeface="Arial" panose="020B0604020202020204" pitchFamily="34" charset="0"/>
              <a:ea typeface="宋体" panose="02010600030101010101" pitchFamily="2" charset="-122"/>
            </a:endParaRPr>
          </a:p>
        </p:txBody>
      </p:sp>
      <p:pic>
        <p:nvPicPr>
          <p:cNvPr id="145451" name="Picture 65" descr="terminal"/>
          <p:cNvPicPr>
            <a:picLocks noChangeAspect="1"/>
          </p:cNvPicPr>
          <p:nvPr/>
        </p:nvPicPr>
        <p:blipFill>
          <a:blip r:embed="rId1"/>
          <a:stretch>
            <a:fillRect/>
          </a:stretch>
        </p:blipFill>
        <p:spPr>
          <a:xfrm>
            <a:off x="2579688" y="2530475"/>
            <a:ext cx="496887" cy="525463"/>
          </a:xfrm>
          <a:prstGeom prst="rect">
            <a:avLst/>
          </a:prstGeom>
          <a:noFill/>
          <a:ln w="9525">
            <a:noFill/>
          </a:ln>
        </p:spPr>
      </p:pic>
      <p:pic>
        <p:nvPicPr>
          <p:cNvPr id="145452" name="Picture 66" descr="terminal"/>
          <p:cNvPicPr>
            <a:picLocks noChangeAspect="1"/>
          </p:cNvPicPr>
          <p:nvPr/>
        </p:nvPicPr>
        <p:blipFill>
          <a:blip r:embed="rId1"/>
          <a:stretch>
            <a:fillRect/>
          </a:stretch>
        </p:blipFill>
        <p:spPr>
          <a:xfrm>
            <a:off x="3006725" y="2565400"/>
            <a:ext cx="496888" cy="525463"/>
          </a:xfrm>
          <a:prstGeom prst="rect">
            <a:avLst/>
          </a:prstGeom>
          <a:noFill/>
          <a:ln w="9525">
            <a:noFill/>
          </a:ln>
        </p:spPr>
      </p:pic>
      <p:pic>
        <p:nvPicPr>
          <p:cNvPr id="145453" name="Picture 67" descr="terminal"/>
          <p:cNvPicPr>
            <a:picLocks noChangeAspect="1"/>
          </p:cNvPicPr>
          <p:nvPr/>
        </p:nvPicPr>
        <p:blipFill>
          <a:blip r:embed="rId1"/>
          <a:stretch>
            <a:fillRect/>
          </a:stretch>
        </p:blipFill>
        <p:spPr>
          <a:xfrm>
            <a:off x="3840163" y="2393950"/>
            <a:ext cx="496887" cy="525463"/>
          </a:xfrm>
          <a:prstGeom prst="rect">
            <a:avLst/>
          </a:prstGeom>
          <a:noFill/>
          <a:ln w="9525">
            <a:noFill/>
          </a:ln>
        </p:spPr>
      </p:pic>
      <p:sp>
        <p:nvSpPr>
          <p:cNvPr id="145454" name="Line 69"/>
          <p:cNvSpPr/>
          <p:nvPr/>
        </p:nvSpPr>
        <p:spPr>
          <a:xfrm>
            <a:off x="2686050" y="2212975"/>
            <a:ext cx="101600" cy="377825"/>
          </a:xfrm>
          <a:prstGeom prst="line">
            <a:avLst/>
          </a:prstGeom>
          <a:ln w="9525" cap="flat" cmpd="sng">
            <a:solidFill>
              <a:schemeClr val="tx1"/>
            </a:solidFill>
            <a:prstDash val="solid"/>
            <a:round/>
            <a:headEnd type="none" w="med" len="med"/>
            <a:tailEnd type="none" w="med" len="med"/>
          </a:ln>
        </p:spPr>
      </p:sp>
      <p:sp>
        <p:nvSpPr>
          <p:cNvPr id="145455" name="Line 70"/>
          <p:cNvSpPr/>
          <p:nvPr/>
        </p:nvSpPr>
        <p:spPr>
          <a:xfrm>
            <a:off x="2676525" y="2011363"/>
            <a:ext cx="479425" cy="603250"/>
          </a:xfrm>
          <a:prstGeom prst="line">
            <a:avLst/>
          </a:prstGeom>
          <a:ln w="9525" cap="flat" cmpd="sng">
            <a:solidFill>
              <a:schemeClr val="tx1"/>
            </a:solidFill>
            <a:prstDash val="solid"/>
            <a:round/>
            <a:headEnd type="none" w="med" len="med"/>
            <a:tailEnd type="none" w="med" len="med"/>
          </a:ln>
        </p:spPr>
      </p:sp>
      <p:sp>
        <p:nvSpPr>
          <p:cNvPr id="145456" name="Line 71"/>
          <p:cNvSpPr/>
          <p:nvPr/>
        </p:nvSpPr>
        <p:spPr>
          <a:xfrm>
            <a:off x="3532188" y="1955800"/>
            <a:ext cx="514350" cy="484188"/>
          </a:xfrm>
          <a:prstGeom prst="line">
            <a:avLst/>
          </a:prstGeom>
          <a:ln w="9525" cap="flat" cmpd="sng">
            <a:solidFill>
              <a:schemeClr val="tx1"/>
            </a:solidFill>
            <a:prstDash val="solid"/>
            <a:round/>
            <a:headEnd type="none" w="med" len="med"/>
            <a:tailEnd type="none" w="med" len="med"/>
          </a:ln>
        </p:spPr>
      </p:sp>
      <p:sp>
        <p:nvSpPr>
          <p:cNvPr id="145457" name="Text Box 72"/>
          <p:cNvSpPr txBox="1"/>
          <p:nvPr/>
        </p:nvSpPr>
        <p:spPr>
          <a:xfrm>
            <a:off x="563563" y="3130550"/>
            <a:ext cx="1651000" cy="457200"/>
          </a:xfrm>
          <a:prstGeom prst="rect">
            <a:avLst/>
          </a:prstGeom>
          <a:noFill/>
          <a:ln w="9525">
            <a:noFill/>
          </a:ln>
        </p:spPr>
        <p:txBody>
          <a:bodyPr wrap="none" anchor="t" anchorCtr="0">
            <a:spAutoFit/>
          </a:bodyPr>
          <a:p>
            <a:pPr algn="ctr">
              <a:buClrTx/>
              <a:buFontTx/>
            </a:pPr>
            <a:r>
              <a:rPr lang="en-US" altLang="zh-CN" sz="1200" i="0" dirty="0">
                <a:latin typeface="Arial" panose="020B0604020202020204" pitchFamily="34" charset="0"/>
                <a:ea typeface="宋体" panose="02010600030101010101" pitchFamily="2" charset="-122"/>
              </a:rPr>
              <a:t>Electrical Engineering</a:t>
            </a:r>
            <a:endParaRPr lang="en-US" altLang="zh-CN" sz="1200" i="0" dirty="0">
              <a:latin typeface="Arial" panose="020B0604020202020204" pitchFamily="34" charset="0"/>
              <a:ea typeface="宋体" panose="02010600030101010101" pitchFamily="2" charset="-122"/>
            </a:endParaRPr>
          </a:p>
          <a:p>
            <a:pPr algn="ctr">
              <a:buClrTx/>
              <a:buFontTx/>
            </a:pPr>
            <a:r>
              <a:rPr lang="en-US" altLang="zh-CN" sz="1200" i="0" dirty="0">
                <a:latin typeface="Arial" panose="020B0604020202020204" pitchFamily="34" charset="0"/>
                <a:ea typeface="宋体" panose="02010600030101010101" pitchFamily="2" charset="-122"/>
              </a:rPr>
              <a:t>(VLAN ports 1-8)</a:t>
            </a:r>
            <a:endParaRPr lang="en-US" altLang="zh-CN" sz="1200" i="0" dirty="0">
              <a:latin typeface="Arial" panose="020B0604020202020204" pitchFamily="34" charset="0"/>
              <a:ea typeface="宋体" panose="02010600030101010101" pitchFamily="2" charset="-122"/>
            </a:endParaRPr>
          </a:p>
        </p:txBody>
      </p:sp>
      <p:sp>
        <p:nvSpPr>
          <p:cNvPr id="145458" name="Text Box 73"/>
          <p:cNvSpPr txBox="1"/>
          <p:nvPr/>
        </p:nvSpPr>
        <p:spPr>
          <a:xfrm>
            <a:off x="2725738" y="3117850"/>
            <a:ext cx="1433512" cy="457200"/>
          </a:xfrm>
          <a:prstGeom prst="rect">
            <a:avLst/>
          </a:prstGeom>
          <a:noFill/>
          <a:ln w="9525">
            <a:noFill/>
          </a:ln>
        </p:spPr>
        <p:txBody>
          <a:bodyPr wrap="none" anchor="t" anchorCtr="0">
            <a:spAutoFit/>
          </a:bodyPr>
          <a:p>
            <a:pPr algn="ctr">
              <a:buClrTx/>
              <a:buFontTx/>
            </a:pPr>
            <a:r>
              <a:rPr lang="en-US" altLang="zh-CN" sz="1200" i="0" dirty="0">
                <a:latin typeface="Arial" panose="020B0604020202020204" pitchFamily="34" charset="0"/>
                <a:ea typeface="宋体" panose="02010600030101010101" pitchFamily="2" charset="-122"/>
              </a:rPr>
              <a:t>Computer Science</a:t>
            </a:r>
            <a:endParaRPr lang="en-US" altLang="zh-CN" sz="1200" i="0" dirty="0">
              <a:latin typeface="Arial" panose="020B0604020202020204" pitchFamily="34" charset="0"/>
              <a:ea typeface="宋体" panose="02010600030101010101" pitchFamily="2" charset="-122"/>
            </a:endParaRPr>
          </a:p>
          <a:p>
            <a:pPr algn="ctr">
              <a:buClrTx/>
              <a:buFontTx/>
            </a:pPr>
            <a:r>
              <a:rPr lang="en-US" altLang="zh-CN" sz="1200" i="0" dirty="0">
                <a:latin typeface="Arial" panose="020B0604020202020204" pitchFamily="34" charset="0"/>
                <a:ea typeface="宋体" panose="02010600030101010101" pitchFamily="2" charset="-122"/>
              </a:rPr>
              <a:t>(VLAN ports 9-15)</a:t>
            </a:r>
            <a:endParaRPr lang="en-US" altLang="zh-CN" sz="1200" i="0" dirty="0">
              <a:latin typeface="Arial" panose="020B0604020202020204" pitchFamily="34" charset="0"/>
              <a:ea typeface="宋体" panose="02010600030101010101" pitchFamily="2" charset="-122"/>
            </a:endParaRPr>
          </a:p>
        </p:txBody>
      </p:sp>
      <p:sp>
        <p:nvSpPr>
          <p:cNvPr id="145459" name="Text Box 74"/>
          <p:cNvSpPr txBox="1"/>
          <p:nvPr/>
        </p:nvSpPr>
        <p:spPr>
          <a:xfrm>
            <a:off x="3322638" y="1824038"/>
            <a:ext cx="298450" cy="214312"/>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15</a:t>
            </a:r>
            <a:endParaRPr lang="en-US" altLang="zh-CN" sz="800" i="0" dirty="0">
              <a:latin typeface="Arial" panose="020B0604020202020204" pitchFamily="34" charset="0"/>
              <a:ea typeface="宋体" panose="02010600030101010101" pitchFamily="2" charset="-122"/>
            </a:endParaRPr>
          </a:p>
        </p:txBody>
      </p:sp>
      <p:sp>
        <p:nvSpPr>
          <p:cNvPr id="145460" name="Oval 81"/>
          <p:cNvSpPr/>
          <p:nvPr/>
        </p:nvSpPr>
        <p:spPr>
          <a:xfrm>
            <a:off x="1449388" y="2189163"/>
            <a:ext cx="42862" cy="47625"/>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5461" name="Oval 82"/>
          <p:cNvSpPr/>
          <p:nvPr/>
        </p:nvSpPr>
        <p:spPr>
          <a:xfrm>
            <a:off x="1741488" y="2185988"/>
            <a:ext cx="42862" cy="47625"/>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5462" name="Oval 83"/>
          <p:cNvSpPr/>
          <p:nvPr/>
        </p:nvSpPr>
        <p:spPr>
          <a:xfrm>
            <a:off x="2328863" y="2190750"/>
            <a:ext cx="42862" cy="47625"/>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5463" name="Oval 84"/>
          <p:cNvSpPr/>
          <p:nvPr/>
        </p:nvSpPr>
        <p:spPr>
          <a:xfrm>
            <a:off x="2660650" y="2187575"/>
            <a:ext cx="42863" cy="47625"/>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5464" name="Oval 85"/>
          <p:cNvSpPr/>
          <p:nvPr/>
        </p:nvSpPr>
        <p:spPr>
          <a:xfrm>
            <a:off x="2647950" y="1973263"/>
            <a:ext cx="42863" cy="47625"/>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5465" name="Oval 86"/>
          <p:cNvSpPr/>
          <p:nvPr/>
        </p:nvSpPr>
        <p:spPr>
          <a:xfrm>
            <a:off x="3522663" y="1970088"/>
            <a:ext cx="42862" cy="47625"/>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5466" name="Text Box 45"/>
          <p:cNvSpPr txBox="1"/>
          <p:nvPr/>
        </p:nvSpPr>
        <p:spPr>
          <a:xfrm>
            <a:off x="1112838" y="2554288"/>
            <a:ext cx="412750" cy="366712"/>
          </a:xfrm>
          <a:prstGeom prst="rect">
            <a:avLst/>
          </a:prstGeom>
          <a:noFill/>
          <a:ln w="9525">
            <a:noFill/>
          </a:ln>
        </p:spPr>
        <p:txBody>
          <a:bodyPr wrap="none" anchor="t" anchorCtr="0">
            <a:spAutoFit/>
          </a:bodyPr>
          <a:p>
            <a:pPr>
              <a:buClrTx/>
              <a:buFontTx/>
            </a:pPr>
            <a:r>
              <a:rPr lang="en-US" altLang="zh-CN" i="0" dirty="0">
                <a:latin typeface="Arial" panose="020B0604020202020204" pitchFamily="34" charset="0"/>
                <a:ea typeface="宋体" panose="02010600030101010101" pitchFamily="2" charset="-122"/>
              </a:rPr>
              <a:t>…</a:t>
            </a:r>
            <a:endParaRPr lang="en-US" altLang="zh-CN" i="0" dirty="0">
              <a:latin typeface="Arial" panose="020B0604020202020204" pitchFamily="34" charset="0"/>
              <a:ea typeface="宋体" panose="02010600030101010101" pitchFamily="2" charset="-122"/>
            </a:endParaRPr>
          </a:p>
        </p:txBody>
      </p:sp>
      <p:sp>
        <p:nvSpPr>
          <p:cNvPr id="145467" name="Rectangle 113"/>
          <p:cNvSpPr/>
          <p:nvPr/>
        </p:nvSpPr>
        <p:spPr>
          <a:xfrm>
            <a:off x="6888163" y="2105025"/>
            <a:ext cx="279400" cy="238125"/>
          </a:xfrm>
          <a:prstGeom prst="rect">
            <a:avLst/>
          </a:prstGeom>
          <a:no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5468" name="Rectangle 77"/>
          <p:cNvSpPr/>
          <p:nvPr/>
        </p:nvSpPr>
        <p:spPr>
          <a:xfrm>
            <a:off x="6877050" y="1884363"/>
            <a:ext cx="290513" cy="209550"/>
          </a:xfrm>
          <a:prstGeom prst="rect">
            <a:avLst/>
          </a:prstGeom>
          <a:solidFill>
            <a:srgbClr val="FFFF00"/>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5469" name="Rectangle 76"/>
          <p:cNvSpPr/>
          <p:nvPr/>
        </p:nvSpPr>
        <p:spPr>
          <a:xfrm>
            <a:off x="5986463" y="1889125"/>
            <a:ext cx="890587" cy="457200"/>
          </a:xfrm>
          <a:prstGeom prst="rect">
            <a:avLst/>
          </a:prstGeom>
          <a:no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5470" name="Line 17"/>
          <p:cNvSpPr/>
          <p:nvPr/>
        </p:nvSpPr>
        <p:spPr>
          <a:xfrm>
            <a:off x="6586538" y="1890713"/>
            <a:ext cx="0" cy="463550"/>
          </a:xfrm>
          <a:prstGeom prst="line">
            <a:avLst/>
          </a:prstGeom>
          <a:ln w="9525" cap="flat" cmpd="sng">
            <a:solidFill>
              <a:schemeClr val="tx1"/>
            </a:solidFill>
            <a:prstDash val="solid"/>
            <a:round/>
            <a:headEnd type="none" w="med" len="med"/>
            <a:tailEnd type="none" w="med" len="med"/>
          </a:ln>
        </p:spPr>
      </p:sp>
      <p:sp>
        <p:nvSpPr>
          <p:cNvPr id="145471" name="Line 24"/>
          <p:cNvSpPr/>
          <p:nvPr/>
        </p:nvSpPr>
        <p:spPr>
          <a:xfrm>
            <a:off x="6291263" y="1885950"/>
            <a:ext cx="0" cy="463550"/>
          </a:xfrm>
          <a:prstGeom prst="line">
            <a:avLst/>
          </a:prstGeom>
          <a:ln w="9525" cap="flat" cmpd="sng">
            <a:solidFill>
              <a:schemeClr val="tx1"/>
            </a:solidFill>
            <a:prstDash val="solid"/>
            <a:round/>
            <a:headEnd type="none" w="med" len="med"/>
            <a:tailEnd type="none" w="med" len="med"/>
          </a:ln>
        </p:spPr>
      </p:sp>
      <p:sp>
        <p:nvSpPr>
          <p:cNvPr id="145472" name="Line 25"/>
          <p:cNvSpPr/>
          <p:nvPr/>
        </p:nvSpPr>
        <p:spPr>
          <a:xfrm>
            <a:off x="6881813" y="1881188"/>
            <a:ext cx="0" cy="463550"/>
          </a:xfrm>
          <a:prstGeom prst="line">
            <a:avLst/>
          </a:prstGeom>
          <a:ln w="9525" cap="flat" cmpd="sng">
            <a:solidFill>
              <a:schemeClr val="tx1"/>
            </a:solidFill>
            <a:prstDash val="solid"/>
            <a:round/>
            <a:headEnd type="none" w="med" len="med"/>
            <a:tailEnd type="none" w="med" len="med"/>
          </a:ln>
        </p:spPr>
      </p:sp>
      <p:sp>
        <p:nvSpPr>
          <p:cNvPr id="145473" name="Text Box 29"/>
          <p:cNvSpPr txBox="1"/>
          <p:nvPr/>
        </p:nvSpPr>
        <p:spPr>
          <a:xfrm>
            <a:off x="5903913" y="2054225"/>
            <a:ext cx="241300" cy="214313"/>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2</a:t>
            </a:r>
            <a:endParaRPr lang="en-US" altLang="zh-CN" sz="800" i="0" dirty="0">
              <a:latin typeface="Arial" panose="020B0604020202020204" pitchFamily="34" charset="0"/>
              <a:ea typeface="宋体" panose="02010600030101010101" pitchFamily="2" charset="-122"/>
            </a:endParaRPr>
          </a:p>
        </p:txBody>
      </p:sp>
      <p:sp>
        <p:nvSpPr>
          <p:cNvPr id="145474" name="Text Box 74"/>
          <p:cNvSpPr txBox="1"/>
          <p:nvPr/>
        </p:nvSpPr>
        <p:spPr>
          <a:xfrm>
            <a:off x="6794500" y="1830388"/>
            <a:ext cx="241300" cy="214312"/>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7</a:t>
            </a:r>
            <a:endParaRPr lang="en-US" altLang="zh-CN" sz="800" i="0" dirty="0">
              <a:latin typeface="Arial" panose="020B0604020202020204" pitchFamily="34" charset="0"/>
              <a:ea typeface="宋体" panose="02010600030101010101" pitchFamily="2" charset="-122"/>
            </a:endParaRPr>
          </a:p>
        </p:txBody>
      </p:sp>
      <p:sp>
        <p:nvSpPr>
          <p:cNvPr id="145475" name="Oval 84"/>
          <p:cNvSpPr/>
          <p:nvPr/>
        </p:nvSpPr>
        <p:spPr>
          <a:xfrm>
            <a:off x="6132513" y="2193925"/>
            <a:ext cx="42862" cy="47625"/>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5476" name="Oval 86"/>
          <p:cNvSpPr/>
          <p:nvPr/>
        </p:nvSpPr>
        <p:spPr>
          <a:xfrm>
            <a:off x="6994525" y="1976438"/>
            <a:ext cx="42863" cy="47625"/>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5477" name="AutoShape 8"/>
          <p:cNvSpPr/>
          <p:nvPr/>
        </p:nvSpPr>
        <p:spPr>
          <a:xfrm>
            <a:off x="5972175" y="1612900"/>
            <a:ext cx="1630363" cy="261938"/>
          </a:xfrm>
          <a:prstGeom prst="parallelogram">
            <a:avLst>
              <a:gd name="adj" fmla="val 155605"/>
            </a:avLst>
          </a:prstGeom>
          <a:solidFill>
            <a:schemeClr val="bg1"/>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5478" name="Freeform 10"/>
          <p:cNvSpPr/>
          <p:nvPr/>
        </p:nvSpPr>
        <p:spPr>
          <a:xfrm>
            <a:off x="6154738" y="1657350"/>
            <a:ext cx="1184275" cy="166688"/>
          </a:xfrm>
          <a:custGeom>
            <a:avLst/>
            <a:gdLst/>
            <a:ahLst/>
            <a:cxnLst>
              <a:cxn ang="0">
                <a:pos x="0" y="2147483646"/>
              </a:cxn>
              <a:cxn ang="0">
                <a:pos x="2147483646" y="2147483646"/>
              </a:cxn>
              <a:cxn ang="0">
                <a:pos x="2147483646" y="0"/>
              </a:cxn>
              <a:cxn ang="0">
                <a:pos x="2147483646" y="0"/>
              </a:cxn>
            </a:cxnLst>
            <a:pathLst>
              <a:path w="678" h="110">
                <a:moveTo>
                  <a:pt x="0" y="110"/>
                </a:moveTo>
                <a:lnTo>
                  <a:pt x="148" y="108"/>
                </a:lnTo>
                <a:lnTo>
                  <a:pt x="567" y="0"/>
                </a:lnTo>
                <a:lnTo>
                  <a:pt x="678"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45479" name="Freeform 10"/>
          <p:cNvSpPr/>
          <p:nvPr/>
        </p:nvSpPr>
        <p:spPr>
          <a:xfrm flipV="1">
            <a:off x="6354763" y="1657350"/>
            <a:ext cx="873125" cy="166688"/>
          </a:xfrm>
          <a:custGeom>
            <a:avLst/>
            <a:gdLst/>
            <a:ahLst/>
            <a:cxnLst>
              <a:cxn ang="0">
                <a:pos x="0" y="2147483646"/>
              </a:cxn>
              <a:cxn ang="0">
                <a:pos x="2147483646" y="2147483646"/>
              </a:cxn>
              <a:cxn ang="0">
                <a:pos x="2147483646" y="0"/>
              </a:cxn>
              <a:cxn ang="0">
                <a:pos x="2147483646" y="0"/>
              </a:cxn>
            </a:cxnLst>
            <a:pathLst>
              <a:path w="678" h="110">
                <a:moveTo>
                  <a:pt x="0" y="110"/>
                </a:moveTo>
                <a:lnTo>
                  <a:pt x="148" y="108"/>
                </a:lnTo>
                <a:lnTo>
                  <a:pt x="567" y="0"/>
                </a:lnTo>
                <a:lnTo>
                  <a:pt x="678"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45480" name="Freeform 131"/>
          <p:cNvSpPr/>
          <p:nvPr/>
        </p:nvSpPr>
        <p:spPr>
          <a:xfrm>
            <a:off x="7180263" y="1611313"/>
            <a:ext cx="419100" cy="723900"/>
          </a:xfrm>
          <a:custGeom>
            <a:avLst/>
            <a:gdLst/>
            <a:ahLst/>
            <a:cxnLst>
              <a:cxn ang="0">
                <a:pos x="2147483646" y="0"/>
              </a:cxn>
              <a:cxn ang="0">
                <a:pos x="2147483646" y="2147483646"/>
              </a:cxn>
              <a:cxn ang="0">
                <a:pos x="0" y="2147483646"/>
              </a:cxn>
            </a:cxnLst>
            <a:pathLst>
              <a:path w="264" h="456">
                <a:moveTo>
                  <a:pt x="264" y="0"/>
                </a:moveTo>
                <a:lnTo>
                  <a:pt x="262" y="248"/>
                </a:lnTo>
                <a:lnTo>
                  <a:pt x="0" y="456"/>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45481" name="Freeform 132"/>
          <p:cNvSpPr/>
          <p:nvPr/>
        </p:nvSpPr>
        <p:spPr>
          <a:xfrm>
            <a:off x="5969000" y="1868488"/>
            <a:ext cx="1209675" cy="481012"/>
          </a:xfrm>
          <a:custGeom>
            <a:avLst/>
            <a:gdLst/>
            <a:ahLst/>
            <a:cxnLst>
              <a:cxn ang="0">
                <a:pos x="0" y="2147483646"/>
              </a:cxn>
              <a:cxn ang="0">
                <a:pos x="0" y="2147483646"/>
              </a:cxn>
              <a:cxn ang="0">
                <a:pos x="2147483646" y="2147483646"/>
              </a:cxn>
              <a:cxn ang="0">
                <a:pos x="2147483646" y="0"/>
              </a:cxn>
            </a:cxnLst>
            <a:pathLst>
              <a:path w="762" h="303">
                <a:moveTo>
                  <a:pt x="0" y="3"/>
                </a:moveTo>
                <a:lnTo>
                  <a:pt x="0" y="303"/>
                </a:lnTo>
                <a:lnTo>
                  <a:pt x="762" y="303"/>
                </a:lnTo>
                <a:lnTo>
                  <a:pt x="76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45482" name="Line 133"/>
          <p:cNvSpPr/>
          <p:nvPr/>
        </p:nvSpPr>
        <p:spPr>
          <a:xfrm flipV="1">
            <a:off x="5969000" y="2092325"/>
            <a:ext cx="1219200" cy="4763"/>
          </a:xfrm>
          <a:prstGeom prst="line">
            <a:avLst/>
          </a:prstGeom>
          <a:ln w="9525" cap="flat" cmpd="sng">
            <a:solidFill>
              <a:schemeClr val="tx1"/>
            </a:solidFill>
            <a:prstDash val="solid"/>
            <a:round/>
            <a:headEnd type="none" w="med" len="med"/>
            <a:tailEnd type="none" w="med" len="med"/>
          </a:ln>
        </p:spPr>
      </p:sp>
      <p:pic>
        <p:nvPicPr>
          <p:cNvPr id="145483" name="Picture 65" descr="terminal"/>
          <p:cNvPicPr>
            <a:picLocks noChangeAspect="1"/>
          </p:cNvPicPr>
          <p:nvPr/>
        </p:nvPicPr>
        <p:blipFill>
          <a:blip r:embed="rId1"/>
          <a:stretch>
            <a:fillRect/>
          </a:stretch>
        </p:blipFill>
        <p:spPr>
          <a:xfrm>
            <a:off x="5784850" y="2514600"/>
            <a:ext cx="496888" cy="525463"/>
          </a:xfrm>
          <a:prstGeom prst="rect">
            <a:avLst/>
          </a:prstGeom>
          <a:noFill/>
          <a:ln w="9525">
            <a:noFill/>
          </a:ln>
        </p:spPr>
      </p:pic>
      <p:pic>
        <p:nvPicPr>
          <p:cNvPr id="145484" name="Picture 66" descr="terminal"/>
          <p:cNvPicPr>
            <a:picLocks noChangeAspect="1"/>
          </p:cNvPicPr>
          <p:nvPr/>
        </p:nvPicPr>
        <p:blipFill>
          <a:blip r:embed="rId1"/>
          <a:stretch>
            <a:fillRect/>
          </a:stretch>
        </p:blipFill>
        <p:spPr>
          <a:xfrm>
            <a:off x="6469063" y="2568575"/>
            <a:ext cx="496887" cy="525463"/>
          </a:xfrm>
          <a:prstGeom prst="rect">
            <a:avLst/>
          </a:prstGeom>
          <a:noFill/>
          <a:ln w="9525">
            <a:noFill/>
          </a:ln>
        </p:spPr>
      </p:pic>
      <p:pic>
        <p:nvPicPr>
          <p:cNvPr id="145485" name="Picture 67" descr="terminal"/>
          <p:cNvPicPr>
            <a:picLocks noChangeAspect="1"/>
          </p:cNvPicPr>
          <p:nvPr/>
        </p:nvPicPr>
        <p:blipFill>
          <a:blip r:embed="rId1"/>
          <a:stretch>
            <a:fillRect/>
          </a:stretch>
        </p:blipFill>
        <p:spPr>
          <a:xfrm>
            <a:off x="7302500" y="2397125"/>
            <a:ext cx="496888" cy="525463"/>
          </a:xfrm>
          <a:prstGeom prst="rect">
            <a:avLst/>
          </a:prstGeom>
          <a:noFill/>
          <a:ln w="9525">
            <a:noFill/>
          </a:ln>
        </p:spPr>
      </p:pic>
      <p:sp>
        <p:nvSpPr>
          <p:cNvPr id="145486" name="Line 69"/>
          <p:cNvSpPr/>
          <p:nvPr/>
        </p:nvSpPr>
        <p:spPr>
          <a:xfrm flipH="1">
            <a:off x="5983288" y="2216150"/>
            <a:ext cx="165100" cy="301625"/>
          </a:xfrm>
          <a:prstGeom prst="line">
            <a:avLst/>
          </a:prstGeom>
          <a:ln w="9525" cap="flat" cmpd="sng">
            <a:solidFill>
              <a:schemeClr val="tx1"/>
            </a:solidFill>
            <a:prstDash val="solid"/>
            <a:round/>
            <a:headEnd type="none" w="med" len="med"/>
            <a:tailEnd type="none" w="med" len="med"/>
          </a:ln>
        </p:spPr>
      </p:sp>
      <p:sp>
        <p:nvSpPr>
          <p:cNvPr id="145487" name="Line 70"/>
          <p:cNvSpPr/>
          <p:nvPr/>
        </p:nvSpPr>
        <p:spPr>
          <a:xfrm>
            <a:off x="6438900" y="1990725"/>
            <a:ext cx="179388" cy="627063"/>
          </a:xfrm>
          <a:prstGeom prst="line">
            <a:avLst/>
          </a:prstGeom>
          <a:ln w="9525" cap="flat" cmpd="sng">
            <a:solidFill>
              <a:schemeClr val="tx1"/>
            </a:solidFill>
            <a:prstDash val="solid"/>
            <a:round/>
            <a:headEnd type="none" w="med" len="med"/>
            <a:tailEnd type="none" w="med" len="med"/>
          </a:ln>
        </p:spPr>
      </p:sp>
      <p:sp>
        <p:nvSpPr>
          <p:cNvPr id="145488" name="Line 71"/>
          <p:cNvSpPr/>
          <p:nvPr/>
        </p:nvSpPr>
        <p:spPr>
          <a:xfrm>
            <a:off x="6999288" y="1987550"/>
            <a:ext cx="509587" cy="455613"/>
          </a:xfrm>
          <a:prstGeom prst="line">
            <a:avLst/>
          </a:prstGeom>
          <a:ln w="9525" cap="flat" cmpd="sng">
            <a:solidFill>
              <a:schemeClr val="tx1"/>
            </a:solidFill>
            <a:prstDash val="solid"/>
            <a:round/>
            <a:headEnd type="none" w="med" len="med"/>
            <a:tailEnd type="none" w="med" len="med"/>
          </a:ln>
        </p:spPr>
      </p:sp>
      <p:sp>
        <p:nvSpPr>
          <p:cNvPr id="145489" name="Oval 85"/>
          <p:cNvSpPr/>
          <p:nvPr/>
        </p:nvSpPr>
        <p:spPr>
          <a:xfrm>
            <a:off x="6424613" y="1970088"/>
            <a:ext cx="42862" cy="47625"/>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5490" name="Text Box 27"/>
          <p:cNvSpPr txBox="1"/>
          <p:nvPr/>
        </p:nvSpPr>
        <p:spPr>
          <a:xfrm>
            <a:off x="6232525" y="1835150"/>
            <a:ext cx="241300" cy="214313"/>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3</a:t>
            </a:r>
            <a:endParaRPr lang="en-US" altLang="zh-CN" sz="800" i="0" dirty="0">
              <a:latin typeface="Arial" panose="020B0604020202020204" pitchFamily="34" charset="0"/>
              <a:ea typeface="宋体" panose="02010600030101010101" pitchFamily="2" charset="-122"/>
            </a:endParaRPr>
          </a:p>
        </p:txBody>
      </p:sp>
      <p:sp>
        <p:nvSpPr>
          <p:cNvPr id="145491" name="Rectangle 158"/>
          <p:cNvSpPr/>
          <p:nvPr/>
        </p:nvSpPr>
        <p:spPr>
          <a:xfrm>
            <a:off x="6591300" y="1885950"/>
            <a:ext cx="280988" cy="204788"/>
          </a:xfrm>
          <a:prstGeom prst="rect">
            <a:avLst/>
          </a:prstGeom>
          <a:solidFill>
            <a:srgbClr val="00FF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5492" name="Text Box 73"/>
          <p:cNvSpPr txBox="1"/>
          <p:nvPr/>
        </p:nvSpPr>
        <p:spPr>
          <a:xfrm>
            <a:off x="5648325" y="3124200"/>
            <a:ext cx="2408238" cy="457200"/>
          </a:xfrm>
          <a:prstGeom prst="rect">
            <a:avLst/>
          </a:prstGeom>
          <a:noFill/>
          <a:ln w="9525">
            <a:noFill/>
          </a:ln>
        </p:spPr>
        <p:txBody>
          <a:bodyPr wrap="none" anchor="t" anchorCtr="0">
            <a:spAutoFit/>
          </a:bodyPr>
          <a:p>
            <a:pPr algn="ctr">
              <a:buClrTx/>
              <a:buFontTx/>
            </a:pPr>
            <a:r>
              <a:rPr lang="en-US" altLang="zh-CN" sz="1200" i="0" dirty="0">
                <a:latin typeface="Arial" panose="020B0604020202020204" pitchFamily="34" charset="0"/>
                <a:ea typeface="宋体" panose="02010600030101010101" pitchFamily="2" charset="-122"/>
              </a:rPr>
              <a:t>Ports 2,3,5 belong to EE VLAN</a:t>
            </a:r>
            <a:endParaRPr lang="en-US" altLang="zh-CN" sz="1200" i="0" dirty="0">
              <a:latin typeface="Arial" panose="020B0604020202020204" pitchFamily="34" charset="0"/>
              <a:ea typeface="宋体" panose="02010600030101010101" pitchFamily="2" charset="-122"/>
            </a:endParaRPr>
          </a:p>
          <a:p>
            <a:pPr algn="ctr">
              <a:buClrTx/>
              <a:buFontTx/>
            </a:pPr>
            <a:r>
              <a:rPr lang="en-US" altLang="zh-CN" sz="1200" i="0" dirty="0">
                <a:latin typeface="Arial" panose="020B0604020202020204" pitchFamily="34" charset="0"/>
                <a:ea typeface="宋体" panose="02010600030101010101" pitchFamily="2" charset="-122"/>
              </a:rPr>
              <a:t>Ports 4,6,7,8 belong to CS VLAN</a:t>
            </a:r>
            <a:endParaRPr lang="en-US" altLang="zh-CN" sz="1200" i="0" dirty="0">
              <a:latin typeface="Arial" panose="020B0604020202020204" pitchFamily="34" charset="0"/>
              <a:ea typeface="宋体" panose="02010600030101010101" pitchFamily="2" charset="-122"/>
            </a:endParaRPr>
          </a:p>
        </p:txBody>
      </p:sp>
      <p:sp>
        <p:nvSpPr>
          <p:cNvPr id="145493" name="Text Box 27"/>
          <p:cNvSpPr txBox="1"/>
          <p:nvPr/>
        </p:nvSpPr>
        <p:spPr>
          <a:xfrm>
            <a:off x="6513513" y="1835150"/>
            <a:ext cx="241300" cy="214313"/>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5</a:t>
            </a:r>
            <a:endParaRPr lang="en-US" altLang="zh-CN" sz="800" i="0" dirty="0">
              <a:latin typeface="Arial" panose="020B0604020202020204" pitchFamily="34" charset="0"/>
              <a:ea typeface="宋体" panose="02010600030101010101" pitchFamily="2" charset="-122"/>
            </a:endParaRPr>
          </a:p>
        </p:txBody>
      </p:sp>
      <p:sp>
        <p:nvSpPr>
          <p:cNvPr id="145494" name="Text Box 27"/>
          <p:cNvSpPr txBox="1"/>
          <p:nvPr/>
        </p:nvSpPr>
        <p:spPr>
          <a:xfrm>
            <a:off x="6237288" y="2049463"/>
            <a:ext cx="241300" cy="214312"/>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4</a:t>
            </a:r>
            <a:endParaRPr lang="en-US" altLang="zh-CN" sz="800" i="0" dirty="0">
              <a:latin typeface="Arial" panose="020B0604020202020204" pitchFamily="34" charset="0"/>
              <a:ea typeface="宋体" panose="02010600030101010101" pitchFamily="2" charset="-122"/>
            </a:endParaRPr>
          </a:p>
        </p:txBody>
      </p:sp>
      <p:sp>
        <p:nvSpPr>
          <p:cNvPr id="145495" name="Text Box 27"/>
          <p:cNvSpPr txBox="1"/>
          <p:nvPr/>
        </p:nvSpPr>
        <p:spPr>
          <a:xfrm>
            <a:off x="6513513" y="2049463"/>
            <a:ext cx="241300" cy="214312"/>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6</a:t>
            </a:r>
            <a:endParaRPr lang="en-US" altLang="zh-CN" sz="800" i="0" dirty="0">
              <a:latin typeface="Arial" panose="020B0604020202020204" pitchFamily="34" charset="0"/>
              <a:ea typeface="宋体" panose="02010600030101010101" pitchFamily="2" charset="-122"/>
            </a:endParaRPr>
          </a:p>
        </p:txBody>
      </p:sp>
      <p:sp>
        <p:nvSpPr>
          <p:cNvPr id="145496" name="Text Box 27"/>
          <p:cNvSpPr txBox="1"/>
          <p:nvPr/>
        </p:nvSpPr>
        <p:spPr>
          <a:xfrm>
            <a:off x="6813550" y="2054225"/>
            <a:ext cx="241300" cy="214313"/>
          </a:xfrm>
          <a:prstGeom prst="rect">
            <a:avLst/>
          </a:prstGeom>
          <a:noFill/>
          <a:ln w="9525">
            <a:noFill/>
          </a:ln>
        </p:spPr>
        <p:txBody>
          <a:bodyPr wrap="none" anchor="t" anchorCtr="0">
            <a:spAutoFit/>
          </a:bodyPr>
          <a:p>
            <a:pPr>
              <a:buClrTx/>
              <a:buFontTx/>
            </a:pPr>
            <a:r>
              <a:rPr lang="en-US" altLang="zh-CN" sz="800" i="0" dirty="0">
                <a:latin typeface="Arial" panose="020B0604020202020204" pitchFamily="34" charset="0"/>
                <a:ea typeface="宋体" panose="02010600030101010101" pitchFamily="2" charset="-122"/>
              </a:rPr>
              <a:t>8</a:t>
            </a:r>
            <a:endParaRPr lang="en-US" altLang="zh-CN" sz="800" i="0" dirty="0">
              <a:latin typeface="Arial" panose="020B0604020202020204" pitchFamily="34" charset="0"/>
              <a:ea typeface="宋体" panose="02010600030101010101" pitchFamily="2" charset="-122"/>
            </a:endParaRPr>
          </a:p>
        </p:txBody>
      </p:sp>
      <p:grpSp>
        <p:nvGrpSpPr>
          <p:cNvPr id="692394" name="Group 170"/>
          <p:cNvGrpSpPr/>
          <p:nvPr/>
        </p:nvGrpSpPr>
        <p:grpSpPr>
          <a:xfrm>
            <a:off x="3327400" y="1835150"/>
            <a:ext cx="2836863" cy="427038"/>
            <a:chOff x="2096" y="1156"/>
            <a:chExt cx="1787" cy="269"/>
          </a:xfrm>
        </p:grpSpPr>
        <p:sp>
          <p:nvSpPr>
            <p:cNvPr id="145498" name="Oval 85"/>
            <p:cNvSpPr/>
            <p:nvPr/>
          </p:nvSpPr>
          <p:spPr>
            <a:xfrm>
              <a:off x="2215" y="1381"/>
              <a:ext cx="27" cy="30"/>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45499" name="Group 169"/>
            <p:cNvGrpSpPr/>
            <p:nvPr/>
          </p:nvGrpSpPr>
          <p:grpSpPr>
            <a:xfrm>
              <a:off x="2096" y="1156"/>
              <a:ext cx="1787" cy="269"/>
              <a:chOff x="2096" y="1156"/>
              <a:chExt cx="1787" cy="269"/>
            </a:xfrm>
          </p:grpSpPr>
          <p:sp>
            <p:nvSpPr>
              <p:cNvPr id="145500" name="Text Box 28"/>
              <p:cNvSpPr txBox="1"/>
              <p:nvPr/>
            </p:nvSpPr>
            <p:spPr>
              <a:xfrm>
                <a:off x="2096" y="1290"/>
                <a:ext cx="188" cy="135"/>
              </a:xfrm>
              <a:prstGeom prst="rect">
                <a:avLst/>
              </a:prstGeom>
              <a:noFill/>
              <a:ln w="9525">
                <a:noFill/>
              </a:ln>
            </p:spPr>
            <p:txBody>
              <a:bodyPr wrap="none" anchor="t" anchorCtr="0">
                <a:spAutoFit/>
              </a:bodyPr>
              <a:p>
                <a:pPr>
                  <a:buClrTx/>
                  <a:buFontTx/>
                </a:pPr>
                <a:r>
                  <a:rPr lang="en-US" altLang="zh-CN" sz="800" i="0" dirty="0">
                    <a:solidFill>
                      <a:srgbClr val="FF0000"/>
                    </a:solidFill>
                    <a:latin typeface="Arial" panose="020B0604020202020204" pitchFamily="34" charset="0"/>
                    <a:ea typeface="宋体" panose="02010600030101010101" pitchFamily="2" charset="-122"/>
                  </a:rPr>
                  <a:t>16</a:t>
                </a:r>
                <a:endParaRPr lang="en-US" altLang="zh-CN" sz="800" i="0" dirty="0">
                  <a:solidFill>
                    <a:srgbClr val="FF0000"/>
                  </a:solidFill>
                  <a:latin typeface="Arial" panose="020B0604020202020204" pitchFamily="34" charset="0"/>
                  <a:ea typeface="宋体" panose="02010600030101010101" pitchFamily="2" charset="-122"/>
                </a:endParaRPr>
              </a:p>
            </p:txBody>
          </p:sp>
          <p:sp>
            <p:nvSpPr>
              <p:cNvPr id="145501" name="Text Box 27"/>
              <p:cNvSpPr txBox="1"/>
              <p:nvPr/>
            </p:nvSpPr>
            <p:spPr>
              <a:xfrm>
                <a:off x="3731" y="1156"/>
                <a:ext cx="152" cy="135"/>
              </a:xfrm>
              <a:prstGeom prst="rect">
                <a:avLst/>
              </a:prstGeom>
              <a:noFill/>
              <a:ln w="9525">
                <a:noFill/>
              </a:ln>
            </p:spPr>
            <p:txBody>
              <a:bodyPr wrap="none" anchor="t" anchorCtr="0">
                <a:spAutoFit/>
              </a:bodyPr>
              <a:p>
                <a:pPr>
                  <a:buClrTx/>
                  <a:buFontTx/>
                </a:pPr>
                <a:r>
                  <a:rPr lang="en-US" altLang="zh-CN" sz="800" i="0" dirty="0">
                    <a:solidFill>
                      <a:srgbClr val="FF0000"/>
                    </a:solidFill>
                    <a:latin typeface="Arial" panose="020B0604020202020204" pitchFamily="34" charset="0"/>
                    <a:ea typeface="宋体" panose="02010600030101010101" pitchFamily="2" charset="-122"/>
                  </a:rPr>
                  <a:t>1</a:t>
                </a:r>
                <a:endParaRPr lang="en-US" altLang="zh-CN" sz="800" i="0" dirty="0">
                  <a:solidFill>
                    <a:srgbClr val="FF0000"/>
                  </a:solidFill>
                  <a:latin typeface="Arial" panose="020B0604020202020204" pitchFamily="34" charset="0"/>
                  <a:ea typeface="宋体" panose="02010600030101010101" pitchFamily="2" charset="-122"/>
                </a:endParaRPr>
              </a:p>
            </p:txBody>
          </p:sp>
          <p:sp>
            <p:nvSpPr>
              <p:cNvPr id="145502" name="Oval 85"/>
              <p:cNvSpPr/>
              <p:nvPr/>
            </p:nvSpPr>
            <p:spPr>
              <a:xfrm>
                <a:off x="3855" y="1247"/>
                <a:ext cx="27" cy="30"/>
              </a:xfrm>
              <a:prstGeom prst="ellipse">
                <a:avLst/>
              </a:prstGeom>
              <a:solidFill>
                <a:schemeClr val="tx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5503" name="Freeform 168"/>
              <p:cNvSpPr/>
              <p:nvPr/>
            </p:nvSpPr>
            <p:spPr>
              <a:xfrm>
                <a:off x="2226" y="1260"/>
                <a:ext cx="1644" cy="135"/>
              </a:xfrm>
              <a:custGeom>
                <a:avLst/>
                <a:gdLst/>
                <a:ahLst/>
                <a:cxnLst>
                  <a:cxn ang="0">
                    <a:pos x="0" y="135"/>
                  </a:cxn>
                  <a:cxn ang="0">
                    <a:pos x="852" y="132"/>
                  </a:cxn>
                  <a:cxn ang="0">
                    <a:pos x="1050" y="0"/>
                  </a:cxn>
                  <a:cxn ang="0">
                    <a:pos x="1644" y="0"/>
                  </a:cxn>
                </a:cxnLst>
                <a:pathLst>
                  <a:path w="1644" h="135">
                    <a:moveTo>
                      <a:pt x="0" y="135"/>
                    </a:moveTo>
                    <a:lnTo>
                      <a:pt x="852" y="132"/>
                    </a:lnTo>
                    <a:lnTo>
                      <a:pt x="1050" y="0"/>
                    </a:lnTo>
                    <a:lnTo>
                      <a:pt x="1644" y="0"/>
                    </a:lnTo>
                  </a:path>
                </a:pathLst>
              </a:custGeom>
              <a:noFill/>
              <a:ln w="28575" cap="flat" cmpd="sng">
                <a:solidFill>
                  <a:srgbClr val="FF0000"/>
                </a:solidFill>
                <a:prstDash val="solid"/>
                <a:round/>
                <a:headEnd type="none" w="med" len="med"/>
                <a:tailEnd type="none" w="med" len="med"/>
              </a:ln>
            </p:spPr>
            <p:txBody>
              <a:bodyPr/>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239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92227">
                                            <p:txEl>
                                              <p:charRg st="0" end="8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92227">
                                            <p:txEl>
                                              <p:charRg st="81" end="18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92227">
                                            <p:txEl>
                                              <p:charRg st="183" end="27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2227"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7" name="页脚占位符 2"/>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47458"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grpSp>
        <p:nvGrpSpPr>
          <p:cNvPr id="147459" name="Group 28"/>
          <p:cNvGrpSpPr/>
          <p:nvPr/>
        </p:nvGrpSpPr>
        <p:grpSpPr>
          <a:xfrm>
            <a:off x="863600" y="1468438"/>
            <a:ext cx="5530850" cy="1079500"/>
            <a:chOff x="544" y="925"/>
            <a:chExt cx="3484" cy="680"/>
          </a:xfrm>
        </p:grpSpPr>
        <p:pic>
          <p:nvPicPr>
            <p:cNvPr id="147460" name="Picture 5"/>
            <p:cNvPicPr>
              <a:picLocks noChangeAspect="1"/>
            </p:cNvPicPr>
            <p:nvPr/>
          </p:nvPicPr>
          <p:blipFill>
            <a:blip r:embed="rId1"/>
            <a:stretch>
              <a:fillRect/>
            </a:stretch>
          </p:blipFill>
          <p:spPr>
            <a:xfrm>
              <a:off x="544" y="1006"/>
              <a:ext cx="3484" cy="599"/>
            </a:xfrm>
            <a:prstGeom prst="rect">
              <a:avLst/>
            </a:prstGeom>
            <a:noFill/>
            <a:ln w="9525">
              <a:noFill/>
            </a:ln>
          </p:spPr>
        </p:pic>
        <p:sp>
          <p:nvSpPr>
            <p:cNvPr id="147461" name="Rectangle 8"/>
            <p:cNvSpPr/>
            <p:nvPr/>
          </p:nvSpPr>
          <p:spPr>
            <a:xfrm>
              <a:off x="2166" y="1340"/>
              <a:ext cx="172" cy="164"/>
            </a:xfrm>
            <a:prstGeom prst="rect">
              <a:avLst/>
            </a:prstGeom>
            <a:solidFill>
              <a:schemeClr val="bg1"/>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7462" name="Rectangle 7"/>
            <p:cNvSpPr/>
            <p:nvPr/>
          </p:nvSpPr>
          <p:spPr>
            <a:xfrm>
              <a:off x="2186" y="1124"/>
              <a:ext cx="132" cy="232"/>
            </a:xfrm>
            <a:prstGeom prst="rect">
              <a:avLst/>
            </a:prstGeom>
            <a:solidFill>
              <a:srgbClr val="CCE8EA"/>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7463" name="Text Box 9"/>
            <p:cNvSpPr txBox="1"/>
            <p:nvPr/>
          </p:nvSpPr>
          <p:spPr>
            <a:xfrm>
              <a:off x="2124" y="925"/>
              <a:ext cx="276" cy="144"/>
            </a:xfrm>
            <a:prstGeom prst="rect">
              <a:avLst/>
            </a:prstGeom>
            <a:noFill/>
            <a:ln w="9525">
              <a:noFill/>
            </a:ln>
          </p:spPr>
          <p:txBody>
            <a:bodyPr wrap="none" anchor="t" anchorCtr="0">
              <a:spAutoFit/>
            </a:bodyPr>
            <a:p>
              <a:pPr>
                <a:buClrTx/>
                <a:buFontTx/>
              </a:pPr>
              <a:r>
                <a:rPr lang="en-US" altLang="zh-CN" sz="900" i="0" dirty="0">
                  <a:latin typeface="Arial" panose="020B0604020202020204" pitchFamily="34" charset="0"/>
                  <a:ea typeface="宋体" panose="02010600030101010101" pitchFamily="2" charset="-122"/>
                </a:rPr>
                <a:t>Type</a:t>
              </a:r>
              <a:endParaRPr lang="en-US" altLang="zh-CN" sz="900" i="0" dirty="0">
                <a:latin typeface="Arial" panose="020B0604020202020204" pitchFamily="34" charset="0"/>
                <a:ea typeface="宋体" panose="02010600030101010101" pitchFamily="2" charset="-122"/>
              </a:endParaRPr>
            </a:p>
          </p:txBody>
        </p:sp>
        <p:sp>
          <p:nvSpPr>
            <p:cNvPr id="147464" name="Line 10"/>
            <p:cNvSpPr/>
            <p:nvPr/>
          </p:nvSpPr>
          <p:spPr>
            <a:xfrm>
              <a:off x="2234" y="1056"/>
              <a:ext cx="0" cy="112"/>
            </a:xfrm>
            <a:prstGeom prst="line">
              <a:avLst/>
            </a:prstGeom>
            <a:ln w="9525" cap="flat" cmpd="sng">
              <a:solidFill>
                <a:schemeClr val="tx1"/>
              </a:solidFill>
              <a:prstDash val="solid"/>
              <a:round/>
              <a:headEnd type="none" w="med" len="med"/>
              <a:tailEnd type="none" w="med" len="med"/>
            </a:ln>
          </p:spPr>
        </p:sp>
      </p:grpSp>
      <p:pic>
        <p:nvPicPr>
          <p:cNvPr id="147465" name="Picture 29" descr="eth_header1"/>
          <p:cNvPicPr>
            <a:picLocks noChangeAspect="1"/>
          </p:cNvPicPr>
          <p:nvPr/>
        </p:nvPicPr>
        <p:blipFill>
          <a:blip r:embed="rId2"/>
          <a:stretch>
            <a:fillRect/>
          </a:stretch>
        </p:blipFill>
        <p:spPr>
          <a:xfrm>
            <a:off x="919163" y="2913063"/>
            <a:ext cx="2547937" cy="493712"/>
          </a:xfrm>
          <a:prstGeom prst="rect">
            <a:avLst/>
          </a:prstGeom>
          <a:noFill/>
          <a:ln w="9525">
            <a:noFill/>
          </a:ln>
        </p:spPr>
      </p:pic>
      <p:pic>
        <p:nvPicPr>
          <p:cNvPr id="147466" name="Picture 30" descr="eth_header2"/>
          <p:cNvPicPr>
            <a:picLocks noChangeAspect="1"/>
          </p:cNvPicPr>
          <p:nvPr/>
        </p:nvPicPr>
        <p:blipFill>
          <a:blip r:embed="rId3"/>
          <a:stretch>
            <a:fillRect/>
          </a:stretch>
        </p:blipFill>
        <p:spPr>
          <a:xfrm>
            <a:off x="4173538" y="2709863"/>
            <a:ext cx="2778125" cy="739775"/>
          </a:xfrm>
          <a:prstGeom prst="rect">
            <a:avLst/>
          </a:prstGeom>
          <a:noFill/>
          <a:ln w="9525">
            <a:noFill/>
          </a:ln>
        </p:spPr>
      </p:pic>
      <p:sp>
        <p:nvSpPr>
          <p:cNvPr id="147467" name="Line 31"/>
          <p:cNvSpPr/>
          <p:nvPr/>
        </p:nvSpPr>
        <p:spPr>
          <a:xfrm>
            <a:off x="1000125" y="2200275"/>
            <a:ext cx="0" cy="771525"/>
          </a:xfrm>
          <a:prstGeom prst="line">
            <a:avLst/>
          </a:prstGeom>
          <a:ln w="9525" cap="flat" cmpd="sng">
            <a:solidFill>
              <a:schemeClr val="tx1"/>
            </a:solidFill>
            <a:prstDash val="dash"/>
            <a:round/>
            <a:headEnd type="none" w="med" len="med"/>
            <a:tailEnd type="none" w="med" len="med"/>
          </a:ln>
        </p:spPr>
      </p:sp>
      <p:sp>
        <p:nvSpPr>
          <p:cNvPr id="147468" name="Rectangle 32"/>
          <p:cNvSpPr/>
          <p:nvPr/>
        </p:nvSpPr>
        <p:spPr>
          <a:xfrm>
            <a:off x="3465513" y="2989263"/>
            <a:ext cx="333375" cy="373062"/>
          </a:xfrm>
          <a:prstGeom prst="rect">
            <a:avLst/>
          </a:prstGeom>
          <a:solidFill>
            <a:srgbClr val="CCE8EA"/>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7469" name="Rectangle 33"/>
          <p:cNvSpPr/>
          <p:nvPr/>
        </p:nvSpPr>
        <p:spPr>
          <a:xfrm>
            <a:off x="3832225" y="2989263"/>
            <a:ext cx="333375" cy="373062"/>
          </a:xfrm>
          <a:prstGeom prst="rect">
            <a:avLst/>
          </a:prstGeom>
          <a:solidFill>
            <a:srgbClr val="CCE8EA"/>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47470" name="Line 34"/>
          <p:cNvSpPr/>
          <p:nvPr/>
        </p:nvSpPr>
        <p:spPr>
          <a:xfrm>
            <a:off x="3424238" y="2171700"/>
            <a:ext cx="0" cy="771525"/>
          </a:xfrm>
          <a:prstGeom prst="line">
            <a:avLst/>
          </a:prstGeom>
          <a:ln w="9525" cap="flat" cmpd="sng">
            <a:solidFill>
              <a:schemeClr val="tx1"/>
            </a:solidFill>
            <a:prstDash val="dash"/>
            <a:round/>
            <a:headEnd type="none" w="med" len="med"/>
            <a:tailEnd type="none" w="med" len="med"/>
          </a:ln>
        </p:spPr>
      </p:sp>
      <p:sp>
        <p:nvSpPr>
          <p:cNvPr id="147471" name="Line 36"/>
          <p:cNvSpPr/>
          <p:nvPr/>
        </p:nvSpPr>
        <p:spPr>
          <a:xfrm>
            <a:off x="3457575" y="2176463"/>
            <a:ext cx="742950" cy="809625"/>
          </a:xfrm>
          <a:prstGeom prst="line">
            <a:avLst/>
          </a:prstGeom>
          <a:ln w="9525" cap="flat" cmpd="sng">
            <a:solidFill>
              <a:schemeClr val="tx1"/>
            </a:solidFill>
            <a:prstDash val="dash"/>
            <a:round/>
            <a:headEnd type="none" w="med" len="med"/>
            <a:tailEnd type="none" w="med" len="med"/>
          </a:ln>
        </p:spPr>
      </p:sp>
      <p:sp>
        <p:nvSpPr>
          <p:cNvPr id="147472" name="Line 37"/>
          <p:cNvSpPr/>
          <p:nvPr/>
        </p:nvSpPr>
        <p:spPr>
          <a:xfrm>
            <a:off x="6167438" y="2185988"/>
            <a:ext cx="700087" cy="795337"/>
          </a:xfrm>
          <a:prstGeom prst="line">
            <a:avLst/>
          </a:prstGeom>
          <a:ln w="9525" cap="flat" cmpd="sng">
            <a:solidFill>
              <a:schemeClr val="tx1"/>
            </a:solidFill>
            <a:prstDash val="dash"/>
            <a:round/>
            <a:headEnd type="none" w="med" len="med"/>
            <a:tailEnd type="none" w="med" len="med"/>
          </a:ln>
        </p:spPr>
      </p:sp>
      <p:sp>
        <p:nvSpPr>
          <p:cNvPr id="147473" name="Line 40"/>
          <p:cNvSpPr/>
          <p:nvPr/>
        </p:nvSpPr>
        <p:spPr>
          <a:xfrm>
            <a:off x="3600450" y="3328988"/>
            <a:ext cx="0" cy="857250"/>
          </a:xfrm>
          <a:prstGeom prst="line">
            <a:avLst/>
          </a:prstGeom>
          <a:ln w="9525" cap="flat" cmpd="sng">
            <a:solidFill>
              <a:schemeClr val="tx1"/>
            </a:solidFill>
            <a:prstDash val="solid"/>
            <a:round/>
            <a:headEnd type="none" w="med" len="med"/>
            <a:tailEnd type="none" w="med" len="med"/>
          </a:ln>
        </p:spPr>
      </p:sp>
      <p:sp>
        <p:nvSpPr>
          <p:cNvPr id="147474" name="Rectangle 41"/>
          <p:cNvSpPr/>
          <p:nvPr/>
        </p:nvSpPr>
        <p:spPr>
          <a:xfrm>
            <a:off x="3476625" y="4057650"/>
            <a:ext cx="2506663" cy="517525"/>
          </a:xfrm>
          <a:prstGeom prst="rect">
            <a:avLst/>
          </a:prstGeom>
          <a:noFill/>
          <a:ln w="9525">
            <a:noFill/>
          </a:ln>
        </p:spPr>
        <p:txBody>
          <a:bodyPr wrap="none" anchor="ctr" anchorCtr="0">
            <a:spAutoFit/>
          </a:bodyPr>
          <a:p>
            <a:pPr>
              <a:buClrTx/>
              <a:buFontTx/>
            </a:pPr>
            <a:r>
              <a:rPr lang="en-US" altLang="ko-KR" sz="1400" i="0" dirty="0">
                <a:latin typeface="Arial" panose="020B0604020202020204" pitchFamily="34" charset="0"/>
                <a:ea typeface="굴림" pitchFamily="34" charset="-127"/>
              </a:rPr>
              <a:t>2-byte Tag Protocol Identifier</a:t>
            </a:r>
            <a:endParaRPr lang="en-US" altLang="ko-KR" sz="1400" i="0" dirty="0">
              <a:latin typeface="Arial" panose="020B0604020202020204" pitchFamily="34" charset="0"/>
              <a:ea typeface="굴림" pitchFamily="34" charset="-127"/>
            </a:endParaRPr>
          </a:p>
          <a:p>
            <a:pPr>
              <a:buClrTx/>
              <a:buFontTx/>
            </a:pPr>
            <a:r>
              <a:rPr lang="en-US" altLang="ko-KR" sz="1400" i="0" dirty="0">
                <a:latin typeface="Arial" panose="020B0604020202020204" pitchFamily="34" charset="0"/>
                <a:ea typeface="굴림" pitchFamily="34" charset="-127"/>
              </a:rPr>
              <a:t>                        (value: 81-00) </a:t>
            </a:r>
            <a:endParaRPr lang="en-US" altLang="ko-KR" sz="1400" i="0" dirty="0">
              <a:latin typeface="Arial" panose="020B0604020202020204" pitchFamily="34" charset="0"/>
              <a:ea typeface="굴림" pitchFamily="34" charset="-127"/>
            </a:endParaRPr>
          </a:p>
        </p:txBody>
      </p:sp>
      <p:sp>
        <p:nvSpPr>
          <p:cNvPr id="147475" name="Rectangle 42"/>
          <p:cNvSpPr/>
          <p:nvPr/>
        </p:nvSpPr>
        <p:spPr>
          <a:xfrm>
            <a:off x="3814763" y="5203825"/>
            <a:ext cx="3824287" cy="579438"/>
          </a:xfrm>
          <a:prstGeom prst="rect">
            <a:avLst/>
          </a:prstGeom>
          <a:noFill/>
          <a:ln w="9525">
            <a:noFill/>
          </a:ln>
        </p:spPr>
        <p:txBody>
          <a:bodyPr wrap="none" anchor="ctr" anchorCtr="0">
            <a:spAutoFit/>
          </a:bodyPr>
          <a:p>
            <a:pPr>
              <a:buClrTx/>
              <a:buFontTx/>
            </a:pPr>
            <a:r>
              <a:rPr lang="en-US" altLang="ko-KR" sz="1400" i="0" dirty="0">
                <a:latin typeface="Arial" panose="020B0604020202020204" pitchFamily="34" charset="0"/>
                <a:ea typeface="굴림" pitchFamily="34" charset="-127"/>
              </a:rPr>
              <a:t>Tag Control Information (12 bit VLAN ID field, </a:t>
            </a:r>
            <a:endParaRPr lang="en-US" altLang="ko-KR" sz="1400" i="0" dirty="0">
              <a:latin typeface="Arial" panose="020B0604020202020204" pitchFamily="34" charset="0"/>
              <a:ea typeface="굴림" pitchFamily="34" charset="-127"/>
            </a:endParaRPr>
          </a:p>
          <a:p>
            <a:pPr>
              <a:buClrTx/>
              <a:buFontTx/>
            </a:pPr>
            <a:r>
              <a:rPr lang="en-US" altLang="ko-KR" sz="1400" i="0" dirty="0">
                <a:latin typeface="Arial" panose="020B0604020202020204" pitchFamily="34" charset="0"/>
                <a:ea typeface="굴림" pitchFamily="34" charset="-127"/>
              </a:rPr>
              <a:t>                          3 bit priority field like IP TOS)</a:t>
            </a:r>
            <a:r>
              <a:rPr lang="en-US" altLang="ko-KR" i="0" dirty="0">
                <a:latin typeface="Arial" panose="020B0604020202020204" pitchFamily="34" charset="0"/>
                <a:ea typeface="굴림" pitchFamily="34" charset="-127"/>
              </a:rPr>
              <a:t> </a:t>
            </a:r>
            <a:endParaRPr lang="en-US" altLang="ko-KR" i="0" dirty="0">
              <a:latin typeface="Arial" panose="020B0604020202020204" pitchFamily="34" charset="0"/>
              <a:ea typeface="굴림" pitchFamily="34" charset="-127"/>
            </a:endParaRPr>
          </a:p>
        </p:txBody>
      </p:sp>
      <p:sp>
        <p:nvSpPr>
          <p:cNvPr id="147476" name="Line 43"/>
          <p:cNvSpPr/>
          <p:nvPr/>
        </p:nvSpPr>
        <p:spPr>
          <a:xfrm>
            <a:off x="3963988" y="3419475"/>
            <a:ext cx="9525" cy="1741488"/>
          </a:xfrm>
          <a:prstGeom prst="line">
            <a:avLst/>
          </a:prstGeom>
          <a:ln w="9525" cap="flat" cmpd="sng">
            <a:solidFill>
              <a:schemeClr val="tx1"/>
            </a:solidFill>
            <a:prstDash val="solid"/>
            <a:round/>
            <a:headEnd type="none" w="med" len="med"/>
            <a:tailEnd type="none" w="med" len="med"/>
          </a:ln>
        </p:spPr>
      </p:sp>
      <p:sp>
        <p:nvSpPr>
          <p:cNvPr id="147477" name="Line 44"/>
          <p:cNvSpPr/>
          <p:nvPr/>
        </p:nvSpPr>
        <p:spPr>
          <a:xfrm>
            <a:off x="6562725" y="3319463"/>
            <a:ext cx="0" cy="857250"/>
          </a:xfrm>
          <a:prstGeom prst="line">
            <a:avLst/>
          </a:prstGeom>
          <a:ln w="9525" cap="flat" cmpd="sng">
            <a:solidFill>
              <a:schemeClr val="tx1"/>
            </a:solidFill>
            <a:prstDash val="solid"/>
            <a:round/>
            <a:headEnd type="none" w="med" len="med"/>
            <a:tailEnd type="none" w="med" len="med"/>
          </a:ln>
        </p:spPr>
      </p:sp>
      <p:sp>
        <p:nvSpPr>
          <p:cNvPr id="147478" name="Line 47"/>
          <p:cNvSpPr/>
          <p:nvPr/>
        </p:nvSpPr>
        <p:spPr>
          <a:xfrm flipH="1">
            <a:off x="6767513" y="3076575"/>
            <a:ext cx="14287" cy="52388"/>
          </a:xfrm>
          <a:prstGeom prst="line">
            <a:avLst/>
          </a:prstGeom>
          <a:ln w="9525" cap="flat" cmpd="sng">
            <a:solidFill>
              <a:schemeClr val="tx1"/>
            </a:solidFill>
            <a:prstDash val="solid"/>
            <a:round/>
            <a:headEnd type="none" w="med" len="med"/>
            <a:tailEnd type="none" w="med" len="med"/>
          </a:ln>
        </p:spPr>
      </p:sp>
      <p:sp>
        <p:nvSpPr>
          <p:cNvPr id="147479" name="Rectangle 48"/>
          <p:cNvSpPr/>
          <p:nvPr/>
        </p:nvSpPr>
        <p:spPr>
          <a:xfrm>
            <a:off x="6105525" y="4175125"/>
            <a:ext cx="1238250" cy="481013"/>
          </a:xfrm>
          <a:prstGeom prst="rect">
            <a:avLst/>
          </a:prstGeom>
          <a:noFill/>
          <a:ln w="9525">
            <a:noFill/>
          </a:ln>
        </p:spPr>
        <p:txBody>
          <a:bodyPr wrap="none" anchor="ctr" anchorCtr="0">
            <a:spAutoFit/>
          </a:bodyPr>
          <a:p>
            <a:pPr>
              <a:lnSpc>
                <a:spcPct val="80000"/>
              </a:lnSpc>
              <a:buClrTx/>
              <a:buFontTx/>
            </a:pPr>
            <a:r>
              <a:rPr lang="en-US" altLang="ko-KR" sz="1400" i="0" dirty="0">
                <a:latin typeface="Arial" panose="020B0604020202020204" pitchFamily="34" charset="0"/>
                <a:ea typeface="굴림" pitchFamily="34" charset="-127"/>
              </a:rPr>
              <a:t>Recomputed </a:t>
            </a:r>
            <a:endParaRPr lang="en-US" altLang="ko-KR" sz="1400" i="0" dirty="0">
              <a:latin typeface="Arial" panose="020B0604020202020204" pitchFamily="34" charset="0"/>
              <a:ea typeface="굴림" pitchFamily="34" charset="-127"/>
            </a:endParaRPr>
          </a:p>
          <a:p>
            <a:pPr>
              <a:lnSpc>
                <a:spcPct val="80000"/>
              </a:lnSpc>
              <a:buClrTx/>
              <a:buFontTx/>
            </a:pPr>
            <a:r>
              <a:rPr lang="en-US" altLang="ko-KR" sz="1400" i="0" dirty="0">
                <a:latin typeface="Arial" panose="020B0604020202020204" pitchFamily="34" charset="0"/>
                <a:ea typeface="굴림" pitchFamily="34" charset="-127"/>
              </a:rPr>
              <a:t>CRC</a:t>
            </a:r>
            <a:r>
              <a:rPr lang="en-US" altLang="ko-KR" i="0" dirty="0">
                <a:latin typeface="Arial" panose="020B0604020202020204" pitchFamily="34" charset="0"/>
                <a:ea typeface="굴림" pitchFamily="34" charset="-127"/>
              </a:rPr>
              <a:t> </a:t>
            </a:r>
            <a:endParaRPr lang="en-US" altLang="ko-KR" i="0" dirty="0">
              <a:latin typeface="Arial" panose="020B0604020202020204" pitchFamily="34" charset="0"/>
              <a:ea typeface="굴림" pitchFamily="34" charset="-127"/>
            </a:endParaRPr>
          </a:p>
        </p:txBody>
      </p:sp>
      <p:sp>
        <p:nvSpPr>
          <p:cNvPr id="147480" name="Rectangle 27"/>
          <p:cNvSpPr/>
          <p:nvPr/>
        </p:nvSpPr>
        <p:spPr>
          <a:xfrm>
            <a:off x="533400" y="228600"/>
            <a:ext cx="7772400" cy="1143000"/>
          </a:xfrm>
          <a:prstGeom prst="rect">
            <a:avLst/>
          </a:prstGeom>
          <a:noFill/>
          <a:ln w="9525">
            <a:noFill/>
          </a:ln>
        </p:spPr>
        <p:txBody>
          <a:bodyPr anchor="ctr" anchorCtr="0"/>
          <a:p>
            <a:pPr eaLnBrk="0" hangingPunct="0">
              <a:buClrTx/>
              <a:buFontTx/>
            </a:pPr>
            <a:r>
              <a:rPr lang="en-US" altLang="zh-CN" sz="3600" i="0" u="sng" dirty="0">
                <a:solidFill>
                  <a:schemeClr val="accent2"/>
                </a:solidFill>
                <a:latin typeface="Comic Sans MS" panose="030F0702030302020204" pitchFamily="66" charset="0"/>
                <a:ea typeface="宋体" panose="02010600030101010101" pitchFamily="2" charset="-122"/>
              </a:rPr>
              <a:t>802.1Q VLAN frame format</a:t>
            </a:r>
            <a:endParaRPr lang="en-US" altLang="zh-CN" sz="3600" i="0" u="sng" dirty="0">
              <a:solidFill>
                <a:schemeClr val="accent2"/>
              </a:solidFill>
              <a:latin typeface="Comic Sans MS" panose="030F0702030302020204" pitchFamily="66" charset="0"/>
              <a:ea typeface="宋体" panose="02010600030101010101" pitchFamily="2" charset="-122"/>
            </a:endParaRPr>
          </a:p>
        </p:txBody>
      </p:sp>
      <p:sp>
        <p:nvSpPr>
          <p:cNvPr id="147481" name="Text Box 28"/>
          <p:cNvSpPr txBox="1"/>
          <p:nvPr/>
        </p:nvSpPr>
        <p:spPr>
          <a:xfrm>
            <a:off x="7100888" y="1801813"/>
            <a:ext cx="1622425" cy="396875"/>
          </a:xfrm>
          <a:prstGeom prst="rect">
            <a:avLst/>
          </a:prstGeom>
          <a:noFill/>
          <a:ln w="9525">
            <a:noFill/>
          </a:ln>
        </p:spPr>
        <p:txBody>
          <a:bodyPr wrap="none" anchor="t" anchorCtr="0">
            <a:spAutoFit/>
          </a:bodyPr>
          <a:p>
            <a:pPr eaLnBrk="0" hangingPunct="0">
              <a:buClrTx/>
              <a:buFontTx/>
            </a:pPr>
            <a:r>
              <a:rPr lang="en-US" altLang="zh-CN" sz="2000" dirty="0">
                <a:latin typeface="Comic Sans MS" panose="030F0702030302020204" pitchFamily="66" charset="0"/>
                <a:ea typeface="宋体" panose="02010600030101010101" pitchFamily="2" charset="-122"/>
              </a:rPr>
              <a:t>802.1 frame</a:t>
            </a:r>
            <a:endParaRPr lang="en-US" altLang="zh-CN" sz="2000" dirty="0">
              <a:latin typeface="Comic Sans MS" panose="030F0702030302020204" pitchFamily="66" charset="0"/>
              <a:ea typeface="宋体" panose="02010600030101010101" pitchFamily="2" charset="-122"/>
            </a:endParaRPr>
          </a:p>
        </p:txBody>
      </p:sp>
      <p:sp>
        <p:nvSpPr>
          <p:cNvPr id="147482" name="Text Box 29"/>
          <p:cNvSpPr txBox="1"/>
          <p:nvPr/>
        </p:nvSpPr>
        <p:spPr>
          <a:xfrm>
            <a:off x="7104063" y="2967038"/>
            <a:ext cx="1844675" cy="396875"/>
          </a:xfrm>
          <a:prstGeom prst="rect">
            <a:avLst/>
          </a:prstGeom>
          <a:noFill/>
          <a:ln w="9525">
            <a:noFill/>
          </a:ln>
        </p:spPr>
        <p:txBody>
          <a:bodyPr wrap="none" anchor="t" anchorCtr="0">
            <a:spAutoFit/>
          </a:bodyPr>
          <a:p>
            <a:pPr eaLnBrk="0" hangingPunct="0">
              <a:buClrTx/>
              <a:buFontTx/>
            </a:pPr>
            <a:r>
              <a:rPr lang="en-US" altLang="zh-CN" sz="2000" dirty="0">
                <a:latin typeface="Comic Sans MS" panose="030F0702030302020204" pitchFamily="66" charset="0"/>
                <a:ea typeface="宋体" panose="02010600030101010101" pitchFamily="2" charset="-122"/>
              </a:rPr>
              <a:t>802.1Q frame</a:t>
            </a:r>
            <a:endParaRPr lang="en-US" altLang="zh-CN" sz="2000" dirty="0">
              <a:latin typeface="Comic Sans MS" panose="030F0702030302020204" pitchFamily="66" charset="0"/>
              <a:ea typeface="宋体" panose="0201060003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48481" name="页脚占位符 5"/>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48482"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48483"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Link Layer</a:t>
            </a:r>
            <a:endParaRPr lang="en-US" altLang="zh-CN" dirty="0">
              <a:ea typeface="宋体" panose="02010600030101010101" pitchFamily="2" charset="-122"/>
            </a:endParaRPr>
          </a:p>
        </p:txBody>
      </p:sp>
      <p:sp>
        <p:nvSpPr>
          <p:cNvPr id="148484" name="Rectangle 3"/>
          <p:cNvSpPr>
            <a:spLocks noGrp="1"/>
          </p:cNvSpPr>
          <p:nvPr>
            <p:ph sz="half" idx="1"/>
          </p:nvPr>
        </p:nvSpPr>
        <p:spPr>
          <a:ln/>
        </p:spPr>
        <p:txBody>
          <a:bodyPr vert="horz" wrap="square" lIns="91440" tIns="45720" rIns="91440" bIns="45720" anchor="t" anchorCtr="0"/>
          <a:p>
            <a:pPr>
              <a:buClr>
                <a:schemeClr val="accent2"/>
              </a:buClr>
              <a:buSzPct val="85000"/>
              <a:buFont typeface="ZapfDingbats" pitchFamily="82" charset="2"/>
            </a:pPr>
            <a:r>
              <a:rPr lang="en-US" altLang="zh-CN" sz="2400" dirty="0">
                <a:ea typeface="宋体" panose="02010600030101010101" pitchFamily="2" charset="-122"/>
              </a:rPr>
              <a:t>5.1 Introduction and services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5.2 Error detection and correction </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5.3Multiple access protocols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5.4 Link-Layer Addressing</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5.5 Ethernet</a:t>
            </a:r>
            <a:endParaRPr lang="en-US" altLang="zh-CN" sz="2400" dirty="0">
              <a:ea typeface="宋体" panose="02010600030101010101" pitchFamily="2" charset="-122"/>
            </a:endParaRPr>
          </a:p>
        </p:txBody>
      </p:sp>
      <p:sp>
        <p:nvSpPr>
          <p:cNvPr id="148485" name="Rectangle 6"/>
          <p:cNvSpPr>
            <a:spLocks noGrp="1"/>
          </p:cNvSpPr>
          <p:nvPr>
            <p:ph sz="half" idx="2"/>
          </p:nvPr>
        </p:nvSpPr>
        <p:spPr>
          <a:xfrm>
            <a:off x="4495800" y="1600200"/>
            <a:ext cx="4054475" cy="4648200"/>
          </a:xfrm>
          <a:ln/>
        </p:spPr>
        <p:txBody>
          <a:bodyPr vert="horz" wrap="square" lIns="91440" tIns="45720" rIns="91440" bIns="45720" anchor="t" anchorCtr="0"/>
          <a:p>
            <a:pPr>
              <a:buClr>
                <a:schemeClr val="accent2"/>
              </a:buClr>
              <a:buSzPct val="85000"/>
              <a:buFont typeface="ZapfDingbats" pitchFamily="82" charset="2"/>
            </a:pPr>
            <a:r>
              <a:rPr lang="en-US" altLang="zh-CN" sz="2400" dirty="0">
                <a:ea typeface="宋体" panose="02010600030101010101" pitchFamily="2" charset="-122"/>
              </a:rPr>
              <a:t>5.6 Link-layer switches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solidFill>
                  <a:srgbClr val="FF0000"/>
                </a:solidFill>
                <a:ea typeface="宋体" panose="02010600030101010101" pitchFamily="2" charset="-122"/>
              </a:rPr>
              <a:t>5.7 PPP</a:t>
            </a:r>
            <a:endParaRPr lang="en-US" altLang="zh-CN" sz="2400" dirty="0">
              <a:solidFill>
                <a:srgbClr val="FF0000"/>
              </a:solidFill>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5.8 Link virtualization: MPLS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5.9 A day in the life of a web request</a:t>
            </a:r>
            <a:endParaRPr lang="en-US" altLang="zh-CN" sz="2400" dirty="0">
              <a:ea typeface="宋体" panose="02010600030101010101" pitchFamily="2" charset="-122"/>
            </a:endParaRPr>
          </a:p>
          <a:p>
            <a:pPr>
              <a:buClr>
                <a:schemeClr val="accent2"/>
              </a:buClr>
              <a:buSzPct val="85000"/>
              <a:buFont typeface="ZapfDingbats" pitchFamily="82" charset="2"/>
              <a:buNone/>
            </a:pPr>
            <a:endParaRPr lang="en-US" altLang="zh-CN" sz="2400" dirty="0">
              <a:ea typeface="宋体" panose="02010600030101010101" pitchFamily="2" charset="-122"/>
            </a:endParaRPr>
          </a:p>
        </p:txBody>
      </p:sp>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5052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5053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50531"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Point to Point Data Link Control</a:t>
            </a:r>
            <a:endParaRPr lang="en-US" altLang="zh-CN" dirty="0">
              <a:ea typeface="宋体" panose="02010600030101010101" pitchFamily="2" charset="-122"/>
            </a:endParaRPr>
          </a:p>
        </p:txBody>
      </p:sp>
      <p:sp>
        <p:nvSpPr>
          <p:cNvPr id="150532" name="Rectangle 3"/>
          <p:cNvSpPr>
            <a:spLocks noGrp="1"/>
          </p:cNvSpPr>
          <p:nvPr>
            <p:ph idx="1"/>
          </p:nvPr>
        </p:nvSpPr>
        <p:spPr>
          <a:xfrm>
            <a:off x="627063" y="1446213"/>
            <a:ext cx="7772400" cy="4953000"/>
          </a:xfrm>
          <a:ln/>
        </p:spPr>
        <p:txBody>
          <a:bodyPr vert="horz" wrap="square" lIns="91440" tIns="45720" rIns="91440" bIns="45720" anchor="t" anchorCtr="0"/>
          <a:p>
            <a:r>
              <a:rPr lang="en-US" altLang="zh-CN" sz="2400" dirty="0">
                <a:ea typeface="宋体" panose="02010600030101010101" pitchFamily="2" charset="-122"/>
              </a:rPr>
              <a:t>one sender, one receiver, one link: easier than broadcast link:</a:t>
            </a:r>
            <a:endParaRPr lang="en-US" altLang="zh-CN" sz="2400" dirty="0">
              <a:ea typeface="宋体" panose="02010600030101010101" pitchFamily="2" charset="-122"/>
            </a:endParaRPr>
          </a:p>
          <a:p>
            <a:pPr lvl="1"/>
            <a:r>
              <a:rPr lang="en-US" altLang="zh-CN" dirty="0">
                <a:ea typeface="宋体" panose="02010600030101010101" pitchFamily="2" charset="-122"/>
              </a:rPr>
              <a:t>no Media Access Control</a:t>
            </a:r>
            <a:endParaRPr lang="en-US" altLang="zh-CN" dirty="0">
              <a:ea typeface="宋体" panose="02010600030101010101" pitchFamily="2" charset="-122"/>
            </a:endParaRPr>
          </a:p>
          <a:p>
            <a:pPr lvl="1"/>
            <a:r>
              <a:rPr lang="en-US" altLang="zh-CN" dirty="0">
                <a:ea typeface="宋体" panose="02010600030101010101" pitchFamily="2" charset="-122"/>
              </a:rPr>
              <a:t>no need for explicit MAC addressing</a:t>
            </a:r>
            <a:endParaRPr lang="en-US" altLang="zh-CN" dirty="0">
              <a:ea typeface="宋体" panose="02010600030101010101" pitchFamily="2" charset="-122"/>
            </a:endParaRPr>
          </a:p>
          <a:p>
            <a:pPr lvl="1"/>
            <a:r>
              <a:rPr lang="en-US" altLang="zh-CN" dirty="0">
                <a:ea typeface="宋体" panose="02010600030101010101" pitchFamily="2" charset="-122"/>
              </a:rPr>
              <a:t>e.g., dialup link, ISDN line</a:t>
            </a:r>
            <a:endParaRPr lang="en-US" altLang="zh-CN" dirty="0">
              <a:ea typeface="宋体" panose="02010600030101010101" pitchFamily="2" charset="-122"/>
            </a:endParaRPr>
          </a:p>
          <a:p>
            <a:r>
              <a:rPr lang="en-US" altLang="zh-CN" sz="2400" dirty="0">
                <a:ea typeface="宋体" panose="02010600030101010101" pitchFamily="2" charset="-122"/>
              </a:rPr>
              <a:t>popular  point-to-point DLC protocols:</a:t>
            </a:r>
            <a:endParaRPr lang="en-US" altLang="zh-CN" sz="2400" dirty="0">
              <a:ea typeface="宋体" panose="02010600030101010101" pitchFamily="2" charset="-122"/>
            </a:endParaRPr>
          </a:p>
          <a:p>
            <a:pPr lvl="1"/>
            <a:r>
              <a:rPr lang="en-US" altLang="zh-CN" dirty="0">
                <a:ea typeface="宋体" panose="02010600030101010101" pitchFamily="2" charset="-122"/>
              </a:rPr>
              <a:t>PPP (point-to-point protocol)</a:t>
            </a:r>
            <a:endParaRPr lang="en-US" altLang="zh-CN" dirty="0">
              <a:ea typeface="宋体" panose="02010600030101010101" pitchFamily="2" charset="-122"/>
            </a:endParaRPr>
          </a:p>
          <a:p>
            <a:pPr lvl="1"/>
            <a:r>
              <a:rPr lang="en-US" altLang="zh-CN" dirty="0">
                <a:ea typeface="宋体" panose="02010600030101010101" pitchFamily="2" charset="-122"/>
              </a:rPr>
              <a:t>HDLC: High level data link control (Data link used to be considered “high layer” in protocol stack!</a:t>
            </a:r>
            <a:endParaRPr lang="en-US" altLang="zh-CN" dirty="0">
              <a:ea typeface="宋体" panose="02010600030101010101" pitchFamily="2" charset="-122"/>
            </a:endParaRPr>
          </a:p>
        </p:txBody>
      </p:sp>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52577"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52578"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52579" name="Rectangle 2"/>
          <p:cNvSpPr>
            <a:spLocks noGrp="1"/>
          </p:cNvSpPr>
          <p:nvPr>
            <p:ph type="title"/>
          </p:nvPr>
        </p:nvSpPr>
        <p:spPr>
          <a:xfrm>
            <a:off x="533400" y="0"/>
            <a:ext cx="7772400" cy="1143000"/>
          </a:xfrm>
          <a:ln/>
        </p:spPr>
        <p:txBody>
          <a:bodyPr vert="horz" wrap="square" lIns="91440" tIns="45720" rIns="91440" bIns="45720" anchor="ctr" anchorCtr="0"/>
          <a:p>
            <a:r>
              <a:rPr lang="en-US" altLang="zh-CN" sz="3200" dirty="0">
                <a:ea typeface="宋体" panose="02010600030101010101" pitchFamily="2" charset="-122"/>
              </a:rPr>
              <a:t>PPP Design Requirements [RFC 1557]</a:t>
            </a:r>
            <a:endParaRPr lang="en-US" altLang="zh-CN" sz="3200" dirty="0">
              <a:ea typeface="宋体" panose="02010600030101010101" pitchFamily="2" charset="-122"/>
            </a:endParaRPr>
          </a:p>
        </p:txBody>
      </p:sp>
      <p:sp>
        <p:nvSpPr>
          <p:cNvPr id="152580" name="Rectangle 3"/>
          <p:cNvSpPr>
            <a:spLocks noGrp="1"/>
          </p:cNvSpPr>
          <p:nvPr>
            <p:ph idx="1"/>
          </p:nvPr>
        </p:nvSpPr>
        <p:spPr>
          <a:xfrm>
            <a:off x="533400" y="1368425"/>
            <a:ext cx="7772400" cy="4648200"/>
          </a:xfrm>
          <a:ln/>
        </p:spPr>
        <p:txBody>
          <a:bodyPr vert="horz" wrap="square" lIns="91440" tIns="45720" rIns="91440" bIns="45720" anchor="t" anchorCtr="0"/>
          <a:p>
            <a:r>
              <a:rPr lang="en-US" altLang="zh-CN" sz="2400" dirty="0">
                <a:solidFill>
                  <a:srgbClr val="FF0000"/>
                </a:solidFill>
                <a:ea typeface="宋体" panose="02010600030101010101" pitchFamily="2" charset="-122"/>
              </a:rPr>
              <a:t>packet framing:</a:t>
            </a:r>
            <a:r>
              <a:rPr lang="en-US" altLang="zh-CN" sz="2400" dirty="0">
                <a:ea typeface="宋体" panose="02010600030101010101" pitchFamily="2" charset="-122"/>
              </a:rPr>
              <a:t> encapsulation of network-layer datagram in data link frame </a:t>
            </a:r>
            <a:endParaRPr lang="en-US" altLang="zh-CN" sz="2400" dirty="0">
              <a:ea typeface="宋体" panose="02010600030101010101" pitchFamily="2" charset="-122"/>
            </a:endParaRPr>
          </a:p>
          <a:p>
            <a:pPr lvl="1"/>
            <a:r>
              <a:rPr lang="en-US" altLang="zh-CN" dirty="0">
                <a:ea typeface="宋体" panose="02010600030101010101" pitchFamily="2" charset="-122"/>
              </a:rPr>
              <a:t>carry network layer data of any network layer protocol (not just IP) </a:t>
            </a:r>
            <a:r>
              <a:rPr lang="en-US" altLang="zh-CN" i="1" dirty="0">
                <a:ea typeface="宋体" panose="02010600030101010101" pitchFamily="2" charset="-122"/>
              </a:rPr>
              <a:t>at same time</a:t>
            </a:r>
            <a:endParaRPr lang="en-US" altLang="zh-CN" i="1" dirty="0">
              <a:ea typeface="宋体" panose="02010600030101010101" pitchFamily="2" charset="-122"/>
            </a:endParaRPr>
          </a:p>
          <a:p>
            <a:pPr lvl="1"/>
            <a:r>
              <a:rPr lang="en-US" altLang="zh-CN" dirty="0">
                <a:ea typeface="宋体" panose="02010600030101010101" pitchFamily="2" charset="-122"/>
              </a:rPr>
              <a:t>ability to demultiplex upwards</a:t>
            </a:r>
            <a:endParaRPr lang="en-US" altLang="zh-CN" dirty="0">
              <a:ea typeface="宋体" panose="02010600030101010101" pitchFamily="2" charset="-122"/>
            </a:endParaRPr>
          </a:p>
          <a:p>
            <a:r>
              <a:rPr lang="en-US" altLang="zh-CN" sz="2400" dirty="0">
                <a:solidFill>
                  <a:srgbClr val="FF0000"/>
                </a:solidFill>
                <a:ea typeface="宋体" panose="02010600030101010101" pitchFamily="2" charset="-122"/>
              </a:rPr>
              <a:t>bit transparency:</a:t>
            </a:r>
            <a:r>
              <a:rPr lang="en-US" altLang="zh-CN" sz="2400" dirty="0">
                <a:ea typeface="宋体" panose="02010600030101010101" pitchFamily="2" charset="-122"/>
              </a:rPr>
              <a:t> must carry any bit pattern in the data field</a:t>
            </a:r>
            <a:endParaRPr lang="en-US" altLang="zh-CN" sz="2400" dirty="0">
              <a:ea typeface="宋体" panose="02010600030101010101" pitchFamily="2" charset="-122"/>
            </a:endParaRPr>
          </a:p>
          <a:p>
            <a:r>
              <a:rPr lang="en-US" altLang="zh-CN" sz="2400" dirty="0">
                <a:solidFill>
                  <a:srgbClr val="FF0000"/>
                </a:solidFill>
                <a:ea typeface="宋体" panose="02010600030101010101" pitchFamily="2" charset="-122"/>
              </a:rPr>
              <a:t>error detection</a:t>
            </a:r>
            <a:r>
              <a:rPr lang="en-US" altLang="zh-CN" sz="2400" dirty="0">
                <a:ea typeface="宋体" panose="02010600030101010101" pitchFamily="2" charset="-122"/>
              </a:rPr>
              <a:t> (no correction)</a:t>
            </a:r>
            <a:endParaRPr lang="en-US" altLang="zh-CN" sz="2400" dirty="0">
              <a:ea typeface="宋体" panose="02010600030101010101" pitchFamily="2" charset="-122"/>
            </a:endParaRPr>
          </a:p>
          <a:p>
            <a:r>
              <a:rPr lang="en-US" altLang="zh-CN" sz="2400" dirty="0">
                <a:solidFill>
                  <a:srgbClr val="FF0000"/>
                </a:solidFill>
                <a:ea typeface="宋体" panose="02010600030101010101" pitchFamily="2" charset="-122"/>
              </a:rPr>
              <a:t>connection liveness:</a:t>
            </a:r>
            <a:r>
              <a:rPr lang="en-US" altLang="zh-CN" sz="2400" dirty="0">
                <a:ea typeface="宋体" panose="02010600030101010101" pitchFamily="2" charset="-122"/>
              </a:rPr>
              <a:t> detect, signal link failure to network layer</a:t>
            </a:r>
            <a:endParaRPr lang="en-US" altLang="zh-CN" sz="2400" dirty="0">
              <a:ea typeface="宋体" panose="02010600030101010101" pitchFamily="2" charset="-122"/>
            </a:endParaRPr>
          </a:p>
          <a:p>
            <a:r>
              <a:rPr lang="en-US" altLang="zh-CN" sz="2400" dirty="0">
                <a:solidFill>
                  <a:srgbClr val="FF0000"/>
                </a:solidFill>
                <a:ea typeface="宋体" panose="02010600030101010101" pitchFamily="2" charset="-122"/>
              </a:rPr>
              <a:t>network layer address negotiation:</a:t>
            </a:r>
            <a:r>
              <a:rPr lang="en-US" altLang="zh-CN" sz="2400" dirty="0">
                <a:ea typeface="宋体" panose="02010600030101010101" pitchFamily="2" charset="-122"/>
              </a:rPr>
              <a:t> endpoint can learn/configure each other’s network address</a:t>
            </a:r>
            <a:endParaRPr lang="en-US" altLang="zh-CN" sz="2000" dirty="0">
              <a:ea typeface="宋体" panose="02010600030101010101" pitchFamily="2" charset="-122"/>
            </a:endParaRPr>
          </a:p>
        </p:txBody>
      </p:sp>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5462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5462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54627" name="Rectangle 2"/>
          <p:cNvSpPr>
            <a:spLocks noGrp="1"/>
          </p:cNvSpPr>
          <p:nvPr>
            <p:ph type="title"/>
          </p:nvPr>
        </p:nvSpPr>
        <p:spPr>
          <a:ln/>
        </p:spPr>
        <p:txBody>
          <a:bodyPr vert="horz" wrap="square" lIns="91440" tIns="45720" rIns="91440" bIns="45720" anchor="ctr" anchorCtr="0"/>
          <a:p>
            <a:r>
              <a:rPr lang="en-US" altLang="zh-CN" sz="3600" dirty="0">
                <a:ea typeface="宋体" panose="02010600030101010101" pitchFamily="2" charset="-122"/>
              </a:rPr>
              <a:t>PPP non-requirements</a:t>
            </a:r>
            <a:endParaRPr lang="en-US" altLang="zh-CN" dirty="0">
              <a:ea typeface="宋体" panose="02010600030101010101" pitchFamily="2" charset="-122"/>
            </a:endParaRPr>
          </a:p>
        </p:txBody>
      </p:sp>
      <p:sp>
        <p:nvSpPr>
          <p:cNvPr id="154628" name="Rectangle 3"/>
          <p:cNvSpPr>
            <a:spLocks noGrp="1"/>
          </p:cNvSpPr>
          <p:nvPr>
            <p:ph idx="1"/>
          </p:nvPr>
        </p:nvSpPr>
        <p:spPr>
          <a:xfrm>
            <a:off x="568325" y="1585913"/>
            <a:ext cx="7772400" cy="4908550"/>
          </a:xfrm>
          <a:ln/>
        </p:spPr>
        <p:txBody>
          <a:bodyPr vert="horz" wrap="square" lIns="91440" tIns="45720" rIns="91440" bIns="45720" anchor="t" anchorCtr="0"/>
          <a:p>
            <a:r>
              <a:rPr lang="en-US" altLang="zh-CN" sz="2400" dirty="0">
                <a:ea typeface="宋体" panose="02010600030101010101" pitchFamily="2" charset="-122"/>
              </a:rPr>
              <a:t>no error correction/recovery</a:t>
            </a:r>
            <a:endParaRPr lang="en-US" altLang="zh-CN" sz="2400" dirty="0">
              <a:ea typeface="宋体" panose="02010600030101010101" pitchFamily="2" charset="-122"/>
            </a:endParaRPr>
          </a:p>
          <a:p>
            <a:r>
              <a:rPr lang="en-US" altLang="zh-CN" sz="2400" dirty="0">
                <a:ea typeface="宋体" panose="02010600030101010101" pitchFamily="2" charset="-122"/>
              </a:rPr>
              <a:t>no flow control</a:t>
            </a:r>
            <a:endParaRPr lang="en-US" altLang="zh-CN" sz="2400" dirty="0">
              <a:ea typeface="宋体" panose="02010600030101010101" pitchFamily="2" charset="-122"/>
            </a:endParaRPr>
          </a:p>
          <a:p>
            <a:r>
              <a:rPr lang="en-US" altLang="zh-CN" sz="2400" dirty="0">
                <a:ea typeface="宋体" panose="02010600030101010101" pitchFamily="2" charset="-122"/>
              </a:rPr>
              <a:t>out of order delivery OK </a:t>
            </a:r>
            <a:endParaRPr lang="en-US" altLang="zh-CN" sz="2400" dirty="0">
              <a:ea typeface="宋体" panose="02010600030101010101" pitchFamily="2" charset="-122"/>
            </a:endParaRPr>
          </a:p>
          <a:p>
            <a:r>
              <a:rPr lang="en-US" altLang="zh-CN" sz="2400" dirty="0">
                <a:ea typeface="宋体" panose="02010600030101010101" pitchFamily="2" charset="-122"/>
              </a:rPr>
              <a:t>no need to support multipoint links (e.g., polling)</a:t>
            </a:r>
            <a:endParaRPr lang="en-US" altLang="zh-CN" sz="2400"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p:txBody>
      </p:sp>
      <p:sp>
        <p:nvSpPr>
          <p:cNvPr id="154629" name="Text Box 4"/>
          <p:cNvSpPr txBox="1"/>
          <p:nvPr/>
        </p:nvSpPr>
        <p:spPr>
          <a:xfrm>
            <a:off x="1241425" y="4189413"/>
            <a:ext cx="6832600" cy="822325"/>
          </a:xfrm>
          <a:prstGeom prst="rect">
            <a:avLst/>
          </a:prstGeom>
          <a:noFill/>
          <a:ln w="9525">
            <a:noFill/>
          </a:ln>
        </p:spPr>
        <p:txBody>
          <a:bodyPr wrap="none" anchor="t" anchorCtr="0">
            <a:spAutoFit/>
          </a:bodyPr>
          <a:p>
            <a:pPr algn="ctr" eaLnBrk="0" hangingPunct="0">
              <a:buClrTx/>
              <a:buFontTx/>
            </a:pPr>
            <a:r>
              <a:rPr lang="en-US" altLang="zh-CN" sz="2400" i="0" dirty="0">
                <a:solidFill>
                  <a:srgbClr val="FF0000"/>
                </a:solidFill>
                <a:latin typeface="Comic Sans MS" panose="030F0702030302020204" pitchFamily="66" charset="0"/>
                <a:ea typeface="宋体" panose="02010600030101010101" pitchFamily="2" charset="-122"/>
              </a:rPr>
              <a:t>Error recovery, flow control, data re-ordering </a:t>
            </a:r>
            <a:endParaRPr lang="en-US" altLang="zh-CN" sz="2400" i="0" dirty="0">
              <a:solidFill>
                <a:srgbClr val="FF0000"/>
              </a:solidFill>
              <a:latin typeface="Comic Sans MS" panose="030F0702030302020204" pitchFamily="66" charset="0"/>
              <a:ea typeface="宋体" panose="02010600030101010101" pitchFamily="2" charset="-122"/>
            </a:endParaRPr>
          </a:p>
          <a:p>
            <a:pPr algn="ctr" eaLnBrk="0" hangingPunct="0">
              <a:buClrTx/>
              <a:buFontTx/>
            </a:pPr>
            <a:r>
              <a:rPr lang="en-US" altLang="zh-CN" sz="2400" i="0" dirty="0">
                <a:solidFill>
                  <a:srgbClr val="FF0000"/>
                </a:solidFill>
                <a:latin typeface="Comic Sans MS" panose="030F0702030302020204" pitchFamily="66" charset="0"/>
                <a:ea typeface="宋体" panose="02010600030101010101" pitchFamily="2" charset="-122"/>
              </a:rPr>
              <a:t>all relegated to higher layers!</a:t>
            </a:r>
            <a:endParaRPr lang="en-US" altLang="zh-CN" sz="2400" i="0" dirty="0">
              <a:latin typeface="Comic Sans MS" panose="030F0702030302020204" pitchFamily="66" charset="0"/>
              <a:ea typeface="宋体" panose="02010600030101010101" pitchFamily="2" charset="-122"/>
            </a:endParaRP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56673"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5667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56675"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PPP Data Frame</a:t>
            </a:r>
            <a:endParaRPr lang="en-US" altLang="zh-CN" dirty="0">
              <a:ea typeface="宋体" panose="02010600030101010101" pitchFamily="2" charset="-122"/>
            </a:endParaRPr>
          </a:p>
        </p:txBody>
      </p:sp>
      <p:sp>
        <p:nvSpPr>
          <p:cNvPr id="156676" name="Rectangle 3"/>
          <p:cNvSpPr>
            <a:spLocks noGrp="1"/>
          </p:cNvSpPr>
          <p:nvPr>
            <p:ph idx="1"/>
          </p:nvPr>
        </p:nvSpPr>
        <p:spPr>
          <a:ln/>
        </p:spPr>
        <p:txBody>
          <a:bodyPr vert="horz" wrap="square" lIns="91440" tIns="45720" rIns="91440" bIns="45720" anchor="t" anchorCtr="0"/>
          <a:p>
            <a:r>
              <a:rPr lang="en-US" altLang="zh-CN" sz="2400" dirty="0">
                <a:solidFill>
                  <a:srgbClr val="FF0000"/>
                </a:solidFill>
                <a:ea typeface="宋体" panose="02010600030101010101" pitchFamily="2" charset="-122"/>
              </a:rPr>
              <a:t>Flag:</a:t>
            </a:r>
            <a:r>
              <a:rPr lang="en-US" altLang="zh-CN" sz="2400" dirty="0">
                <a:ea typeface="宋体" panose="02010600030101010101" pitchFamily="2" charset="-122"/>
              </a:rPr>
              <a:t> delimiter (framing)</a:t>
            </a:r>
            <a:endParaRPr lang="en-US" altLang="zh-CN" sz="2400" dirty="0">
              <a:ea typeface="宋体" panose="02010600030101010101" pitchFamily="2" charset="-122"/>
            </a:endParaRPr>
          </a:p>
          <a:p>
            <a:r>
              <a:rPr lang="en-US" altLang="zh-CN" sz="2400" dirty="0">
                <a:solidFill>
                  <a:srgbClr val="FF0000"/>
                </a:solidFill>
                <a:ea typeface="宋体" panose="02010600030101010101" pitchFamily="2" charset="-122"/>
              </a:rPr>
              <a:t>Address:</a:t>
            </a:r>
            <a:r>
              <a:rPr lang="en-US" altLang="zh-CN" sz="2400" dirty="0">
                <a:ea typeface="宋体" panose="02010600030101010101" pitchFamily="2" charset="-122"/>
              </a:rPr>
              <a:t>  does nothing (only one option)</a:t>
            </a:r>
            <a:endParaRPr lang="en-US" altLang="zh-CN" sz="2400" dirty="0">
              <a:ea typeface="宋体" panose="02010600030101010101" pitchFamily="2" charset="-122"/>
            </a:endParaRPr>
          </a:p>
          <a:p>
            <a:r>
              <a:rPr lang="en-US" altLang="zh-CN" sz="2400" dirty="0">
                <a:solidFill>
                  <a:srgbClr val="FF0000"/>
                </a:solidFill>
                <a:ea typeface="宋体" panose="02010600030101010101" pitchFamily="2" charset="-122"/>
              </a:rPr>
              <a:t>Control:</a:t>
            </a:r>
            <a:r>
              <a:rPr lang="en-US" altLang="zh-CN" sz="2400" dirty="0">
                <a:ea typeface="宋体" panose="02010600030101010101" pitchFamily="2" charset="-122"/>
              </a:rPr>
              <a:t> does nothing; in the future possible multiple control fields</a:t>
            </a:r>
            <a:endParaRPr lang="en-US" altLang="zh-CN" sz="2400" dirty="0">
              <a:ea typeface="宋体" panose="02010600030101010101" pitchFamily="2" charset="-122"/>
            </a:endParaRPr>
          </a:p>
          <a:p>
            <a:r>
              <a:rPr lang="en-US" altLang="zh-CN" sz="2400" dirty="0">
                <a:solidFill>
                  <a:srgbClr val="FF0000"/>
                </a:solidFill>
                <a:ea typeface="宋体" panose="02010600030101010101" pitchFamily="2" charset="-122"/>
              </a:rPr>
              <a:t>Protocol:</a:t>
            </a:r>
            <a:r>
              <a:rPr lang="en-US" altLang="zh-CN" sz="2400" dirty="0">
                <a:ea typeface="宋体" panose="02010600030101010101" pitchFamily="2" charset="-122"/>
              </a:rPr>
              <a:t> upper layer protocol to which frame delivered (eg, PPP-LCP, IP, IPCP, etc) </a:t>
            </a:r>
            <a:endParaRPr lang="en-US" altLang="zh-CN" sz="2400" dirty="0">
              <a:ea typeface="宋体" panose="02010600030101010101" pitchFamily="2" charset="-122"/>
            </a:endParaRPr>
          </a:p>
        </p:txBody>
      </p:sp>
      <p:pic>
        <p:nvPicPr>
          <p:cNvPr id="156677" name="Picture 4"/>
          <p:cNvPicPr>
            <a:picLocks noChangeAspect="1"/>
          </p:cNvPicPr>
          <p:nvPr/>
        </p:nvPicPr>
        <p:blipFill>
          <a:blip r:embed="rId1"/>
          <a:stretch>
            <a:fillRect/>
          </a:stretch>
        </p:blipFill>
        <p:spPr>
          <a:xfrm>
            <a:off x="968375" y="4329113"/>
            <a:ext cx="7210425" cy="1538287"/>
          </a:xfrm>
          <a:prstGeom prst="rect">
            <a:avLst/>
          </a:prstGeom>
          <a:noFill/>
          <a:ln w="9525">
            <a:noFill/>
          </a:ln>
        </p:spPr>
      </p:pic>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5872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5872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58723"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PPP Data Frame</a:t>
            </a:r>
            <a:endParaRPr lang="en-US" altLang="zh-CN" dirty="0">
              <a:ea typeface="宋体" panose="02010600030101010101" pitchFamily="2" charset="-122"/>
            </a:endParaRPr>
          </a:p>
        </p:txBody>
      </p:sp>
      <p:sp>
        <p:nvSpPr>
          <p:cNvPr id="158724" name="Rectangle 3"/>
          <p:cNvSpPr>
            <a:spLocks noGrp="1"/>
          </p:cNvSpPr>
          <p:nvPr>
            <p:ph idx="1"/>
          </p:nvPr>
        </p:nvSpPr>
        <p:spPr>
          <a:ln/>
        </p:spPr>
        <p:txBody>
          <a:bodyPr vert="horz" wrap="square" lIns="91440" tIns="45720" rIns="91440" bIns="45720" anchor="t" anchorCtr="0"/>
          <a:p>
            <a:r>
              <a:rPr lang="en-US" altLang="zh-CN" sz="2400" dirty="0">
                <a:solidFill>
                  <a:srgbClr val="FF0000"/>
                </a:solidFill>
                <a:ea typeface="宋体" panose="02010600030101010101" pitchFamily="2" charset="-122"/>
              </a:rPr>
              <a:t>info:</a:t>
            </a:r>
            <a:r>
              <a:rPr lang="en-US" altLang="zh-CN" sz="2400" dirty="0">
                <a:ea typeface="宋体" panose="02010600030101010101" pitchFamily="2" charset="-122"/>
              </a:rPr>
              <a:t> upper layer data being carried</a:t>
            </a:r>
            <a:endParaRPr lang="en-US" altLang="zh-CN" sz="2400" dirty="0">
              <a:ea typeface="宋体" panose="02010600030101010101" pitchFamily="2" charset="-122"/>
            </a:endParaRPr>
          </a:p>
          <a:p>
            <a:r>
              <a:rPr lang="en-US" altLang="zh-CN" sz="2400" dirty="0">
                <a:solidFill>
                  <a:srgbClr val="FF0000"/>
                </a:solidFill>
                <a:ea typeface="宋体" panose="02010600030101010101" pitchFamily="2" charset="-122"/>
              </a:rPr>
              <a:t>check:</a:t>
            </a:r>
            <a:r>
              <a:rPr lang="en-US" altLang="zh-CN" sz="2400" dirty="0">
                <a:ea typeface="宋体" panose="02010600030101010101" pitchFamily="2" charset="-122"/>
              </a:rPr>
              <a:t>  cyclic redundancy check for error detection</a:t>
            </a:r>
            <a:endParaRPr lang="en-US" altLang="zh-CN" dirty="0">
              <a:ea typeface="宋体" panose="02010600030101010101" pitchFamily="2" charset="-122"/>
            </a:endParaRPr>
          </a:p>
        </p:txBody>
      </p:sp>
      <p:pic>
        <p:nvPicPr>
          <p:cNvPr id="158725" name="Picture 4"/>
          <p:cNvPicPr>
            <a:picLocks noChangeAspect="1"/>
          </p:cNvPicPr>
          <p:nvPr/>
        </p:nvPicPr>
        <p:blipFill>
          <a:blip r:embed="rId1"/>
          <a:stretch>
            <a:fillRect/>
          </a:stretch>
        </p:blipFill>
        <p:spPr>
          <a:xfrm>
            <a:off x="815975" y="2941638"/>
            <a:ext cx="7210425" cy="1538287"/>
          </a:xfrm>
          <a:prstGeom prst="rect">
            <a:avLst/>
          </a:prstGeom>
          <a:noFill/>
          <a:ln w="9525">
            <a:noFill/>
          </a:ln>
        </p:spPr>
      </p:pic>
    </p:spTree>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6076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6077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60771"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Byte Stuffing</a:t>
            </a:r>
            <a:endParaRPr lang="en-US" altLang="zh-CN" dirty="0">
              <a:ea typeface="宋体" panose="02010600030101010101" pitchFamily="2" charset="-122"/>
            </a:endParaRPr>
          </a:p>
        </p:txBody>
      </p:sp>
      <p:sp>
        <p:nvSpPr>
          <p:cNvPr id="160772" name="Rectangle 3"/>
          <p:cNvSpPr>
            <a:spLocks noGrp="1"/>
          </p:cNvSpPr>
          <p:nvPr>
            <p:ph idx="1"/>
          </p:nvPr>
        </p:nvSpPr>
        <p:spPr>
          <a:xfrm>
            <a:off x="533400" y="1243013"/>
            <a:ext cx="7772400" cy="4908550"/>
          </a:xfrm>
          <a:ln/>
        </p:spPr>
        <p:txBody>
          <a:bodyPr vert="horz" wrap="square" lIns="91440" tIns="45720" rIns="91440" bIns="45720" anchor="t" anchorCtr="0"/>
          <a:p>
            <a:r>
              <a:rPr lang="en-US" altLang="zh-CN" dirty="0">
                <a:ea typeface="宋体" panose="02010600030101010101" pitchFamily="2" charset="-122"/>
              </a:rPr>
              <a:t> </a:t>
            </a:r>
            <a:r>
              <a:rPr lang="en-US" altLang="zh-CN" sz="2400" dirty="0">
                <a:ea typeface="宋体" panose="02010600030101010101" pitchFamily="2" charset="-122"/>
              </a:rPr>
              <a:t>“data transparency” requirement: data field must be allowed to include flag pattern  &lt;01111110&gt;</a:t>
            </a:r>
            <a:endParaRPr lang="en-US" altLang="zh-CN" sz="2400" dirty="0">
              <a:ea typeface="宋体" panose="02010600030101010101" pitchFamily="2" charset="-122"/>
            </a:endParaRPr>
          </a:p>
          <a:p>
            <a:pPr lvl="1"/>
            <a:r>
              <a:rPr lang="en-US" altLang="zh-CN" u="sng" dirty="0">
                <a:solidFill>
                  <a:srgbClr val="FF0000"/>
                </a:solidFill>
                <a:ea typeface="宋体" panose="02010600030101010101" pitchFamily="2" charset="-122"/>
              </a:rPr>
              <a:t>Q:</a:t>
            </a:r>
            <a:r>
              <a:rPr lang="en-US" altLang="zh-CN" dirty="0">
                <a:ea typeface="宋体" panose="02010600030101010101" pitchFamily="2" charset="-122"/>
              </a:rPr>
              <a:t> is received &lt;01111110&gt; data or flag?</a:t>
            </a:r>
            <a:endParaRPr lang="en-US" altLang="zh-CN" dirty="0">
              <a:ea typeface="宋体" panose="02010600030101010101" pitchFamily="2" charset="-122"/>
            </a:endParaRPr>
          </a:p>
          <a:p>
            <a:endParaRPr lang="en-US" altLang="zh-CN" sz="2400" dirty="0">
              <a:ea typeface="宋体" panose="02010600030101010101" pitchFamily="2" charset="-122"/>
            </a:endParaRPr>
          </a:p>
          <a:p>
            <a:endParaRPr lang="en-US" altLang="zh-CN" sz="2400" dirty="0">
              <a:ea typeface="宋体" panose="02010600030101010101" pitchFamily="2" charset="-122"/>
            </a:endParaRPr>
          </a:p>
          <a:p>
            <a:r>
              <a:rPr lang="en-US" altLang="zh-CN" sz="2400" dirty="0">
                <a:solidFill>
                  <a:schemeClr val="accent2"/>
                </a:solidFill>
                <a:ea typeface="宋体" panose="02010600030101010101" pitchFamily="2" charset="-122"/>
              </a:rPr>
              <a:t>Sender:</a:t>
            </a:r>
            <a:r>
              <a:rPr lang="en-US" altLang="zh-CN" sz="2400" dirty="0">
                <a:ea typeface="宋体" panose="02010600030101010101" pitchFamily="2" charset="-122"/>
              </a:rPr>
              <a:t> adds (“stuffs”) extra &lt; 01111110&gt; byte after each &lt; 01111110&gt; </a:t>
            </a:r>
            <a:r>
              <a:rPr lang="en-US" altLang="zh-CN" sz="2400" i="1" dirty="0">
                <a:solidFill>
                  <a:srgbClr val="FF0000"/>
                </a:solidFill>
                <a:ea typeface="宋体" panose="02010600030101010101" pitchFamily="2" charset="-122"/>
              </a:rPr>
              <a:t>data  </a:t>
            </a:r>
            <a:r>
              <a:rPr lang="en-US" altLang="zh-CN" sz="2400" dirty="0">
                <a:ea typeface="宋体" panose="02010600030101010101" pitchFamily="2" charset="-122"/>
              </a:rPr>
              <a:t>byte</a:t>
            </a:r>
            <a:endParaRPr lang="en-US" altLang="zh-CN" sz="2400" dirty="0">
              <a:ea typeface="宋体" panose="02010600030101010101" pitchFamily="2" charset="-122"/>
            </a:endParaRPr>
          </a:p>
          <a:p>
            <a:r>
              <a:rPr lang="en-US" altLang="zh-CN" sz="2400" dirty="0">
                <a:solidFill>
                  <a:schemeClr val="accent2"/>
                </a:solidFill>
                <a:ea typeface="宋体" panose="02010600030101010101" pitchFamily="2" charset="-122"/>
              </a:rPr>
              <a:t>Receiver:</a:t>
            </a:r>
            <a:r>
              <a:rPr lang="en-US" altLang="zh-CN" sz="2400" dirty="0">
                <a:ea typeface="宋体" panose="02010600030101010101" pitchFamily="2" charset="-122"/>
              </a:rPr>
              <a:t> </a:t>
            </a:r>
            <a:endParaRPr lang="en-US" altLang="zh-CN" sz="2400" dirty="0">
              <a:ea typeface="宋体" panose="02010600030101010101" pitchFamily="2" charset="-122"/>
            </a:endParaRPr>
          </a:p>
          <a:p>
            <a:pPr lvl="1"/>
            <a:r>
              <a:rPr lang="en-US" altLang="zh-CN" dirty="0">
                <a:ea typeface="宋体" panose="02010600030101010101" pitchFamily="2" charset="-122"/>
              </a:rPr>
              <a:t>two 01111110 bytes in a row: discard first byte, continue data reception</a:t>
            </a:r>
            <a:endParaRPr lang="en-US" altLang="zh-CN" dirty="0">
              <a:ea typeface="宋体" panose="02010600030101010101" pitchFamily="2" charset="-122"/>
            </a:endParaRPr>
          </a:p>
          <a:p>
            <a:pPr lvl="1"/>
            <a:r>
              <a:rPr lang="en-US" altLang="zh-CN" dirty="0">
                <a:ea typeface="宋体" panose="02010600030101010101" pitchFamily="2" charset="-122"/>
              </a:rPr>
              <a:t>single 01111110: flag byte</a:t>
            </a:r>
            <a:endParaRPr lang="en-US" altLang="zh-CN" dirty="0">
              <a:ea typeface="宋体" panose="02010600030101010101" pitchFamily="2" charset="-122"/>
            </a:endParaRPr>
          </a:p>
        </p:txBody>
      </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62817"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62818"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62819"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Byte Stuffing</a:t>
            </a:r>
            <a:endParaRPr lang="en-US" altLang="zh-CN" dirty="0">
              <a:ea typeface="宋体" panose="02010600030101010101" pitchFamily="2" charset="-122"/>
            </a:endParaRPr>
          </a:p>
        </p:txBody>
      </p:sp>
      <p:pic>
        <p:nvPicPr>
          <p:cNvPr id="162820" name="Picture 3"/>
          <p:cNvPicPr>
            <a:picLocks noChangeAspect="1"/>
          </p:cNvPicPr>
          <p:nvPr/>
        </p:nvPicPr>
        <p:blipFill>
          <a:blip r:embed="rId1"/>
          <a:stretch>
            <a:fillRect/>
          </a:stretch>
        </p:blipFill>
        <p:spPr>
          <a:xfrm>
            <a:off x="1995488" y="1695450"/>
            <a:ext cx="5995987" cy="2986088"/>
          </a:xfrm>
          <a:prstGeom prst="rect">
            <a:avLst/>
          </a:prstGeom>
          <a:noFill/>
          <a:ln w="9525">
            <a:noFill/>
          </a:ln>
        </p:spPr>
      </p:pic>
      <p:sp>
        <p:nvSpPr>
          <p:cNvPr id="162821" name="Text Box 4"/>
          <p:cNvSpPr txBox="1"/>
          <p:nvPr/>
        </p:nvSpPr>
        <p:spPr>
          <a:xfrm>
            <a:off x="403225" y="1924050"/>
            <a:ext cx="1155700" cy="1190625"/>
          </a:xfrm>
          <a:prstGeom prst="rect">
            <a:avLst/>
          </a:prstGeom>
          <a:noFill/>
          <a:ln w="9525">
            <a:noFill/>
          </a:ln>
        </p:spPr>
        <p:txBody>
          <a:bodyPr wrap="none"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flag byte</a:t>
            </a:r>
            <a:endParaRPr lang="en-US" altLang="zh-CN" i="0" dirty="0">
              <a:latin typeface="Comic Sans MS" panose="030F0702030302020204" pitchFamily="66" charset="0"/>
              <a:ea typeface="宋体" panose="02010600030101010101" pitchFamily="2" charset="-122"/>
            </a:endParaRPr>
          </a:p>
          <a:p>
            <a:pPr eaLnBrk="0" hangingPunct="0">
              <a:buClrTx/>
              <a:buFontTx/>
            </a:pPr>
            <a:r>
              <a:rPr lang="en-US" altLang="zh-CN" i="0" dirty="0">
                <a:latin typeface="Comic Sans MS" panose="030F0702030302020204" pitchFamily="66" charset="0"/>
                <a:ea typeface="宋体" panose="02010600030101010101" pitchFamily="2" charset="-122"/>
              </a:rPr>
              <a:t>pattern</a:t>
            </a:r>
            <a:endParaRPr lang="en-US" altLang="zh-CN" i="0" dirty="0">
              <a:latin typeface="Comic Sans MS" panose="030F0702030302020204" pitchFamily="66" charset="0"/>
              <a:ea typeface="宋体" panose="02010600030101010101" pitchFamily="2" charset="-122"/>
            </a:endParaRPr>
          </a:p>
          <a:p>
            <a:pPr eaLnBrk="0" hangingPunct="0">
              <a:buClrTx/>
              <a:buFontTx/>
            </a:pPr>
            <a:r>
              <a:rPr lang="en-US" altLang="zh-CN" i="0" dirty="0">
                <a:latin typeface="Comic Sans MS" panose="030F0702030302020204" pitchFamily="66" charset="0"/>
                <a:ea typeface="宋体" panose="02010600030101010101" pitchFamily="2" charset="-122"/>
              </a:rPr>
              <a:t>in data</a:t>
            </a:r>
            <a:endParaRPr lang="en-US" altLang="zh-CN" i="0" dirty="0">
              <a:latin typeface="Comic Sans MS" panose="030F0702030302020204" pitchFamily="66" charset="0"/>
              <a:ea typeface="宋体" panose="02010600030101010101" pitchFamily="2" charset="-122"/>
            </a:endParaRPr>
          </a:p>
          <a:p>
            <a:pPr eaLnBrk="0" hangingPunct="0">
              <a:buClrTx/>
              <a:buFontTx/>
            </a:pPr>
            <a:r>
              <a:rPr lang="en-US" altLang="zh-CN" i="0" dirty="0">
                <a:latin typeface="Comic Sans MS" panose="030F0702030302020204" pitchFamily="66" charset="0"/>
                <a:ea typeface="宋体" panose="02010600030101010101" pitchFamily="2" charset="-122"/>
              </a:rPr>
              <a:t>to send</a:t>
            </a:r>
            <a:endParaRPr lang="en-US" altLang="zh-CN" i="0" dirty="0">
              <a:latin typeface="Comic Sans MS" panose="030F0702030302020204" pitchFamily="66" charset="0"/>
              <a:ea typeface="宋体" panose="02010600030101010101" pitchFamily="2" charset="-122"/>
            </a:endParaRPr>
          </a:p>
        </p:txBody>
      </p:sp>
      <p:sp>
        <p:nvSpPr>
          <p:cNvPr id="162822" name="Line 5"/>
          <p:cNvSpPr/>
          <p:nvPr/>
        </p:nvSpPr>
        <p:spPr>
          <a:xfrm>
            <a:off x="1481138" y="2152650"/>
            <a:ext cx="917575" cy="258763"/>
          </a:xfrm>
          <a:prstGeom prst="line">
            <a:avLst/>
          </a:prstGeom>
          <a:ln w="9525" cap="flat" cmpd="sng">
            <a:solidFill>
              <a:schemeClr val="tx1"/>
            </a:solidFill>
            <a:prstDash val="solid"/>
            <a:round/>
            <a:headEnd type="none" w="med" len="med"/>
            <a:tailEnd type="triangle" w="med" len="med"/>
          </a:ln>
        </p:spPr>
      </p:sp>
      <p:sp>
        <p:nvSpPr>
          <p:cNvPr id="162823" name="Text Box 6"/>
          <p:cNvSpPr txBox="1"/>
          <p:nvPr/>
        </p:nvSpPr>
        <p:spPr>
          <a:xfrm>
            <a:off x="4013200" y="5203825"/>
            <a:ext cx="2824163" cy="915988"/>
          </a:xfrm>
          <a:prstGeom prst="rect">
            <a:avLst/>
          </a:prstGeom>
          <a:noFill/>
          <a:ln w="9525">
            <a:noFill/>
          </a:ln>
        </p:spPr>
        <p:txBody>
          <a:bodyPr anchor="t" anchorCtr="0">
            <a:spAutoFit/>
          </a:bodyPr>
          <a:p>
            <a:pPr eaLnBrk="0" hangingPunct="0">
              <a:buClrTx/>
              <a:buFontTx/>
            </a:pPr>
            <a:r>
              <a:rPr lang="en-US" altLang="zh-CN" i="0" dirty="0">
                <a:latin typeface="Comic Sans MS" panose="030F0702030302020204" pitchFamily="66" charset="0"/>
                <a:ea typeface="宋体" panose="02010600030101010101" pitchFamily="2" charset="-122"/>
              </a:rPr>
              <a:t>flag byte pattern plus</a:t>
            </a:r>
            <a:endParaRPr lang="en-US" altLang="zh-CN" i="0" dirty="0">
              <a:latin typeface="Comic Sans MS" panose="030F0702030302020204" pitchFamily="66" charset="0"/>
              <a:ea typeface="宋体" panose="02010600030101010101" pitchFamily="2" charset="-122"/>
            </a:endParaRPr>
          </a:p>
          <a:p>
            <a:pPr eaLnBrk="0" hangingPunct="0">
              <a:buClrTx/>
              <a:buFontTx/>
            </a:pPr>
            <a:r>
              <a:rPr lang="en-US" altLang="zh-CN" i="0" dirty="0">
                <a:latin typeface="Comic Sans MS" panose="030F0702030302020204" pitchFamily="66" charset="0"/>
                <a:ea typeface="宋体" panose="02010600030101010101" pitchFamily="2" charset="-122"/>
              </a:rPr>
              <a:t>stuffed byte in transmitted  data</a:t>
            </a:r>
            <a:endParaRPr lang="en-US" altLang="zh-CN" i="0" dirty="0">
              <a:latin typeface="Comic Sans MS" panose="030F0702030302020204" pitchFamily="66" charset="0"/>
              <a:ea typeface="宋体" panose="02010600030101010101" pitchFamily="2" charset="-122"/>
            </a:endParaRPr>
          </a:p>
        </p:txBody>
      </p:sp>
      <p:sp>
        <p:nvSpPr>
          <p:cNvPr id="162824" name="Line 7"/>
          <p:cNvSpPr/>
          <p:nvPr/>
        </p:nvSpPr>
        <p:spPr>
          <a:xfrm flipH="1" flipV="1">
            <a:off x="4021138" y="4833938"/>
            <a:ext cx="504825" cy="363537"/>
          </a:xfrm>
          <a:prstGeom prst="line">
            <a:avLst/>
          </a:prstGeom>
          <a:ln w="9525" cap="flat" cmpd="sng">
            <a:solidFill>
              <a:schemeClr val="tx1"/>
            </a:solidFill>
            <a:prstDash val="solid"/>
            <a:round/>
            <a:headEnd type="none" w="med" len="med"/>
            <a:tailEnd type="triangle" w="med" len="med"/>
          </a:ln>
        </p:spPr>
      </p:sp>
      <p:sp>
        <p:nvSpPr>
          <p:cNvPr id="162825" name="Line 8"/>
          <p:cNvSpPr/>
          <p:nvPr/>
        </p:nvSpPr>
        <p:spPr>
          <a:xfrm flipV="1">
            <a:off x="5491163" y="4740275"/>
            <a:ext cx="423862" cy="528638"/>
          </a:xfrm>
          <a:prstGeom prst="line">
            <a:avLst/>
          </a:prstGeom>
          <a:ln w="9525" cap="flat" cmpd="sng">
            <a:solidFill>
              <a:schemeClr val="tx1"/>
            </a:solidFill>
            <a:prstDash val="solid"/>
            <a:round/>
            <a:headEnd type="none" w="med" len="med"/>
            <a:tailEnd type="triangle" w="med" len="med"/>
          </a:ln>
        </p:spPr>
      </p:sp>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6486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6486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64867"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PPP Data Control Protocol</a:t>
            </a:r>
            <a:endParaRPr lang="en-US" altLang="zh-CN" dirty="0">
              <a:ea typeface="宋体" panose="02010600030101010101" pitchFamily="2" charset="-122"/>
            </a:endParaRPr>
          </a:p>
        </p:txBody>
      </p:sp>
      <p:sp>
        <p:nvSpPr>
          <p:cNvPr id="164868" name="Rectangle 3"/>
          <p:cNvSpPr>
            <a:spLocks noGrp="1"/>
          </p:cNvSpPr>
          <p:nvPr>
            <p:ph idx="1"/>
          </p:nvPr>
        </p:nvSpPr>
        <p:spPr>
          <a:xfrm>
            <a:off x="400050" y="1322388"/>
            <a:ext cx="4627563" cy="4908550"/>
          </a:xfrm>
          <a:ln/>
        </p:spPr>
        <p:txBody>
          <a:bodyPr vert="horz" wrap="square" lIns="91440" tIns="45720" rIns="91440" bIns="45720" anchor="t" anchorCtr="0"/>
          <a:p>
            <a:pPr>
              <a:buNone/>
            </a:pPr>
            <a:r>
              <a:rPr lang="en-US" altLang="zh-CN" sz="2400" dirty="0">
                <a:ea typeface="宋体" panose="02010600030101010101" pitchFamily="2" charset="-122"/>
              </a:rPr>
              <a:t>Before exchanging network-layer data, data link peers must</a:t>
            </a:r>
            <a:endParaRPr lang="en-US" altLang="zh-CN" sz="2400" dirty="0">
              <a:ea typeface="宋体" panose="02010600030101010101" pitchFamily="2" charset="-122"/>
            </a:endParaRPr>
          </a:p>
          <a:p>
            <a:r>
              <a:rPr lang="en-US" altLang="zh-CN" sz="2400" dirty="0">
                <a:solidFill>
                  <a:srgbClr val="FF0000"/>
                </a:solidFill>
                <a:ea typeface="宋体" panose="02010600030101010101" pitchFamily="2" charset="-122"/>
              </a:rPr>
              <a:t>configure PPP link</a:t>
            </a:r>
            <a:r>
              <a:rPr lang="en-US" altLang="zh-CN" sz="2400" dirty="0">
                <a:ea typeface="宋体" panose="02010600030101010101" pitchFamily="2" charset="-122"/>
              </a:rPr>
              <a:t> (max. frame length, authentication)</a:t>
            </a:r>
            <a:endParaRPr lang="en-US" altLang="zh-CN" sz="2400" dirty="0">
              <a:ea typeface="宋体" panose="02010600030101010101" pitchFamily="2" charset="-122"/>
            </a:endParaRPr>
          </a:p>
          <a:p>
            <a:r>
              <a:rPr lang="en-US" altLang="zh-CN" sz="2400" dirty="0">
                <a:solidFill>
                  <a:srgbClr val="FF0000"/>
                </a:solidFill>
                <a:ea typeface="宋体" panose="02010600030101010101" pitchFamily="2" charset="-122"/>
              </a:rPr>
              <a:t>learn/configure network</a:t>
            </a:r>
            <a:r>
              <a:rPr lang="en-US" altLang="zh-CN" sz="2400" dirty="0">
                <a:ea typeface="宋体" panose="02010600030101010101" pitchFamily="2" charset="-122"/>
              </a:rPr>
              <a:t> </a:t>
            </a:r>
            <a:endParaRPr lang="en-US" altLang="zh-CN" sz="2400" dirty="0">
              <a:ea typeface="宋体" panose="02010600030101010101" pitchFamily="2" charset="-122"/>
            </a:endParaRPr>
          </a:p>
          <a:p>
            <a:pPr>
              <a:buNone/>
            </a:pPr>
            <a:r>
              <a:rPr lang="en-US" altLang="zh-CN" sz="2400" dirty="0">
                <a:ea typeface="宋体" panose="02010600030101010101" pitchFamily="2" charset="-122"/>
              </a:rPr>
              <a:t>    layer information</a:t>
            </a:r>
            <a:endParaRPr lang="en-US" altLang="zh-CN" sz="2400" dirty="0">
              <a:ea typeface="宋体" panose="02010600030101010101" pitchFamily="2" charset="-122"/>
            </a:endParaRPr>
          </a:p>
          <a:p>
            <a:pPr lvl="1"/>
            <a:r>
              <a:rPr lang="en-US" altLang="zh-CN" dirty="0">
                <a:ea typeface="宋体" panose="02010600030101010101" pitchFamily="2" charset="-122"/>
              </a:rPr>
              <a:t>for IP: carry IP Control Protocol (IPCP) msgs (protocol field: 8021) to configure/learn IP address</a:t>
            </a:r>
            <a:endParaRPr lang="en-US" altLang="zh-CN" dirty="0">
              <a:ea typeface="宋体" panose="02010600030101010101" pitchFamily="2" charset="-122"/>
            </a:endParaRPr>
          </a:p>
        </p:txBody>
      </p:sp>
      <p:pic>
        <p:nvPicPr>
          <p:cNvPr id="164869" name="Picture 4"/>
          <p:cNvPicPr>
            <a:picLocks noChangeAspect="1"/>
          </p:cNvPicPr>
          <p:nvPr/>
        </p:nvPicPr>
        <p:blipFill>
          <a:blip r:embed="rId1"/>
          <a:stretch>
            <a:fillRect/>
          </a:stretch>
        </p:blipFill>
        <p:spPr>
          <a:xfrm>
            <a:off x="5013325" y="2190750"/>
            <a:ext cx="3954463" cy="2752725"/>
          </a:xfrm>
          <a:prstGeom prst="rect">
            <a:avLst/>
          </a:prstGeom>
          <a:noFill/>
          <a:ln w="9525">
            <a:noFill/>
          </a:ln>
        </p:spPr>
      </p:pic>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66913" name="页脚占位符 5"/>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66914"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66915"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Link Layer</a:t>
            </a:r>
            <a:endParaRPr lang="en-US" altLang="zh-CN" dirty="0">
              <a:ea typeface="宋体" panose="02010600030101010101" pitchFamily="2" charset="-122"/>
            </a:endParaRPr>
          </a:p>
        </p:txBody>
      </p:sp>
      <p:sp>
        <p:nvSpPr>
          <p:cNvPr id="166916" name="Rectangle 3"/>
          <p:cNvSpPr>
            <a:spLocks noGrp="1"/>
          </p:cNvSpPr>
          <p:nvPr>
            <p:ph sz="half" idx="1"/>
          </p:nvPr>
        </p:nvSpPr>
        <p:spPr>
          <a:ln/>
        </p:spPr>
        <p:txBody>
          <a:bodyPr vert="horz" wrap="square" lIns="91440" tIns="45720" rIns="91440" bIns="45720" anchor="t" anchorCtr="0"/>
          <a:p>
            <a:pPr>
              <a:buClr>
                <a:schemeClr val="accent2"/>
              </a:buClr>
              <a:buSzPct val="85000"/>
              <a:buFont typeface="ZapfDingbats" pitchFamily="82" charset="2"/>
            </a:pPr>
            <a:r>
              <a:rPr lang="en-US" altLang="zh-CN" sz="2400" dirty="0">
                <a:ea typeface="宋体" panose="02010600030101010101" pitchFamily="2" charset="-122"/>
              </a:rPr>
              <a:t>5.1 Introduction and services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5.2 Error detection and correction </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5.3Multiple access protocols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5.4 Link-Layer Addressing</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5.5 Ethernet</a:t>
            </a:r>
            <a:endParaRPr lang="en-US" altLang="zh-CN" sz="2400" dirty="0">
              <a:ea typeface="宋体" panose="02010600030101010101" pitchFamily="2" charset="-122"/>
            </a:endParaRPr>
          </a:p>
        </p:txBody>
      </p:sp>
      <p:sp>
        <p:nvSpPr>
          <p:cNvPr id="166917" name="Rectangle 6"/>
          <p:cNvSpPr>
            <a:spLocks noGrp="1"/>
          </p:cNvSpPr>
          <p:nvPr>
            <p:ph sz="half" idx="2"/>
          </p:nvPr>
        </p:nvSpPr>
        <p:spPr>
          <a:xfrm>
            <a:off x="4495800" y="1600200"/>
            <a:ext cx="4054475" cy="4648200"/>
          </a:xfrm>
          <a:ln/>
        </p:spPr>
        <p:txBody>
          <a:bodyPr vert="horz" wrap="square" lIns="91440" tIns="45720" rIns="91440" bIns="45720" anchor="t" anchorCtr="0"/>
          <a:p>
            <a:pPr>
              <a:buClr>
                <a:schemeClr val="accent2"/>
              </a:buClr>
              <a:buSzPct val="85000"/>
              <a:buFont typeface="ZapfDingbats" pitchFamily="82" charset="2"/>
            </a:pPr>
            <a:r>
              <a:rPr lang="en-US" altLang="zh-CN" sz="2400" dirty="0">
                <a:ea typeface="宋体" panose="02010600030101010101" pitchFamily="2" charset="-122"/>
              </a:rPr>
              <a:t>5.6 Link-layer switches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5.7 PPP</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solidFill>
                  <a:srgbClr val="FF0000"/>
                </a:solidFill>
                <a:ea typeface="宋体" panose="02010600030101010101" pitchFamily="2" charset="-122"/>
              </a:rPr>
              <a:t>5.8 Link virtualization: MPLS</a:t>
            </a:r>
            <a:endParaRPr lang="en-US" altLang="zh-CN" sz="2400" dirty="0">
              <a:solidFill>
                <a:srgbClr val="FF0000"/>
              </a:solidFill>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5.9 A day in the life of a web request</a:t>
            </a:r>
            <a:endParaRPr lang="en-US" altLang="zh-CN" sz="2400" dirty="0">
              <a:ea typeface="宋体" panose="02010600030101010101" pitchFamily="2" charset="-122"/>
            </a:endParaRPr>
          </a:p>
          <a:p>
            <a:pPr>
              <a:buClr>
                <a:schemeClr val="accent2"/>
              </a:buClr>
              <a:buSzPct val="85000"/>
              <a:buFont typeface="ZapfDingbats" pitchFamily="82" charset="2"/>
              <a:buNone/>
            </a:pPr>
            <a:endParaRPr lang="en-US" altLang="zh-CN" sz="2400" dirty="0">
              <a:ea typeface="宋体" panose="02010600030101010101" pitchFamily="2" charset="-122"/>
            </a:endParaRPr>
          </a:p>
        </p:txBody>
      </p:sp>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6896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6896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68963" name="Rectangle 2"/>
          <p:cNvSpPr>
            <a:spLocks noGrp="1"/>
          </p:cNvSpPr>
          <p:nvPr>
            <p:ph type="title"/>
          </p:nvPr>
        </p:nvSpPr>
        <p:spPr>
          <a:ln/>
        </p:spPr>
        <p:txBody>
          <a:bodyPr vert="horz" wrap="square" lIns="91440" tIns="45720" rIns="91440" bIns="45720" anchor="ctr" anchorCtr="0"/>
          <a:p>
            <a:r>
              <a:rPr lang="en-US" altLang="zh-CN" sz="3200" dirty="0">
                <a:ea typeface="宋体" panose="02010600030101010101" pitchFamily="2" charset="-122"/>
              </a:rPr>
              <a:t>Virtualization of networks</a:t>
            </a:r>
            <a:endParaRPr lang="en-US" altLang="zh-CN" sz="3200" dirty="0">
              <a:ea typeface="宋体" panose="02010600030101010101" pitchFamily="2" charset="-122"/>
            </a:endParaRPr>
          </a:p>
        </p:txBody>
      </p:sp>
      <p:sp>
        <p:nvSpPr>
          <p:cNvPr id="168964" name="Rectangle 3"/>
          <p:cNvSpPr>
            <a:spLocks noGrp="1"/>
          </p:cNvSpPr>
          <p:nvPr>
            <p:ph idx="1"/>
          </p:nvPr>
        </p:nvSpPr>
        <p:spPr>
          <a:ln/>
        </p:spPr>
        <p:txBody>
          <a:bodyPr vert="horz" wrap="square" lIns="91440" tIns="45720" rIns="91440" bIns="45720" anchor="t" anchorCtr="0"/>
          <a:p>
            <a:pPr>
              <a:buNone/>
            </a:pPr>
            <a:r>
              <a:rPr lang="en-US" altLang="zh-CN" sz="2400" dirty="0">
                <a:ea typeface="宋体" panose="02010600030101010101" pitchFamily="2" charset="-122"/>
              </a:rPr>
              <a:t>Virtualization of resources: powerful abstraction in systems engineering:</a:t>
            </a:r>
            <a:endParaRPr lang="en-US" altLang="zh-CN" sz="2400" dirty="0">
              <a:ea typeface="宋体" panose="02010600030101010101" pitchFamily="2" charset="-122"/>
            </a:endParaRPr>
          </a:p>
          <a:p>
            <a:r>
              <a:rPr lang="en-US" altLang="zh-CN" sz="2400" dirty="0">
                <a:ea typeface="宋体" panose="02010600030101010101" pitchFamily="2" charset="-122"/>
              </a:rPr>
              <a:t>computing examples: virtual memory, virtual devices</a:t>
            </a:r>
            <a:endParaRPr lang="en-US" altLang="zh-CN" sz="2400" dirty="0">
              <a:ea typeface="宋体" panose="02010600030101010101" pitchFamily="2" charset="-122"/>
            </a:endParaRPr>
          </a:p>
          <a:p>
            <a:pPr lvl="1"/>
            <a:r>
              <a:rPr lang="en-US" altLang="zh-CN" dirty="0">
                <a:ea typeface="宋体" panose="02010600030101010101" pitchFamily="2" charset="-122"/>
              </a:rPr>
              <a:t>Virtual machines: e.g., java</a:t>
            </a:r>
            <a:endParaRPr lang="en-US" altLang="zh-CN" dirty="0">
              <a:ea typeface="宋体" panose="02010600030101010101" pitchFamily="2" charset="-122"/>
            </a:endParaRPr>
          </a:p>
          <a:p>
            <a:pPr lvl="1"/>
            <a:r>
              <a:rPr lang="en-US" altLang="zh-CN" dirty="0">
                <a:ea typeface="宋体" panose="02010600030101010101" pitchFamily="2" charset="-122"/>
              </a:rPr>
              <a:t>IBM VM os from 1960’s/70’s</a:t>
            </a:r>
            <a:endParaRPr lang="en-US" altLang="zh-CN" dirty="0">
              <a:ea typeface="宋体" panose="02010600030101010101" pitchFamily="2" charset="-122"/>
            </a:endParaRPr>
          </a:p>
          <a:p>
            <a:r>
              <a:rPr lang="en-US" altLang="zh-CN" sz="2400" dirty="0">
                <a:ea typeface="宋体" panose="02010600030101010101" pitchFamily="2" charset="-122"/>
              </a:rPr>
              <a:t>layering of abstractions: don’t sweat the details of the lower layer, only deal with lower layers abstractly</a:t>
            </a:r>
            <a:endParaRPr lang="en-US" altLang="zh-CN" sz="2400" dirty="0">
              <a:ea typeface="宋体" panose="02010600030101010101" pitchFamily="2" charset="-122"/>
            </a:endParaRPr>
          </a:p>
        </p:txBody>
      </p:sp>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7100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7101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71011" name="Rectangle 2"/>
          <p:cNvSpPr>
            <a:spLocks noGrp="1"/>
          </p:cNvSpPr>
          <p:nvPr>
            <p:ph type="title"/>
          </p:nvPr>
        </p:nvSpPr>
        <p:spPr>
          <a:xfrm>
            <a:off x="533400" y="228600"/>
            <a:ext cx="8077200" cy="1143000"/>
          </a:xfrm>
          <a:ln/>
        </p:spPr>
        <p:txBody>
          <a:bodyPr vert="horz" wrap="square" lIns="91440" tIns="45720" rIns="91440" bIns="45720" anchor="ctr" anchorCtr="0"/>
          <a:p>
            <a:r>
              <a:rPr lang="en-US" altLang="zh-CN" sz="3600" dirty="0">
                <a:ea typeface="宋体" panose="02010600030101010101" pitchFamily="2" charset="-122"/>
              </a:rPr>
              <a:t>The Internet: virtualizing networks</a:t>
            </a:r>
            <a:endParaRPr lang="en-US" altLang="zh-CN" sz="3600" dirty="0">
              <a:ea typeface="宋体" panose="02010600030101010101" pitchFamily="2" charset="-122"/>
            </a:endParaRPr>
          </a:p>
        </p:txBody>
      </p:sp>
      <p:sp>
        <p:nvSpPr>
          <p:cNvPr id="171012" name="Rectangle 3"/>
          <p:cNvSpPr>
            <a:spLocks noGrp="1"/>
          </p:cNvSpPr>
          <p:nvPr>
            <p:ph idx="1"/>
          </p:nvPr>
        </p:nvSpPr>
        <p:spPr>
          <a:xfrm>
            <a:off x="519113" y="1446213"/>
            <a:ext cx="4675187" cy="4648200"/>
          </a:xfrm>
          <a:ln/>
        </p:spPr>
        <p:txBody>
          <a:bodyPr vert="horz" wrap="square" lIns="91440" tIns="45720" rIns="91440" bIns="45720" anchor="t" anchorCtr="0"/>
          <a:p>
            <a:pPr marL="0" indent="0">
              <a:buNone/>
            </a:pPr>
            <a:r>
              <a:rPr lang="en-US" altLang="zh-CN" sz="2400" dirty="0">
                <a:ea typeface="宋体" panose="02010600030101010101" pitchFamily="2" charset="-122"/>
              </a:rPr>
              <a:t>1974: multiple unconnected nets </a:t>
            </a:r>
            <a:endParaRPr lang="en-US" altLang="zh-CN" sz="2400" dirty="0">
              <a:ea typeface="宋体" panose="02010600030101010101" pitchFamily="2" charset="-122"/>
            </a:endParaRPr>
          </a:p>
          <a:p>
            <a:pPr marL="338455" lvl="1" indent="-224155"/>
            <a:r>
              <a:rPr lang="en-US" altLang="zh-CN" sz="2000" dirty="0">
                <a:ea typeface="宋体" panose="02010600030101010101" pitchFamily="2" charset="-122"/>
              </a:rPr>
              <a:t>ARPAnet</a:t>
            </a:r>
            <a:endParaRPr lang="en-US" altLang="zh-CN" sz="2000" dirty="0">
              <a:ea typeface="宋体" panose="02010600030101010101" pitchFamily="2" charset="-122"/>
            </a:endParaRPr>
          </a:p>
          <a:p>
            <a:pPr marL="338455" lvl="1" indent="-224155"/>
            <a:r>
              <a:rPr lang="en-US" altLang="zh-CN" sz="2000" dirty="0">
                <a:ea typeface="宋体" panose="02010600030101010101" pitchFamily="2" charset="-122"/>
              </a:rPr>
              <a:t>data-over-cable networks</a:t>
            </a:r>
            <a:endParaRPr lang="en-US" altLang="zh-CN" sz="2000" dirty="0">
              <a:ea typeface="宋体" panose="02010600030101010101" pitchFamily="2" charset="-122"/>
            </a:endParaRPr>
          </a:p>
          <a:p>
            <a:pPr marL="338455" lvl="1" indent="-224155"/>
            <a:r>
              <a:rPr lang="en-US" altLang="zh-CN" sz="2000" dirty="0">
                <a:ea typeface="宋体" panose="02010600030101010101" pitchFamily="2" charset="-122"/>
              </a:rPr>
              <a:t>packet satellite network (Aloha)</a:t>
            </a:r>
            <a:endParaRPr lang="en-US" altLang="zh-CN" sz="2000" dirty="0">
              <a:ea typeface="宋体" panose="02010600030101010101" pitchFamily="2" charset="-122"/>
            </a:endParaRPr>
          </a:p>
          <a:p>
            <a:pPr marL="338455" lvl="1" indent="-224155"/>
            <a:r>
              <a:rPr lang="en-US" altLang="zh-CN" sz="2000" dirty="0">
                <a:ea typeface="宋体" panose="02010600030101010101" pitchFamily="2" charset="-122"/>
              </a:rPr>
              <a:t>packet radio network</a:t>
            </a:r>
            <a:endParaRPr lang="en-US" altLang="zh-CN" sz="2000" dirty="0">
              <a:ea typeface="宋体" panose="02010600030101010101" pitchFamily="2" charset="-122"/>
            </a:endParaRPr>
          </a:p>
          <a:p>
            <a:pPr marL="0" indent="0">
              <a:buNone/>
            </a:pPr>
            <a:endParaRPr lang="en-US" altLang="zh-CN" sz="2400" dirty="0">
              <a:ea typeface="宋体" panose="02010600030101010101" pitchFamily="2" charset="-122"/>
            </a:endParaRPr>
          </a:p>
        </p:txBody>
      </p:sp>
      <p:sp>
        <p:nvSpPr>
          <p:cNvPr id="171013" name="Rectangle 4"/>
          <p:cNvSpPr/>
          <p:nvPr/>
        </p:nvSpPr>
        <p:spPr>
          <a:xfrm>
            <a:off x="4962525" y="1446213"/>
            <a:ext cx="3946525" cy="2286000"/>
          </a:xfrm>
          <a:prstGeom prst="rect">
            <a:avLst/>
          </a:prstGeom>
          <a:noFill/>
          <a:ln w="9525">
            <a:noFill/>
          </a:ln>
        </p:spPr>
        <p:txBody>
          <a:bodyPr anchor="t" anchorCtr="0"/>
          <a:p>
            <a:pPr eaLnBrk="0" hangingPunct="0">
              <a:spcBef>
                <a:spcPct val="20000"/>
              </a:spcBef>
              <a:buClr>
                <a:schemeClr val="accent2"/>
              </a:buClr>
              <a:buSzPct val="85000"/>
              <a:buFont typeface="ZapfDingbats" pitchFamily="82" charset="2"/>
            </a:pPr>
            <a:r>
              <a:rPr lang="en-US" altLang="zh-CN" sz="2400" i="0" dirty="0">
                <a:latin typeface="Comic Sans MS" panose="030F0702030302020204" pitchFamily="66" charset="0"/>
                <a:ea typeface="宋体" panose="02010600030101010101" pitchFamily="2" charset="-122"/>
              </a:rPr>
              <a:t>… differing in:</a:t>
            </a:r>
            <a:endParaRPr lang="en-US" altLang="zh-CN" sz="2400" i="0" dirty="0">
              <a:latin typeface="Comic Sans MS" panose="030F0702030302020204" pitchFamily="66" charset="0"/>
              <a:ea typeface="宋体" panose="02010600030101010101" pitchFamily="2" charset="-122"/>
            </a:endParaRPr>
          </a:p>
          <a:p>
            <a:pPr marL="338455" lvl="1" indent="-224155" algn="l" rtl="0" eaLnBrk="0" fontAlgn="base" hangingPunct="0">
              <a:spcBef>
                <a:spcPct val="20000"/>
              </a:spcBef>
              <a:spcAft>
                <a:spcPct val="0"/>
              </a:spcAft>
              <a:buClr>
                <a:schemeClr val="accent2"/>
              </a:buClr>
              <a:buSzPct val="75000"/>
              <a:buFont typeface="ZapfDingbats" pitchFamily="82" charset="2"/>
              <a:buChar char="m"/>
            </a:pPr>
            <a:r>
              <a:rPr lang="en-US" altLang="zh-CN" sz="2000" dirty="0">
                <a:solidFill>
                  <a:schemeClr val="tx1"/>
                </a:solidFill>
                <a:latin typeface="Comic Sans MS" panose="030F0702030302020204" pitchFamily="66" charset="0"/>
                <a:ea typeface="宋体" panose="02010600030101010101" pitchFamily="2" charset="-122"/>
              </a:rPr>
              <a:t>addressing conventions</a:t>
            </a:r>
            <a:endParaRPr lang="en-US" altLang="zh-CN" sz="2000" dirty="0">
              <a:solidFill>
                <a:schemeClr val="tx1"/>
              </a:solidFill>
              <a:latin typeface="Comic Sans MS" panose="030F0702030302020204" pitchFamily="66" charset="0"/>
              <a:ea typeface="宋体" panose="02010600030101010101" pitchFamily="2" charset="-122"/>
            </a:endParaRPr>
          </a:p>
          <a:p>
            <a:pPr marL="338455" lvl="1" indent="-224155" algn="l" rtl="0" eaLnBrk="0" fontAlgn="base" hangingPunct="0">
              <a:spcBef>
                <a:spcPct val="20000"/>
              </a:spcBef>
              <a:spcAft>
                <a:spcPct val="0"/>
              </a:spcAft>
              <a:buClr>
                <a:schemeClr val="accent2"/>
              </a:buClr>
              <a:buSzPct val="75000"/>
              <a:buFont typeface="ZapfDingbats" pitchFamily="82" charset="2"/>
              <a:buChar char="m"/>
            </a:pPr>
            <a:r>
              <a:rPr lang="en-US" altLang="zh-CN" sz="2000" dirty="0">
                <a:solidFill>
                  <a:schemeClr val="tx1"/>
                </a:solidFill>
                <a:latin typeface="Comic Sans MS" panose="030F0702030302020204" pitchFamily="66" charset="0"/>
                <a:ea typeface="宋体" panose="02010600030101010101" pitchFamily="2" charset="-122"/>
              </a:rPr>
              <a:t>packet formats</a:t>
            </a:r>
            <a:endParaRPr lang="en-US" altLang="zh-CN" sz="2000" dirty="0">
              <a:solidFill>
                <a:schemeClr val="tx1"/>
              </a:solidFill>
              <a:latin typeface="Comic Sans MS" panose="030F0702030302020204" pitchFamily="66" charset="0"/>
              <a:ea typeface="宋体" panose="02010600030101010101" pitchFamily="2" charset="-122"/>
            </a:endParaRPr>
          </a:p>
          <a:p>
            <a:pPr marL="338455" lvl="1" indent="-224155" algn="l" rtl="0" eaLnBrk="0" fontAlgn="base" hangingPunct="0">
              <a:spcBef>
                <a:spcPct val="20000"/>
              </a:spcBef>
              <a:spcAft>
                <a:spcPct val="0"/>
              </a:spcAft>
              <a:buClr>
                <a:schemeClr val="accent2"/>
              </a:buClr>
              <a:buSzPct val="75000"/>
              <a:buFont typeface="ZapfDingbats" pitchFamily="82" charset="2"/>
              <a:buChar char="m"/>
            </a:pPr>
            <a:r>
              <a:rPr lang="en-US" altLang="zh-CN" sz="2000" dirty="0">
                <a:solidFill>
                  <a:schemeClr val="tx1"/>
                </a:solidFill>
                <a:latin typeface="Comic Sans MS" panose="030F0702030302020204" pitchFamily="66" charset="0"/>
                <a:ea typeface="宋体" panose="02010600030101010101" pitchFamily="2" charset="-122"/>
              </a:rPr>
              <a:t>error recovery</a:t>
            </a:r>
            <a:endParaRPr lang="en-US" altLang="zh-CN" sz="2000" dirty="0">
              <a:solidFill>
                <a:schemeClr val="tx1"/>
              </a:solidFill>
              <a:latin typeface="Comic Sans MS" panose="030F0702030302020204" pitchFamily="66" charset="0"/>
              <a:ea typeface="宋体" panose="02010600030101010101" pitchFamily="2" charset="-122"/>
            </a:endParaRPr>
          </a:p>
          <a:p>
            <a:pPr marL="338455" lvl="1" indent="-224155" algn="l" rtl="0" eaLnBrk="0" fontAlgn="base" hangingPunct="0">
              <a:spcBef>
                <a:spcPct val="20000"/>
              </a:spcBef>
              <a:spcAft>
                <a:spcPct val="0"/>
              </a:spcAft>
              <a:buClr>
                <a:schemeClr val="accent2"/>
              </a:buClr>
              <a:buSzPct val="75000"/>
              <a:buFont typeface="ZapfDingbats" pitchFamily="82" charset="2"/>
              <a:buChar char="m"/>
            </a:pPr>
            <a:r>
              <a:rPr lang="en-US" altLang="zh-CN" sz="2000" dirty="0">
                <a:solidFill>
                  <a:schemeClr val="tx1"/>
                </a:solidFill>
                <a:latin typeface="Comic Sans MS" panose="030F0702030302020204" pitchFamily="66" charset="0"/>
                <a:ea typeface="宋体" panose="02010600030101010101" pitchFamily="2" charset="-122"/>
              </a:rPr>
              <a:t>routing</a:t>
            </a:r>
            <a:endParaRPr lang="en-US" altLang="zh-CN" sz="2000" dirty="0">
              <a:solidFill>
                <a:schemeClr val="tx1"/>
              </a:solidFill>
              <a:latin typeface="Comic Sans MS" panose="030F0702030302020204" pitchFamily="66" charset="0"/>
              <a:ea typeface="宋体" panose="02010600030101010101" pitchFamily="2" charset="-122"/>
            </a:endParaRPr>
          </a:p>
          <a:p>
            <a:pPr eaLnBrk="0" hangingPunct="0">
              <a:spcBef>
                <a:spcPct val="20000"/>
              </a:spcBef>
              <a:buClr>
                <a:schemeClr val="accent2"/>
              </a:buClr>
              <a:buSzPct val="85000"/>
              <a:buFont typeface="ZapfDingbats" pitchFamily="82" charset="2"/>
            </a:pPr>
            <a:endParaRPr lang="en-US" altLang="zh-CN" sz="2400" i="0" dirty="0">
              <a:latin typeface="Comic Sans MS" panose="030F0702030302020204" pitchFamily="66" charset="0"/>
              <a:ea typeface="宋体" panose="02010600030101010101" pitchFamily="2" charset="-122"/>
            </a:endParaRPr>
          </a:p>
          <a:p>
            <a:pPr eaLnBrk="0" hangingPunct="0">
              <a:spcBef>
                <a:spcPct val="20000"/>
              </a:spcBef>
              <a:buClr>
                <a:schemeClr val="accent2"/>
              </a:buClr>
              <a:buSzPct val="85000"/>
              <a:buFont typeface="ZapfDingbats" pitchFamily="82" charset="2"/>
            </a:pPr>
            <a:endParaRPr lang="en-US" altLang="zh-CN" sz="2400" i="0" dirty="0">
              <a:latin typeface="Comic Sans MS" panose="030F0702030302020204" pitchFamily="66" charset="0"/>
              <a:ea typeface="宋体" panose="02010600030101010101" pitchFamily="2" charset="-122"/>
            </a:endParaRPr>
          </a:p>
        </p:txBody>
      </p:sp>
      <p:sp>
        <p:nvSpPr>
          <p:cNvPr id="171014" name="Freeform 5"/>
          <p:cNvSpPr/>
          <p:nvPr/>
        </p:nvSpPr>
        <p:spPr>
          <a:xfrm>
            <a:off x="5322888" y="3963988"/>
            <a:ext cx="2170112" cy="182562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367" h="1150">
                <a:moveTo>
                  <a:pt x="210" y="101"/>
                </a:moveTo>
                <a:cubicBezTo>
                  <a:pt x="105" y="107"/>
                  <a:pt x="61" y="155"/>
                  <a:pt x="31" y="227"/>
                </a:cubicBezTo>
                <a:cubicBezTo>
                  <a:pt x="0" y="299"/>
                  <a:pt x="23" y="441"/>
                  <a:pt x="25" y="535"/>
                </a:cubicBezTo>
                <a:cubicBezTo>
                  <a:pt x="28" y="629"/>
                  <a:pt x="15" y="743"/>
                  <a:pt x="46" y="792"/>
                </a:cubicBezTo>
                <a:cubicBezTo>
                  <a:pt x="78" y="841"/>
                  <a:pt x="128" y="785"/>
                  <a:pt x="215" y="827"/>
                </a:cubicBezTo>
                <a:cubicBezTo>
                  <a:pt x="302" y="869"/>
                  <a:pt x="458" y="993"/>
                  <a:pt x="567" y="1044"/>
                </a:cubicBezTo>
                <a:cubicBezTo>
                  <a:pt x="677" y="1095"/>
                  <a:pt x="792" y="1150"/>
                  <a:pt x="873" y="1135"/>
                </a:cubicBezTo>
                <a:cubicBezTo>
                  <a:pt x="953" y="1120"/>
                  <a:pt x="1011" y="1064"/>
                  <a:pt x="1051" y="953"/>
                </a:cubicBezTo>
                <a:cubicBezTo>
                  <a:pt x="1092" y="842"/>
                  <a:pt x="1077" y="617"/>
                  <a:pt x="1115" y="469"/>
                </a:cubicBezTo>
                <a:cubicBezTo>
                  <a:pt x="1153" y="321"/>
                  <a:pt x="1367" y="134"/>
                  <a:pt x="1278" y="67"/>
                </a:cubicBezTo>
                <a:cubicBezTo>
                  <a:pt x="1189" y="0"/>
                  <a:pt x="760" y="61"/>
                  <a:pt x="582" y="67"/>
                </a:cubicBezTo>
                <a:cubicBezTo>
                  <a:pt x="404" y="73"/>
                  <a:pt x="287" y="94"/>
                  <a:pt x="210" y="101"/>
                </a:cubicBezTo>
                <a:close/>
              </a:path>
            </a:pathLst>
          </a:custGeom>
          <a:solidFill>
            <a:srgbClr val="FFCCFF"/>
          </a:solidFill>
          <a:ln w="9525">
            <a:noFill/>
          </a:ln>
        </p:spPr>
        <p:txBody>
          <a:bodyPr/>
          <a:p>
            <a:endParaRPr lang="zh-CN" altLang="en-US"/>
          </a:p>
        </p:txBody>
      </p:sp>
      <p:sp>
        <p:nvSpPr>
          <p:cNvPr id="171015" name="Freeform 6"/>
          <p:cNvSpPr/>
          <p:nvPr/>
        </p:nvSpPr>
        <p:spPr>
          <a:xfrm>
            <a:off x="823913" y="4035425"/>
            <a:ext cx="3216275" cy="16748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026" h="1055">
                <a:moveTo>
                  <a:pt x="136" y="462"/>
                </a:moveTo>
                <a:cubicBezTo>
                  <a:pt x="101" y="364"/>
                  <a:pt x="0" y="195"/>
                  <a:pt x="144" y="142"/>
                </a:cubicBezTo>
                <a:cubicBezTo>
                  <a:pt x="288" y="89"/>
                  <a:pt x="773" y="165"/>
                  <a:pt x="1000" y="142"/>
                </a:cubicBezTo>
                <a:cubicBezTo>
                  <a:pt x="1227" y="119"/>
                  <a:pt x="1346" y="0"/>
                  <a:pt x="1504" y="6"/>
                </a:cubicBezTo>
                <a:cubicBezTo>
                  <a:pt x="1662" y="12"/>
                  <a:pt x="1874" y="44"/>
                  <a:pt x="1950" y="176"/>
                </a:cubicBezTo>
                <a:cubicBezTo>
                  <a:pt x="2026" y="308"/>
                  <a:pt x="1997" y="658"/>
                  <a:pt x="1961" y="796"/>
                </a:cubicBezTo>
                <a:cubicBezTo>
                  <a:pt x="1925" y="934"/>
                  <a:pt x="1882" y="966"/>
                  <a:pt x="1736" y="1006"/>
                </a:cubicBezTo>
                <a:cubicBezTo>
                  <a:pt x="1590" y="1046"/>
                  <a:pt x="1252" y="1055"/>
                  <a:pt x="1088" y="1038"/>
                </a:cubicBezTo>
                <a:cubicBezTo>
                  <a:pt x="924" y="1021"/>
                  <a:pt x="820" y="975"/>
                  <a:pt x="752" y="902"/>
                </a:cubicBezTo>
                <a:cubicBezTo>
                  <a:pt x="684" y="829"/>
                  <a:pt x="783" y="671"/>
                  <a:pt x="680" y="598"/>
                </a:cubicBezTo>
                <a:cubicBezTo>
                  <a:pt x="577" y="525"/>
                  <a:pt x="249" y="490"/>
                  <a:pt x="136" y="462"/>
                </a:cubicBezTo>
                <a:close/>
              </a:path>
            </a:pathLst>
          </a:custGeom>
          <a:solidFill>
            <a:srgbClr val="66FFFF"/>
          </a:solidFill>
          <a:ln w="9525">
            <a:noFill/>
          </a:ln>
        </p:spPr>
        <p:txBody>
          <a:bodyPr/>
          <a:p>
            <a:endParaRPr lang="zh-CN" altLang="en-US"/>
          </a:p>
        </p:txBody>
      </p:sp>
      <p:graphicFrame>
        <p:nvGraphicFramePr>
          <p:cNvPr id="171016" name="Object 7"/>
          <p:cNvGraphicFramePr>
            <a:graphicFrameLocks noChangeAspect="1"/>
          </p:cNvGraphicFramePr>
          <p:nvPr/>
        </p:nvGraphicFramePr>
        <p:xfrm>
          <a:off x="3386138" y="5056188"/>
          <a:ext cx="415925" cy="330200"/>
        </p:xfrm>
        <a:graphic>
          <a:graphicData uri="http://schemas.openxmlformats.org/presentationml/2006/ole">
            <mc:AlternateContent xmlns:mc="http://schemas.openxmlformats.org/markup-compatibility/2006">
              <mc:Choice xmlns:v="urn:schemas-microsoft-com:vml" Requires="v">
                <p:oleObj spid="_x0000_s3191" name="" r:id="rId1" imgW="1307465" imgH="1083945" progId="MS_ClipArt_Gallery.5">
                  <p:embed/>
                </p:oleObj>
              </mc:Choice>
              <mc:Fallback>
                <p:oleObj name="" r:id="rId1" imgW="1307465" imgH="1083945" progId="MS_ClipArt_Gallery.5">
                  <p:embed/>
                  <p:pic>
                    <p:nvPicPr>
                      <p:cNvPr id="0" name="图片 3190"/>
                      <p:cNvPicPr/>
                      <p:nvPr/>
                    </p:nvPicPr>
                    <p:blipFill>
                      <a:blip r:embed="rId2"/>
                      <a:stretch>
                        <a:fillRect/>
                      </a:stretch>
                    </p:blipFill>
                    <p:spPr>
                      <a:xfrm>
                        <a:off x="3386138" y="5056188"/>
                        <a:ext cx="415925" cy="330200"/>
                      </a:xfrm>
                      <a:prstGeom prst="rect">
                        <a:avLst/>
                      </a:prstGeom>
                      <a:noFill/>
                      <a:ln w="38100">
                        <a:noFill/>
                        <a:miter/>
                      </a:ln>
                    </p:spPr>
                  </p:pic>
                </p:oleObj>
              </mc:Fallback>
            </mc:AlternateContent>
          </a:graphicData>
        </a:graphic>
      </p:graphicFrame>
      <p:graphicFrame>
        <p:nvGraphicFramePr>
          <p:cNvPr id="171017" name="Object 8"/>
          <p:cNvGraphicFramePr>
            <a:graphicFrameLocks noChangeAspect="1"/>
          </p:cNvGraphicFramePr>
          <p:nvPr/>
        </p:nvGraphicFramePr>
        <p:xfrm>
          <a:off x="2713038" y="5232400"/>
          <a:ext cx="415925" cy="330200"/>
        </p:xfrm>
        <a:graphic>
          <a:graphicData uri="http://schemas.openxmlformats.org/presentationml/2006/ole">
            <mc:AlternateContent xmlns:mc="http://schemas.openxmlformats.org/markup-compatibility/2006">
              <mc:Choice xmlns:v="urn:schemas-microsoft-com:vml" Requires="v">
                <p:oleObj spid="_x0000_s3192" name="" r:id="rId3" imgW="1307465" imgH="1083945" progId="MS_ClipArt_Gallery.2">
                  <p:embed/>
                </p:oleObj>
              </mc:Choice>
              <mc:Fallback>
                <p:oleObj name="" r:id="rId3" imgW="1307465" imgH="1083945" progId="MS_ClipArt_Gallery.2">
                  <p:embed/>
                  <p:pic>
                    <p:nvPicPr>
                      <p:cNvPr id="0" name="图片 3191"/>
                      <p:cNvPicPr/>
                      <p:nvPr/>
                    </p:nvPicPr>
                    <p:blipFill>
                      <a:blip r:embed="rId2"/>
                      <a:stretch>
                        <a:fillRect/>
                      </a:stretch>
                    </p:blipFill>
                    <p:spPr>
                      <a:xfrm>
                        <a:off x="2713038" y="5232400"/>
                        <a:ext cx="415925" cy="330200"/>
                      </a:xfrm>
                      <a:prstGeom prst="rect">
                        <a:avLst/>
                      </a:prstGeom>
                      <a:noFill/>
                      <a:ln w="38100">
                        <a:noFill/>
                        <a:miter/>
                      </a:ln>
                    </p:spPr>
                  </p:pic>
                </p:oleObj>
              </mc:Fallback>
            </mc:AlternateContent>
          </a:graphicData>
        </a:graphic>
      </p:graphicFrame>
      <p:sp>
        <p:nvSpPr>
          <p:cNvPr id="171018" name="Line 9"/>
          <p:cNvSpPr/>
          <p:nvPr/>
        </p:nvSpPr>
        <p:spPr>
          <a:xfrm flipV="1">
            <a:off x="1719263" y="4476750"/>
            <a:ext cx="93662" cy="3175"/>
          </a:xfrm>
          <a:prstGeom prst="line">
            <a:avLst/>
          </a:prstGeom>
          <a:ln w="12700" cap="flat" cmpd="sng">
            <a:solidFill>
              <a:schemeClr val="tx1"/>
            </a:solidFill>
            <a:prstDash val="solid"/>
            <a:round/>
            <a:headEnd type="none" w="med" len="med"/>
            <a:tailEnd type="none" w="med" len="med"/>
          </a:ln>
        </p:spPr>
      </p:sp>
      <p:sp>
        <p:nvSpPr>
          <p:cNvPr id="171019" name="Line 10"/>
          <p:cNvSpPr/>
          <p:nvPr/>
        </p:nvSpPr>
        <p:spPr>
          <a:xfrm>
            <a:off x="1990725" y="4560888"/>
            <a:ext cx="633413" cy="347662"/>
          </a:xfrm>
          <a:prstGeom prst="line">
            <a:avLst/>
          </a:prstGeom>
          <a:ln w="12700" cap="flat" cmpd="sng">
            <a:solidFill>
              <a:schemeClr val="tx1"/>
            </a:solidFill>
            <a:prstDash val="solid"/>
            <a:round/>
            <a:headEnd type="none" w="med" len="med"/>
            <a:tailEnd type="none" w="med" len="med"/>
          </a:ln>
        </p:spPr>
      </p:sp>
      <p:sp>
        <p:nvSpPr>
          <p:cNvPr id="171020" name="Line 11"/>
          <p:cNvSpPr/>
          <p:nvPr/>
        </p:nvSpPr>
        <p:spPr>
          <a:xfrm flipH="1">
            <a:off x="3116263" y="4519613"/>
            <a:ext cx="279400" cy="392112"/>
          </a:xfrm>
          <a:prstGeom prst="line">
            <a:avLst/>
          </a:prstGeom>
          <a:ln w="12700" cap="flat" cmpd="sng">
            <a:solidFill>
              <a:schemeClr val="tx1"/>
            </a:solidFill>
            <a:prstDash val="solid"/>
            <a:round/>
            <a:headEnd type="none" w="med" len="med"/>
            <a:tailEnd type="none" w="med" len="med"/>
          </a:ln>
        </p:spPr>
      </p:sp>
      <p:grpSp>
        <p:nvGrpSpPr>
          <p:cNvPr id="171021" name="Group 12"/>
          <p:cNvGrpSpPr/>
          <p:nvPr/>
        </p:nvGrpSpPr>
        <p:grpSpPr>
          <a:xfrm>
            <a:off x="6473825" y="4262438"/>
            <a:ext cx="268288" cy="487362"/>
            <a:chOff x="3903" y="2225"/>
            <a:chExt cx="169" cy="307"/>
          </a:xfrm>
        </p:grpSpPr>
        <p:graphicFrame>
          <p:nvGraphicFramePr>
            <p:cNvPr id="171022" name="Object 13"/>
            <p:cNvGraphicFramePr>
              <a:graphicFrameLocks noChangeAspect="1"/>
            </p:cNvGraphicFramePr>
            <p:nvPr/>
          </p:nvGraphicFramePr>
          <p:xfrm>
            <a:off x="3908" y="2225"/>
            <a:ext cx="128" cy="152"/>
          </p:xfrm>
          <a:graphic>
            <a:graphicData uri="http://schemas.openxmlformats.org/presentationml/2006/ole">
              <mc:AlternateContent xmlns:mc="http://schemas.openxmlformats.org/markup-compatibility/2006">
                <mc:Choice xmlns:v="urn:schemas-microsoft-com:vml" Requires="v">
                  <p:oleObj spid="_x0000_s3190" name="" r:id="rId4" imgW="982980" imgH="1208405" progId="MS_ClipArt_Gallery.2">
                    <p:embed/>
                  </p:oleObj>
                </mc:Choice>
                <mc:Fallback>
                  <p:oleObj name="" r:id="rId4" imgW="982980" imgH="1208405" progId="MS_ClipArt_Gallery.2">
                    <p:embed/>
                    <p:pic>
                      <p:nvPicPr>
                        <p:cNvPr id="0" name="图片 3189"/>
                        <p:cNvPicPr/>
                        <p:nvPr/>
                      </p:nvPicPr>
                      <p:blipFill>
                        <a:blip r:embed="rId5"/>
                        <a:stretch>
                          <a:fillRect/>
                        </a:stretch>
                      </p:blipFill>
                      <p:spPr>
                        <a:xfrm>
                          <a:off x="3908" y="2225"/>
                          <a:ext cx="128" cy="152"/>
                        </a:xfrm>
                        <a:prstGeom prst="rect">
                          <a:avLst/>
                        </a:prstGeom>
                        <a:noFill/>
                        <a:ln w="38100">
                          <a:noFill/>
                          <a:miter/>
                        </a:ln>
                      </p:spPr>
                    </p:pic>
                  </p:oleObj>
                </mc:Fallback>
              </mc:AlternateContent>
            </a:graphicData>
          </a:graphic>
        </p:graphicFrame>
        <p:sp>
          <p:nvSpPr>
            <p:cNvPr id="171023" name="Rectangle 14"/>
            <p:cNvSpPr/>
            <p:nvPr/>
          </p:nvSpPr>
          <p:spPr>
            <a:xfrm>
              <a:off x="3903" y="2378"/>
              <a:ext cx="169" cy="154"/>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71024" name="Line 15"/>
          <p:cNvSpPr/>
          <p:nvPr/>
        </p:nvSpPr>
        <p:spPr>
          <a:xfrm>
            <a:off x="2974975" y="5000625"/>
            <a:ext cx="0" cy="228600"/>
          </a:xfrm>
          <a:prstGeom prst="line">
            <a:avLst/>
          </a:prstGeom>
          <a:ln w="12700" cap="flat" cmpd="sng">
            <a:solidFill>
              <a:schemeClr val="tx1"/>
            </a:solidFill>
            <a:prstDash val="solid"/>
            <a:round/>
            <a:headEnd type="none" w="med" len="med"/>
            <a:tailEnd type="none" w="med" len="med"/>
          </a:ln>
        </p:spPr>
      </p:sp>
      <p:sp>
        <p:nvSpPr>
          <p:cNvPr id="171025" name="Line 16"/>
          <p:cNvSpPr/>
          <p:nvPr/>
        </p:nvSpPr>
        <p:spPr>
          <a:xfrm rot="5400000" flipH="1">
            <a:off x="3308350" y="4797425"/>
            <a:ext cx="612775" cy="0"/>
          </a:xfrm>
          <a:prstGeom prst="line">
            <a:avLst/>
          </a:prstGeom>
          <a:ln w="12700" cap="flat" cmpd="sng">
            <a:solidFill>
              <a:schemeClr val="tx1"/>
            </a:solidFill>
            <a:prstDash val="solid"/>
            <a:round/>
            <a:headEnd type="none" w="med" len="med"/>
            <a:tailEnd type="none" w="med" len="med"/>
          </a:ln>
        </p:spPr>
      </p:sp>
      <p:grpSp>
        <p:nvGrpSpPr>
          <p:cNvPr id="171026" name="Group 17"/>
          <p:cNvGrpSpPr/>
          <p:nvPr/>
        </p:nvGrpSpPr>
        <p:grpSpPr>
          <a:xfrm>
            <a:off x="3225800" y="4279900"/>
            <a:ext cx="501650" cy="234950"/>
            <a:chOff x="3600" y="219"/>
            <a:chExt cx="360" cy="175"/>
          </a:xfrm>
        </p:grpSpPr>
        <p:sp>
          <p:nvSpPr>
            <p:cNvPr id="171027" name="Oval 18"/>
            <p:cNvSpPr/>
            <p:nvPr/>
          </p:nvSpPr>
          <p:spPr>
            <a:xfrm>
              <a:off x="3603" y="297"/>
              <a:ext cx="357" cy="97"/>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71028" name="Line 19"/>
            <p:cNvSpPr/>
            <p:nvPr/>
          </p:nvSpPr>
          <p:spPr>
            <a:xfrm>
              <a:off x="3603" y="289"/>
              <a:ext cx="0" cy="60"/>
            </a:xfrm>
            <a:prstGeom prst="line">
              <a:avLst/>
            </a:prstGeom>
            <a:ln w="12700" cap="flat" cmpd="sng">
              <a:solidFill>
                <a:schemeClr val="tx1"/>
              </a:solidFill>
              <a:prstDash val="solid"/>
              <a:round/>
              <a:headEnd type="none" w="med" len="med"/>
              <a:tailEnd type="none" w="med" len="med"/>
            </a:ln>
          </p:spPr>
        </p:sp>
        <p:sp>
          <p:nvSpPr>
            <p:cNvPr id="171029" name="Line 20"/>
            <p:cNvSpPr/>
            <p:nvPr/>
          </p:nvSpPr>
          <p:spPr>
            <a:xfrm>
              <a:off x="3960" y="289"/>
              <a:ext cx="0" cy="60"/>
            </a:xfrm>
            <a:prstGeom prst="line">
              <a:avLst/>
            </a:prstGeom>
            <a:ln w="12700" cap="flat" cmpd="sng">
              <a:solidFill>
                <a:schemeClr val="tx1"/>
              </a:solidFill>
              <a:prstDash val="solid"/>
              <a:round/>
              <a:headEnd type="none" w="med" len="med"/>
              <a:tailEnd type="none" w="med" len="med"/>
            </a:ln>
          </p:spPr>
        </p:sp>
        <p:sp>
          <p:nvSpPr>
            <p:cNvPr id="171030" name="Rectangle 21"/>
            <p:cNvSpPr/>
            <p:nvPr/>
          </p:nvSpPr>
          <p:spPr>
            <a:xfrm>
              <a:off x="3603" y="289"/>
              <a:ext cx="354" cy="59"/>
            </a:xfrm>
            <a:prstGeom prst="rect">
              <a:avLst/>
            </a:prstGeom>
            <a:solidFill>
              <a:schemeClr val="hlink"/>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71031" name="Oval 22"/>
            <p:cNvSpPr/>
            <p:nvPr/>
          </p:nvSpPr>
          <p:spPr>
            <a:xfrm>
              <a:off x="3600" y="219"/>
              <a:ext cx="357" cy="113"/>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71032" name="Group 23"/>
            <p:cNvGrpSpPr/>
            <p:nvPr/>
          </p:nvGrpSpPr>
          <p:grpSpPr>
            <a:xfrm>
              <a:off x="3686" y="244"/>
              <a:ext cx="177" cy="66"/>
              <a:chOff x="2848" y="848"/>
              <a:chExt cx="140" cy="98"/>
            </a:xfrm>
          </p:grpSpPr>
          <p:sp>
            <p:nvSpPr>
              <p:cNvPr id="171033" name="Line 24"/>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71034" name="Line 25"/>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71035" name="Line 26"/>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171036" name="Group 27"/>
            <p:cNvGrpSpPr/>
            <p:nvPr/>
          </p:nvGrpSpPr>
          <p:grpSpPr>
            <a:xfrm flipV="1">
              <a:off x="3686" y="243"/>
              <a:ext cx="177" cy="66"/>
              <a:chOff x="2848" y="848"/>
              <a:chExt cx="140" cy="98"/>
            </a:xfrm>
          </p:grpSpPr>
          <p:sp>
            <p:nvSpPr>
              <p:cNvPr id="171037" name="Line 28"/>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71038" name="Line 29"/>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71039" name="Line 30"/>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grpSp>
        <p:nvGrpSpPr>
          <p:cNvPr id="171040" name="Group 31"/>
          <p:cNvGrpSpPr/>
          <p:nvPr/>
        </p:nvGrpSpPr>
        <p:grpSpPr>
          <a:xfrm>
            <a:off x="2616200" y="4768850"/>
            <a:ext cx="500063" cy="233363"/>
            <a:chOff x="3600" y="219"/>
            <a:chExt cx="360" cy="175"/>
          </a:xfrm>
        </p:grpSpPr>
        <p:sp>
          <p:nvSpPr>
            <p:cNvPr id="171041" name="Oval 32"/>
            <p:cNvSpPr/>
            <p:nvPr/>
          </p:nvSpPr>
          <p:spPr>
            <a:xfrm>
              <a:off x="3603" y="297"/>
              <a:ext cx="357" cy="97"/>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71042" name="Line 33"/>
            <p:cNvSpPr/>
            <p:nvPr/>
          </p:nvSpPr>
          <p:spPr>
            <a:xfrm>
              <a:off x="3603" y="289"/>
              <a:ext cx="0" cy="60"/>
            </a:xfrm>
            <a:prstGeom prst="line">
              <a:avLst/>
            </a:prstGeom>
            <a:ln w="12700" cap="flat" cmpd="sng">
              <a:solidFill>
                <a:schemeClr val="tx1"/>
              </a:solidFill>
              <a:prstDash val="solid"/>
              <a:round/>
              <a:headEnd type="none" w="med" len="med"/>
              <a:tailEnd type="none" w="med" len="med"/>
            </a:ln>
          </p:spPr>
        </p:sp>
        <p:sp>
          <p:nvSpPr>
            <p:cNvPr id="171043" name="Line 34"/>
            <p:cNvSpPr/>
            <p:nvPr/>
          </p:nvSpPr>
          <p:spPr>
            <a:xfrm>
              <a:off x="3960" y="289"/>
              <a:ext cx="0" cy="60"/>
            </a:xfrm>
            <a:prstGeom prst="line">
              <a:avLst/>
            </a:prstGeom>
            <a:ln w="12700" cap="flat" cmpd="sng">
              <a:solidFill>
                <a:schemeClr val="tx1"/>
              </a:solidFill>
              <a:prstDash val="solid"/>
              <a:round/>
              <a:headEnd type="none" w="med" len="med"/>
              <a:tailEnd type="none" w="med" len="med"/>
            </a:ln>
          </p:spPr>
        </p:sp>
        <p:sp>
          <p:nvSpPr>
            <p:cNvPr id="171044" name="Rectangle 35"/>
            <p:cNvSpPr/>
            <p:nvPr/>
          </p:nvSpPr>
          <p:spPr>
            <a:xfrm>
              <a:off x="3603" y="289"/>
              <a:ext cx="354" cy="59"/>
            </a:xfrm>
            <a:prstGeom prst="rect">
              <a:avLst/>
            </a:prstGeom>
            <a:solidFill>
              <a:schemeClr val="hlink"/>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71045" name="Oval 36"/>
            <p:cNvSpPr/>
            <p:nvPr/>
          </p:nvSpPr>
          <p:spPr>
            <a:xfrm>
              <a:off x="3600" y="219"/>
              <a:ext cx="357" cy="113"/>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71046" name="Group 37"/>
            <p:cNvGrpSpPr/>
            <p:nvPr/>
          </p:nvGrpSpPr>
          <p:grpSpPr>
            <a:xfrm>
              <a:off x="3686" y="244"/>
              <a:ext cx="177" cy="66"/>
              <a:chOff x="2848" y="848"/>
              <a:chExt cx="140" cy="98"/>
            </a:xfrm>
          </p:grpSpPr>
          <p:sp>
            <p:nvSpPr>
              <p:cNvPr id="171047" name="Line 38"/>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71048" name="Line 39"/>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71049" name="Line 40"/>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171050" name="Group 41"/>
            <p:cNvGrpSpPr/>
            <p:nvPr/>
          </p:nvGrpSpPr>
          <p:grpSpPr>
            <a:xfrm flipV="1">
              <a:off x="3686" y="243"/>
              <a:ext cx="177" cy="66"/>
              <a:chOff x="2848" y="848"/>
              <a:chExt cx="140" cy="98"/>
            </a:xfrm>
          </p:grpSpPr>
          <p:sp>
            <p:nvSpPr>
              <p:cNvPr id="171051" name="Line 42"/>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71052" name="Line 43"/>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71053" name="Line 44"/>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grpSp>
        <p:nvGrpSpPr>
          <p:cNvPr id="171054" name="Group 45"/>
          <p:cNvGrpSpPr/>
          <p:nvPr/>
        </p:nvGrpSpPr>
        <p:grpSpPr>
          <a:xfrm>
            <a:off x="1673225" y="4392613"/>
            <a:ext cx="501650" cy="233362"/>
            <a:chOff x="3600" y="219"/>
            <a:chExt cx="360" cy="175"/>
          </a:xfrm>
        </p:grpSpPr>
        <p:sp>
          <p:nvSpPr>
            <p:cNvPr id="171055" name="Oval 46"/>
            <p:cNvSpPr/>
            <p:nvPr/>
          </p:nvSpPr>
          <p:spPr>
            <a:xfrm>
              <a:off x="3603" y="297"/>
              <a:ext cx="357" cy="97"/>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71056" name="Line 47"/>
            <p:cNvSpPr/>
            <p:nvPr/>
          </p:nvSpPr>
          <p:spPr>
            <a:xfrm>
              <a:off x="3603" y="289"/>
              <a:ext cx="0" cy="60"/>
            </a:xfrm>
            <a:prstGeom prst="line">
              <a:avLst/>
            </a:prstGeom>
            <a:ln w="12700" cap="flat" cmpd="sng">
              <a:solidFill>
                <a:schemeClr val="tx1"/>
              </a:solidFill>
              <a:prstDash val="solid"/>
              <a:round/>
              <a:headEnd type="none" w="med" len="med"/>
              <a:tailEnd type="none" w="med" len="med"/>
            </a:ln>
          </p:spPr>
        </p:sp>
        <p:sp>
          <p:nvSpPr>
            <p:cNvPr id="171057" name="Line 48"/>
            <p:cNvSpPr/>
            <p:nvPr/>
          </p:nvSpPr>
          <p:spPr>
            <a:xfrm>
              <a:off x="3960" y="289"/>
              <a:ext cx="0" cy="60"/>
            </a:xfrm>
            <a:prstGeom prst="line">
              <a:avLst/>
            </a:prstGeom>
            <a:ln w="12700" cap="flat" cmpd="sng">
              <a:solidFill>
                <a:schemeClr val="tx1"/>
              </a:solidFill>
              <a:prstDash val="solid"/>
              <a:round/>
              <a:headEnd type="none" w="med" len="med"/>
              <a:tailEnd type="none" w="med" len="med"/>
            </a:ln>
          </p:spPr>
        </p:sp>
        <p:sp>
          <p:nvSpPr>
            <p:cNvPr id="171058" name="Rectangle 49"/>
            <p:cNvSpPr/>
            <p:nvPr/>
          </p:nvSpPr>
          <p:spPr>
            <a:xfrm>
              <a:off x="3603" y="289"/>
              <a:ext cx="354" cy="59"/>
            </a:xfrm>
            <a:prstGeom prst="rect">
              <a:avLst/>
            </a:prstGeom>
            <a:solidFill>
              <a:schemeClr val="hlink"/>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71059" name="Oval 50"/>
            <p:cNvSpPr/>
            <p:nvPr/>
          </p:nvSpPr>
          <p:spPr>
            <a:xfrm>
              <a:off x="3600" y="219"/>
              <a:ext cx="357" cy="113"/>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71060" name="Group 51"/>
            <p:cNvGrpSpPr/>
            <p:nvPr/>
          </p:nvGrpSpPr>
          <p:grpSpPr>
            <a:xfrm>
              <a:off x="3686" y="244"/>
              <a:ext cx="177" cy="66"/>
              <a:chOff x="2848" y="848"/>
              <a:chExt cx="140" cy="98"/>
            </a:xfrm>
          </p:grpSpPr>
          <p:sp>
            <p:nvSpPr>
              <p:cNvPr id="171061" name="Line 52"/>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71062" name="Line 53"/>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71063" name="Line 54"/>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171064" name="Group 55"/>
            <p:cNvGrpSpPr/>
            <p:nvPr/>
          </p:nvGrpSpPr>
          <p:grpSpPr>
            <a:xfrm flipV="1">
              <a:off x="3686" y="243"/>
              <a:ext cx="177" cy="66"/>
              <a:chOff x="2848" y="848"/>
              <a:chExt cx="140" cy="98"/>
            </a:xfrm>
          </p:grpSpPr>
          <p:sp>
            <p:nvSpPr>
              <p:cNvPr id="171065" name="Line 56"/>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71066" name="Line 57"/>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71067" name="Line 58"/>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sp>
        <p:nvSpPr>
          <p:cNvPr id="171068" name="Line 59"/>
          <p:cNvSpPr/>
          <p:nvPr/>
        </p:nvSpPr>
        <p:spPr>
          <a:xfrm flipV="1">
            <a:off x="2176463" y="4416425"/>
            <a:ext cx="1016000" cy="141288"/>
          </a:xfrm>
          <a:prstGeom prst="line">
            <a:avLst/>
          </a:prstGeom>
          <a:ln w="12700" cap="flat" cmpd="sng">
            <a:solidFill>
              <a:schemeClr val="tx1"/>
            </a:solidFill>
            <a:prstDash val="solid"/>
            <a:round/>
            <a:headEnd type="none" w="med" len="med"/>
            <a:tailEnd type="none" w="med" len="med"/>
          </a:ln>
        </p:spPr>
      </p:sp>
      <p:sp>
        <p:nvSpPr>
          <p:cNvPr id="171069" name="Line 60"/>
          <p:cNvSpPr/>
          <p:nvPr/>
        </p:nvSpPr>
        <p:spPr>
          <a:xfrm flipH="1" flipV="1">
            <a:off x="1465263" y="4530725"/>
            <a:ext cx="215900" cy="1588"/>
          </a:xfrm>
          <a:prstGeom prst="line">
            <a:avLst/>
          </a:prstGeom>
          <a:ln w="12700" cap="flat" cmpd="sng">
            <a:solidFill>
              <a:schemeClr val="tx1"/>
            </a:solidFill>
            <a:prstDash val="solid"/>
            <a:round/>
            <a:headEnd type="none" w="med" len="med"/>
            <a:tailEnd type="none" w="med" len="med"/>
          </a:ln>
        </p:spPr>
      </p:sp>
      <p:graphicFrame>
        <p:nvGraphicFramePr>
          <p:cNvPr id="171070" name="Object 61"/>
          <p:cNvGraphicFramePr>
            <a:graphicFrameLocks noChangeAspect="1"/>
          </p:cNvGraphicFramePr>
          <p:nvPr/>
        </p:nvGraphicFramePr>
        <p:xfrm>
          <a:off x="2179638" y="5118100"/>
          <a:ext cx="415925" cy="330200"/>
        </p:xfrm>
        <a:graphic>
          <a:graphicData uri="http://schemas.openxmlformats.org/presentationml/2006/ole">
            <mc:AlternateContent xmlns:mc="http://schemas.openxmlformats.org/markup-compatibility/2006">
              <mc:Choice xmlns:v="urn:schemas-microsoft-com:vml" Requires="v">
                <p:oleObj spid="_x0000_s3201" name="" r:id="rId6" imgW="1307465" imgH="1083945" progId="MS_ClipArt_Gallery.2">
                  <p:embed/>
                </p:oleObj>
              </mc:Choice>
              <mc:Fallback>
                <p:oleObj name="" r:id="rId6" imgW="1307465" imgH="1083945" progId="MS_ClipArt_Gallery.2">
                  <p:embed/>
                  <p:pic>
                    <p:nvPicPr>
                      <p:cNvPr id="0" name="图片 3200"/>
                      <p:cNvPicPr/>
                      <p:nvPr/>
                    </p:nvPicPr>
                    <p:blipFill>
                      <a:blip r:embed="rId2"/>
                      <a:stretch>
                        <a:fillRect/>
                      </a:stretch>
                    </p:blipFill>
                    <p:spPr>
                      <a:xfrm>
                        <a:off x="2179638" y="5118100"/>
                        <a:ext cx="415925" cy="330200"/>
                      </a:xfrm>
                      <a:prstGeom prst="rect">
                        <a:avLst/>
                      </a:prstGeom>
                      <a:noFill/>
                      <a:ln w="38100">
                        <a:noFill/>
                        <a:miter/>
                      </a:ln>
                    </p:spPr>
                  </p:pic>
                </p:oleObj>
              </mc:Fallback>
            </mc:AlternateContent>
          </a:graphicData>
        </a:graphic>
      </p:graphicFrame>
      <p:sp>
        <p:nvSpPr>
          <p:cNvPr id="171071" name="Line 62"/>
          <p:cNvSpPr/>
          <p:nvPr/>
        </p:nvSpPr>
        <p:spPr>
          <a:xfrm flipH="1">
            <a:off x="2568575" y="5000625"/>
            <a:ext cx="215900" cy="215900"/>
          </a:xfrm>
          <a:prstGeom prst="line">
            <a:avLst/>
          </a:prstGeom>
          <a:ln w="12700" cap="flat" cmpd="sng">
            <a:solidFill>
              <a:schemeClr val="tx1"/>
            </a:solidFill>
            <a:prstDash val="solid"/>
            <a:round/>
            <a:headEnd type="none" w="med" len="med"/>
            <a:tailEnd type="none" w="med" len="med"/>
          </a:ln>
        </p:spPr>
      </p:sp>
      <p:grpSp>
        <p:nvGrpSpPr>
          <p:cNvPr id="171072" name="Group 63"/>
          <p:cNvGrpSpPr/>
          <p:nvPr/>
        </p:nvGrpSpPr>
        <p:grpSpPr>
          <a:xfrm>
            <a:off x="5749925" y="4300538"/>
            <a:ext cx="268288" cy="487362"/>
            <a:chOff x="1887" y="1465"/>
            <a:chExt cx="169" cy="307"/>
          </a:xfrm>
        </p:grpSpPr>
        <p:graphicFrame>
          <p:nvGraphicFramePr>
            <p:cNvPr id="171073" name="Object 64"/>
            <p:cNvGraphicFramePr>
              <a:graphicFrameLocks noChangeAspect="1"/>
            </p:cNvGraphicFramePr>
            <p:nvPr/>
          </p:nvGraphicFramePr>
          <p:xfrm>
            <a:off x="1892" y="1465"/>
            <a:ext cx="128" cy="152"/>
          </p:xfrm>
          <a:graphic>
            <a:graphicData uri="http://schemas.openxmlformats.org/presentationml/2006/ole">
              <mc:AlternateContent xmlns:mc="http://schemas.openxmlformats.org/markup-compatibility/2006">
                <mc:Choice xmlns:v="urn:schemas-microsoft-com:vml" Requires="v">
                  <p:oleObj spid="_x0000_s3199" name="" r:id="rId7" imgW="982980" imgH="1208405" progId="MS_ClipArt_Gallery.2">
                    <p:embed/>
                  </p:oleObj>
                </mc:Choice>
                <mc:Fallback>
                  <p:oleObj name="" r:id="rId7" imgW="982980" imgH="1208405" progId="MS_ClipArt_Gallery.2">
                    <p:embed/>
                    <p:pic>
                      <p:nvPicPr>
                        <p:cNvPr id="0" name="图片 3198"/>
                        <p:cNvPicPr/>
                        <p:nvPr/>
                      </p:nvPicPr>
                      <p:blipFill>
                        <a:blip r:embed="rId5"/>
                        <a:stretch>
                          <a:fillRect/>
                        </a:stretch>
                      </p:blipFill>
                      <p:spPr>
                        <a:xfrm>
                          <a:off x="1892" y="1465"/>
                          <a:ext cx="128" cy="152"/>
                        </a:xfrm>
                        <a:prstGeom prst="rect">
                          <a:avLst/>
                        </a:prstGeom>
                        <a:noFill/>
                        <a:ln w="38100">
                          <a:noFill/>
                          <a:miter/>
                        </a:ln>
                      </p:spPr>
                    </p:pic>
                  </p:oleObj>
                </mc:Fallback>
              </mc:AlternateContent>
            </a:graphicData>
          </a:graphic>
        </p:graphicFrame>
        <p:sp>
          <p:nvSpPr>
            <p:cNvPr id="171074" name="Rectangle 65"/>
            <p:cNvSpPr/>
            <p:nvPr/>
          </p:nvSpPr>
          <p:spPr>
            <a:xfrm>
              <a:off x="1887" y="1618"/>
              <a:ext cx="169" cy="154"/>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aphicFrame>
        <p:nvGraphicFramePr>
          <p:cNvPr id="171075" name="Object 66"/>
          <p:cNvGraphicFramePr>
            <a:graphicFrameLocks noChangeAspect="1"/>
          </p:cNvGraphicFramePr>
          <p:nvPr/>
        </p:nvGraphicFramePr>
        <p:xfrm>
          <a:off x="5461000" y="4859338"/>
          <a:ext cx="417513" cy="331787"/>
        </p:xfrm>
        <a:graphic>
          <a:graphicData uri="http://schemas.openxmlformats.org/presentationml/2006/ole">
            <mc:AlternateContent xmlns:mc="http://schemas.openxmlformats.org/markup-compatibility/2006">
              <mc:Choice xmlns:v="urn:schemas-microsoft-com:vml" Requires="v">
                <p:oleObj spid="_x0000_s3197" name="" r:id="rId8" imgW="1307465" imgH="1083945" progId="MS_ClipArt_Gallery.2">
                  <p:embed/>
                </p:oleObj>
              </mc:Choice>
              <mc:Fallback>
                <p:oleObj name="" r:id="rId8" imgW="1307465" imgH="1083945" progId="MS_ClipArt_Gallery.2">
                  <p:embed/>
                  <p:pic>
                    <p:nvPicPr>
                      <p:cNvPr id="0" name="图片 3196"/>
                      <p:cNvPicPr/>
                      <p:nvPr/>
                    </p:nvPicPr>
                    <p:blipFill>
                      <a:blip r:embed="rId2"/>
                      <a:stretch>
                        <a:fillRect/>
                      </a:stretch>
                    </p:blipFill>
                    <p:spPr>
                      <a:xfrm>
                        <a:off x="5461000" y="4859338"/>
                        <a:ext cx="417513" cy="331787"/>
                      </a:xfrm>
                      <a:prstGeom prst="rect">
                        <a:avLst/>
                      </a:prstGeom>
                      <a:noFill/>
                      <a:ln w="38100">
                        <a:noFill/>
                        <a:miter/>
                      </a:ln>
                    </p:spPr>
                  </p:pic>
                </p:oleObj>
              </mc:Fallback>
            </mc:AlternateContent>
          </a:graphicData>
        </a:graphic>
      </p:graphicFrame>
      <p:sp>
        <p:nvSpPr>
          <p:cNvPr id="171076" name="Line 67"/>
          <p:cNvSpPr/>
          <p:nvPr/>
        </p:nvSpPr>
        <p:spPr>
          <a:xfrm flipH="1">
            <a:off x="5821363" y="4773613"/>
            <a:ext cx="63500" cy="277812"/>
          </a:xfrm>
          <a:prstGeom prst="line">
            <a:avLst/>
          </a:prstGeom>
          <a:ln w="12700" cap="flat" cmpd="sng">
            <a:solidFill>
              <a:schemeClr val="tx1"/>
            </a:solidFill>
            <a:prstDash val="solid"/>
            <a:round/>
            <a:headEnd type="none" w="med" len="med"/>
            <a:tailEnd type="none" w="med" len="med"/>
          </a:ln>
        </p:spPr>
      </p:sp>
      <p:sp>
        <p:nvSpPr>
          <p:cNvPr id="171077" name="Line 68"/>
          <p:cNvSpPr/>
          <p:nvPr/>
        </p:nvSpPr>
        <p:spPr>
          <a:xfrm flipH="1">
            <a:off x="6748463" y="4481513"/>
            <a:ext cx="152400" cy="239712"/>
          </a:xfrm>
          <a:prstGeom prst="line">
            <a:avLst/>
          </a:prstGeom>
          <a:ln w="12700" cap="flat" cmpd="sng">
            <a:solidFill>
              <a:schemeClr val="tx1"/>
            </a:solidFill>
            <a:prstDash val="solid"/>
            <a:round/>
            <a:headEnd type="none" w="med" len="med"/>
            <a:tailEnd type="none" w="med" len="med"/>
          </a:ln>
        </p:spPr>
      </p:sp>
      <p:grpSp>
        <p:nvGrpSpPr>
          <p:cNvPr id="171078" name="Group 69"/>
          <p:cNvGrpSpPr/>
          <p:nvPr/>
        </p:nvGrpSpPr>
        <p:grpSpPr>
          <a:xfrm>
            <a:off x="6181725" y="4770438"/>
            <a:ext cx="268288" cy="487362"/>
            <a:chOff x="3903" y="2225"/>
            <a:chExt cx="169" cy="307"/>
          </a:xfrm>
        </p:grpSpPr>
        <p:graphicFrame>
          <p:nvGraphicFramePr>
            <p:cNvPr id="171079" name="Object 70"/>
            <p:cNvGraphicFramePr>
              <a:graphicFrameLocks noChangeAspect="1"/>
            </p:cNvGraphicFramePr>
            <p:nvPr/>
          </p:nvGraphicFramePr>
          <p:xfrm>
            <a:off x="3908" y="2225"/>
            <a:ext cx="128" cy="152"/>
          </p:xfrm>
          <a:graphic>
            <a:graphicData uri="http://schemas.openxmlformats.org/presentationml/2006/ole">
              <mc:AlternateContent xmlns:mc="http://schemas.openxmlformats.org/markup-compatibility/2006">
                <mc:Choice xmlns:v="urn:schemas-microsoft-com:vml" Requires="v">
                  <p:oleObj spid="_x0000_s3196" name="" r:id="rId9" imgW="982980" imgH="1208405" progId="MS_ClipArt_Gallery.2">
                    <p:embed/>
                  </p:oleObj>
                </mc:Choice>
                <mc:Fallback>
                  <p:oleObj name="" r:id="rId9" imgW="982980" imgH="1208405" progId="MS_ClipArt_Gallery.2">
                    <p:embed/>
                    <p:pic>
                      <p:nvPicPr>
                        <p:cNvPr id="0" name="图片 3195"/>
                        <p:cNvPicPr/>
                        <p:nvPr/>
                      </p:nvPicPr>
                      <p:blipFill>
                        <a:blip r:embed="rId5"/>
                        <a:stretch>
                          <a:fillRect/>
                        </a:stretch>
                      </p:blipFill>
                      <p:spPr>
                        <a:xfrm>
                          <a:off x="3908" y="2225"/>
                          <a:ext cx="128" cy="152"/>
                        </a:xfrm>
                        <a:prstGeom prst="rect">
                          <a:avLst/>
                        </a:prstGeom>
                        <a:noFill/>
                        <a:ln w="38100">
                          <a:noFill/>
                          <a:miter/>
                        </a:ln>
                      </p:spPr>
                    </p:pic>
                  </p:oleObj>
                </mc:Fallback>
              </mc:AlternateContent>
            </a:graphicData>
          </a:graphic>
        </p:graphicFrame>
        <p:sp>
          <p:nvSpPr>
            <p:cNvPr id="171080" name="Rectangle 71"/>
            <p:cNvSpPr/>
            <p:nvPr/>
          </p:nvSpPr>
          <p:spPr>
            <a:xfrm>
              <a:off x="3903" y="2378"/>
              <a:ext cx="169" cy="154"/>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aphicFrame>
        <p:nvGraphicFramePr>
          <p:cNvPr id="171081" name="Object 72"/>
          <p:cNvGraphicFramePr>
            <a:graphicFrameLocks noChangeAspect="1"/>
          </p:cNvGraphicFramePr>
          <p:nvPr/>
        </p:nvGraphicFramePr>
        <p:xfrm>
          <a:off x="6523038" y="5195888"/>
          <a:ext cx="415925" cy="330200"/>
        </p:xfrm>
        <a:graphic>
          <a:graphicData uri="http://schemas.openxmlformats.org/presentationml/2006/ole">
            <mc:AlternateContent xmlns:mc="http://schemas.openxmlformats.org/markup-compatibility/2006">
              <mc:Choice xmlns:v="urn:schemas-microsoft-com:vml" Requires="v">
                <p:oleObj spid="_x0000_s3193" name="" r:id="rId10" imgW="1307465" imgH="1083945" progId="MS_ClipArt_Gallery.5">
                  <p:embed/>
                </p:oleObj>
              </mc:Choice>
              <mc:Fallback>
                <p:oleObj name="" r:id="rId10" imgW="1307465" imgH="1083945" progId="MS_ClipArt_Gallery.5">
                  <p:embed/>
                  <p:pic>
                    <p:nvPicPr>
                      <p:cNvPr id="0" name="图片 3192"/>
                      <p:cNvPicPr/>
                      <p:nvPr/>
                    </p:nvPicPr>
                    <p:blipFill>
                      <a:blip r:embed="rId2"/>
                      <a:stretch>
                        <a:fillRect/>
                      </a:stretch>
                    </p:blipFill>
                    <p:spPr>
                      <a:xfrm>
                        <a:off x="6523038" y="5195888"/>
                        <a:ext cx="415925" cy="330200"/>
                      </a:xfrm>
                      <a:prstGeom prst="rect">
                        <a:avLst/>
                      </a:prstGeom>
                      <a:noFill/>
                      <a:ln w="38100">
                        <a:noFill/>
                        <a:miter/>
                      </a:ln>
                    </p:spPr>
                  </p:pic>
                </p:oleObj>
              </mc:Fallback>
            </mc:AlternateContent>
          </a:graphicData>
        </a:graphic>
      </p:graphicFrame>
      <p:sp>
        <p:nvSpPr>
          <p:cNvPr id="171082" name="Line 73"/>
          <p:cNvSpPr/>
          <p:nvPr/>
        </p:nvSpPr>
        <p:spPr>
          <a:xfrm>
            <a:off x="6316663" y="5256213"/>
            <a:ext cx="241300" cy="163512"/>
          </a:xfrm>
          <a:prstGeom prst="line">
            <a:avLst/>
          </a:prstGeom>
          <a:ln w="12700" cap="flat" cmpd="sng">
            <a:solidFill>
              <a:schemeClr val="tx1"/>
            </a:solidFill>
            <a:prstDash val="solid"/>
            <a:round/>
            <a:headEnd type="none" w="med" len="med"/>
            <a:tailEnd type="none" w="med" len="med"/>
          </a:ln>
        </p:spPr>
      </p:sp>
      <p:sp>
        <p:nvSpPr>
          <p:cNvPr id="171083" name="Text Box 74"/>
          <p:cNvSpPr txBox="1"/>
          <p:nvPr/>
        </p:nvSpPr>
        <p:spPr>
          <a:xfrm>
            <a:off x="2141538" y="5726113"/>
            <a:ext cx="1239837" cy="396875"/>
          </a:xfrm>
          <a:prstGeom prst="rect">
            <a:avLst/>
          </a:prstGeom>
          <a:noFill/>
          <a:ln w="9525">
            <a:noFill/>
          </a:ln>
        </p:spPr>
        <p:txBody>
          <a:bodyPr wrap="none" anchor="t" anchorCtr="0">
            <a:spAutoFit/>
          </a:bodyPr>
          <a:p>
            <a:pPr eaLnBrk="0" hangingPunct="0">
              <a:buClrTx/>
              <a:buFontTx/>
            </a:pPr>
            <a:r>
              <a:rPr lang="en-US" altLang="zh-CN" sz="2000" i="0" dirty="0">
                <a:latin typeface="Comic Sans MS" panose="030F0702030302020204" pitchFamily="66" charset="0"/>
                <a:ea typeface="宋体" panose="02010600030101010101" pitchFamily="2" charset="-122"/>
              </a:rPr>
              <a:t>ARPAnet</a:t>
            </a:r>
            <a:endParaRPr lang="en-US" altLang="zh-CN" sz="2000" i="0" dirty="0">
              <a:latin typeface="Comic Sans MS" panose="030F0702030302020204" pitchFamily="66" charset="0"/>
              <a:ea typeface="宋体" panose="02010600030101010101" pitchFamily="2" charset="-122"/>
            </a:endParaRPr>
          </a:p>
        </p:txBody>
      </p:sp>
      <p:sp>
        <p:nvSpPr>
          <p:cNvPr id="171084" name="Text Box 75"/>
          <p:cNvSpPr txBox="1"/>
          <p:nvPr/>
        </p:nvSpPr>
        <p:spPr>
          <a:xfrm>
            <a:off x="5494338" y="5713413"/>
            <a:ext cx="1635125" cy="396875"/>
          </a:xfrm>
          <a:prstGeom prst="rect">
            <a:avLst/>
          </a:prstGeom>
          <a:noFill/>
          <a:ln w="9525">
            <a:noFill/>
          </a:ln>
        </p:spPr>
        <p:txBody>
          <a:bodyPr wrap="none" anchor="t" anchorCtr="0">
            <a:spAutoFit/>
          </a:bodyPr>
          <a:p>
            <a:pPr eaLnBrk="0" hangingPunct="0">
              <a:buClrTx/>
              <a:buFontTx/>
            </a:pPr>
            <a:r>
              <a:rPr lang="en-US" altLang="zh-CN" sz="2000" i="0" dirty="0">
                <a:latin typeface="Comic Sans MS" panose="030F0702030302020204" pitchFamily="66" charset="0"/>
                <a:ea typeface="宋体" panose="02010600030101010101" pitchFamily="2" charset="-122"/>
              </a:rPr>
              <a:t>satellite net</a:t>
            </a:r>
            <a:endParaRPr lang="en-US" altLang="zh-CN" sz="2000" i="0" dirty="0">
              <a:latin typeface="Comic Sans MS" panose="030F0702030302020204" pitchFamily="66" charset="0"/>
              <a:ea typeface="宋体" panose="02010600030101010101" pitchFamily="2" charset="-122"/>
            </a:endParaRPr>
          </a:p>
        </p:txBody>
      </p:sp>
      <p:graphicFrame>
        <p:nvGraphicFramePr>
          <p:cNvPr id="171085" name="Object 82"/>
          <p:cNvGraphicFramePr>
            <a:graphicFrameLocks noChangeAspect="1"/>
          </p:cNvGraphicFramePr>
          <p:nvPr/>
        </p:nvGraphicFramePr>
        <p:xfrm>
          <a:off x="6743700" y="4173538"/>
          <a:ext cx="417513" cy="331787"/>
        </p:xfrm>
        <a:graphic>
          <a:graphicData uri="http://schemas.openxmlformats.org/presentationml/2006/ole">
            <mc:AlternateContent xmlns:mc="http://schemas.openxmlformats.org/markup-compatibility/2006">
              <mc:Choice xmlns:v="urn:schemas-microsoft-com:vml" Requires="v">
                <p:oleObj spid="_x0000_s3198" name="" r:id="rId11" imgW="1307465" imgH="1083945" progId="MS_ClipArt_Gallery.2">
                  <p:embed/>
                </p:oleObj>
              </mc:Choice>
              <mc:Fallback>
                <p:oleObj name="" r:id="rId11" imgW="1307465" imgH="1083945" progId="MS_ClipArt_Gallery.2">
                  <p:embed/>
                  <p:pic>
                    <p:nvPicPr>
                      <p:cNvPr id="0" name="图片 3197"/>
                      <p:cNvPicPr/>
                      <p:nvPr/>
                    </p:nvPicPr>
                    <p:blipFill>
                      <a:blip r:embed="rId2"/>
                      <a:stretch>
                        <a:fillRect/>
                      </a:stretch>
                    </p:blipFill>
                    <p:spPr>
                      <a:xfrm>
                        <a:off x="6743700" y="4173538"/>
                        <a:ext cx="417513" cy="331787"/>
                      </a:xfrm>
                      <a:prstGeom prst="rect">
                        <a:avLst/>
                      </a:prstGeom>
                      <a:noFill/>
                      <a:ln w="38100">
                        <a:noFill/>
                        <a:miter/>
                      </a:ln>
                    </p:spPr>
                  </p:pic>
                </p:oleObj>
              </mc:Fallback>
            </mc:AlternateContent>
          </a:graphicData>
        </a:graphic>
      </p:graphicFrame>
      <p:graphicFrame>
        <p:nvGraphicFramePr>
          <p:cNvPr id="171086" name="Object 83"/>
          <p:cNvGraphicFramePr>
            <a:graphicFrameLocks noChangeAspect="1"/>
          </p:cNvGraphicFramePr>
          <p:nvPr/>
        </p:nvGraphicFramePr>
        <p:xfrm>
          <a:off x="1104900" y="4338638"/>
          <a:ext cx="417513" cy="331787"/>
        </p:xfrm>
        <a:graphic>
          <a:graphicData uri="http://schemas.openxmlformats.org/presentationml/2006/ole">
            <mc:AlternateContent xmlns:mc="http://schemas.openxmlformats.org/markup-compatibility/2006">
              <mc:Choice xmlns:v="urn:schemas-microsoft-com:vml" Requires="v">
                <p:oleObj spid="_x0000_s3194" name="" r:id="rId12" imgW="1307465" imgH="1083945" progId="MS_ClipArt_Gallery.2">
                  <p:embed/>
                </p:oleObj>
              </mc:Choice>
              <mc:Fallback>
                <p:oleObj name="" r:id="rId12" imgW="1307465" imgH="1083945" progId="MS_ClipArt_Gallery.2">
                  <p:embed/>
                  <p:pic>
                    <p:nvPicPr>
                      <p:cNvPr id="0" name="图片 3193"/>
                      <p:cNvPicPr/>
                      <p:nvPr/>
                    </p:nvPicPr>
                    <p:blipFill>
                      <a:blip r:embed="rId2"/>
                      <a:stretch>
                        <a:fillRect/>
                      </a:stretch>
                    </p:blipFill>
                    <p:spPr>
                      <a:xfrm>
                        <a:off x="1104900" y="4338638"/>
                        <a:ext cx="417513" cy="331787"/>
                      </a:xfrm>
                      <a:prstGeom prst="rect">
                        <a:avLst/>
                      </a:prstGeom>
                      <a:noFill/>
                      <a:ln w="38100">
                        <a:noFill/>
                        <a:miter/>
                      </a:ln>
                    </p:spPr>
                  </p:pic>
                </p:oleObj>
              </mc:Fallback>
            </mc:AlternateContent>
          </a:graphicData>
        </a:graphic>
      </p:graphicFrame>
      <p:sp>
        <p:nvSpPr>
          <p:cNvPr id="171087" name="Rectangle 86"/>
          <p:cNvSpPr/>
          <p:nvPr/>
        </p:nvSpPr>
        <p:spPr>
          <a:xfrm>
            <a:off x="258763" y="6130925"/>
            <a:ext cx="4067175" cy="639763"/>
          </a:xfrm>
          <a:prstGeom prst="rect">
            <a:avLst/>
          </a:prstGeom>
          <a:noFill/>
          <a:ln w="9525">
            <a:noFill/>
          </a:ln>
        </p:spPr>
        <p:txBody>
          <a:bodyPr wrap="none" anchor="t" anchorCtr="0">
            <a:spAutoFit/>
          </a:bodyPr>
          <a:p>
            <a:pPr eaLnBrk="0" hangingPunct="0">
              <a:buClrTx/>
              <a:buFontTx/>
            </a:pPr>
            <a:r>
              <a:rPr lang="en-US" altLang="zh-CN" sz="1200" i="0" dirty="0">
                <a:latin typeface="Arial" panose="020B0604020202020204" pitchFamily="34" charset="0"/>
                <a:ea typeface="宋体" panose="02010600030101010101" pitchFamily="2" charset="-122"/>
              </a:rPr>
              <a:t>"A Protocol for Packet Network Intercommunication", </a:t>
            </a:r>
            <a:endParaRPr lang="en-US" altLang="zh-CN" sz="1200" i="0" dirty="0">
              <a:latin typeface="Arial" panose="020B0604020202020204" pitchFamily="34" charset="0"/>
              <a:ea typeface="宋体" panose="02010600030101010101" pitchFamily="2" charset="-122"/>
            </a:endParaRPr>
          </a:p>
          <a:p>
            <a:pPr eaLnBrk="0" hangingPunct="0">
              <a:buClrTx/>
              <a:buFontTx/>
            </a:pPr>
            <a:r>
              <a:rPr lang="en-US" altLang="zh-CN" sz="1200" i="0" dirty="0">
                <a:latin typeface="Arial" panose="020B0604020202020204" pitchFamily="34" charset="0"/>
                <a:ea typeface="宋体" panose="02010600030101010101" pitchFamily="2" charset="-122"/>
              </a:rPr>
              <a:t>V. Cerf, R. Kahn, IEEE Transactions on Communications,</a:t>
            </a:r>
            <a:endParaRPr lang="en-US" altLang="zh-CN" sz="1200" i="0" dirty="0">
              <a:latin typeface="Arial" panose="020B0604020202020204" pitchFamily="34" charset="0"/>
              <a:ea typeface="宋体" panose="02010600030101010101" pitchFamily="2" charset="-122"/>
            </a:endParaRPr>
          </a:p>
          <a:p>
            <a:pPr eaLnBrk="0" hangingPunct="0">
              <a:buClrTx/>
              <a:buFontTx/>
            </a:pPr>
            <a:r>
              <a:rPr lang="en-US" altLang="zh-CN" sz="1200" i="0" dirty="0">
                <a:latin typeface="Arial" panose="020B0604020202020204" pitchFamily="34" charset="0"/>
                <a:ea typeface="宋体" panose="02010600030101010101" pitchFamily="2" charset="-122"/>
              </a:rPr>
              <a:t> May, 1974, pp. 637-648.</a:t>
            </a:r>
            <a:endParaRPr lang="en-US" altLang="zh-CN" sz="1200" i="0" dirty="0">
              <a:latin typeface="Arial" panose="020B0604020202020204" pitchFamily="34" charset="0"/>
              <a:ea typeface="宋体" panose="02010600030101010101" pitchFamily="2" charset="-122"/>
            </a:endParaRPr>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73057"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73058"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73059" name="Rectangle 2"/>
          <p:cNvSpPr>
            <a:spLocks noGrp="1"/>
          </p:cNvSpPr>
          <p:nvPr>
            <p:ph type="title"/>
          </p:nvPr>
        </p:nvSpPr>
        <p:spPr>
          <a:xfrm>
            <a:off x="533400" y="228600"/>
            <a:ext cx="8077200" cy="1143000"/>
          </a:xfrm>
          <a:ln/>
        </p:spPr>
        <p:txBody>
          <a:bodyPr vert="horz" wrap="square" lIns="91440" tIns="45720" rIns="91440" bIns="45720" anchor="ctr" anchorCtr="0"/>
          <a:p>
            <a:r>
              <a:rPr lang="en-US" altLang="zh-CN" sz="3600" dirty="0">
                <a:ea typeface="宋体" panose="02010600030101010101" pitchFamily="2" charset="-122"/>
              </a:rPr>
              <a:t>The Internet: virtualizing networks</a:t>
            </a:r>
            <a:endParaRPr lang="en-US" altLang="zh-CN" sz="3600" dirty="0">
              <a:ea typeface="宋体" panose="02010600030101010101" pitchFamily="2" charset="-122"/>
            </a:endParaRPr>
          </a:p>
        </p:txBody>
      </p:sp>
      <p:sp>
        <p:nvSpPr>
          <p:cNvPr id="173060" name="Freeform 5"/>
          <p:cNvSpPr/>
          <p:nvPr/>
        </p:nvSpPr>
        <p:spPr>
          <a:xfrm>
            <a:off x="5322888" y="3963988"/>
            <a:ext cx="2170112" cy="182562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367" h="1150">
                <a:moveTo>
                  <a:pt x="210" y="101"/>
                </a:moveTo>
                <a:cubicBezTo>
                  <a:pt x="105" y="107"/>
                  <a:pt x="61" y="155"/>
                  <a:pt x="31" y="227"/>
                </a:cubicBezTo>
                <a:cubicBezTo>
                  <a:pt x="0" y="299"/>
                  <a:pt x="23" y="441"/>
                  <a:pt x="25" y="535"/>
                </a:cubicBezTo>
                <a:cubicBezTo>
                  <a:pt x="28" y="629"/>
                  <a:pt x="15" y="743"/>
                  <a:pt x="46" y="792"/>
                </a:cubicBezTo>
                <a:cubicBezTo>
                  <a:pt x="78" y="841"/>
                  <a:pt x="128" y="785"/>
                  <a:pt x="215" y="827"/>
                </a:cubicBezTo>
                <a:cubicBezTo>
                  <a:pt x="302" y="869"/>
                  <a:pt x="458" y="993"/>
                  <a:pt x="567" y="1044"/>
                </a:cubicBezTo>
                <a:cubicBezTo>
                  <a:pt x="677" y="1095"/>
                  <a:pt x="792" y="1150"/>
                  <a:pt x="873" y="1135"/>
                </a:cubicBezTo>
                <a:cubicBezTo>
                  <a:pt x="953" y="1120"/>
                  <a:pt x="1011" y="1064"/>
                  <a:pt x="1051" y="953"/>
                </a:cubicBezTo>
                <a:cubicBezTo>
                  <a:pt x="1092" y="842"/>
                  <a:pt x="1077" y="617"/>
                  <a:pt x="1115" y="469"/>
                </a:cubicBezTo>
                <a:cubicBezTo>
                  <a:pt x="1153" y="321"/>
                  <a:pt x="1367" y="134"/>
                  <a:pt x="1278" y="67"/>
                </a:cubicBezTo>
                <a:cubicBezTo>
                  <a:pt x="1189" y="0"/>
                  <a:pt x="760" y="61"/>
                  <a:pt x="582" y="67"/>
                </a:cubicBezTo>
                <a:cubicBezTo>
                  <a:pt x="404" y="73"/>
                  <a:pt x="287" y="94"/>
                  <a:pt x="210" y="101"/>
                </a:cubicBezTo>
                <a:close/>
              </a:path>
            </a:pathLst>
          </a:custGeom>
          <a:solidFill>
            <a:srgbClr val="FFCCFF"/>
          </a:solidFill>
          <a:ln w="9525">
            <a:noFill/>
          </a:ln>
        </p:spPr>
        <p:txBody>
          <a:bodyPr/>
          <a:p>
            <a:endParaRPr lang="zh-CN" altLang="en-US"/>
          </a:p>
        </p:txBody>
      </p:sp>
      <p:sp>
        <p:nvSpPr>
          <p:cNvPr id="173061" name="Freeform 6"/>
          <p:cNvSpPr/>
          <p:nvPr/>
        </p:nvSpPr>
        <p:spPr>
          <a:xfrm>
            <a:off x="823913" y="4035425"/>
            <a:ext cx="3216275" cy="16748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026" h="1055">
                <a:moveTo>
                  <a:pt x="136" y="462"/>
                </a:moveTo>
                <a:cubicBezTo>
                  <a:pt x="101" y="364"/>
                  <a:pt x="0" y="195"/>
                  <a:pt x="144" y="142"/>
                </a:cubicBezTo>
                <a:cubicBezTo>
                  <a:pt x="288" y="89"/>
                  <a:pt x="773" y="165"/>
                  <a:pt x="1000" y="142"/>
                </a:cubicBezTo>
                <a:cubicBezTo>
                  <a:pt x="1227" y="119"/>
                  <a:pt x="1346" y="0"/>
                  <a:pt x="1504" y="6"/>
                </a:cubicBezTo>
                <a:cubicBezTo>
                  <a:pt x="1662" y="12"/>
                  <a:pt x="1874" y="44"/>
                  <a:pt x="1950" y="176"/>
                </a:cubicBezTo>
                <a:cubicBezTo>
                  <a:pt x="2026" y="308"/>
                  <a:pt x="1997" y="658"/>
                  <a:pt x="1961" y="796"/>
                </a:cubicBezTo>
                <a:cubicBezTo>
                  <a:pt x="1925" y="934"/>
                  <a:pt x="1882" y="966"/>
                  <a:pt x="1736" y="1006"/>
                </a:cubicBezTo>
                <a:cubicBezTo>
                  <a:pt x="1590" y="1046"/>
                  <a:pt x="1252" y="1055"/>
                  <a:pt x="1088" y="1038"/>
                </a:cubicBezTo>
                <a:cubicBezTo>
                  <a:pt x="924" y="1021"/>
                  <a:pt x="820" y="975"/>
                  <a:pt x="752" y="902"/>
                </a:cubicBezTo>
                <a:cubicBezTo>
                  <a:pt x="684" y="829"/>
                  <a:pt x="783" y="671"/>
                  <a:pt x="680" y="598"/>
                </a:cubicBezTo>
                <a:cubicBezTo>
                  <a:pt x="577" y="525"/>
                  <a:pt x="249" y="490"/>
                  <a:pt x="136" y="462"/>
                </a:cubicBezTo>
                <a:close/>
              </a:path>
            </a:pathLst>
          </a:custGeom>
          <a:solidFill>
            <a:srgbClr val="66FFFF"/>
          </a:solidFill>
          <a:ln w="9525">
            <a:noFill/>
          </a:ln>
        </p:spPr>
        <p:txBody>
          <a:bodyPr/>
          <a:p>
            <a:endParaRPr lang="zh-CN" altLang="en-US"/>
          </a:p>
        </p:txBody>
      </p:sp>
      <p:graphicFrame>
        <p:nvGraphicFramePr>
          <p:cNvPr id="173062" name="Object 7"/>
          <p:cNvGraphicFramePr>
            <a:graphicFrameLocks noChangeAspect="1"/>
          </p:cNvGraphicFramePr>
          <p:nvPr/>
        </p:nvGraphicFramePr>
        <p:xfrm>
          <a:off x="3386138" y="5056188"/>
          <a:ext cx="415925" cy="330200"/>
        </p:xfrm>
        <a:graphic>
          <a:graphicData uri="http://schemas.openxmlformats.org/presentationml/2006/ole">
            <mc:AlternateContent xmlns:mc="http://schemas.openxmlformats.org/markup-compatibility/2006">
              <mc:Choice xmlns:v="urn:schemas-microsoft-com:vml" Requires="v">
                <p:oleObj spid="_x0000_s3195" name="" r:id="rId1" imgW="1307465" imgH="1083945" progId="MS_ClipArt_Gallery.5">
                  <p:embed/>
                </p:oleObj>
              </mc:Choice>
              <mc:Fallback>
                <p:oleObj name="" r:id="rId1" imgW="1307465" imgH="1083945" progId="MS_ClipArt_Gallery.5">
                  <p:embed/>
                  <p:pic>
                    <p:nvPicPr>
                      <p:cNvPr id="0" name="图片 3194"/>
                      <p:cNvPicPr/>
                      <p:nvPr/>
                    </p:nvPicPr>
                    <p:blipFill>
                      <a:blip r:embed="rId2"/>
                      <a:stretch>
                        <a:fillRect/>
                      </a:stretch>
                    </p:blipFill>
                    <p:spPr>
                      <a:xfrm>
                        <a:off x="3386138" y="5056188"/>
                        <a:ext cx="415925" cy="330200"/>
                      </a:xfrm>
                      <a:prstGeom prst="rect">
                        <a:avLst/>
                      </a:prstGeom>
                      <a:noFill/>
                      <a:ln w="38100">
                        <a:noFill/>
                        <a:miter/>
                      </a:ln>
                    </p:spPr>
                  </p:pic>
                </p:oleObj>
              </mc:Fallback>
            </mc:AlternateContent>
          </a:graphicData>
        </a:graphic>
      </p:graphicFrame>
      <p:graphicFrame>
        <p:nvGraphicFramePr>
          <p:cNvPr id="173063" name="Object 8"/>
          <p:cNvGraphicFramePr>
            <a:graphicFrameLocks noChangeAspect="1"/>
          </p:cNvGraphicFramePr>
          <p:nvPr/>
        </p:nvGraphicFramePr>
        <p:xfrm>
          <a:off x="2713038" y="5232400"/>
          <a:ext cx="415925" cy="330200"/>
        </p:xfrm>
        <a:graphic>
          <a:graphicData uri="http://schemas.openxmlformats.org/presentationml/2006/ole">
            <mc:AlternateContent xmlns:mc="http://schemas.openxmlformats.org/markup-compatibility/2006">
              <mc:Choice xmlns:v="urn:schemas-microsoft-com:vml" Requires="v">
                <p:oleObj spid="_x0000_s3200" name="" r:id="rId3" imgW="1307465" imgH="1083945" progId="MS_ClipArt_Gallery.2">
                  <p:embed/>
                </p:oleObj>
              </mc:Choice>
              <mc:Fallback>
                <p:oleObj name="" r:id="rId3" imgW="1307465" imgH="1083945" progId="MS_ClipArt_Gallery.2">
                  <p:embed/>
                  <p:pic>
                    <p:nvPicPr>
                      <p:cNvPr id="0" name="图片 3199"/>
                      <p:cNvPicPr/>
                      <p:nvPr/>
                    </p:nvPicPr>
                    <p:blipFill>
                      <a:blip r:embed="rId2"/>
                      <a:stretch>
                        <a:fillRect/>
                      </a:stretch>
                    </p:blipFill>
                    <p:spPr>
                      <a:xfrm>
                        <a:off x="2713038" y="5232400"/>
                        <a:ext cx="415925" cy="330200"/>
                      </a:xfrm>
                      <a:prstGeom prst="rect">
                        <a:avLst/>
                      </a:prstGeom>
                      <a:noFill/>
                      <a:ln w="38100">
                        <a:noFill/>
                        <a:miter/>
                      </a:ln>
                    </p:spPr>
                  </p:pic>
                </p:oleObj>
              </mc:Fallback>
            </mc:AlternateContent>
          </a:graphicData>
        </a:graphic>
      </p:graphicFrame>
      <p:sp>
        <p:nvSpPr>
          <p:cNvPr id="173064" name="Line 9"/>
          <p:cNvSpPr/>
          <p:nvPr/>
        </p:nvSpPr>
        <p:spPr>
          <a:xfrm flipV="1">
            <a:off x="1719263" y="4476750"/>
            <a:ext cx="93662" cy="3175"/>
          </a:xfrm>
          <a:prstGeom prst="line">
            <a:avLst/>
          </a:prstGeom>
          <a:ln w="12700" cap="flat" cmpd="sng">
            <a:solidFill>
              <a:schemeClr val="tx1"/>
            </a:solidFill>
            <a:prstDash val="solid"/>
            <a:round/>
            <a:headEnd type="none" w="med" len="med"/>
            <a:tailEnd type="none" w="med" len="med"/>
          </a:ln>
        </p:spPr>
      </p:sp>
      <p:sp>
        <p:nvSpPr>
          <p:cNvPr id="173065" name="Line 10"/>
          <p:cNvSpPr/>
          <p:nvPr/>
        </p:nvSpPr>
        <p:spPr>
          <a:xfrm>
            <a:off x="1990725" y="4560888"/>
            <a:ext cx="633413" cy="347662"/>
          </a:xfrm>
          <a:prstGeom prst="line">
            <a:avLst/>
          </a:prstGeom>
          <a:ln w="12700" cap="flat" cmpd="sng">
            <a:solidFill>
              <a:schemeClr val="tx1"/>
            </a:solidFill>
            <a:prstDash val="solid"/>
            <a:round/>
            <a:headEnd type="none" w="med" len="med"/>
            <a:tailEnd type="none" w="med" len="med"/>
          </a:ln>
        </p:spPr>
      </p:sp>
      <p:sp>
        <p:nvSpPr>
          <p:cNvPr id="173066" name="Line 11"/>
          <p:cNvSpPr/>
          <p:nvPr/>
        </p:nvSpPr>
        <p:spPr>
          <a:xfrm flipH="1">
            <a:off x="3116263" y="4519613"/>
            <a:ext cx="279400" cy="392112"/>
          </a:xfrm>
          <a:prstGeom prst="line">
            <a:avLst/>
          </a:prstGeom>
          <a:ln w="12700" cap="flat" cmpd="sng">
            <a:solidFill>
              <a:schemeClr val="tx1"/>
            </a:solidFill>
            <a:prstDash val="solid"/>
            <a:round/>
            <a:headEnd type="none" w="med" len="med"/>
            <a:tailEnd type="none" w="med" len="med"/>
          </a:ln>
        </p:spPr>
      </p:sp>
      <p:grpSp>
        <p:nvGrpSpPr>
          <p:cNvPr id="173067" name="Group 12"/>
          <p:cNvGrpSpPr/>
          <p:nvPr/>
        </p:nvGrpSpPr>
        <p:grpSpPr>
          <a:xfrm>
            <a:off x="6473825" y="4262438"/>
            <a:ext cx="268288" cy="487362"/>
            <a:chOff x="3903" y="2225"/>
            <a:chExt cx="169" cy="307"/>
          </a:xfrm>
        </p:grpSpPr>
        <p:graphicFrame>
          <p:nvGraphicFramePr>
            <p:cNvPr id="173068" name="Object 13"/>
            <p:cNvGraphicFramePr>
              <a:graphicFrameLocks noChangeAspect="1"/>
            </p:cNvGraphicFramePr>
            <p:nvPr/>
          </p:nvGraphicFramePr>
          <p:xfrm>
            <a:off x="3908" y="2225"/>
            <a:ext cx="128" cy="152"/>
          </p:xfrm>
          <a:graphic>
            <a:graphicData uri="http://schemas.openxmlformats.org/presentationml/2006/ole">
              <mc:AlternateContent xmlns:mc="http://schemas.openxmlformats.org/markup-compatibility/2006">
                <mc:Choice xmlns:v="urn:schemas-microsoft-com:vml" Requires="v">
                  <p:oleObj spid="_x0000_s3202" name="" r:id="rId4" imgW="982980" imgH="1208405" progId="MS_ClipArt_Gallery.2">
                    <p:embed/>
                  </p:oleObj>
                </mc:Choice>
                <mc:Fallback>
                  <p:oleObj name="" r:id="rId4" imgW="982980" imgH="1208405" progId="MS_ClipArt_Gallery.2">
                    <p:embed/>
                    <p:pic>
                      <p:nvPicPr>
                        <p:cNvPr id="0" name="图片 3201"/>
                        <p:cNvPicPr/>
                        <p:nvPr/>
                      </p:nvPicPr>
                      <p:blipFill>
                        <a:blip r:embed="rId5"/>
                        <a:stretch>
                          <a:fillRect/>
                        </a:stretch>
                      </p:blipFill>
                      <p:spPr>
                        <a:xfrm>
                          <a:off x="3908" y="2225"/>
                          <a:ext cx="128" cy="152"/>
                        </a:xfrm>
                        <a:prstGeom prst="rect">
                          <a:avLst/>
                        </a:prstGeom>
                        <a:noFill/>
                        <a:ln w="38100">
                          <a:noFill/>
                          <a:miter/>
                        </a:ln>
                      </p:spPr>
                    </p:pic>
                  </p:oleObj>
                </mc:Fallback>
              </mc:AlternateContent>
            </a:graphicData>
          </a:graphic>
        </p:graphicFrame>
        <p:sp>
          <p:nvSpPr>
            <p:cNvPr id="173069" name="Rectangle 14"/>
            <p:cNvSpPr/>
            <p:nvPr/>
          </p:nvSpPr>
          <p:spPr>
            <a:xfrm>
              <a:off x="3903" y="2378"/>
              <a:ext cx="169" cy="154"/>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73070" name="Line 15"/>
          <p:cNvSpPr/>
          <p:nvPr/>
        </p:nvSpPr>
        <p:spPr>
          <a:xfrm>
            <a:off x="2974975" y="5000625"/>
            <a:ext cx="0" cy="228600"/>
          </a:xfrm>
          <a:prstGeom prst="line">
            <a:avLst/>
          </a:prstGeom>
          <a:ln w="12700" cap="flat" cmpd="sng">
            <a:solidFill>
              <a:schemeClr val="tx1"/>
            </a:solidFill>
            <a:prstDash val="solid"/>
            <a:round/>
            <a:headEnd type="none" w="med" len="med"/>
            <a:tailEnd type="none" w="med" len="med"/>
          </a:ln>
        </p:spPr>
      </p:sp>
      <p:sp>
        <p:nvSpPr>
          <p:cNvPr id="173071" name="Line 16"/>
          <p:cNvSpPr/>
          <p:nvPr/>
        </p:nvSpPr>
        <p:spPr>
          <a:xfrm rot="5400000" flipH="1">
            <a:off x="3308350" y="4797425"/>
            <a:ext cx="612775" cy="0"/>
          </a:xfrm>
          <a:prstGeom prst="line">
            <a:avLst/>
          </a:prstGeom>
          <a:ln w="12700" cap="flat" cmpd="sng">
            <a:solidFill>
              <a:schemeClr val="tx1"/>
            </a:solidFill>
            <a:prstDash val="solid"/>
            <a:round/>
            <a:headEnd type="none" w="med" len="med"/>
            <a:tailEnd type="none" w="med" len="med"/>
          </a:ln>
        </p:spPr>
      </p:sp>
      <p:grpSp>
        <p:nvGrpSpPr>
          <p:cNvPr id="173072" name="Group 17"/>
          <p:cNvGrpSpPr/>
          <p:nvPr/>
        </p:nvGrpSpPr>
        <p:grpSpPr>
          <a:xfrm>
            <a:off x="3225800" y="4279900"/>
            <a:ext cx="501650" cy="234950"/>
            <a:chOff x="3600" y="219"/>
            <a:chExt cx="360" cy="175"/>
          </a:xfrm>
        </p:grpSpPr>
        <p:sp>
          <p:nvSpPr>
            <p:cNvPr id="173073" name="Oval 18"/>
            <p:cNvSpPr/>
            <p:nvPr/>
          </p:nvSpPr>
          <p:spPr>
            <a:xfrm>
              <a:off x="3603" y="297"/>
              <a:ext cx="357" cy="97"/>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73074" name="Line 19"/>
            <p:cNvSpPr/>
            <p:nvPr/>
          </p:nvSpPr>
          <p:spPr>
            <a:xfrm>
              <a:off x="3603" y="289"/>
              <a:ext cx="0" cy="60"/>
            </a:xfrm>
            <a:prstGeom prst="line">
              <a:avLst/>
            </a:prstGeom>
            <a:ln w="12700" cap="flat" cmpd="sng">
              <a:solidFill>
                <a:schemeClr val="tx1"/>
              </a:solidFill>
              <a:prstDash val="solid"/>
              <a:round/>
              <a:headEnd type="none" w="med" len="med"/>
              <a:tailEnd type="none" w="med" len="med"/>
            </a:ln>
          </p:spPr>
        </p:sp>
        <p:sp>
          <p:nvSpPr>
            <p:cNvPr id="173075" name="Line 20"/>
            <p:cNvSpPr/>
            <p:nvPr/>
          </p:nvSpPr>
          <p:spPr>
            <a:xfrm>
              <a:off x="3960" y="289"/>
              <a:ext cx="0" cy="60"/>
            </a:xfrm>
            <a:prstGeom prst="line">
              <a:avLst/>
            </a:prstGeom>
            <a:ln w="12700" cap="flat" cmpd="sng">
              <a:solidFill>
                <a:schemeClr val="tx1"/>
              </a:solidFill>
              <a:prstDash val="solid"/>
              <a:round/>
              <a:headEnd type="none" w="med" len="med"/>
              <a:tailEnd type="none" w="med" len="med"/>
            </a:ln>
          </p:spPr>
        </p:sp>
        <p:sp>
          <p:nvSpPr>
            <p:cNvPr id="173076" name="Rectangle 21"/>
            <p:cNvSpPr/>
            <p:nvPr/>
          </p:nvSpPr>
          <p:spPr>
            <a:xfrm>
              <a:off x="3603" y="289"/>
              <a:ext cx="354" cy="59"/>
            </a:xfrm>
            <a:prstGeom prst="rect">
              <a:avLst/>
            </a:prstGeom>
            <a:solidFill>
              <a:schemeClr val="hlink"/>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73077" name="Oval 22"/>
            <p:cNvSpPr/>
            <p:nvPr/>
          </p:nvSpPr>
          <p:spPr>
            <a:xfrm>
              <a:off x="3600" y="219"/>
              <a:ext cx="357" cy="113"/>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73078" name="Group 23"/>
            <p:cNvGrpSpPr/>
            <p:nvPr/>
          </p:nvGrpSpPr>
          <p:grpSpPr>
            <a:xfrm>
              <a:off x="3686" y="244"/>
              <a:ext cx="177" cy="66"/>
              <a:chOff x="2848" y="848"/>
              <a:chExt cx="140" cy="98"/>
            </a:xfrm>
          </p:grpSpPr>
          <p:sp>
            <p:nvSpPr>
              <p:cNvPr id="173079" name="Line 24"/>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73080" name="Line 25"/>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73081" name="Line 26"/>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173082" name="Group 27"/>
            <p:cNvGrpSpPr/>
            <p:nvPr/>
          </p:nvGrpSpPr>
          <p:grpSpPr>
            <a:xfrm flipV="1">
              <a:off x="3686" y="243"/>
              <a:ext cx="177" cy="66"/>
              <a:chOff x="2848" y="848"/>
              <a:chExt cx="140" cy="98"/>
            </a:xfrm>
          </p:grpSpPr>
          <p:sp>
            <p:nvSpPr>
              <p:cNvPr id="173083" name="Line 28"/>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73084" name="Line 29"/>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73085" name="Line 30"/>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grpSp>
        <p:nvGrpSpPr>
          <p:cNvPr id="173086" name="Group 31"/>
          <p:cNvGrpSpPr/>
          <p:nvPr/>
        </p:nvGrpSpPr>
        <p:grpSpPr>
          <a:xfrm>
            <a:off x="2616200" y="4768850"/>
            <a:ext cx="500063" cy="233363"/>
            <a:chOff x="3600" y="219"/>
            <a:chExt cx="360" cy="175"/>
          </a:xfrm>
        </p:grpSpPr>
        <p:sp>
          <p:nvSpPr>
            <p:cNvPr id="173087" name="Oval 32"/>
            <p:cNvSpPr/>
            <p:nvPr/>
          </p:nvSpPr>
          <p:spPr>
            <a:xfrm>
              <a:off x="3603" y="297"/>
              <a:ext cx="357" cy="97"/>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73088" name="Line 33"/>
            <p:cNvSpPr/>
            <p:nvPr/>
          </p:nvSpPr>
          <p:spPr>
            <a:xfrm>
              <a:off x="3603" y="289"/>
              <a:ext cx="0" cy="60"/>
            </a:xfrm>
            <a:prstGeom prst="line">
              <a:avLst/>
            </a:prstGeom>
            <a:ln w="12700" cap="flat" cmpd="sng">
              <a:solidFill>
                <a:schemeClr val="tx1"/>
              </a:solidFill>
              <a:prstDash val="solid"/>
              <a:round/>
              <a:headEnd type="none" w="med" len="med"/>
              <a:tailEnd type="none" w="med" len="med"/>
            </a:ln>
          </p:spPr>
        </p:sp>
        <p:sp>
          <p:nvSpPr>
            <p:cNvPr id="173089" name="Line 34"/>
            <p:cNvSpPr/>
            <p:nvPr/>
          </p:nvSpPr>
          <p:spPr>
            <a:xfrm>
              <a:off x="3960" y="289"/>
              <a:ext cx="0" cy="60"/>
            </a:xfrm>
            <a:prstGeom prst="line">
              <a:avLst/>
            </a:prstGeom>
            <a:ln w="12700" cap="flat" cmpd="sng">
              <a:solidFill>
                <a:schemeClr val="tx1"/>
              </a:solidFill>
              <a:prstDash val="solid"/>
              <a:round/>
              <a:headEnd type="none" w="med" len="med"/>
              <a:tailEnd type="none" w="med" len="med"/>
            </a:ln>
          </p:spPr>
        </p:sp>
        <p:sp>
          <p:nvSpPr>
            <p:cNvPr id="173090" name="Rectangle 35"/>
            <p:cNvSpPr/>
            <p:nvPr/>
          </p:nvSpPr>
          <p:spPr>
            <a:xfrm>
              <a:off x="3603" y="289"/>
              <a:ext cx="354" cy="59"/>
            </a:xfrm>
            <a:prstGeom prst="rect">
              <a:avLst/>
            </a:prstGeom>
            <a:solidFill>
              <a:schemeClr val="hlink"/>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73091" name="Oval 36"/>
            <p:cNvSpPr/>
            <p:nvPr/>
          </p:nvSpPr>
          <p:spPr>
            <a:xfrm>
              <a:off x="3600" y="219"/>
              <a:ext cx="357" cy="113"/>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73092" name="Group 37"/>
            <p:cNvGrpSpPr/>
            <p:nvPr/>
          </p:nvGrpSpPr>
          <p:grpSpPr>
            <a:xfrm>
              <a:off x="3686" y="244"/>
              <a:ext cx="177" cy="66"/>
              <a:chOff x="2848" y="848"/>
              <a:chExt cx="140" cy="98"/>
            </a:xfrm>
          </p:grpSpPr>
          <p:sp>
            <p:nvSpPr>
              <p:cNvPr id="173093" name="Line 38"/>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73094" name="Line 39"/>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73095" name="Line 40"/>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173096" name="Group 41"/>
            <p:cNvGrpSpPr/>
            <p:nvPr/>
          </p:nvGrpSpPr>
          <p:grpSpPr>
            <a:xfrm flipV="1">
              <a:off x="3686" y="243"/>
              <a:ext cx="177" cy="66"/>
              <a:chOff x="2848" y="848"/>
              <a:chExt cx="140" cy="98"/>
            </a:xfrm>
          </p:grpSpPr>
          <p:sp>
            <p:nvSpPr>
              <p:cNvPr id="173097" name="Line 42"/>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73098" name="Line 43"/>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73099" name="Line 44"/>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grpSp>
        <p:nvGrpSpPr>
          <p:cNvPr id="173100" name="Group 45"/>
          <p:cNvGrpSpPr/>
          <p:nvPr/>
        </p:nvGrpSpPr>
        <p:grpSpPr>
          <a:xfrm>
            <a:off x="1673225" y="4392613"/>
            <a:ext cx="501650" cy="233362"/>
            <a:chOff x="3600" y="219"/>
            <a:chExt cx="360" cy="175"/>
          </a:xfrm>
        </p:grpSpPr>
        <p:sp>
          <p:nvSpPr>
            <p:cNvPr id="173101" name="Oval 46"/>
            <p:cNvSpPr/>
            <p:nvPr/>
          </p:nvSpPr>
          <p:spPr>
            <a:xfrm>
              <a:off x="3603" y="297"/>
              <a:ext cx="357" cy="97"/>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73102" name="Line 47"/>
            <p:cNvSpPr/>
            <p:nvPr/>
          </p:nvSpPr>
          <p:spPr>
            <a:xfrm>
              <a:off x="3603" y="289"/>
              <a:ext cx="0" cy="60"/>
            </a:xfrm>
            <a:prstGeom prst="line">
              <a:avLst/>
            </a:prstGeom>
            <a:ln w="12700" cap="flat" cmpd="sng">
              <a:solidFill>
                <a:schemeClr val="tx1"/>
              </a:solidFill>
              <a:prstDash val="solid"/>
              <a:round/>
              <a:headEnd type="none" w="med" len="med"/>
              <a:tailEnd type="none" w="med" len="med"/>
            </a:ln>
          </p:spPr>
        </p:sp>
        <p:sp>
          <p:nvSpPr>
            <p:cNvPr id="173103" name="Line 48"/>
            <p:cNvSpPr/>
            <p:nvPr/>
          </p:nvSpPr>
          <p:spPr>
            <a:xfrm>
              <a:off x="3960" y="289"/>
              <a:ext cx="0" cy="60"/>
            </a:xfrm>
            <a:prstGeom prst="line">
              <a:avLst/>
            </a:prstGeom>
            <a:ln w="12700" cap="flat" cmpd="sng">
              <a:solidFill>
                <a:schemeClr val="tx1"/>
              </a:solidFill>
              <a:prstDash val="solid"/>
              <a:round/>
              <a:headEnd type="none" w="med" len="med"/>
              <a:tailEnd type="none" w="med" len="med"/>
            </a:ln>
          </p:spPr>
        </p:sp>
        <p:sp>
          <p:nvSpPr>
            <p:cNvPr id="173104" name="Rectangle 49"/>
            <p:cNvSpPr/>
            <p:nvPr/>
          </p:nvSpPr>
          <p:spPr>
            <a:xfrm>
              <a:off x="3603" y="289"/>
              <a:ext cx="354" cy="59"/>
            </a:xfrm>
            <a:prstGeom prst="rect">
              <a:avLst/>
            </a:prstGeom>
            <a:solidFill>
              <a:schemeClr val="hlink"/>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73105" name="Oval 50"/>
            <p:cNvSpPr/>
            <p:nvPr/>
          </p:nvSpPr>
          <p:spPr>
            <a:xfrm>
              <a:off x="3600" y="219"/>
              <a:ext cx="357" cy="113"/>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73106" name="Group 51"/>
            <p:cNvGrpSpPr/>
            <p:nvPr/>
          </p:nvGrpSpPr>
          <p:grpSpPr>
            <a:xfrm>
              <a:off x="3686" y="244"/>
              <a:ext cx="177" cy="66"/>
              <a:chOff x="2848" y="848"/>
              <a:chExt cx="140" cy="98"/>
            </a:xfrm>
          </p:grpSpPr>
          <p:sp>
            <p:nvSpPr>
              <p:cNvPr id="173107" name="Line 52"/>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73108" name="Line 53"/>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73109" name="Line 54"/>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173110" name="Group 55"/>
            <p:cNvGrpSpPr/>
            <p:nvPr/>
          </p:nvGrpSpPr>
          <p:grpSpPr>
            <a:xfrm flipV="1">
              <a:off x="3686" y="243"/>
              <a:ext cx="177" cy="66"/>
              <a:chOff x="2848" y="848"/>
              <a:chExt cx="140" cy="98"/>
            </a:xfrm>
          </p:grpSpPr>
          <p:sp>
            <p:nvSpPr>
              <p:cNvPr id="173111" name="Line 56"/>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73112" name="Line 57"/>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73113" name="Line 58"/>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sp>
        <p:nvSpPr>
          <p:cNvPr id="173114" name="Line 59"/>
          <p:cNvSpPr/>
          <p:nvPr/>
        </p:nvSpPr>
        <p:spPr>
          <a:xfrm flipV="1">
            <a:off x="2176463" y="4416425"/>
            <a:ext cx="1016000" cy="141288"/>
          </a:xfrm>
          <a:prstGeom prst="line">
            <a:avLst/>
          </a:prstGeom>
          <a:ln w="12700" cap="flat" cmpd="sng">
            <a:solidFill>
              <a:schemeClr val="tx1"/>
            </a:solidFill>
            <a:prstDash val="solid"/>
            <a:round/>
            <a:headEnd type="none" w="med" len="med"/>
            <a:tailEnd type="none" w="med" len="med"/>
          </a:ln>
        </p:spPr>
      </p:sp>
      <p:sp>
        <p:nvSpPr>
          <p:cNvPr id="173115" name="Line 60"/>
          <p:cNvSpPr/>
          <p:nvPr/>
        </p:nvSpPr>
        <p:spPr>
          <a:xfrm flipH="1" flipV="1">
            <a:off x="1465263" y="4530725"/>
            <a:ext cx="215900" cy="1588"/>
          </a:xfrm>
          <a:prstGeom prst="line">
            <a:avLst/>
          </a:prstGeom>
          <a:ln w="12700" cap="flat" cmpd="sng">
            <a:solidFill>
              <a:schemeClr val="tx1"/>
            </a:solidFill>
            <a:prstDash val="solid"/>
            <a:round/>
            <a:headEnd type="none" w="med" len="med"/>
            <a:tailEnd type="none" w="med" len="med"/>
          </a:ln>
        </p:spPr>
      </p:sp>
      <p:graphicFrame>
        <p:nvGraphicFramePr>
          <p:cNvPr id="173116" name="Object 61"/>
          <p:cNvGraphicFramePr>
            <a:graphicFrameLocks noChangeAspect="1"/>
          </p:cNvGraphicFramePr>
          <p:nvPr/>
        </p:nvGraphicFramePr>
        <p:xfrm>
          <a:off x="2179638" y="5118100"/>
          <a:ext cx="415925" cy="330200"/>
        </p:xfrm>
        <a:graphic>
          <a:graphicData uri="http://schemas.openxmlformats.org/presentationml/2006/ole">
            <mc:AlternateContent xmlns:mc="http://schemas.openxmlformats.org/markup-compatibility/2006">
              <mc:Choice xmlns:v="urn:schemas-microsoft-com:vml" Requires="v">
                <p:oleObj spid="_x0000_s3209" name="" r:id="rId6" imgW="1307465" imgH="1083945" progId="MS_ClipArt_Gallery.2">
                  <p:embed/>
                </p:oleObj>
              </mc:Choice>
              <mc:Fallback>
                <p:oleObj name="" r:id="rId6" imgW="1307465" imgH="1083945" progId="MS_ClipArt_Gallery.2">
                  <p:embed/>
                  <p:pic>
                    <p:nvPicPr>
                      <p:cNvPr id="0" name="图片 3208"/>
                      <p:cNvPicPr/>
                      <p:nvPr/>
                    </p:nvPicPr>
                    <p:blipFill>
                      <a:blip r:embed="rId2"/>
                      <a:stretch>
                        <a:fillRect/>
                      </a:stretch>
                    </p:blipFill>
                    <p:spPr>
                      <a:xfrm>
                        <a:off x="2179638" y="5118100"/>
                        <a:ext cx="415925" cy="330200"/>
                      </a:xfrm>
                      <a:prstGeom prst="rect">
                        <a:avLst/>
                      </a:prstGeom>
                      <a:noFill/>
                      <a:ln w="38100">
                        <a:noFill/>
                        <a:miter/>
                      </a:ln>
                    </p:spPr>
                  </p:pic>
                </p:oleObj>
              </mc:Fallback>
            </mc:AlternateContent>
          </a:graphicData>
        </a:graphic>
      </p:graphicFrame>
      <p:sp>
        <p:nvSpPr>
          <p:cNvPr id="173117" name="Line 62"/>
          <p:cNvSpPr/>
          <p:nvPr/>
        </p:nvSpPr>
        <p:spPr>
          <a:xfrm flipH="1">
            <a:off x="2568575" y="5000625"/>
            <a:ext cx="215900" cy="215900"/>
          </a:xfrm>
          <a:prstGeom prst="line">
            <a:avLst/>
          </a:prstGeom>
          <a:ln w="12700" cap="flat" cmpd="sng">
            <a:solidFill>
              <a:schemeClr val="tx1"/>
            </a:solidFill>
            <a:prstDash val="solid"/>
            <a:round/>
            <a:headEnd type="none" w="med" len="med"/>
            <a:tailEnd type="none" w="med" len="med"/>
          </a:ln>
        </p:spPr>
      </p:sp>
      <p:grpSp>
        <p:nvGrpSpPr>
          <p:cNvPr id="173118" name="Group 63"/>
          <p:cNvGrpSpPr/>
          <p:nvPr/>
        </p:nvGrpSpPr>
        <p:grpSpPr>
          <a:xfrm>
            <a:off x="5749925" y="4300538"/>
            <a:ext cx="268288" cy="487362"/>
            <a:chOff x="1887" y="1465"/>
            <a:chExt cx="169" cy="307"/>
          </a:xfrm>
        </p:grpSpPr>
        <p:graphicFrame>
          <p:nvGraphicFramePr>
            <p:cNvPr id="173119" name="Object 64"/>
            <p:cNvGraphicFramePr>
              <a:graphicFrameLocks noChangeAspect="1"/>
            </p:cNvGraphicFramePr>
            <p:nvPr/>
          </p:nvGraphicFramePr>
          <p:xfrm>
            <a:off x="1892" y="1465"/>
            <a:ext cx="128" cy="152"/>
          </p:xfrm>
          <a:graphic>
            <a:graphicData uri="http://schemas.openxmlformats.org/presentationml/2006/ole">
              <mc:AlternateContent xmlns:mc="http://schemas.openxmlformats.org/markup-compatibility/2006">
                <mc:Choice xmlns:v="urn:schemas-microsoft-com:vml" Requires="v">
                  <p:oleObj spid="_x0000_s3205" name="" r:id="rId7" imgW="982980" imgH="1208405" progId="MS_ClipArt_Gallery.2">
                    <p:embed/>
                  </p:oleObj>
                </mc:Choice>
                <mc:Fallback>
                  <p:oleObj name="" r:id="rId7" imgW="982980" imgH="1208405" progId="MS_ClipArt_Gallery.2">
                    <p:embed/>
                    <p:pic>
                      <p:nvPicPr>
                        <p:cNvPr id="0" name="图片 3204"/>
                        <p:cNvPicPr/>
                        <p:nvPr/>
                      </p:nvPicPr>
                      <p:blipFill>
                        <a:blip r:embed="rId5"/>
                        <a:stretch>
                          <a:fillRect/>
                        </a:stretch>
                      </p:blipFill>
                      <p:spPr>
                        <a:xfrm>
                          <a:off x="1892" y="1465"/>
                          <a:ext cx="128" cy="152"/>
                        </a:xfrm>
                        <a:prstGeom prst="rect">
                          <a:avLst/>
                        </a:prstGeom>
                        <a:noFill/>
                        <a:ln w="38100">
                          <a:noFill/>
                          <a:miter/>
                        </a:ln>
                      </p:spPr>
                    </p:pic>
                  </p:oleObj>
                </mc:Fallback>
              </mc:AlternateContent>
            </a:graphicData>
          </a:graphic>
        </p:graphicFrame>
        <p:sp>
          <p:nvSpPr>
            <p:cNvPr id="173120" name="Rectangle 65"/>
            <p:cNvSpPr/>
            <p:nvPr/>
          </p:nvSpPr>
          <p:spPr>
            <a:xfrm>
              <a:off x="1887" y="1618"/>
              <a:ext cx="169" cy="154"/>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aphicFrame>
        <p:nvGraphicFramePr>
          <p:cNvPr id="173121" name="Object 66"/>
          <p:cNvGraphicFramePr>
            <a:graphicFrameLocks noChangeAspect="1"/>
          </p:cNvGraphicFramePr>
          <p:nvPr/>
        </p:nvGraphicFramePr>
        <p:xfrm>
          <a:off x="5461000" y="4859338"/>
          <a:ext cx="417513" cy="331787"/>
        </p:xfrm>
        <a:graphic>
          <a:graphicData uri="http://schemas.openxmlformats.org/presentationml/2006/ole">
            <mc:AlternateContent xmlns:mc="http://schemas.openxmlformats.org/markup-compatibility/2006">
              <mc:Choice xmlns:v="urn:schemas-microsoft-com:vml" Requires="v">
                <p:oleObj spid="_x0000_s3204" name="" r:id="rId8" imgW="1307465" imgH="1083945" progId="MS_ClipArt_Gallery.2">
                  <p:embed/>
                </p:oleObj>
              </mc:Choice>
              <mc:Fallback>
                <p:oleObj name="" r:id="rId8" imgW="1307465" imgH="1083945" progId="MS_ClipArt_Gallery.2">
                  <p:embed/>
                  <p:pic>
                    <p:nvPicPr>
                      <p:cNvPr id="0" name="图片 3203"/>
                      <p:cNvPicPr/>
                      <p:nvPr/>
                    </p:nvPicPr>
                    <p:blipFill>
                      <a:blip r:embed="rId2"/>
                      <a:stretch>
                        <a:fillRect/>
                      </a:stretch>
                    </p:blipFill>
                    <p:spPr>
                      <a:xfrm>
                        <a:off x="5461000" y="4859338"/>
                        <a:ext cx="417513" cy="331787"/>
                      </a:xfrm>
                      <a:prstGeom prst="rect">
                        <a:avLst/>
                      </a:prstGeom>
                      <a:noFill/>
                      <a:ln w="38100">
                        <a:noFill/>
                        <a:miter/>
                      </a:ln>
                    </p:spPr>
                  </p:pic>
                </p:oleObj>
              </mc:Fallback>
            </mc:AlternateContent>
          </a:graphicData>
        </a:graphic>
      </p:graphicFrame>
      <p:sp>
        <p:nvSpPr>
          <p:cNvPr id="173122" name="Line 67"/>
          <p:cNvSpPr/>
          <p:nvPr/>
        </p:nvSpPr>
        <p:spPr>
          <a:xfrm flipH="1">
            <a:off x="5821363" y="4773613"/>
            <a:ext cx="63500" cy="277812"/>
          </a:xfrm>
          <a:prstGeom prst="line">
            <a:avLst/>
          </a:prstGeom>
          <a:ln w="12700" cap="flat" cmpd="sng">
            <a:solidFill>
              <a:schemeClr val="tx1"/>
            </a:solidFill>
            <a:prstDash val="solid"/>
            <a:round/>
            <a:headEnd type="none" w="med" len="med"/>
            <a:tailEnd type="none" w="med" len="med"/>
          </a:ln>
        </p:spPr>
      </p:sp>
      <p:sp>
        <p:nvSpPr>
          <p:cNvPr id="173123" name="Line 68"/>
          <p:cNvSpPr/>
          <p:nvPr/>
        </p:nvSpPr>
        <p:spPr>
          <a:xfrm flipH="1">
            <a:off x="6748463" y="4481513"/>
            <a:ext cx="152400" cy="239712"/>
          </a:xfrm>
          <a:prstGeom prst="line">
            <a:avLst/>
          </a:prstGeom>
          <a:ln w="12700" cap="flat" cmpd="sng">
            <a:solidFill>
              <a:schemeClr val="tx1"/>
            </a:solidFill>
            <a:prstDash val="solid"/>
            <a:round/>
            <a:headEnd type="none" w="med" len="med"/>
            <a:tailEnd type="none" w="med" len="med"/>
          </a:ln>
        </p:spPr>
      </p:sp>
      <p:grpSp>
        <p:nvGrpSpPr>
          <p:cNvPr id="173124" name="Group 69"/>
          <p:cNvGrpSpPr/>
          <p:nvPr/>
        </p:nvGrpSpPr>
        <p:grpSpPr>
          <a:xfrm>
            <a:off x="6181725" y="4770438"/>
            <a:ext cx="268288" cy="487362"/>
            <a:chOff x="3903" y="2225"/>
            <a:chExt cx="169" cy="307"/>
          </a:xfrm>
        </p:grpSpPr>
        <p:graphicFrame>
          <p:nvGraphicFramePr>
            <p:cNvPr id="173125" name="Object 70"/>
            <p:cNvGraphicFramePr>
              <a:graphicFrameLocks noChangeAspect="1"/>
            </p:cNvGraphicFramePr>
            <p:nvPr/>
          </p:nvGraphicFramePr>
          <p:xfrm>
            <a:off x="3908" y="2225"/>
            <a:ext cx="128" cy="152"/>
          </p:xfrm>
          <a:graphic>
            <a:graphicData uri="http://schemas.openxmlformats.org/presentationml/2006/ole">
              <mc:AlternateContent xmlns:mc="http://schemas.openxmlformats.org/markup-compatibility/2006">
                <mc:Choice xmlns:v="urn:schemas-microsoft-com:vml" Requires="v">
                  <p:oleObj spid="_x0000_s3206" name="" r:id="rId9" imgW="982980" imgH="1208405" progId="MS_ClipArt_Gallery.2">
                    <p:embed/>
                  </p:oleObj>
                </mc:Choice>
                <mc:Fallback>
                  <p:oleObj name="" r:id="rId9" imgW="982980" imgH="1208405" progId="MS_ClipArt_Gallery.2">
                    <p:embed/>
                    <p:pic>
                      <p:nvPicPr>
                        <p:cNvPr id="0" name="图片 3205"/>
                        <p:cNvPicPr/>
                        <p:nvPr/>
                      </p:nvPicPr>
                      <p:blipFill>
                        <a:blip r:embed="rId5"/>
                        <a:stretch>
                          <a:fillRect/>
                        </a:stretch>
                      </p:blipFill>
                      <p:spPr>
                        <a:xfrm>
                          <a:off x="3908" y="2225"/>
                          <a:ext cx="128" cy="152"/>
                        </a:xfrm>
                        <a:prstGeom prst="rect">
                          <a:avLst/>
                        </a:prstGeom>
                        <a:noFill/>
                        <a:ln w="38100">
                          <a:noFill/>
                          <a:miter/>
                        </a:ln>
                      </p:spPr>
                    </p:pic>
                  </p:oleObj>
                </mc:Fallback>
              </mc:AlternateContent>
            </a:graphicData>
          </a:graphic>
        </p:graphicFrame>
        <p:sp>
          <p:nvSpPr>
            <p:cNvPr id="173126" name="Rectangle 71"/>
            <p:cNvSpPr/>
            <p:nvPr/>
          </p:nvSpPr>
          <p:spPr>
            <a:xfrm>
              <a:off x="3903" y="2378"/>
              <a:ext cx="169" cy="154"/>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aphicFrame>
        <p:nvGraphicFramePr>
          <p:cNvPr id="173127" name="Object 72"/>
          <p:cNvGraphicFramePr>
            <a:graphicFrameLocks noChangeAspect="1"/>
          </p:cNvGraphicFramePr>
          <p:nvPr/>
        </p:nvGraphicFramePr>
        <p:xfrm>
          <a:off x="6523038" y="5195888"/>
          <a:ext cx="415925" cy="330200"/>
        </p:xfrm>
        <a:graphic>
          <a:graphicData uri="http://schemas.openxmlformats.org/presentationml/2006/ole">
            <mc:AlternateContent xmlns:mc="http://schemas.openxmlformats.org/markup-compatibility/2006">
              <mc:Choice xmlns:v="urn:schemas-microsoft-com:vml" Requires="v">
                <p:oleObj spid="_x0000_s3203" name="" r:id="rId10" imgW="1307465" imgH="1083945" progId="MS_ClipArt_Gallery.5">
                  <p:embed/>
                </p:oleObj>
              </mc:Choice>
              <mc:Fallback>
                <p:oleObj name="" r:id="rId10" imgW="1307465" imgH="1083945" progId="MS_ClipArt_Gallery.5">
                  <p:embed/>
                  <p:pic>
                    <p:nvPicPr>
                      <p:cNvPr id="0" name="图片 3202"/>
                      <p:cNvPicPr/>
                      <p:nvPr/>
                    </p:nvPicPr>
                    <p:blipFill>
                      <a:blip r:embed="rId2"/>
                      <a:stretch>
                        <a:fillRect/>
                      </a:stretch>
                    </p:blipFill>
                    <p:spPr>
                      <a:xfrm>
                        <a:off x="6523038" y="5195888"/>
                        <a:ext cx="415925" cy="330200"/>
                      </a:xfrm>
                      <a:prstGeom prst="rect">
                        <a:avLst/>
                      </a:prstGeom>
                      <a:noFill/>
                      <a:ln w="38100">
                        <a:noFill/>
                        <a:miter/>
                      </a:ln>
                    </p:spPr>
                  </p:pic>
                </p:oleObj>
              </mc:Fallback>
            </mc:AlternateContent>
          </a:graphicData>
        </a:graphic>
      </p:graphicFrame>
      <p:sp>
        <p:nvSpPr>
          <p:cNvPr id="173128" name="Line 73"/>
          <p:cNvSpPr/>
          <p:nvPr/>
        </p:nvSpPr>
        <p:spPr>
          <a:xfrm>
            <a:off x="6316663" y="5256213"/>
            <a:ext cx="241300" cy="163512"/>
          </a:xfrm>
          <a:prstGeom prst="line">
            <a:avLst/>
          </a:prstGeom>
          <a:ln w="12700" cap="flat" cmpd="sng">
            <a:solidFill>
              <a:schemeClr val="tx1"/>
            </a:solidFill>
            <a:prstDash val="solid"/>
            <a:round/>
            <a:headEnd type="none" w="med" len="med"/>
            <a:tailEnd type="none" w="med" len="med"/>
          </a:ln>
        </p:spPr>
      </p:sp>
      <p:sp>
        <p:nvSpPr>
          <p:cNvPr id="173129" name="Text Box 74"/>
          <p:cNvSpPr txBox="1"/>
          <p:nvPr/>
        </p:nvSpPr>
        <p:spPr>
          <a:xfrm>
            <a:off x="2141538" y="5726113"/>
            <a:ext cx="1239837" cy="396875"/>
          </a:xfrm>
          <a:prstGeom prst="rect">
            <a:avLst/>
          </a:prstGeom>
          <a:noFill/>
          <a:ln w="9525">
            <a:noFill/>
          </a:ln>
        </p:spPr>
        <p:txBody>
          <a:bodyPr wrap="none" anchor="t" anchorCtr="0">
            <a:spAutoFit/>
          </a:bodyPr>
          <a:p>
            <a:pPr eaLnBrk="0" hangingPunct="0">
              <a:buClrTx/>
              <a:buFontTx/>
            </a:pPr>
            <a:r>
              <a:rPr lang="en-US" altLang="zh-CN" sz="2000" i="0" dirty="0">
                <a:latin typeface="Comic Sans MS" panose="030F0702030302020204" pitchFamily="66" charset="0"/>
                <a:ea typeface="宋体" panose="02010600030101010101" pitchFamily="2" charset="-122"/>
              </a:rPr>
              <a:t>ARPAnet</a:t>
            </a:r>
            <a:endParaRPr lang="en-US" altLang="zh-CN" sz="2000" i="0" dirty="0">
              <a:latin typeface="Comic Sans MS" panose="030F0702030302020204" pitchFamily="66" charset="0"/>
              <a:ea typeface="宋体" panose="02010600030101010101" pitchFamily="2" charset="-122"/>
            </a:endParaRPr>
          </a:p>
        </p:txBody>
      </p:sp>
      <p:sp>
        <p:nvSpPr>
          <p:cNvPr id="173130" name="Text Box 75"/>
          <p:cNvSpPr txBox="1"/>
          <p:nvPr/>
        </p:nvSpPr>
        <p:spPr>
          <a:xfrm>
            <a:off x="5494338" y="5713413"/>
            <a:ext cx="1635125" cy="396875"/>
          </a:xfrm>
          <a:prstGeom prst="rect">
            <a:avLst/>
          </a:prstGeom>
          <a:noFill/>
          <a:ln w="9525">
            <a:noFill/>
          </a:ln>
        </p:spPr>
        <p:txBody>
          <a:bodyPr wrap="none" anchor="t" anchorCtr="0">
            <a:spAutoFit/>
          </a:bodyPr>
          <a:p>
            <a:pPr eaLnBrk="0" hangingPunct="0">
              <a:buClrTx/>
              <a:buFontTx/>
            </a:pPr>
            <a:r>
              <a:rPr lang="en-US" altLang="zh-CN" sz="2000" i="0" dirty="0">
                <a:latin typeface="Comic Sans MS" panose="030F0702030302020204" pitchFamily="66" charset="0"/>
                <a:ea typeface="宋体" panose="02010600030101010101" pitchFamily="2" charset="-122"/>
              </a:rPr>
              <a:t>satellite net</a:t>
            </a:r>
            <a:endParaRPr lang="en-US" altLang="zh-CN" sz="2000" i="0" dirty="0">
              <a:latin typeface="Comic Sans MS" panose="030F0702030302020204" pitchFamily="66" charset="0"/>
              <a:ea typeface="宋体" panose="02010600030101010101" pitchFamily="2" charset="-122"/>
            </a:endParaRPr>
          </a:p>
        </p:txBody>
      </p:sp>
      <p:graphicFrame>
        <p:nvGraphicFramePr>
          <p:cNvPr id="173131" name="Object 82"/>
          <p:cNvGraphicFramePr>
            <a:graphicFrameLocks noChangeAspect="1"/>
          </p:cNvGraphicFramePr>
          <p:nvPr/>
        </p:nvGraphicFramePr>
        <p:xfrm>
          <a:off x="6743700" y="4173538"/>
          <a:ext cx="417513" cy="331787"/>
        </p:xfrm>
        <a:graphic>
          <a:graphicData uri="http://schemas.openxmlformats.org/presentationml/2006/ole">
            <mc:AlternateContent xmlns:mc="http://schemas.openxmlformats.org/markup-compatibility/2006">
              <mc:Choice xmlns:v="urn:schemas-microsoft-com:vml" Requires="v">
                <p:oleObj spid="_x0000_s3207" name="" r:id="rId11" imgW="1307465" imgH="1083945" progId="MS_ClipArt_Gallery.2">
                  <p:embed/>
                </p:oleObj>
              </mc:Choice>
              <mc:Fallback>
                <p:oleObj name="" r:id="rId11" imgW="1307465" imgH="1083945" progId="MS_ClipArt_Gallery.2">
                  <p:embed/>
                  <p:pic>
                    <p:nvPicPr>
                      <p:cNvPr id="0" name="图片 3206"/>
                      <p:cNvPicPr/>
                      <p:nvPr/>
                    </p:nvPicPr>
                    <p:blipFill>
                      <a:blip r:embed="rId2"/>
                      <a:stretch>
                        <a:fillRect/>
                      </a:stretch>
                    </p:blipFill>
                    <p:spPr>
                      <a:xfrm>
                        <a:off x="6743700" y="4173538"/>
                        <a:ext cx="417513" cy="331787"/>
                      </a:xfrm>
                      <a:prstGeom prst="rect">
                        <a:avLst/>
                      </a:prstGeom>
                      <a:noFill/>
                      <a:ln w="38100">
                        <a:noFill/>
                        <a:miter/>
                      </a:ln>
                    </p:spPr>
                  </p:pic>
                </p:oleObj>
              </mc:Fallback>
            </mc:AlternateContent>
          </a:graphicData>
        </a:graphic>
      </p:graphicFrame>
      <p:graphicFrame>
        <p:nvGraphicFramePr>
          <p:cNvPr id="173132" name="Object 83"/>
          <p:cNvGraphicFramePr>
            <a:graphicFrameLocks noChangeAspect="1"/>
          </p:cNvGraphicFramePr>
          <p:nvPr/>
        </p:nvGraphicFramePr>
        <p:xfrm>
          <a:off x="1104900" y="4338638"/>
          <a:ext cx="417513" cy="331787"/>
        </p:xfrm>
        <a:graphic>
          <a:graphicData uri="http://schemas.openxmlformats.org/presentationml/2006/ole">
            <mc:AlternateContent xmlns:mc="http://schemas.openxmlformats.org/markup-compatibility/2006">
              <mc:Choice xmlns:v="urn:schemas-microsoft-com:vml" Requires="v">
                <p:oleObj spid="_x0000_s3208" name="" r:id="rId12" imgW="1307465" imgH="1083945" progId="MS_ClipArt_Gallery.2">
                  <p:embed/>
                </p:oleObj>
              </mc:Choice>
              <mc:Fallback>
                <p:oleObj name="" r:id="rId12" imgW="1307465" imgH="1083945" progId="MS_ClipArt_Gallery.2">
                  <p:embed/>
                  <p:pic>
                    <p:nvPicPr>
                      <p:cNvPr id="0" name="图片 3207"/>
                      <p:cNvPicPr/>
                      <p:nvPr/>
                    </p:nvPicPr>
                    <p:blipFill>
                      <a:blip r:embed="rId2"/>
                      <a:stretch>
                        <a:fillRect/>
                      </a:stretch>
                    </p:blipFill>
                    <p:spPr>
                      <a:xfrm>
                        <a:off x="1104900" y="4338638"/>
                        <a:ext cx="417513" cy="331787"/>
                      </a:xfrm>
                      <a:prstGeom prst="rect">
                        <a:avLst/>
                      </a:prstGeom>
                      <a:noFill/>
                      <a:ln w="38100">
                        <a:noFill/>
                        <a:miter/>
                      </a:ln>
                    </p:spPr>
                  </p:pic>
                </p:oleObj>
              </mc:Fallback>
            </mc:AlternateContent>
          </a:graphicData>
        </a:graphic>
      </p:graphicFrame>
      <p:sp>
        <p:nvSpPr>
          <p:cNvPr id="173133" name="Rectangle 86"/>
          <p:cNvSpPr/>
          <p:nvPr/>
        </p:nvSpPr>
        <p:spPr>
          <a:xfrm>
            <a:off x="4178300" y="3556000"/>
            <a:ext cx="317500" cy="698500"/>
          </a:xfrm>
          <a:prstGeom prst="rect">
            <a:avLst/>
          </a:prstGeom>
          <a:solidFill>
            <a:srgbClr val="66FFFF"/>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73134" name="Line 87"/>
          <p:cNvSpPr/>
          <p:nvPr/>
        </p:nvSpPr>
        <p:spPr>
          <a:xfrm flipV="1">
            <a:off x="3727450" y="4054475"/>
            <a:ext cx="444500" cy="141288"/>
          </a:xfrm>
          <a:prstGeom prst="line">
            <a:avLst/>
          </a:prstGeom>
          <a:ln w="12700" cap="flat" cmpd="sng">
            <a:solidFill>
              <a:schemeClr val="tx1"/>
            </a:solidFill>
            <a:prstDash val="solid"/>
            <a:round/>
            <a:headEnd type="none" w="med" len="med"/>
            <a:tailEnd type="none" w="med" len="med"/>
          </a:ln>
        </p:spPr>
      </p:sp>
      <p:sp>
        <p:nvSpPr>
          <p:cNvPr id="173135" name="Line 88"/>
          <p:cNvSpPr/>
          <p:nvPr/>
        </p:nvSpPr>
        <p:spPr>
          <a:xfrm>
            <a:off x="4806950" y="4005263"/>
            <a:ext cx="939800" cy="430212"/>
          </a:xfrm>
          <a:prstGeom prst="line">
            <a:avLst/>
          </a:prstGeom>
          <a:ln w="12700" cap="flat" cmpd="sng">
            <a:solidFill>
              <a:schemeClr val="tx1"/>
            </a:solidFill>
            <a:prstDash val="solid"/>
            <a:round/>
            <a:headEnd type="none" w="med" len="med"/>
            <a:tailEnd type="none" w="med" len="med"/>
          </a:ln>
        </p:spPr>
      </p:sp>
      <p:sp>
        <p:nvSpPr>
          <p:cNvPr id="173136" name="Rectangle 89"/>
          <p:cNvSpPr/>
          <p:nvPr/>
        </p:nvSpPr>
        <p:spPr>
          <a:xfrm>
            <a:off x="4495800" y="3556000"/>
            <a:ext cx="317500" cy="698500"/>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73137" name="Text Box 90"/>
          <p:cNvSpPr txBox="1"/>
          <p:nvPr/>
        </p:nvSpPr>
        <p:spPr>
          <a:xfrm>
            <a:off x="3933825" y="4271963"/>
            <a:ext cx="1143000" cy="396875"/>
          </a:xfrm>
          <a:prstGeom prst="rect">
            <a:avLst/>
          </a:prstGeom>
          <a:noFill/>
          <a:ln w="9525">
            <a:noFill/>
          </a:ln>
        </p:spPr>
        <p:txBody>
          <a:bodyPr wrap="none" anchor="t" anchorCtr="0">
            <a:spAutoFit/>
          </a:bodyPr>
          <a:p>
            <a:pPr eaLnBrk="0" hangingPunct="0">
              <a:buClrTx/>
              <a:buFontTx/>
            </a:pPr>
            <a:r>
              <a:rPr lang="en-US" altLang="zh-CN" sz="2000" i="0" dirty="0">
                <a:latin typeface="Comic Sans MS" panose="030F0702030302020204" pitchFamily="66" charset="0"/>
                <a:ea typeface="宋体" panose="02010600030101010101" pitchFamily="2" charset="-122"/>
              </a:rPr>
              <a:t>gateway</a:t>
            </a:r>
            <a:endParaRPr lang="en-US" altLang="zh-CN" sz="2000" i="0" dirty="0">
              <a:latin typeface="Comic Sans MS" panose="030F0702030302020204" pitchFamily="66" charset="0"/>
              <a:ea typeface="宋体" panose="02010600030101010101" pitchFamily="2" charset="-122"/>
            </a:endParaRPr>
          </a:p>
        </p:txBody>
      </p:sp>
      <p:grpSp>
        <p:nvGrpSpPr>
          <p:cNvPr id="542811" name="Group 91"/>
          <p:cNvGrpSpPr/>
          <p:nvPr/>
        </p:nvGrpSpPr>
        <p:grpSpPr>
          <a:xfrm>
            <a:off x="431800" y="1231900"/>
            <a:ext cx="7035800" cy="3022600"/>
            <a:chOff x="272" y="776"/>
            <a:chExt cx="4432" cy="1904"/>
          </a:xfrm>
        </p:grpSpPr>
        <p:grpSp>
          <p:nvGrpSpPr>
            <p:cNvPr id="173139" name="Group 92"/>
            <p:cNvGrpSpPr/>
            <p:nvPr/>
          </p:nvGrpSpPr>
          <p:grpSpPr>
            <a:xfrm>
              <a:off x="664" y="1976"/>
              <a:ext cx="4040" cy="704"/>
              <a:chOff x="672" y="1984"/>
              <a:chExt cx="4040" cy="704"/>
            </a:xfrm>
          </p:grpSpPr>
          <p:sp>
            <p:nvSpPr>
              <p:cNvPr id="542813" name="Rectangle 93"/>
              <p:cNvSpPr>
                <a:spLocks noChangeArrowheads="1"/>
              </p:cNvSpPr>
              <p:nvPr/>
            </p:nvSpPr>
            <p:spPr bwMode="auto">
              <a:xfrm>
                <a:off x="672" y="2032"/>
                <a:ext cx="4040" cy="192"/>
              </a:xfrm>
              <a:prstGeom prst="rect">
                <a:avLst/>
              </a:prstGeom>
              <a:gradFill rotWithShape="1">
                <a:gsLst>
                  <a:gs pos="0">
                    <a:schemeClr val="bg1"/>
                  </a:gs>
                  <a:gs pos="50000">
                    <a:schemeClr val="accent2"/>
                  </a:gs>
                  <a:gs pos="100000">
                    <a:schemeClr val="bg1"/>
                  </a:gs>
                </a:gsLst>
                <a:lin ang="5400000" scaled="1"/>
              </a:gradFill>
              <a:ln w="9525">
                <a:solidFill>
                  <a:schemeClr val="bg1"/>
                </a:solidFill>
                <a:miter lim="800000"/>
              </a:ln>
              <a:effectLst/>
            </p:spPr>
            <p:txBody>
              <a:bodyPr wrap="none" anchor="ctr"/>
              <a:lstStyle>
                <a:lvl1pPr>
                  <a:defRPr i="1">
                    <a:solidFill>
                      <a:schemeClr val="tx1"/>
                    </a:solidFill>
                    <a:latin typeface="Comic Sans MS" panose="030F0702030302020204" pitchFamily="66" charset="0"/>
                  </a:defRPr>
                </a:lvl1pPr>
                <a:lvl2pPr marL="742950" indent="-285750">
                  <a:defRPr i="1">
                    <a:solidFill>
                      <a:schemeClr val="tx1"/>
                    </a:solidFill>
                    <a:latin typeface="Comic Sans MS" panose="030F0702030302020204" pitchFamily="66" charset="0"/>
                  </a:defRPr>
                </a:lvl2pPr>
                <a:lvl3pPr marL="1143000" indent="-228600">
                  <a:defRPr i="1">
                    <a:solidFill>
                      <a:schemeClr val="tx1"/>
                    </a:solidFill>
                    <a:latin typeface="Comic Sans MS" panose="030F0702030302020204" pitchFamily="66" charset="0"/>
                  </a:defRPr>
                </a:lvl3pPr>
                <a:lvl4pPr marL="1600200" indent="-228600">
                  <a:defRPr i="1">
                    <a:solidFill>
                      <a:schemeClr val="tx1"/>
                    </a:solidFill>
                    <a:latin typeface="Comic Sans MS" panose="030F0702030302020204" pitchFamily="66" charset="0"/>
                  </a:defRPr>
                </a:lvl4pPr>
                <a:lvl5pPr marL="2057400" indent="-228600">
                  <a:defRPr i="1">
                    <a:solidFill>
                      <a:schemeClr val="tx1"/>
                    </a:solidFill>
                    <a:latin typeface="Comic Sans MS" panose="030F0702030302020204" pitchFamily="66" charset="0"/>
                  </a:defRPr>
                </a:lvl5pPr>
                <a:lvl6pPr marL="2514600" indent="-228600" eaLnBrk="0" fontAlgn="base" hangingPunct="0">
                  <a:spcBef>
                    <a:spcPct val="0"/>
                  </a:spcBef>
                  <a:spcAft>
                    <a:spcPct val="0"/>
                  </a:spcAft>
                  <a:defRPr i="1">
                    <a:solidFill>
                      <a:schemeClr val="tx1"/>
                    </a:solidFill>
                    <a:latin typeface="Comic Sans MS" panose="030F0702030302020204" pitchFamily="66" charset="0"/>
                  </a:defRPr>
                </a:lvl6pPr>
                <a:lvl7pPr marL="2971800" indent="-228600" eaLnBrk="0" fontAlgn="base" hangingPunct="0">
                  <a:spcBef>
                    <a:spcPct val="0"/>
                  </a:spcBef>
                  <a:spcAft>
                    <a:spcPct val="0"/>
                  </a:spcAft>
                  <a:defRPr i="1">
                    <a:solidFill>
                      <a:schemeClr val="tx1"/>
                    </a:solidFill>
                    <a:latin typeface="Comic Sans MS" panose="030F0702030302020204" pitchFamily="66" charset="0"/>
                  </a:defRPr>
                </a:lvl7pPr>
                <a:lvl8pPr marL="3429000" indent="-228600" eaLnBrk="0" fontAlgn="base" hangingPunct="0">
                  <a:spcBef>
                    <a:spcPct val="0"/>
                  </a:spcBef>
                  <a:spcAft>
                    <a:spcPct val="0"/>
                  </a:spcAft>
                  <a:defRPr i="1">
                    <a:solidFill>
                      <a:schemeClr val="tx1"/>
                    </a:solidFill>
                    <a:latin typeface="Comic Sans MS" panose="030F0702030302020204" pitchFamily="66" charset="0"/>
                  </a:defRPr>
                </a:lvl8pPr>
                <a:lvl9pPr marL="3886200" indent="-228600" eaLnBrk="0" fontAlgn="base" hangingPunct="0">
                  <a:spcBef>
                    <a:spcPct val="0"/>
                  </a:spcBef>
                  <a:spcAft>
                    <a:spcPct val="0"/>
                  </a:spcAft>
                  <a:defRPr i="1">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1"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73141" name="Rectangle 94"/>
              <p:cNvSpPr/>
              <p:nvPr/>
            </p:nvSpPr>
            <p:spPr>
              <a:xfrm>
                <a:off x="752" y="2000"/>
                <a:ext cx="168" cy="688"/>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73142" name="Rectangle 95"/>
              <p:cNvSpPr/>
              <p:nvPr/>
            </p:nvSpPr>
            <p:spPr>
              <a:xfrm>
                <a:off x="4304" y="1984"/>
                <a:ext cx="168" cy="688"/>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73143" name="Rectangle 96"/>
              <p:cNvSpPr/>
              <p:nvPr/>
            </p:nvSpPr>
            <p:spPr>
              <a:xfrm>
                <a:off x="2624" y="2024"/>
                <a:ext cx="432" cy="20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73144" name="Rectangle 97"/>
            <p:cNvSpPr/>
            <p:nvPr/>
          </p:nvSpPr>
          <p:spPr>
            <a:xfrm>
              <a:off x="272" y="776"/>
              <a:ext cx="2496" cy="920"/>
            </a:xfrm>
            <a:prstGeom prst="rect">
              <a:avLst/>
            </a:prstGeom>
            <a:noFill/>
            <a:ln w="9525">
              <a:noFill/>
            </a:ln>
          </p:spPr>
          <p:txBody>
            <a:bodyPr anchor="t" anchorCtr="0"/>
            <a:p>
              <a:pPr marL="342900" indent="-342900" eaLnBrk="0" hangingPunct="0">
                <a:lnSpc>
                  <a:spcPct val="80000"/>
                </a:lnSpc>
                <a:spcBef>
                  <a:spcPct val="20000"/>
                </a:spcBef>
                <a:buClr>
                  <a:schemeClr val="accent2"/>
                </a:buClr>
                <a:buSzPct val="85000"/>
                <a:buFont typeface="ZapfDingbats" pitchFamily="82" charset="2"/>
              </a:pPr>
              <a:r>
                <a:rPr lang="en-US" altLang="zh-CN" i="0" dirty="0">
                  <a:latin typeface="Comic Sans MS" panose="030F0702030302020204" pitchFamily="66" charset="0"/>
                  <a:ea typeface="宋体" panose="02010600030101010101" pitchFamily="2" charset="-122"/>
                </a:rPr>
                <a:t>Internetwork layer (IP): </a:t>
              </a:r>
              <a:endParaRPr lang="en-US" altLang="zh-CN" i="0" dirty="0">
                <a:latin typeface="Comic Sans MS" panose="030F0702030302020204" pitchFamily="66" charset="0"/>
                <a:ea typeface="宋体" panose="02010600030101010101" pitchFamily="2" charset="-122"/>
              </a:endParaRPr>
            </a:p>
            <a:p>
              <a:pPr marL="342900" indent="-342900" eaLnBrk="0" hangingPunct="0">
                <a:lnSpc>
                  <a:spcPct val="80000"/>
                </a:lnSpc>
                <a:spcBef>
                  <a:spcPct val="20000"/>
                </a:spcBef>
                <a:buClr>
                  <a:schemeClr val="accent2"/>
                </a:buClr>
                <a:buSzPct val="85000"/>
                <a:buFont typeface="ZapfDingbats" pitchFamily="82" charset="2"/>
                <a:buChar char="r"/>
              </a:pPr>
              <a:r>
                <a:rPr lang="en-US" altLang="zh-CN" i="0" dirty="0">
                  <a:latin typeface="Comic Sans MS" panose="030F0702030302020204" pitchFamily="66" charset="0"/>
                  <a:ea typeface="宋体" panose="02010600030101010101" pitchFamily="2" charset="-122"/>
                </a:rPr>
                <a:t>addressing: internetwork appears as single, uniform entity, despite underlying local network heterogeneity</a:t>
              </a:r>
              <a:endParaRPr lang="en-US" altLang="zh-CN" i="0" dirty="0">
                <a:latin typeface="Comic Sans MS" panose="030F0702030302020204" pitchFamily="66" charset="0"/>
                <a:ea typeface="宋体" panose="02010600030101010101" pitchFamily="2" charset="-122"/>
              </a:endParaRPr>
            </a:p>
            <a:p>
              <a:pPr marL="342900" indent="-342900" eaLnBrk="0" hangingPunct="0">
                <a:lnSpc>
                  <a:spcPct val="80000"/>
                </a:lnSpc>
                <a:spcBef>
                  <a:spcPct val="20000"/>
                </a:spcBef>
                <a:buClr>
                  <a:schemeClr val="accent2"/>
                </a:buClr>
                <a:buSzPct val="85000"/>
                <a:buFont typeface="ZapfDingbats" pitchFamily="82" charset="2"/>
                <a:buChar char="r"/>
              </a:pPr>
              <a:r>
                <a:rPr lang="en-US" altLang="zh-CN" i="0" dirty="0">
                  <a:latin typeface="Comic Sans MS" panose="030F0702030302020204" pitchFamily="66" charset="0"/>
                  <a:ea typeface="宋体" panose="02010600030101010101" pitchFamily="2" charset="-122"/>
                </a:rPr>
                <a:t>network of networks</a:t>
              </a:r>
              <a:endParaRPr lang="en-US" altLang="zh-CN" i="0" dirty="0">
                <a:latin typeface="Comic Sans MS" panose="030F0702030302020204" pitchFamily="66" charset="0"/>
                <a:ea typeface="宋体" panose="02010600030101010101" pitchFamily="2" charset="-122"/>
              </a:endParaRPr>
            </a:p>
            <a:p>
              <a:pPr marL="342900" indent="-342900" eaLnBrk="0" hangingPunct="0">
                <a:lnSpc>
                  <a:spcPct val="80000"/>
                </a:lnSpc>
                <a:spcBef>
                  <a:spcPct val="20000"/>
                </a:spcBef>
                <a:buClr>
                  <a:schemeClr val="accent2"/>
                </a:buClr>
                <a:buSzPct val="85000"/>
                <a:buFont typeface="ZapfDingbats" pitchFamily="82" charset="2"/>
                <a:buChar char="r"/>
              </a:pPr>
              <a:endParaRPr lang="en-US" altLang="zh-CN" i="0" dirty="0">
                <a:latin typeface="Comic Sans MS" panose="030F0702030302020204" pitchFamily="66" charset="0"/>
                <a:ea typeface="宋体" panose="02010600030101010101" pitchFamily="2" charset="-122"/>
              </a:endParaRPr>
            </a:p>
          </p:txBody>
        </p:sp>
        <p:sp>
          <p:nvSpPr>
            <p:cNvPr id="173145" name="Line 98"/>
            <p:cNvSpPr/>
            <p:nvPr/>
          </p:nvSpPr>
          <p:spPr>
            <a:xfrm flipH="1" flipV="1">
              <a:off x="1632" y="1696"/>
              <a:ext cx="504" cy="408"/>
            </a:xfrm>
            <a:prstGeom prst="line">
              <a:avLst/>
            </a:prstGeom>
            <a:ln w="9525" cap="flat" cmpd="sng">
              <a:solidFill>
                <a:schemeClr val="tx1"/>
              </a:solidFill>
              <a:prstDash val="solid"/>
              <a:round/>
              <a:headEnd type="triangle" w="med" len="med"/>
              <a:tailEnd type="none" w="med" len="med"/>
            </a:ln>
          </p:spPr>
        </p:sp>
      </p:grpSp>
      <p:sp>
        <p:nvSpPr>
          <p:cNvPr id="173146" name="Rectangle 100"/>
          <p:cNvSpPr>
            <a:spLocks noGrp="1"/>
          </p:cNvSpPr>
          <p:nvPr>
            <p:ph idx="1"/>
          </p:nvPr>
        </p:nvSpPr>
        <p:spPr>
          <a:xfrm>
            <a:off x="4279900" y="1181100"/>
            <a:ext cx="3962400" cy="1460500"/>
          </a:xfrm>
          <a:ln/>
        </p:spPr>
        <p:txBody>
          <a:bodyPr vert="horz" wrap="square" lIns="91440" tIns="45720" rIns="91440" bIns="45720" anchor="t" anchorCtr="0"/>
          <a:p>
            <a:pPr>
              <a:lnSpc>
                <a:spcPct val="80000"/>
              </a:lnSpc>
              <a:buNone/>
            </a:pPr>
            <a:r>
              <a:rPr lang="en-US" altLang="zh-CN" sz="1800" dirty="0">
                <a:ea typeface="宋体" panose="02010600030101010101" pitchFamily="2" charset="-122"/>
              </a:rPr>
              <a:t>Gateway: </a:t>
            </a:r>
            <a:endParaRPr lang="en-US" altLang="zh-CN" sz="1800" dirty="0">
              <a:ea typeface="宋体" panose="02010600030101010101" pitchFamily="2" charset="-122"/>
            </a:endParaRPr>
          </a:p>
          <a:p>
            <a:pPr>
              <a:lnSpc>
                <a:spcPct val="80000"/>
              </a:lnSpc>
            </a:pPr>
            <a:r>
              <a:rPr lang="en-US" altLang="zh-CN" sz="1800" dirty="0">
                <a:ea typeface="宋体" panose="02010600030101010101" pitchFamily="2" charset="-122"/>
              </a:rPr>
              <a:t>“embed internetwork packets in local packet format or extract them”</a:t>
            </a:r>
            <a:endParaRPr lang="en-US" altLang="zh-CN" sz="1800" dirty="0">
              <a:ea typeface="宋体" panose="02010600030101010101" pitchFamily="2" charset="-122"/>
            </a:endParaRPr>
          </a:p>
          <a:p>
            <a:pPr>
              <a:lnSpc>
                <a:spcPct val="80000"/>
              </a:lnSpc>
            </a:pPr>
            <a:r>
              <a:rPr lang="en-US" altLang="zh-CN" sz="1800" dirty="0">
                <a:ea typeface="宋体" panose="02010600030101010101" pitchFamily="2" charset="-122"/>
              </a:rPr>
              <a:t>route (at internetwork level) to next gateway</a:t>
            </a:r>
            <a:endParaRPr lang="en-US" altLang="zh-CN" sz="1800" dirty="0">
              <a:ea typeface="宋体" panose="02010600030101010101" pitchFamily="2" charset="-122"/>
            </a:endParaRPr>
          </a:p>
          <a:p>
            <a:pPr>
              <a:lnSpc>
                <a:spcPct val="80000"/>
              </a:lnSpc>
            </a:pPr>
            <a:endParaRPr lang="en-US" altLang="zh-CN" sz="1800" dirty="0">
              <a:ea typeface="宋体" panose="02010600030101010101" pitchFamily="2" charset="-122"/>
            </a:endParaRPr>
          </a:p>
        </p:txBody>
      </p:sp>
      <p:sp>
        <p:nvSpPr>
          <p:cNvPr id="173147" name="Line 101"/>
          <p:cNvSpPr/>
          <p:nvPr/>
        </p:nvSpPr>
        <p:spPr>
          <a:xfrm flipH="1">
            <a:off x="4656138" y="2728913"/>
            <a:ext cx="477837" cy="830262"/>
          </a:xfrm>
          <a:prstGeom prst="line">
            <a:avLst/>
          </a:prstGeom>
          <a:ln w="9525" cap="flat" cmpd="sng">
            <a:solidFill>
              <a:schemeClr val="tx1"/>
            </a:solidFill>
            <a:prstDash val="solid"/>
            <a:round/>
            <a:headEnd type="none" w="med" len="med"/>
            <a:tailEnd type="triangle" w="med" len="med"/>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4" fill="hold" nodeType="clickEffect">
                                  <p:stCondLst>
                                    <p:cond delay="0"/>
                                  </p:stCondLst>
                                  <p:childTnLst>
                                    <p:set>
                                      <p:cBhvr>
                                        <p:cTn id="6" dur="1" fill="hold">
                                          <p:stCondLst>
                                            <p:cond delay="0"/>
                                          </p:stCondLst>
                                        </p:cTn>
                                        <p:tgtEl>
                                          <p:spTgt spid="542811"/>
                                        </p:tgtEl>
                                        <p:attrNameLst>
                                          <p:attrName>style.visibility</p:attrName>
                                        </p:attrNameLst>
                                      </p:cBhvr>
                                      <p:to>
                                        <p:strVal val="visible"/>
                                      </p:to>
                                    </p:set>
                                    <p:anim calcmode="lin" valueType="num">
                                      <p:cBhvr>
                                        <p:cTn id="7" dur="2000" fill="hold"/>
                                        <p:tgtEl>
                                          <p:spTgt spid="542811"/>
                                        </p:tgtEl>
                                        <p:attrNameLst>
                                          <p:attrName>ppt_x</p:attrName>
                                        </p:attrNameLst>
                                      </p:cBhvr>
                                      <p:tavLst>
                                        <p:tav tm="0">
                                          <p:val>
                                            <p:strVal val="#ppt_x"/>
                                          </p:val>
                                        </p:tav>
                                        <p:tav tm="100000">
                                          <p:val>
                                            <p:strVal val="#ppt_x"/>
                                          </p:val>
                                        </p:tav>
                                      </p:tavLst>
                                    </p:anim>
                                    <p:anim calcmode="lin" valueType="num">
                                      <p:cBhvr>
                                        <p:cTn id="8" dur="2000" fill="hold"/>
                                        <p:tgtEl>
                                          <p:spTgt spid="542811"/>
                                        </p:tgtEl>
                                        <p:attrNameLst>
                                          <p:attrName>ppt_y</p:attrName>
                                        </p:attrNameLst>
                                      </p:cBhvr>
                                      <p:tavLst>
                                        <p:tav tm="0">
                                          <p:val>
                                            <p:strVal val="#ppt_y+#ppt_h/2"/>
                                          </p:val>
                                        </p:tav>
                                        <p:tav tm="100000">
                                          <p:val>
                                            <p:strVal val="#ppt_y"/>
                                          </p:val>
                                        </p:tav>
                                      </p:tavLst>
                                    </p:anim>
                                    <p:anim calcmode="lin" valueType="num">
                                      <p:cBhvr>
                                        <p:cTn id="9" dur="2000" fill="hold"/>
                                        <p:tgtEl>
                                          <p:spTgt spid="542811"/>
                                        </p:tgtEl>
                                        <p:attrNameLst>
                                          <p:attrName>ppt_w</p:attrName>
                                        </p:attrNameLst>
                                      </p:cBhvr>
                                      <p:tavLst>
                                        <p:tav tm="0">
                                          <p:val>
                                            <p:strVal val="#ppt_w"/>
                                          </p:val>
                                        </p:tav>
                                        <p:tav tm="100000">
                                          <p:val>
                                            <p:strVal val="#ppt_w"/>
                                          </p:val>
                                        </p:tav>
                                      </p:tavLst>
                                    </p:anim>
                                    <p:anim calcmode="lin" valueType="num">
                                      <p:cBhvr>
                                        <p:cTn id="10" dur="2000" fill="hold"/>
                                        <p:tgtEl>
                                          <p:spTgt spid="542811"/>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7510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7510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75107" name="Rectangle 2"/>
          <p:cNvSpPr>
            <a:spLocks noGrp="1"/>
          </p:cNvSpPr>
          <p:nvPr>
            <p:ph type="title"/>
          </p:nvPr>
        </p:nvSpPr>
        <p:spPr>
          <a:xfrm>
            <a:off x="533400" y="228600"/>
            <a:ext cx="8140700" cy="1143000"/>
          </a:xfrm>
          <a:ln/>
        </p:spPr>
        <p:txBody>
          <a:bodyPr vert="horz" wrap="square" lIns="91440" tIns="45720" rIns="91440" bIns="45720" anchor="ctr" anchorCtr="0"/>
          <a:p>
            <a:r>
              <a:rPr lang="en-US" altLang="zh-CN" sz="3200" dirty="0">
                <a:ea typeface="宋体" panose="02010600030101010101" pitchFamily="2" charset="-122"/>
              </a:rPr>
              <a:t>Cerf &amp; Kahn’s Internetwork Architecture</a:t>
            </a:r>
            <a:endParaRPr lang="en-US" altLang="zh-CN" sz="3200" dirty="0">
              <a:ea typeface="宋体" panose="02010600030101010101" pitchFamily="2" charset="-122"/>
            </a:endParaRPr>
          </a:p>
        </p:txBody>
      </p:sp>
      <p:sp>
        <p:nvSpPr>
          <p:cNvPr id="175108" name="Rectangle 3"/>
          <p:cNvSpPr>
            <a:spLocks noGrp="1"/>
          </p:cNvSpPr>
          <p:nvPr>
            <p:ph idx="1"/>
          </p:nvPr>
        </p:nvSpPr>
        <p:spPr>
          <a:xfrm>
            <a:off x="447675" y="1276350"/>
            <a:ext cx="7772400" cy="4648200"/>
          </a:xfrm>
          <a:ln/>
        </p:spPr>
        <p:txBody>
          <a:bodyPr vert="horz" wrap="square" lIns="91440" tIns="45720" rIns="91440" bIns="45720" anchor="t" anchorCtr="0"/>
          <a:p>
            <a:pPr>
              <a:buNone/>
            </a:pPr>
            <a:r>
              <a:rPr lang="en-US" altLang="zh-CN" dirty="0">
                <a:ea typeface="宋体" panose="02010600030101010101" pitchFamily="2" charset="-122"/>
              </a:rPr>
              <a:t>What is virtualized?</a:t>
            </a:r>
            <a:endParaRPr lang="en-US" altLang="zh-CN" dirty="0">
              <a:ea typeface="宋体" panose="02010600030101010101" pitchFamily="2" charset="-122"/>
            </a:endParaRPr>
          </a:p>
          <a:p>
            <a:r>
              <a:rPr lang="en-US" altLang="zh-CN" sz="2400" dirty="0">
                <a:ea typeface="宋体" panose="02010600030101010101" pitchFamily="2" charset="-122"/>
              </a:rPr>
              <a:t>two layers of addressing: internetwork and local network</a:t>
            </a:r>
            <a:endParaRPr lang="en-US" altLang="zh-CN" sz="2400" dirty="0">
              <a:ea typeface="宋体" panose="02010600030101010101" pitchFamily="2" charset="-122"/>
            </a:endParaRPr>
          </a:p>
          <a:p>
            <a:r>
              <a:rPr lang="en-US" altLang="zh-CN" sz="2400" dirty="0">
                <a:ea typeface="宋体" panose="02010600030101010101" pitchFamily="2" charset="-122"/>
              </a:rPr>
              <a:t>new layer (IP) makes everything homogeneous at internetwork layer</a:t>
            </a:r>
            <a:endParaRPr lang="en-US" altLang="zh-CN" sz="2400" dirty="0">
              <a:ea typeface="宋体" panose="02010600030101010101" pitchFamily="2" charset="-122"/>
            </a:endParaRPr>
          </a:p>
          <a:p>
            <a:r>
              <a:rPr lang="en-US" altLang="zh-CN" sz="2400" dirty="0">
                <a:ea typeface="宋体" panose="02010600030101010101" pitchFamily="2" charset="-122"/>
              </a:rPr>
              <a:t>underlying local network technology </a:t>
            </a:r>
            <a:endParaRPr lang="en-US" altLang="zh-CN" sz="2400" dirty="0">
              <a:ea typeface="宋体" panose="02010600030101010101" pitchFamily="2" charset="-122"/>
            </a:endParaRPr>
          </a:p>
          <a:p>
            <a:pPr lvl="1"/>
            <a:r>
              <a:rPr lang="en-US" altLang="zh-CN" dirty="0">
                <a:ea typeface="宋体" panose="02010600030101010101" pitchFamily="2" charset="-122"/>
              </a:rPr>
              <a:t>cable</a:t>
            </a:r>
            <a:endParaRPr lang="en-US" altLang="zh-CN" dirty="0">
              <a:ea typeface="宋体" panose="02010600030101010101" pitchFamily="2" charset="-122"/>
            </a:endParaRPr>
          </a:p>
          <a:p>
            <a:pPr lvl="1"/>
            <a:r>
              <a:rPr lang="en-US" altLang="zh-CN" dirty="0">
                <a:ea typeface="宋体" panose="02010600030101010101" pitchFamily="2" charset="-122"/>
              </a:rPr>
              <a:t>satellite</a:t>
            </a:r>
            <a:endParaRPr lang="en-US" altLang="zh-CN" dirty="0">
              <a:ea typeface="宋体" panose="02010600030101010101" pitchFamily="2" charset="-122"/>
            </a:endParaRPr>
          </a:p>
          <a:p>
            <a:pPr lvl="1"/>
            <a:r>
              <a:rPr lang="en-US" altLang="zh-CN" dirty="0">
                <a:ea typeface="宋体" panose="02010600030101010101" pitchFamily="2" charset="-122"/>
              </a:rPr>
              <a:t>56K telephone modem</a:t>
            </a:r>
            <a:endParaRPr lang="en-US" altLang="zh-CN" dirty="0">
              <a:ea typeface="宋体" panose="02010600030101010101" pitchFamily="2" charset="-122"/>
            </a:endParaRPr>
          </a:p>
          <a:p>
            <a:pPr lvl="1"/>
            <a:r>
              <a:rPr lang="en-US" altLang="zh-CN" dirty="0">
                <a:ea typeface="宋体" panose="02010600030101010101" pitchFamily="2" charset="-122"/>
              </a:rPr>
              <a:t>today: ATM, MPLS</a:t>
            </a:r>
            <a:endParaRPr lang="en-US" altLang="zh-CN" dirty="0">
              <a:ea typeface="宋体" panose="02010600030101010101" pitchFamily="2" charset="-122"/>
            </a:endParaRPr>
          </a:p>
          <a:p>
            <a:pPr>
              <a:buNone/>
            </a:pPr>
            <a:r>
              <a:rPr lang="en-US" altLang="zh-CN" sz="2400" dirty="0">
                <a:ea typeface="宋体" panose="02010600030101010101" pitchFamily="2" charset="-122"/>
              </a:rPr>
              <a:t>   … “invisible” at internetwork layer. Looks like a link layer technology to IP!</a:t>
            </a:r>
            <a:endParaRPr lang="en-US" altLang="zh-CN" dirty="0">
              <a:ea typeface="宋体" panose="02010600030101010101" pitchFamily="2" charset="-122"/>
            </a:endParaRPr>
          </a:p>
        </p:txBody>
      </p:sp>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77153"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7715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77155"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ATM and MPLS</a:t>
            </a:r>
            <a:endParaRPr lang="en-US" altLang="zh-CN" dirty="0">
              <a:ea typeface="宋体" panose="02010600030101010101" pitchFamily="2" charset="-122"/>
            </a:endParaRPr>
          </a:p>
        </p:txBody>
      </p:sp>
      <p:sp>
        <p:nvSpPr>
          <p:cNvPr id="177156" name="Rectangle 3"/>
          <p:cNvSpPr>
            <a:spLocks noGrp="1"/>
          </p:cNvSpPr>
          <p:nvPr>
            <p:ph idx="1"/>
          </p:nvPr>
        </p:nvSpPr>
        <p:spPr>
          <a:xfrm>
            <a:off x="533400" y="1600200"/>
            <a:ext cx="8031163" cy="4648200"/>
          </a:xfrm>
          <a:ln/>
        </p:spPr>
        <p:txBody>
          <a:bodyPr vert="horz" wrap="square" lIns="91440" tIns="45720" rIns="91440" bIns="45720" anchor="t" anchorCtr="0"/>
          <a:p>
            <a:r>
              <a:rPr lang="en-US" altLang="zh-CN" dirty="0">
                <a:ea typeface="宋体" panose="02010600030101010101" pitchFamily="2" charset="-122"/>
              </a:rPr>
              <a:t>ATM, MPLS separate networks in their own right</a:t>
            </a:r>
            <a:endParaRPr lang="en-US" altLang="zh-CN" dirty="0">
              <a:ea typeface="宋体" panose="02010600030101010101" pitchFamily="2" charset="-122"/>
            </a:endParaRPr>
          </a:p>
          <a:p>
            <a:pPr lvl="1"/>
            <a:r>
              <a:rPr lang="en-US" altLang="zh-CN" dirty="0">
                <a:ea typeface="宋体" panose="02010600030101010101" pitchFamily="2" charset="-122"/>
              </a:rPr>
              <a:t> different service models, addressing, routing from Internet</a:t>
            </a:r>
            <a:endParaRPr lang="en-US" altLang="zh-CN" dirty="0">
              <a:ea typeface="宋体" panose="02010600030101010101" pitchFamily="2" charset="-122"/>
            </a:endParaRPr>
          </a:p>
          <a:p>
            <a:r>
              <a:rPr lang="en-US" altLang="zh-CN" dirty="0">
                <a:ea typeface="宋体" panose="02010600030101010101" pitchFamily="2" charset="-122"/>
              </a:rPr>
              <a:t>viewed by Internet as logical link connecting IP routers</a:t>
            </a:r>
            <a:endParaRPr lang="en-US" altLang="zh-CN" dirty="0">
              <a:ea typeface="宋体" panose="02010600030101010101" pitchFamily="2" charset="-122"/>
            </a:endParaRPr>
          </a:p>
          <a:p>
            <a:pPr lvl="1"/>
            <a:r>
              <a:rPr lang="en-US" altLang="zh-CN" dirty="0">
                <a:ea typeface="宋体" panose="02010600030101010101" pitchFamily="2" charset="-122"/>
              </a:rPr>
              <a:t>just like dialup link is really part of separate network (telephone network)</a:t>
            </a:r>
            <a:endParaRPr lang="en-US" altLang="zh-CN" dirty="0">
              <a:ea typeface="宋体" panose="02010600030101010101" pitchFamily="2" charset="-122"/>
            </a:endParaRPr>
          </a:p>
          <a:p>
            <a:r>
              <a:rPr lang="en-US" altLang="zh-CN" dirty="0">
                <a:ea typeface="宋体" panose="02010600030101010101" pitchFamily="2" charset="-122"/>
              </a:rPr>
              <a:t>ATM, MPLS: of technical interest in their own right</a:t>
            </a:r>
            <a:endParaRPr lang="en-US" altLang="zh-CN" dirty="0">
              <a:ea typeface="宋体" panose="02010600030101010101" pitchFamily="2" charset="-122"/>
            </a:endParaRPr>
          </a:p>
          <a:p>
            <a:pPr lvl="1"/>
            <a:endParaRPr lang="en-US" altLang="zh-CN" dirty="0">
              <a:ea typeface="宋体" panose="02010600030101010101" pitchFamily="2" charset="-122"/>
            </a:endParaRPr>
          </a:p>
        </p:txBody>
      </p:sp>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7920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7920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79203" name="Rectangle 2"/>
          <p:cNvSpPr>
            <a:spLocks noGrp="1"/>
          </p:cNvSpPr>
          <p:nvPr>
            <p:ph type="title"/>
          </p:nvPr>
        </p:nvSpPr>
        <p:spPr>
          <a:xfrm>
            <a:off x="533400" y="228600"/>
            <a:ext cx="8027988" cy="1143000"/>
          </a:xfrm>
          <a:ln/>
        </p:spPr>
        <p:txBody>
          <a:bodyPr vert="horz" wrap="square" lIns="91440" tIns="45720" rIns="91440" bIns="45720" anchor="ctr" anchorCtr="0"/>
          <a:p>
            <a:r>
              <a:rPr lang="en-US" altLang="zh-CN" sz="3600" dirty="0">
                <a:ea typeface="宋体" panose="02010600030101010101" pitchFamily="2" charset="-122"/>
              </a:rPr>
              <a:t>Asynchronous Transfer Mode: ATM</a:t>
            </a:r>
            <a:endParaRPr lang="en-US" altLang="zh-CN" sz="3600" dirty="0">
              <a:ea typeface="宋体" panose="02010600030101010101" pitchFamily="2" charset="-122"/>
            </a:endParaRPr>
          </a:p>
        </p:txBody>
      </p:sp>
      <p:sp>
        <p:nvSpPr>
          <p:cNvPr id="179204" name="Rectangle 3"/>
          <p:cNvSpPr>
            <a:spLocks noGrp="1"/>
          </p:cNvSpPr>
          <p:nvPr>
            <p:ph idx="1"/>
          </p:nvPr>
        </p:nvSpPr>
        <p:spPr>
          <a:xfrm>
            <a:off x="533400" y="1339850"/>
            <a:ext cx="7961313" cy="4908550"/>
          </a:xfrm>
          <a:ln/>
        </p:spPr>
        <p:txBody>
          <a:bodyPr vert="horz" wrap="square" lIns="91440" tIns="45720" rIns="91440" bIns="45720" anchor="t" anchorCtr="0"/>
          <a:p>
            <a:r>
              <a:rPr lang="en-US" altLang="zh-CN" sz="2400" b="1" dirty="0">
                <a:ea typeface="宋体" panose="02010600030101010101" pitchFamily="2" charset="-122"/>
              </a:rPr>
              <a:t>1990’s/00 standard for high-speed </a:t>
            </a:r>
            <a:r>
              <a:rPr lang="en-US" altLang="zh-CN" sz="2400" dirty="0">
                <a:ea typeface="宋体" panose="02010600030101010101" pitchFamily="2" charset="-122"/>
              </a:rPr>
              <a:t>(155Mbps to 622 Mbps and higher) </a:t>
            </a:r>
            <a:r>
              <a:rPr lang="en-US" altLang="zh-CN" sz="2400" i="1" dirty="0">
                <a:solidFill>
                  <a:schemeClr val="accent2"/>
                </a:solidFill>
                <a:ea typeface="宋体" panose="02010600030101010101" pitchFamily="2" charset="-122"/>
              </a:rPr>
              <a:t>Broadband Integrated Service Digital Network</a:t>
            </a:r>
            <a:r>
              <a:rPr lang="en-US" altLang="zh-CN" sz="2400" dirty="0">
                <a:ea typeface="宋体" panose="02010600030101010101" pitchFamily="2" charset="-122"/>
              </a:rPr>
              <a:t> architecture</a:t>
            </a:r>
            <a:endParaRPr lang="en-US" altLang="zh-CN" sz="2400" dirty="0">
              <a:ea typeface="宋体" panose="02010600030101010101" pitchFamily="2" charset="-122"/>
            </a:endParaRPr>
          </a:p>
          <a:p>
            <a:r>
              <a:rPr lang="en-US" altLang="zh-CN" sz="2400" u="sng" dirty="0">
                <a:solidFill>
                  <a:srgbClr val="FF0000"/>
                </a:solidFill>
                <a:ea typeface="宋体" panose="02010600030101010101" pitchFamily="2" charset="-122"/>
              </a:rPr>
              <a:t>Goal:</a:t>
            </a:r>
            <a:r>
              <a:rPr lang="en-US" altLang="zh-CN" sz="2400" dirty="0">
                <a:ea typeface="宋体" panose="02010600030101010101" pitchFamily="2" charset="-122"/>
              </a:rPr>
              <a:t> </a:t>
            </a:r>
            <a:r>
              <a:rPr lang="en-US" altLang="zh-CN" sz="2400" i="1" dirty="0">
                <a:solidFill>
                  <a:srgbClr val="FF0000"/>
                </a:solidFill>
                <a:ea typeface="宋体" panose="02010600030101010101" pitchFamily="2" charset="-122"/>
              </a:rPr>
              <a:t>integrated, end-end transport of carry voice, video, data</a:t>
            </a:r>
            <a:endParaRPr lang="en-US" altLang="zh-CN" sz="2400" dirty="0">
              <a:ea typeface="宋体" panose="02010600030101010101" pitchFamily="2" charset="-122"/>
            </a:endParaRPr>
          </a:p>
          <a:p>
            <a:pPr lvl="1"/>
            <a:r>
              <a:rPr lang="en-US" altLang="zh-CN" dirty="0">
                <a:ea typeface="宋体" panose="02010600030101010101" pitchFamily="2" charset="-122"/>
              </a:rPr>
              <a:t>meeting timing/QoS requirements of voice, video (versus Internet best-effort model)</a:t>
            </a:r>
            <a:endParaRPr lang="en-US" altLang="zh-CN" dirty="0">
              <a:ea typeface="宋体" panose="02010600030101010101" pitchFamily="2" charset="-122"/>
            </a:endParaRPr>
          </a:p>
          <a:p>
            <a:pPr lvl="1"/>
            <a:r>
              <a:rPr lang="en-US" altLang="zh-CN" dirty="0">
                <a:ea typeface="宋体" panose="02010600030101010101" pitchFamily="2" charset="-122"/>
              </a:rPr>
              <a:t>“next generation” telephony: technical roots in telephone world</a:t>
            </a:r>
            <a:endParaRPr lang="en-US" altLang="zh-CN" dirty="0">
              <a:ea typeface="宋体" panose="02010600030101010101" pitchFamily="2" charset="-122"/>
            </a:endParaRPr>
          </a:p>
          <a:p>
            <a:pPr lvl="1"/>
            <a:r>
              <a:rPr lang="en-US" altLang="zh-CN" dirty="0">
                <a:ea typeface="宋体" panose="02010600030101010101" pitchFamily="2" charset="-122"/>
              </a:rPr>
              <a:t>packet-switching (fixed length packets, called “cells”) using virtual circuits</a:t>
            </a:r>
            <a:endParaRPr lang="en-US" altLang="zh-CN" dirty="0">
              <a:ea typeface="宋体" panose="02010600030101010101" pitchFamily="2" charset="-122"/>
            </a:endParaRPr>
          </a:p>
        </p:txBody>
      </p:sp>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8124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8125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81251" name="Rectangle 2"/>
          <p:cNvSpPr>
            <a:spLocks noGrp="1"/>
          </p:cNvSpPr>
          <p:nvPr>
            <p:ph type="title"/>
          </p:nvPr>
        </p:nvSpPr>
        <p:spPr>
          <a:ln/>
        </p:spPr>
        <p:txBody>
          <a:bodyPr vert="horz" wrap="square" lIns="91440" tIns="45720" rIns="91440" bIns="45720" anchor="ctr" anchorCtr="0"/>
          <a:p>
            <a:r>
              <a:rPr lang="en-US" altLang="zh-CN" sz="3200" dirty="0">
                <a:ea typeface="宋体" panose="02010600030101010101" pitchFamily="2" charset="-122"/>
              </a:rPr>
              <a:t>Multiprotocol label switching (MPLS)</a:t>
            </a:r>
            <a:endParaRPr lang="en-US" altLang="zh-CN" sz="3200" dirty="0">
              <a:ea typeface="宋体" panose="02010600030101010101" pitchFamily="2" charset="-122"/>
            </a:endParaRPr>
          </a:p>
        </p:txBody>
      </p:sp>
      <p:sp>
        <p:nvSpPr>
          <p:cNvPr id="181252" name="Rectangle 3"/>
          <p:cNvSpPr>
            <a:spLocks noGrp="1"/>
          </p:cNvSpPr>
          <p:nvPr>
            <p:ph idx="1"/>
          </p:nvPr>
        </p:nvSpPr>
        <p:spPr>
          <a:ln/>
        </p:spPr>
        <p:txBody>
          <a:bodyPr vert="horz" wrap="square" lIns="91440" tIns="45720" rIns="91440" bIns="45720" anchor="t" anchorCtr="0"/>
          <a:p>
            <a:r>
              <a:rPr lang="en-US" altLang="zh-CN" sz="2400" dirty="0">
                <a:ea typeface="宋体" panose="02010600030101010101" pitchFamily="2" charset="-122"/>
              </a:rPr>
              <a:t>initial goal: speed up IP forwarding by using fixed length label (instead of IP address) to do forwarding </a:t>
            </a:r>
            <a:endParaRPr lang="en-US" altLang="zh-CN" sz="2400" dirty="0">
              <a:ea typeface="宋体" panose="02010600030101010101" pitchFamily="2" charset="-122"/>
            </a:endParaRPr>
          </a:p>
          <a:p>
            <a:pPr lvl="1"/>
            <a:r>
              <a:rPr lang="en-US" altLang="zh-CN" sz="2000" dirty="0">
                <a:ea typeface="宋体" panose="02010600030101010101" pitchFamily="2" charset="-122"/>
              </a:rPr>
              <a:t>borrowing ideas from Virtual Circuit (VC) approach</a:t>
            </a:r>
            <a:endParaRPr lang="en-US" altLang="zh-CN" sz="2000" dirty="0">
              <a:ea typeface="宋体" panose="02010600030101010101" pitchFamily="2" charset="-122"/>
            </a:endParaRPr>
          </a:p>
          <a:p>
            <a:pPr lvl="1"/>
            <a:r>
              <a:rPr lang="en-US" altLang="zh-CN" sz="2000" dirty="0">
                <a:ea typeface="宋体" panose="02010600030101010101" pitchFamily="2" charset="-122"/>
              </a:rPr>
              <a:t>but IP datagram still keeps IP address!</a:t>
            </a:r>
            <a:endParaRPr lang="en-US" altLang="zh-CN" sz="2000" dirty="0">
              <a:ea typeface="宋体" panose="02010600030101010101" pitchFamily="2" charset="-122"/>
            </a:endParaRPr>
          </a:p>
          <a:p>
            <a:pPr lvl="1"/>
            <a:endParaRPr lang="en-US" altLang="zh-CN" sz="2000" dirty="0">
              <a:ea typeface="宋体" panose="02010600030101010101" pitchFamily="2" charset="-122"/>
            </a:endParaRPr>
          </a:p>
        </p:txBody>
      </p:sp>
      <p:sp>
        <p:nvSpPr>
          <p:cNvPr id="181253" name="Freeform 4"/>
          <p:cNvSpPr/>
          <p:nvPr/>
        </p:nvSpPr>
        <p:spPr>
          <a:xfrm>
            <a:off x="2052638" y="4695825"/>
            <a:ext cx="3108325" cy="1084263"/>
          </a:xfrm>
          <a:custGeom>
            <a:avLst/>
            <a:gdLst/>
            <a:ahLst/>
            <a:cxnLst>
              <a:cxn ang="0">
                <a:pos x="2147483646" y="0"/>
              </a:cxn>
              <a:cxn ang="0">
                <a:pos x="0" y="2147483646"/>
              </a:cxn>
              <a:cxn ang="0">
                <a:pos x="2147483646" y="2147483646"/>
              </a:cxn>
              <a:cxn ang="0">
                <a:pos x="2147483646" y="0"/>
              </a:cxn>
            </a:cxnLst>
            <a:pathLst>
              <a:path w="1958" h="683">
                <a:moveTo>
                  <a:pt x="337" y="0"/>
                </a:moveTo>
                <a:lnTo>
                  <a:pt x="0" y="683"/>
                </a:lnTo>
                <a:lnTo>
                  <a:pt x="1958" y="683"/>
                </a:lnTo>
                <a:lnTo>
                  <a:pt x="1382" y="0"/>
                </a:lnTo>
              </a:path>
            </a:pathLst>
          </a:custGeom>
          <a:gradFill rotWithShape="1">
            <a:gsLst>
              <a:gs pos="0">
                <a:schemeClr val="bg2"/>
              </a:gs>
              <a:gs pos="100000">
                <a:srgbClr val="FFFFFF"/>
              </a:gs>
            </a:gsLst>
            <a:lin ang="5400000" scaled="1"/>
            <a:tileRect/>
          </a:gradFill>
          <a:ln w="9525">
            <a:noFill/>
          </a:ln>
        </p:spPr>
        <p:txBody>
          <a:bodyPr/>
          <a:p>
            <a:endParaRPr lang="zh-CN" altLang="en-US"/>
          </a:p>
        </p:txBody>
      </p:sp>
      <p:sp>
        <p:nvSpPr>
          <p:cNvPr id="181254" name="Rectangle 5"/>
          <p:cNvSpPr/>
          <p:nvPr/>
        </p:nvSpPr>
        <p:spPr>
          <a:xfrm>
            <a:off x="706438" y="4068763"/>
            <a:ext cx="8047037" cy="63976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81255" name="Text Box 6"/>
          <p:cNvSpPr txBox="1"/>
          <p:nvPr/>
        </p:nvSpPr>
        <p:spPr>
          <a:xfrm>
            <a:off x="719138" y="4073525"/>
            <a:ext cx="1898650" cy="641350"/>
          </a:xfrm>
          <a:prstGeom prst="rect">
            <a:avLst/>
          </a:prstGeom>
          <a:noFill/>
          <a:ln w="9525">
            <a:noFill/>
          </a:ln>
        </p:spPr>
        <p:txBody>
          <a:bodyPr wrap="none" anchor="t" anchorCtr="0">
            <a:spAutoFit/>
          </a:bodyPr>
          <a:p>
            <a:pPr algn="ctr">
              <a:buClrTx/>
              <a:buFontTx/>
            </a:pPr>
            <a:r>
              <a:rPr lang="en-US" altLang="zh-CN" i="0" dirty="0">
                <a:latin typeface="Arial" panose="020B0604020202020204" pitchFamily="34" charset="0"/>
                <a:ea typeface="宋体" panose="02010600030101010101" pitchFamily="2" charset="-122"/>
              </a:rPr>
              <a:t>PPP or Ethernet </a:t>
            </a:r>
            <a:endParaRPr lang="en-US" altLang="zh-CN" i="0" dirty="0">
              <a:latin typeface="Arial" panose="020B0604020202020204" pitchFamily="34" charset="0"/>
              <a:ea typeface="宋体" panose="02010600030101010101" pitchFamily="2" charset="-122"/>
            </a:endParaRPr>
          </a:p>
          <a:p>
            <a:pPr algn="ctr">
              <a:buClrTx/>
              <a:buFontTx/>
            </a:pPr>
            <a:r>
              <a:rPr lang="en-US" altLang="zh-CN" i="0" dirty="0">
                <a:latin typeface="Arial" panose="020B0604020202020204" pitchFamily="34" charset="0"/>
                <a:ea typeface="宋体" panose="02010600030101010101" pitchFamily="2" charset="-122"/>
              </a:rPr>
              <a:t>header</a:t>
            </a:r>
            <a:endParaRPr lang="en-US" altLang="zh-CN" i="0" dirty="0">
              <a:latin typeface="Arial" panose="020B0604020202020204" pitchFamily="34" charset="0"/>
              <a:ea typeface="宋体" panose="02010600030101010101" pitchFamily="2" charset="-122"/>
            </a:endParaRPr>
          </a:p>
        </p:txBody>
      </p:sp>
      <p:sp>
        <p:nvSpPr>
          <p:cNvPr id="181256" name="Text Box 8"/>
          <p:cNvSpPr txBox="1"/>
          <p:nvPr/>
        </p:nvSpPr>
        <p:spPr>
          <a:xfrm>
            <a:off x="4376738" y="4195763"/>
            <a:ext cx="1174750" cy="366712"/>
          </a:xfrm>
          <a:prstGeom prst="rect">
            <a:avLst/>
          </a:prstGeom>
          <a:noFill/>
          <a:ln w="9525">
            <a:noFill/>
          </a:ln>
        </p:spPr>
        <p:txBody>
          <a:bodyPr wrap="none" anchor="t" anchorCtr="0">
            <a:spAutoFit/>
          </a:bodyPr>
          <a:p>
            <a:pPr algn="ctr">
              <a:buClrTx/>
              <a:buFontTx/>
            </a:pPr>
            <a:r>
              <a:rPr lang="en-US" altLang="zh-CN" i="0" dirty="0">
                <a:latin typeface="Arial" panose="020B0604020202020204" pitchFamily="34" charset="0"/>
                <a:ea typeface="宋体" panose="02010600030101010101" pitchFamily="2" charset="-122"/>
              </a:rPr>
              <a:t>IP header</a:t>
            </a:r>
            <a:endParaRPr lang="en-US" altLang="zh-CN" i="0" dirty="0">
              <a:latin typeface="Arial" panose="020B0604020202020204" pitchFamily="34" charset="0"/>
              <a:ea typeface="宋体" panose="02010600030101010101" pitchFamily="2" charset="-122"/>
            </a:endParaRPr>
          </a:p>
        </p:txBody>
      </p:sp>
      <p:sp>
        <p:nvSpPr>
          <p:cNvPr id="181257" name="Line 9"/>
          <p:cNvSpPr/>
          <p:nvPr/>
        </p:nvSpPr>
        <p:spPr>
          <a:xfrm>
            <a:off x="2587625" y="4056063"/>
            <a:ext cx="0" cy="652462"/>
          </a:xfrm>
          <a:prstGeom prst="line">
            <a:avLst/>
          </a:prstGeom>
          <a:ln w="9525" cap="flat" cmpd="sng">
            <a:solidFill>
              <a:schemeClr val="tx1"/>
            </a:solidFill>
            <a:prstDash val="solid"/>
            <a:round/>
            <a:headEnd type="none" w="med" len="med"/>
            <a:tailEnd type="none" w="med" len="med"/>
          </a:ln>
        </p:spPr>
      </p:sp>
      <p:sp>
        <p:nvSpPr>
          <p:cNvPr id="181258" name="Line 10"/>
          <p:cNvSpPr/>
          <p:nvPr/>
        </p:nvSpPr>
        <p:spPr>
          <a:xfrm>
            <a:off x="4241800" y="4051300"/>
            <a:ext cx="0" cy="652463"/>
          </a:xfrm>
          <a:prstGeom prst="line">
            <a:avLst/>
          </a:prstGeom>
          <a:ln w="9525" cap="flat" cmpd="sng">
            <a:solidFill>
              <a:schemeClr val="tx1"/>
            </a:solidFill>
            <a:prstDash val="solid"/>
            <a:round/>
            <a:headEnd type="none" w="med" len="med"/>
            <a:tailEnd type="none" w="med" len="med"/>
          </a:ln>
        </p:spPr>
      </p:sp>
      <p:sp>
        <p:nvSpPr>
          <p:cNvPr id="181259" name="Line 11"/>
          <p:cNvSpPr/>
          <p:nvPr/>
        </p:nvSpPr>
        <p:spPr>
          <a:xfrm>
            <a:off x="5588000" y="4052888"/>
            <a:ext cx="0" cy="652462"/>
          </a:xfrm>
          <a:prstGeom prst="line">
            <a:avLst/>
          </a:prstGeom>
          <a:ln w="9525" cap="flat" cmpd="sng">
            <a:solidFill>
              <a:schemeClr val="tx1"/>
            </a:solidFill>
            <a:prstDash val="solid"/>
            <a:round/>
            <a:headEnd type="none" w="med" len="med"/>
            <a:tailEnd type="none" w="med" len="med"/>
          </a:ln>
        </p:spPr>
      </p:sp>
      <p:sp>
        <p:nvSpPr>
          <p:cNvPr id="181260" name="Text Box 12"/>
          <p:cNvSpPr txBox="1"/>
          <p:nvPr/>
        </p:nvSpPr>
        <p:spPr>
          <a:xfrm>
            <a:off x="5618163" y="4205288"/>
            <a:ext cx="3092450" cy="366712"/>
          </a:xfrm>
          <a:prstGeom prst="rect">
            <a:avLst/>
          </a:prstGeom>
          <a:noFill/>
          <a:ln w="9525">
            <a:noFill/>
          </a:ln>
        </p:spPr>
        <p:txBody>
          <a:bodyPr wrap="none" anchor="t" anchorCtr="0">
            <a:spAutoFit/>
          </a:bodyPr>
          <a:p>
            <a:pPr>
              <a:buClrTx/>
              <a:buFontTx/>
            </a:pPr>
            <a:r>
              <a:rPr lang="en-US" altLang="zh-CN" i="0" dirty="0">
                <a:latin typeface="Arial" panose="020B0604020202020204" pitchFamily="34" charset="0"/>
                <a:ea typeface="宋体" panose="02010600030101010101" pitchFamily="2" charset="-122"/>
              </a:rPr>
              <a:t>remainder of link-layer frame</a:t>
            </a:r>
            <a:endParaRPr lang="en-US" altLang="zh-CN" i="0" dirty="0">
              <a:latin typeface="Arial" panose="020B0604020202020204" pitchFamily="34" charset="0"/>
              <a:ea typeface="宋体" panose="02010600030101010101" pitchFamily="2" charset="-122"/>
            </a:endParaRPr>
          </a:p>
        </p:txBody>
      </p:sp>
      <p:sp>
        <p:nvSpPr>
          <p:cNvPr id="181261" name="Rectangle 25"/>
          <p:cNvSpPr/>
          <p:nvPr/>
        </p:nvSpPr>
        <p:spPr>
          <a:xfrm>
            <a:off x="2576513" y="4054475"/>
            <a:ext cx="1660525" cy="639763"/>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81262" name="Text Box 7"/>
          <p:cNvSpPr txBox="1"/>
          <p:nvPr/>
        </p:nvSpPr>
        <p:spPr>
          <a:xfrm>
            <a:off x="2611438" y="4213225"/>
            <a:ext cx="1631950" cy="366713"/>
          </a:xfrm>
          <a:prstGeom prst="rect">
            <a:avLst/>
          </a:prstGeom>
          <a:noFill/>
          <a:ln w="9525">
            <a:noFill/>
          </a:ln>
        </p:spPr>
        <p:txBody>
          <a:bodyPr wrap="none" anchor="t" anchorCtr="0">
            <a:spAutoFit/>
          </a:bodyPr>
          <a:p>
            <a:pPr algn="ctr">
              <a:buClrTx/>
              <a:buFontTx/>
            </a:pPr>
            <a:r>
              <a:rPr lang="en-US" altLang="zh-CN" b="1" i="0" dirty="0">
                <a:solidFill>
                  <a:schemeClr val="bg1"/>
                </a:solidFill>
                <a:latin typeface="Arial" panose="020B0604020202020204" pitchFamily="34" charset="0"/>
                <a:ea typeface="宋体" panose="02010600030101010101" pitchFamily="2" charset="-122"/>
              </a:rPr>
              <a:t>MPLS header</a:t>
            </a:r>
            <a:endParaRPr lang="en-US" altLang="zh-CN" b="1" i="0" dirty="0">
              <a:solidFill>
                <a:schemeClr val="bg1"/>
              </a:solidFill>
              <a:latin typeface="Arial" panose="020B0604020202020204" pitchFamily="34" charset="0"/>
              <a:ea typeface="宋体" panose="02010600030101010101" pitchFamily="2" charset="-122"/>
            </a:endParaRPr>
          </a:p>
        </p:txBody>
      </p:sp>
      <p:sp>
        <p:nvSpPr>
          <p:cNvPr id="181263" name="Rectangle 27"/>
          <p:cNvSpPr/>
          <p:nvPr/>
        </p:nvSpPr>
        <p:spPr>
          <a:xfrm>
            <a:off x="2155825" y="5440363"/>
            <a:ext cx="3122613" cy="67945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p>
            <a:pPr algn="ctr">
              <a:buClrTx/>
              <a:buFontTx/>
            </a:pPr>
            <a:endParaRPr lang="zh-CN" altLang="zh-CN" i="0" dirty="0">
              <a:latin typeface="Arial" panose="020B0604020202020204" pitchFamily="34" charset="0"/>
              <a:ea typeface="宋体" panose="02010600030101010101" pitchFamily="2" charset="-122"/>
            </a:endParaRPr>
          </a:p>
        </p:txBody>
      </p:sp>
      <p:sp>
        <p:nvSpPr>
          <p:cNvPr id="181264" name="Text Box 28"/>
          <p:cNvSpPr txBox="1"/>
          <p:nvPr/>
        </p:nvSpPr>
        <p:spPr>
          <a:xfrm>
            <a:off x="2668588" y="5608638"/>
            <a:ext cx="666750" cy="366712"/>
          </a:xfrm>
          <a:prstGeom prst="rect">
            <a:avLst/>
          </a:prstGeom>
          <a:solidFill>
            <a:srgbClr val="FF0000"/>
          </a:solidFill>
          <a:ln w="9525">
            <a:noFill/>
          </a:ln>
        </p:spPr>
        <p:txBody>
          <a:bodyPr wrap="none" anchor="t" anchorCtr="0">
            <a:spAutoFit/>
          </a:bodyPr>
          <a:p>
            <a:pPr>
              <a:buClrTx/>
              <a:buFontTx/>
            </a:pPr>
            <a:r>
              <a:rPr lang="en-US" altLang="zh-CN" i="0" dirty="0">
                <a:solidFill>
                  <a:schemeClr val="bg1"/>
                </a:solidFill>
                <a:latin typeface="Arial" panose="020B0604020202020204" pitchFamily="34" charset="0"/>
                <a:ea typeface="宋体" panose="02010600030101010101" pitchFamily="2" charset="-122"/>
              </a:rPr>
              <a:t>label</a:t>
            </a:r>
            <a:endParaRPr lang="en-US" altLang="zh-CN" i="0" dirty="0">
              <a:solidFill>
                <a:schemeClr val="bg1"/>
              </a:solidFill>
              <a:latin typeface="Arial" panose="020B0604020202020204" pitchFamily="34" charset="0"/>
              <a:ea typeface="宋体" panose="02010600030101010101" pitchFamily="2" charset="-122"/>
            </a:endParaRPr>
          </a:p>
        </p:txBody>
      </p:sp>
      <p:sp>
        <p:nvSpPr>
          <p:cNvPr id="181265" name="Text Box 29"/>
          <p:cNvSpPr txBox="1"/>
          <p:nvPr/>
        </p:nvSpPr>
        <p:spPr>
          <a:xfrm>
            <a:off x="3851275" y="5616575"/>
            <a:ext cx="577850" cy="366713"/>
          </a:xfrm>
          <a:prstGeom prst="rect">
            <a:avLst/>
          </a:prstGeom>
          <a:solidFill>
            <a:srgbClr val="FF0000"/>
          </a:solidFill>
          <a:ln w="9525">
            <a:noFill/>
          </a:ln>
        </p:spPr>
        <p:txBody>
          <a:bodyPr wrap="none" anchor="t" anchorCtr="0">
            <a:spAutoFit/>
          </a:bodyPr>
          <a:p>
            <a:pPr>
              <a:buClrTx/>
              <a:buFontTx/>
            </a:pPr>
            <a:r>
              <a:rPr lang="en-US" altLang="zh-CN" i="0" dirty="0">
                <a:solidFill>
                  <a:schemeClr val="bg1"/>
                </a:solidFill>
                <a:latin typeface="Arial" panose="020B0604020202020204" pitchFamily="34" charset="0"/>
                <a:ea typeface="宋体" panose="02010600030101010101" pitchFamily="2" charset="-122"/>
              </a:rPr>
              <a:t>Exp</a:t>
            </a:r>
            <a:endParaRPr lang="en-US" altLang="zh-CN" i="0" dirty="0">
              <a:solidFill>
                <a:schemeClr val="bg1"/>
              </a:solidFill>
              <a:latin typeface="Arial" panose="020B0604020202020204" pitchFamily="34" charset="0"/>
              <a:ea typeface="宋体" panose="02010600030101010101" pitchFamily="2" charset="-122"/>
            </a:endParaRPr>
          </a:p>
        </p:txBody>
      </p:sp>
      <p:sp>
        <p:nvSpPr>
          <p:cNvPr id="181266" name="Text Box 30"/>
          <p:cNvSpPr txBox="1"/>
          <p:nvPr/>
        </p:nvSpPr>
        <p:spPr>
          <a:xfrm>
            <a:off x="4408488" y="5624513"/>
            <a:ext cx="336550" cy="366712"/>
          </a:xfrm>
          <a:prstGeom prst="rect">
            <a:avLst/>
          </a:prstGeom>
          <a:solidFill>
            <a:srgbClr val="FF0000"/>
          </a:solidFill>
          <a:ln w="9525">
            <a:noFill/>
          </a:ln>
        </p:spPr>
        <p:txBody>
          <a:bodyPr wrap="none" anchor="t" anchorCtr="0">
            <a:spAutoFit/>
          </a:bodyPr>
          <a:p>
            <a:pPr>
              <a:buClrTx/>
              <a:buFontTx/>
            </a:pPr>
            <a:r>
              <a:rPr lang="en-US" altLang="zh-CN" i="0" dirty="0">
                <a:solidFill>
                  <a:schemeClr val="bg1"/>
                </a:solidFill>
                <a:latin typeface="Arial" panose="020B0604020202020204" pitchFamily="34" charset="0"/>
                <a:ea typeface="宋体" panose="02010600030101010101" pitchFamily="2" charset="-122"/>
              </a:rPr>
              <a:t>S</a:t>
            </a:r>
            <a:endParaRPr lang="en-US" altLang="zh-CN" i="0" dirty="0">
              <a:solidFill>
                <a:schemeClr val="bg1"/>
              </a:solidFill>
              <a:latin typeface="Arial" panose="020B0604020202020204" pitchFamily="34" charset="0"/>
              <a:ea typeface="宋体" panose="02010600030101010101" pitchFamily="2" charset="-122"/>
            </a:endParaRPr>
          </a:p>
        </p:txBody>
      </p:sp>
      <p:sp>
        <p:nvSpPr>
          <p:cNvPr id="181267" name="Text Box 31"/>
          <p:cNvSpPr txBox="1"/>
          <p:nvPr/>
        </p:nvSpPr>
        <p:spPr>
          <a:xfrm>
            <a:off x="4678363" y="5621338"/>
            <a:ext cx="590550" cy="366712"/>
          </a:xfrm>
          <a:prstGeom prst="rect">
            <a:avLst/>
          </a:prstGeom>
          <a:solidFill>
            <a:srgbClr val="FF0000"/>
          </a:solidFill>
          <a:ln w="9525">
            <a:noFill/>
          </a:ln>
        </p:spPr>
        <p:txBody>
          <a:bodyPr wrap="none" anchor="t" anchorCtr="0">
            <a:spAutoFit/>
          </a:bodyPr>
          <a:p>
            <a:pPr>
              <a:buClrTx/>
              <a:buFontTx/>
            </a:pPr>
            <a:r>
              <a:rPr lang="en-US" altLang="zh-CN" i="0" dirty="0">
                <a:solidFill>
                  <a:schemeClr val="bg1"/>
                </a:solidFill>
                <a:latin typeface="Arial" panose="020B0604020202020204" pitchFamily="34" charset="0"/>
                <a:ea typeface="宋体" panose="02010600030101010101" pitchFamily="2" charset="-122"/>
              </a:rPr>
              <a:t>TTL</a:t>
            </a:r>
            <a:endParaRPr lang="en-US" altLang="zh-CN" i="0" dirty="0">
              <a:solidFill>
                <a:schemeClr val="bg1"/>
              </a:solidFill>
              <a:latin typeface="Arial" panose="020B0604020202020204" pitchFamily="34" charset="0"/>
              <a:ea typeface="宋体" panose="02010600030101010101" pitchFamily="2" charset="-122"/>
            </a:endParaRPr>
          </a:p>
        </p:txBody>
      </p:sp>
      <p:sp>
        <p:nvSpPr>
          <p:cNvPr id="181268" name="Line 32"/>
          <p:cNvSpPr/>
          <p:nvPr/>
        </p:nvSpPr>
        <p:spPr>
          <a:xfrm>
            <a:off x="3887788" y="5449888"/>
            <a:ext cx="0" cy="652462"/>
          </a:xfrm>
          <a:prstGeom prst="line">
            <a:avLst/>
          </a:prstGeom>
          <a:ln w="9525" cap="flat" cmpd="sng">
            <a:solidFill>
              <a:schemeClr val="tx1"/>
            </a:solidFill>
            <a:prstDash val="solid"/>
            <a:round/>
            <a:headEnd type="none" w="med" len="med"/>
            <a:tailEnd type="none" w="med" len="med"/>
          </a:ln>
        </p:spPr>
      </p:sp>
      <p:sp>
        <p:nvSpPr>
          <p:cNvPr id="181269" name="Line 33"/>
          <p:cNvSpPr/>
          <p:nvPr/>
        </p:nvSpPr>
        <p:spPr>
          <a:xfrm>
            <a:off x="4457700" y="5470525"/>
            <a:ext cx="0" cy="652463"/>
          </a:xfrm>
          <a:prstGeom prst="line">
            <a:avLst/>
          </a:prstGeom>
          <a:ln w="9525" cap="flat" cmpd="sng">
            <a:solidFill>
              <a:schemeClr val="tx1"/>
            </a:solidFill>
            <a:prstDash val="solid"/>
            <a:round/>
            <a:headEnd type="none" w="med" len="med"/>
            <a:tailEnd type="none" w="med" len="med"/>
          </a:ln>
        </p:spPr>
      </p:sp>
      <p:sp>
        <p:nvSpPr>
          <p:cNvPr id="181270" name="Line 34"/>
          <p:cNvSpPr/>
          <p:nvPr/>
        </p:nvSpPr>
        <p:spPr>
          <a:xfrm>
            <a:off x="4727575" y="5465763"/>
            <a:ext cx="0" cy="652462"/>
          </a:xfrm>
          <a:prstGeom prst="line">
            <a:avLst/>
          </a:prstGeom>
          <a:ln w="9525" cap="flat" cmpd="sng">
            <a:solidFill>
              <a:schemeClr val="tx1"/>
            </a:solidFill>
            <a:prstDash val="solid"/>
            <a:round/>
            <a:headEnd type="none" w="med" len="med"/>
            <a:tailEnd type="none" w="med" len="med"/>
          </a:ln>
        </p:spPr>
      </p:sp>
      <p:sp>
        <p:nvSpPr>
          <p:cNvPr id="181271" name="Text Box 35"/>
          <p:cNvSpPr txBox="1"/>
          <p:nvPr/>
        </p:nvSpPr>
        <p:spPr>
          <a:xfrm>
            <a:off x="2827338" y="6116638"/>
            <a:ext cx="409575" cy="336550"/>
          </a:xfrm>
          <a:prstGeom prst="rect">
            <a:avLst/>
          </a:prstGeom>
          <a:noFill/>
          <a:ln w="9525">
            <a:noFill/>
          </a:ln>
        </p:spPr>
        <p:txBody>
          <a:bodyPr wrap="none" anchor="t" anchorCtr="0">
            <a:spAutoFit/>
          </a:bodyPr>
          <a:p>
            <a:pPr>
              <a:buClrTx/>
              <a:buFontTx/>
            </a:pPr>
            <a:r>
              <a:rPr lang="en-US" altLang="zh-CN" sz="1600" i="0" dirty="0">
                <a:latin typeface="Arial" panose="020B0604020202020204" pitchFamily="34" charset="0"/>
                <a:ea typeface="宋体" panose="02010600030101010101" pitchFamily="2" charset="-122"/>
              </a:rPr>
              <a:t>20</a:t>
            </a:r>
            <a:endParaRPr lang="en-US" altLang="zh-CN" sz="1600" i="0" dirty="0">
              <a:latin typeface="Arial" panose="020B0604020202020204" pitchFamily="34" charset="0"/>
              <a:ea typeface="宋体" panose="02010600030101010101" pitchFamily="2" charset="-122"/>
            </a:endParaRPr>
          </a:p>
        </p:txBody>
      </p:sp>
      <p:sp>
        <p:nvSpPr>
          <p:cNvPr id="181272" name="Text Box 36"/>
          <p:cNvSpPr txBox="1"/>
          <p:nvPr/>
        </p:nvSpPr>
        <p:spPr>
          <a:xfrm>
            <a:off x="3998913" y="6111875"/>
            <a:ext cx="296862" cy="336550"/>
          </a:xfrm>
          <a:prstGeom prst="rect">
            <a:avLst/>
          </a:prstGeom>
          <a:noFill/>
          <a:ln w="9525">
            <a:noFill/>
          </a:ln>
        </p:spPr>
        <p:txBody>
          <a:bodyPr wrap="none" anchor="t" anchorCtr="0">
            <a:spAutoFit/>
          </a:bodyPr>
          <a:p>
            <a:pPr>
              <a:buClrTx/>
              <a:buFontTx/>
            </a:pPr>
            <a:r>
              <a:rPr lang="en-US" altLang="zh-CN" sz="1600" i="0" dirty="0">
                <a:latin typeface="Arial" panose="020B0604020202020204" pitchFamily="34" charset="0"/>
                <a:ea typeface="宋体" panose="02010600030101010101" pitchFamily="2" charset="-122"/>
              </a:rPr>
              <a:t>3</a:t>
            </a:r>
            <a:endParaRPr lang="en-US" altLang="zh-CN" sz="1600" i="0" dirty="0">
              <a:latin typeface="Arial" panose="020B0604020202020204" pitchFamily="34" charset="0"/>
              <a:ea typeface="宋体" panose="02010600030101010101" pitchFamily="2" charset="-122"/>
            </a:endParaRPr>
          </a:p>
        </p:txBody>
      </p:sp>
      <p:sp>
        <p:nvSpPr>
          <p:cNvPr id="181273" name="Text Box 37"/>
          <p:cNvSpPr txBox="1"/>
          <p:nvPr/>
        </p:nvSpPr>
        <p:spPr>
          <a:xfrm>
            <a:off x="4425950" y="6108700"/>
            <a:ext cx="296863" cy="336550"/>
          </a:xfrm>
          <a:prstGeom prst="rect">
            <a:avLst/>
          </a:prstGeom>
          <a:noFill/>
          <a:ln w="9525">
            <a:noFill/>
          </a:ln>
        </p:spPr>
        <p:txBody>
          <a:bodyPr wrap="none" anchor="t" anchorCtr="0">
            <a:spAutoFit/>
          </a:bodyPr>
          <a:p>
            <a:pPr>
              <a:buClrTx/>
              <a:buFontTx/>
            </a:pPr>
            <a:r>
              <a:rPr lang="en-US" altLang="zh-CN" sz="1600" i="0" dirty="0">
                <a:latin typeface="Arial" panose="020B0604020202020204" pitchFamily="34" charset="0"/>
                <a:ea typeface="宋体" panose="02010600030101010101" pitchFamily="2" charset="-122"/>
              </a:rPr>
              <a:t>1</a:t>
            </a:r>
            <a:endParaRPr lang="en-US" altLang="zh-CN" sz="1600" i="0" dirty="0">
              <a:latin typeface="Arial" panose="020B0604020202020204" pitchFamily="34" charset="0"/>
              <a:ea typeface="宋体" panose="02010600030101010101" pitchFamily="2" charset="-122"/>
            </a:endParaRPr>
          </a:p>
        </p:txBody>
      </p:sp>
      <p:sp>
        <p:nvSpPr>
          <p:cNvPr id="181274" name="Text Box 38"/>
          <p:cNvSpPr txBox="1"/>
          <p:nvPr/>
        </p:nvSpPr>
        <p:spPr>
          <a:xfrm>
            <a:off x="4865688" y="6103938"/>
            <a:ext cx="296862" cy="336550"/>
          </a:xfrm>
          <a:prstGeom prst="rect">
            <a:avLst/>
          </a:prstGeom>
          <a:noFill/>
          <a:ln w="9525">
            <a:noFill/>
          </a:ln>
        </p:spPr>
        <p:txBody>
          <a:bodyPr wrap="none" anchor="t" anchorCtr="0">
            <a:spAutoFit/>
          </a:bodyPr>
          <a:p>
            <a:pPr>
              <a:buClrTx/>
              <a:buFontTx/>
            </a:pPr>
            <a:r>
              <a:rPr lang="en-US" altLang="zh-CN" sz="1600" i="0" dirty="0">
                <a:latin typeface="Arial" panose="020B0604020202020204" pitchFamily="34" charset="0"/>
                <a:ea typeface="宋体" panose="02010600030101010101" pitchFamily="2" charset="-122"/>
              </a:rPr>
              <a:t>5</a:t>
            </a:r>
            <a:endParaRPr lang="en-US" altLang="zh-CN" sz="1600" i="0" dirty="0">
              <a:latin typeface="Arial" panose="020B0604020202020204" pitchFamily="34" charset="0"/>
              <a:ea typeface="宋体" panose="02010600030101010101" pitchFamily="2" charset="-122"/>
            </a:endParaRPr>
          </a:p>
        </p:txBody>
      </p:sp>
    </p:spTree>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83297"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83298"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83299"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MPLS capable routers</a:t>
            </a:r>
            <a:endParaRPr lang="en-US" altLang="zh-CN" dirty="0">
              <a:ea typeface="宋体" panose="02010600030101010101" pitchFamily="2" charset="-122"/>
            </a:endParaRPr>
          </a:p>
        </p:txBody>
      </p:sp>
      <p:sp>
        <p:nvSpPr>
          <p:cNvPr id="183300" name="Rectangle 3"/>
          <p:cNvSpPr>
            <a:spLocks noGrp="1"/>
          </p:cNvSpPr>
          <p:nvPr>
            <p:ph idx="1"/>
          </p:nvPr>
        </p:nvSpPr>
        <p:spPr>
          <a:xfrm>
            <a:off x="533400" y="1600200"/>
            <a:ext cx="8335963" cy="4648200"/>
          </a:xfrm>
          <a:ln/>
        </p:spPr>
        <p:txBody>
          <a:bodyPr vert="horz" wrap="square" lIns="91440" tIns="45720" rIns="91440" bIns="45720" anchor="t" anchorCtr="0"/>
          <a:p>
            <a:pPr>
              <a:lnSpc>
                <a:spcPct val="90000"/>
              </a:lnSpc>
            </a:pPr>
            <a:r>
              <a:rPr lang="en-US" altLang="zh-CN" dirty="0">
                <a:ea typeface="宋体" panose="02010600030101010101" pitchFamily="2" charset="-122"/>
              </a:rPr>
              <a:t>a.k.a. label-switched router</a:t>
            </a:r>
            <a:endParaRPr lang="en-US" altLang="zh-CN" dirty="0">
              <a:ea typeface="宋体" panose="02010600030101010101" pitchFamily="2" charset="-122"/>
            </a:endParaRPr>
          </a:p>
          <a:p>
            <a:pPr>
              <a:lnSpc>
                <a:spcPct val="90000"/>
              </a:lnSpc>
            </a:pPr>
            <a:r>
              <a:rPr lang="en-US" altLang="zh-CN" dirty="0">
                <a:ea typeface="宋体" panose="02010600030101010101" pitchFamily="2" charset="-122"/>
              </a:rPr>
              <a:t>forwards packets to outgoing interface based only on label value (don’t inspect IP address)</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MPLS forwarding table distinct from IP forwarding tables</a:t>
            </a:r>
            <a:endParaRPr lang="en-US" altLang="zh-CN" dirty="0">
              <a:ea typeface="宋体" panose="02010600030101010101" pitchFamily="2" charset="-122"/>
            </a:endParaRPr>
          </a:p>
          <a:p>
            <a:pPr>
              <a:lnSpc>
                <a:spcPct val="90000"/>
              </a:lnSpc>
            </a:pPr>
            <a:r>
              <a:rPr lang="en-US" altLang="zh-CN" dirty="0">
                <a:ea typeface="宋体" panose="02010600030101010101" pitchFamily="2" charset="-122"/>
              </a:rPr>
              <a:t>signaling protocol needed to set up forwarding</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RSVP-TE</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forwarding possible along paths that IP alone would not allow (e.g., source-specific routing) !!</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use MPLS for traffic engineering </a:t>
            </a:r>
            <a:endParaRPr lang="en-US" altLang="zh-CN" dirty="0">
              <a:ea typeface="宋体" panose="02010600030101010101" pitchFamily="2" charset="-122"/>
            </a:endParaRPr>
          </a:p>
          <a:p>
            <a:pPr>
              <a:lnSpc>
                <a:spcPct val="90000"/>
              </a:lnSpc>
            </a:pPr>
            <a:r>
              <a:rPr lang="en-US" altLang="zh-CN" dirty="0">
                <a:ea typeface="宋体" panose="02010600030101010101" pitchFamily="2" charset="-122"/>
              </a:rPr>
              <a:t>must co-exist with IP-only routers</a:t>
            </a:r>
            <a:endParaRPr lang="en-US" altLang="zh-CN" dirty="0">
              <a:ea typeface="宋体" panose="02010600030101010101" pitchFamily="2" charset="-122"/>
            </a:endParaRPr>
          </a:p>
          <a:p>
            <a:pPr>
              <a:lnSpc>
                <a:spcPct val="90000"/>
              </a:lnSpc>
            </a:pPr>
            <a:endParaRPr lang="en-US" altLang="zh-CN" dirty="0">
              <a:ea typeface="宋体" panose="02010600030101010101" pitchFamily="2" charset="-122"/>
            </a:endParaRPr>
          </a:p>
        </p:txBody>
      </p:sp>
    </p:spTree>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85345" name="页脚占位符 3"/>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85346" name="灯片编号占位符 4"/>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85347" name="Freeform 2"/>
          <p:cNvSpPr/>
          <p:nvPr/>
        </p:nvSpPr>
        <p:spPr>
          <a:xfrm>
            <a:off x="1754188" y="5278438"/>
            <a:ext cx="2462212" cy="419100"/>
          </a:xfrm>
          <a:custGeom>
            <a:avLst/>
            <a:gdLst/>
            <a:ahLst/>
            <a:cxnLst>
              <a:cxn ang="0">
                <a:pos x="2147483646" y="2147483646"/>
              </a:cxn>
              <a:cxn ang="0">
                <a:pos x="0" y="2147483646"/>
              </a:cxn>
              <a:cxn ang="0">
                <a:pos x="2147483646" y="2147483646"/>
              </a:cxn>
              <a:cxn ang="0">
                <a:pos x="2147483646" y="0"/>
              </a:cxn>
              <a:cxn ang="0">
                <a:pos x="2147483646" y="2147483646"/>
              </a:cxn>
            </a:cxnLst>
            <a:pathLst>
              <a:path w="1551" h="264">
                <a:moveTo>
                  <a:pt x="1263" y="8"/>
                </a:moveTo>
                <a:lnTo>
                  <a:pt x="0" y="264"/>
                </a:lnTo>
                <a:lnTo>
                  <a:pt x="1536" y="264"/>
                </a:lnTo>
                <a:lnTo>
                  <a:pt x="1551" y="0"/>
                </a:lnTo>
                <a:lnTo>
                  <a:pt x="1263" y="8"/>
                </a:lnTo>
                <a:close/>
              </a:path>
            </a:pathLst>
          </a:custGeom>
          <a:gradFill rotWithShape="1">
            <a:gsLst>
              <a:gs pos="0">
                <a:srgbClr val="969696"/>
              </a:gs>
              <a:gs pos="100000">
                <a:srgbClr val="FFFFFF"/>
              </a:gs>
            </a:gsLst>
            <a:lin ang="5400000" scaled="1"/>
            <a:tileRect/>
          </a:gradFill>
          <a:ln w="9525">
            <a:noFill/>
          </a:ln>
        </p:spPr>
        <p:txBody>
          <a:bodyPr/>
          <a:p>
            <a:endParaRPr lang="zh-CN" altLang="en-US"/>
          </a:p>
        </p:txBody>
      </p:sp>
      <p:sp>
        <p:nvSpPr>
          <p:cNvPr id="185348" name="Freeform 3"/>
          <p:cNvSpPr/>
          <p:nvPr/>
        </p:nvSpPr>
        <p:spPr>
          <a:xfrm>
            <a:off x="4492625" y="5326063"/>
            <a:ext cx="2447925" cy="577850"/>
          </a:xfrm>
          <a:custGeom>
            <a:avLst/>
            <a:gdLst/>
            <a:ahLst/>
            <a:cxnLst>
              <a:cxn ang="0">
                <a:pos x="2147483646" y="2147483646"/>
              </a:cxn>
              <a:cxn ang="0">
                <a:pos x="0" y="2147483646"/>
              </a:cxn>
              <a:cxn ang="0">
                <a:pos x="2147483646" y="2147483646"/>
              </a:cxn>
              <a:cxn ang="0">
                <a:pos x="2147483646" y="0"/>
              </a:cxn>
              <a:cxn ang="0">
                <a:pos x="2147483646" y="2147483646"/>
              </a:cxn>
            </a:cxnLst>
            <a:pathLst>
              <a:path w="1542" h="364">
                <a:moveTo>
                  <a:pt x="839" y="8"/>
                </a:moveTo>
                <a:lnTo>
                  <a:pt x="0" y="364"/>
                </a:lnTo>
                <a:lnTo>
                  <a:pt x="1542" y="364"/>
                </a:lnTo>
                <a:lnTo>
                  <a:pt x="1127" y="0"/>
                </a:lnTo>
                <a:lnTo>
                  <a:pt x="839" y="8"/>
                </a:lnTo>
                <a:close/>
              </a:path>
            </a:pathLst>
          </a:custGeom>
          <a:gradFill rotWithShape="1">
            <a:gsLst>
              <a:gs pos="0">
                <a:srgbClr val="969696"/>
              </a:gs>
              <a:gs pos="100000">
                <a:srgbClr val="FFFFFF"/>
              </a:gs>
            </a:gsLst>
            <a:lin ang="5400000" scaled="1"/>
            <a:tileRect/>
          </a:gradFill>
          <a:ln w="9525">
            <a:noFill/>
          </a:ln>
        </p:spPr>
        <p:txBody>
          <a:bodyPr/>
          <a:p>
            <a:endParaRPr lang="zh-CN" altLang="en-US"/>
          </a:p>
        </p:txBody>
      </p:sp>
      <p:sp>
        <p:nvSpPr>
          <p:cNvPr id="185349" name="Freeform 4"/>
          <p:cNvSpPr/>
          <p:nvPr/>
        </p:nvSpPr>
        <p:spPr>
          <a:xfrm>
            <a:off x="1884363" y="3106738"/>
            <a:ext cx="2433637" cy="798512"/>
          </a:xfrm>
          <a:custGeom>
            <a:avLst/>
            <a:gdLst/>
            <a:ahLst/>
            <a:cxnLst>
              <a:cxn ang="0">
                <a:pos x="2147483646" y="2147483646"/>
              </a:cxn>
              <a:cxn ang="0">
                <a:pos x="2147483646" y="0"/>
              </a:cxn>
              <a:cxn ang="0">
                <a:pos x="0" y="0"/>
              </a:cxn>
              <a:cxn ang="0">
                <a:pos x="2147483646" y="2147483646"/>
              </a:cxn>
              <a:cxn ang="0">
                <a:pos x="2147483646" y="2147483646"/>
              </a:cxn>
            </a:cxnLst>
            <a:pathLst>
              <a:path w="1533" h="503">
                <a:moveTo>
                  <a:pt x="808" y="503"/>
                </a:moveTo>
                <a:lnTo>
                  <a:pt x="1533" y="0"/>
                </a:lnTo>
                <a:lnTo>
                  <a:pt x="0" y="0"/>
                </a:lnTo>
                <a:lnTo>
                  <a:pt x="685" y="481"/>
                </a:lnTo>
                <a:lnTo>
                  <a:pt x="808" y="503"/>
                </a:lnTo>
                <a:close/>
              </a:path>
            </a:pathLst>
          </a:custGeom>
          <a:gradFill rotWithShape="1">
            <a:gsLst>
              <a:gs pos="0">
                <a:srgbClr val="FFFFFF"/>
              </a:gs>
              <a:gs pos="100000">
                <a:srgbClr val="969696"/>
              </a:gs>
            </a:gsLst>
            <a:lin ang="5400000" scaled="1"/>
            <a:tileRect/>
          </a:gradFill>
          <a:ln w="9525">
            <a:noFill/>
          </a:ln>
        </p:spPr>
        <p:txBody>
          <a:bodyPr/>
          <a:p>
            <a:endParaRPr lang="zh-CN" altLang="en-US"/>
          </a:p>
        </p:txBody>
      </p:sp>
      <p:sp>
        <p:nvSpPr>
          <p:cNvPr id="185350" name="Freeform 5"/>
          <p:cNvSpPr/>
          <p:nvPr/>
        </p:nvSpPr>
        <p:spPr>
          <a:xfrm>
            <a:off x="4552950" y="3416300"/>
            <a:ext cx="2589213" cy="511175"/>
          </a:xfrm>
          <a:custGeom>
            <a:avLst/>
            <a:gdLst/>
            <a:ahLst/>
            <a:cxnLst>
              <a:cxn ang="0">
                <a:pos x="2147483646" y="2147483646"/>
              </a:cxn>
              <a:cxn ang="0">
                <a:pos x="2147483646" y="0"/>
              </a:cxn>
              <a:cxn ang="0">
                <a:pos x="2147483646" y="0"/>
              </a:cxn>
              <a:cxn ang="0">
                <a:pos x="0" y="2147483646"/>
              </a:cxn>
              <a:cxn ang="0">
                <a:pos x="2147483646" y="2147483646"/>
              </a:cxn>
            </a:cxnLst>
            <a:pathLst>
              <a:path w="1631" h="322">
                <a:moveTo>
                  <a:pt x="123" y="322"/>
                </a:moveTo>
                <a:lnTo>
                  <a:pt x="1631" y="0"/>
                </a:lnTo>
                <a:lnTo>
                  <a:pt x="89" y="0"/>
                </a:lnTo>
                <a:lnTo>
                  <a:pt x="0" y="300"/>
                </a:lnTo>
                <a:lnTo>
                  <a:pt x="123" y="322"/>
                </a:lnTo>
                <a:close/>
              </a:path>
            </a:pathLst>
          </a:custGeom>
          <a:gradFill rotWithShape="1">
            <a:gsLst>
              <a:gs pos="0">
                <a:srgbClr val="FFFFFF"/>
              </a:gs>
              <a:gs pos="100000">
                <a:srgbClr val="969696"/>
              </a:gs>
            </a:gsLst>
            <a:lin ang="5400000" scaled="1"/>
            <a:tileRect/>
          </a:gradFill>
          <a:ln w="9525">
            <a:noFill/>
          </a:ln>
        </p:spPr>
        <p:txBody>
          <a:bodyPr/>
          <a:p>
            <a:endParaRPr lang="zh-CN" altLang="en-US"/>
          </a:p>
        </p:txBody>
      </p:sp>
      <p:grpSp>
        <p:nvGrpSpPr>
          <p:cNvPr id="185351" name="Group 6"/>
          <p:cNvGrpSpPr/>
          <p:nvPr/>
        </p:nvGrpSpPr>
        <p:grpSpPr>
          <a:xfrm>
            <a:off x="5583238" y="4924425"/>
            <a:ext cx="766762" cy="433388"/>
            <a:chOff x="3600" y="219"/>
            <a:chExt cx="360" cy="175"/>
          </a:xfrm>
        </p:grpSpPr>
        <p:sp>
          <p:nvSpPr>
            <p:cNvPr id="185352" name="Oval 7"/>
            <p:cNvSpPr/>
            <p:nvPr/>
          </p:nvSpPr>
          <p:spPr>
            <a:xfrm>
              <a:off x="3603" y="297"/>
              <a:ext cx="357" cy="97"/>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85353" name="Line 8"/>
            <p:cNvSpPr/>
            <p:nvPr/>
          </p:nvSpPr>
          <p:spPr>
            <a:xfrm>
              <a:off x="3603" y="289"/>
              <a:ext cx="0" cy="60"/>
            </a:xfrm>
            <a:prstGeom prst="line">
              <a:avLst/>
            </a:prstGeom>
            <a:ln w="12700" cap="flat" cmpd="sng">
              <a:solidFill>
                <a:schemeClr val="tx1"/>
              </a:solidFill>
              <a:prstDash val="solid"/>
              <a:round/>
              <a:headEnd type="none" w="med" len="med"/>
              <a:tailEnd type="none" w="med" len="med"/>
            </a:ln>
          </p:spPr>
        </p:sp>
        <p:sp>
          <p:nvSpPr>
            <p:cNvPr id="185354" name="Line 9"/>
            <p:cNvSpPr/>
            <p:nvPr/>
          </p:nvSpPr>
          <p:spPr>
            <a:xfrm>
              <a:off x="3960" y="289"/>
              <a:ext cx="0" cy="60"/>
            </a:xfrm>
            <a:prstGeom prst="line">
              <a:avLst/>
            </a:prstGeom>
            <a:ln w="12700" cap="flat" cmpd="sng">
              <a:solidFill>
                <a:schemeClr val="tx1"/>
              </a:solidFill>
              <a:prstDash val="solid"/>
              <a:round/>
              <a:headEnd type="none" w="med" len="med"/>
              <a:tailEnd type="none" w="med" len="med"/>
            </a:ln>
          </p:spPr>
        </p:sp>
        <p:sp>
          <p:nvSpPr>
            <p:cNvPr id="185355" name="Rectangle 10"/>
            <p:cNvSpPr/>
            <p:nvPr/>
          </p:nvSpPr>
          <p:spPr>
            <a:xfrm>
              <a:off x="3603" y="289"/>
              <a:ext cx="354" cy="59"/>
            </a:xfrm>
            <a:prstGeom prst="rect">
              <a:avLst/>
            </a:prstGeom>
            <a:solidFill>
              <a:schemeClr val="hlink"/>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85356" name="Oval 11"/>
            <p:cNvSpPr/>
            <p:nvPr/>
          </p:nvSpPr>
          <p:spPr>
            <a:xfrm>
              <a:off x="3600" y="219"/>
              <a:ext cx="357" cy="113"/>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85357" name="Group 12"/>
            <p:cNvGrpSpPr/>
            <p:nvPr/>
          </p:nvGrpSpPr>
          <p:grpSpPr>
            <a:xfrm>
              <a:off x="3686" y="244"/>
              <a:ext cx="177" cy="66"/>
              <a:chOff x="2848" y="848"/>
              <a:chExt cx="140" cy="98"/>
            </a:xfrm>
          </p:grpSpPr>
          <p:sp>
            <p:nvSpPr>
              <p:cNvPr id="185358" name="Line 13"/>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85359" name="Line 14"/>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85360" name="Line 15"/>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185361" name="Group 16"/>
            <p:cNvGrpSpPr/>
            <p:nvPr/>
          </p:nvGrpSpPr>
          <p:grpSpPr>
            <a:xfrm flipV="1">
              <a:off x="3686" y="243"/>
              <a:ext cx="177" cy="66"/>
              <a:chOff x="2848" y="848"/>
              <a:chExt cx="140" cy="98"/>
            </a:xfrm>
          </p:grpSpPr>
          <p:sp>
            <p:nvSpPr>
              <p:cNvPr id="185362" name="Line 17"/>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85363" name="Line 18"/>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85364" name="Line 19"/>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grpSp>
        <p:nvGrpSpPr>
          <p:cNvPr id="185365" name="Group 20"/>
          <p:cNvGrpSpPr/>
          <p:nvPr/>
        </p:nvGrpSpPr>
        <p:grpSpPr>
          <a:xfrm>
            <a:off x="3757613" y="4919663"/>
            <a:ext cx="766762" cy="433387"/>
            <a:chOff x="3600" y="219"/>
            <a:chExt cx="360" cy="175"/>
          </a:xfrm>
        </p:grpSpPr>
        <p:sp>
          <p:nvSpPr>
            <p:cNvPr id="185366" name="Oval 21"/>
            <p:cNvSpPr/>
            <p:nvPr/>
          </p:nvSpPr>
          <p:spPr>
            <a:xfrm>
              <a:off x="3603" y="297"/>
              <a:ext cx="357" cy="97"/>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85367" name="Line 22"/>
            <p:cNvSpPr/>
            <p:nvPr/>
          </p:nvSpPr>
          <p:spPr>
            <a:xfrm>
              <a:off x="3603" y="289"/>
              <a:ext cx="0" cy="60"/>
            </a:xfrm>
            <a:prstGeom prst="line">
              <a:avLst/>
            </a:prstGeom>
            <a:ln w="12700" cap="flat" cmpd="sng">
              <a:solidFill>
                <a:schemeClr val="tx1"/>
              </a:solidFill>
              <a:prstDash val="solid"/>
              <a:round/>
              <a:headEnd type="none" w="med" len="med"/>
              <a:tailEnd type="none" w="med" len="med"/>
            </a:ln>
          </p:spPr>
        </p:sp>
        <p:sp>
          <p:nvSpPr>
            <p:cNvPr id="185368" name="Line 23"/>
            <p:cNvSpPr/>
            <p:nvPr/>
          </p:nvSpPr>
          <p:spPr>
            <a:xfrm>
              <a:off x="3960" y="289"/>
              <a:ext cx="0" cy="60"/>
            </a:xfrm>
            <a:prstGeom prst="line">
              <a:avLst/>
            </a:prstGeom>
            <a:ln w="12700" cap="flat" cmpd="sng">
              <a:solidFill>
                <a:schemeClr val="tx1"/>
              </a:solidFill>
              <a:prstDash val="solid"/>
              <a:round/>
              <a:headEnd type="none" w="med" len="med"/>
              <a:tailEnd type="none" w="med" len="med"/>
            </a:ln>
          </p:spPr>
        </p:sp>
        <p:sp>
          <p:nvSpPr>
            <p:cNvPr id="185369" name="Rectangle 24"/>
            <p:cNvSpPr/>
            <p:nvPr/>
          </p:nvSpPr>
          <p:spPr>
            <a:xfrm>
              <a:off x="3603" y="289"/>
              <a:ext cx="354" cy="59"/>
            </a:xfrm>
            <a:prstGeom prst="rect">
              <a:avLst/>
            </a:prstGeom>
            <a:solidFill>
              <a:schemeClr val="hlink"/>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85370" name="Oval 25"/>
            <p:cNvSpPr/>
            <p:nvPr/>
          </p:nvSpPr>
          <p:spPr>
            <a:xfrm>
              <a:off x="3600" y="219"/>
              <a:ext cx="357" cy="113"/>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85371" name="Group 26"/>
            <p:cNvGrpSpPr/>
            <p:nvPr/>
          </p:nvGrpSpPr>
          <p:grpSpPr>
            <a:xfrm>
              <a:off x="3686" y="244"/>
              <a:ext cx="177" cy="66"/>
              <a:chOff x="2848" y="848"/>
              <a:chExt cx="140" cy="98"/>
            </a:xfrm>
          </p:grpSpPr>
          <p:sp>
            <p:nvSpPr>
              <p:cNvPr id="185372" name="Line 27"/>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85373" name="Line 28"/>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85374" name="Line 29"/>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185375" name="Group 30"/>
            <p:cNvGrpSpPr/>
            <p:nvPr/>
          </p:nvGrpSpPr>
          <p:grpSpPr>
            <a:xfrm flipV="1">
              <a:off x="3686" y="243"/>
              <a:ext cx="177" cy="66"/>
              <a:chOff x="2848" y="848"/>
              <a:chExt cx="140" cy="98"/>
            </a:xfrm>
          </p:grpSpPr>
          <p:sp>
            <p:nvSpPr>
              <p:cNvPr id="185376" name="Line 31"/>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85377" name="Line 32"/>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85378" name="Line 33"/>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grpSp>
        <p:nvGrpSpPr>
          <p:cNvPr id="185379" name="Group 34"/>
          <p:cNvGrpSpPr/>
          <p:nvPr/>
        </p:nvGrpSpPr>
        <p:grpSpPr>
          <a:xfrm>
            <a:off x="4111625" y="3902075"/>
            <a:ext cx="766763" cy="433388"/>
            <a:chOff x="3600" y="219"/>
            <a:chExt cx="360" cy="175"/>
          </a:xfrm>
        </p:grpSpPr>
        <p:sp>
          <p:nvSpPr>
            <p:cNvPr id="185380" name="Oval 35"/>
            <p:cNvSpPr/>
            <p:nvPr/>
          </p:nvSpPr>
          <p:spPr>
            <a:xfrm>
              <a:off x="3603" y="297"/>
              <a:ext cx="357" cy="97"/>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85381" name="Line 36"/>
            <p:cNvSpPr/>
            <p:nvPr/>
          </p:nvSpPr>
          <p:spPr>
            <a:xfrm>
              <a:off x="3603" y="289"/>
              <a:ext cx="0" cy="60"/>
            </a:xfrm>
            <a:prstGeom prst="line">
              <a:avLst/>
            </a:prstGeom>
            <a:ln w="12700" cap="flat" cmpd="sng">
              <a:solidFill>
                <a:schemeClr val="tx1"/>
              </a:solidFill>
              <a:prstDash val="solid"/>
              <a:round/>
              <a:headEnd type="none" w="med" len="med"/>
              <a:tailEnd type="none" w="med" len="med"/>
            </a:ln>
          </p:spPr>
        </p:sp>
        <p:sp>
          <p:nvSpPr>
            <p:cNvPr id="185382" name="Line 37"/>
            <p:cNvSpPr/>
            <p:nvPr/>
          </p:nvSpPr>
          <p:spPr>
            <a:xfrm>
              <a:off x="3960" y="289"/>
              <a:ext cx="0" cy="60"/>
            </a:xfrm>
            <a:prstGeom prst="line">
              <a:avLst/>
            </a:prstGeom>
            <a:ln w="12700" cap="flat" cmpd="sng">
              <a:solidFill>
                <a:schemeClr val="tx1"/>
              </a:solidFill>
              <a:prstDash val="solid"/>
              <a:round/>
              <a:headEnd type="none" w="med" len="med"/>
              <a:tailEnd type="none" w="med" len="med"/>
            </a:ln>
          </p:spPr>
        </p:sp>
        <p:sp>
          <p:nvSpPr>
            <p:cNvPr id="185383" name="Rectangle 38"/>
            <p:cNvSpPr/>
            <p:nvPr/>
          </p:nvSpPr>
          <p:spPr>
            <a:xfrm>
              <a:off x="3603" y="289"/>
              <a:ext cx="354" cy="59"/>
            </a:xfrm>
            <a:prstGeom prst="rect">
              <a:avLst/>
            </a:prstGeom>
            <a:solidFill>
              <a:schemeClr val="hlink"/>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85384" name="Oval 39"/>
            <p:cNvSpPr/>
            <p:nvPr/>
          </p:nvSpPr>
          <p:spPr>
            <a:xfrm>
              <a:off x="3600" y="219"/>
              <a:ext cx="357" cy="113"/>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85385" name="Group 40"/>
            <p:cNvGrpSpPr/>
            <p:nvPr/>
          </p:nvGrpSpPr>
          <p:grpSpPr>
            <a:xfrm>
              <a:off x="3686" y="244"/>
              <a:ext cx="177" cy="66"/>
              <a:chOff x="2848" y="848"/>
              <a:chExt cx="140" cy="98"/>
            </a:xfrm>
          </p:grpSpPr>
          <p:sp>
            <p:nvSpPr>
              <p:cNvPr id="185386" name="Line 41"/>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85387" name="Line 42"/>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85388" name="Line 43"/>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185389" name="Group 44"/>
            <p:cNvGrpSpPr/>
            <p:nvPr/>
          </p:nvGrpSpPr>
          <p:grpSpPr>
            <a:xfrm flipV="1">
              <a:off x="3686" y="243"/>
              <a:ext cx="177" cy="66"/>
              <a:chOff x="2848" y="848"/>
              <a:chExt cx="140" cy="98"/>
            </a:xfrm>
          </p:grpSpPr>
          <p:sp>
            <p:nvSpPr>
              <p:cNvPr id="185390" name="Line 45"/>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85391" name="Line 46"/>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85392" name="Line 47"/>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grpSp>
        <p:nvGrpSpPr>
          <p:cNvPr id="185393" name="Group 48"/>
          <p:cNvGrpSpPr/>
          <p:nvPr/>
        </p:nvGrpSpPr>
        <p:grpSpPr>
          <a:xfrm>
            <a:off x="2684463" y="3897313"/>
            <a:ext cx="766762" cy="433387"/>
            <a:chOff x="3600" y="219"/>
            <a:chExt cx="360" cy="175"/>
          </a:xfrm>
        </p:grpSpPr>
        <p:sp>
          <p:nvSpPr>
            <p:cNvPr id="185394" name="Oval 49"/>
            <p:cNvSpPr/>
            <p:nvPr/>
          </p:nvSpPr>
          <p:spPr>
            <a:xfrm>
              <a:off x="3603" y="297"/>
              <a:ext cx="357" cy="97"/>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85395" name="Line 50"/>
            <p:cNvSpPr/>
            <p:nvPr/>
          </p:nvSpPr>
          <p:spPr>
            <a:xfrm>
              <a:off x="3603" y="289"/>
              <a:ext cx="0" cy="60"/>
            </a:xfrm>
            <a:prstGeom prst="line">
              <a:avLst/>
            </a:prstGeom>
            <a:ln w="12700" cap="flat" cmpd="sng">
              <a:solidFill>
                <a:schemeClr val="tx1"/>
              </a:solidFill>
              <a:prstDash val="solid"/>
              <a:round/>
              <a:headEnd type="none" w="med" len="med"/>
              <a:tailEnd type="none" w="med" len="med"/>
            </a:ln>
          </p:spPr>
        </p:sp>
        <p:sp>
          <p:nvSpPr>
            <p:cNvPr id="185396" name="Line 51"/>
            <p:cNvSpPr/>
            <p:nvPr/>
          </p:nvSpPr>
          <p:spPr>
            <a:xfrm>
              <a:off x="3960" y="289"/>
              <a:ext cx="0" cy="60"/>
            </a:xfrm>
            <a:prstGeom prst="line">
              <a:avLst/>
            </a:prstGeom>
            <a:ln w="12700" cap="flat" cmpd="sng">
              <a:solidFill>
                <a:schemeClr val="tx1"/>
              </a:solidFill>
              <a:prstDash val="solid"/>
              <a:round/>
              <a:headEnd type="none" w="med" len="med"/>
              <a:tailEnd type="none" w="med" len="med"/>
            </a:ln>
          </p:spPr>
        </p:sp>
        <p:sp>
          <p:nvSpPr>
            <p:cNvPr id="185397" name="Rectangle 52"/>
            <p:cNvSpPr/>
            <p:nvPr/>
          </p:nvSpPr>
          <p:spPr>
            <a:xfrm>
              <a:off x="3603" y="289"/>
              <a:ext cx="354" cy="59"/>
            </a:xfrm>
            <a:prstGeom prst="rect">
              <a:avLst/>
            </a:prstGeom>
            <a:solidFill>
              <a:schemeClr val="hlink"/>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85398" name="Oval 53"/>
            <p:cNvSpPr/>
            <p:nvPr/>
          </p:nvSpPr>
          <p:spPr>
            <a:xfrm>
              <a:off x="3600" y="219"/>
              <a:ext cx="357" cy="113"/>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85399" name="Group 54"/>
            <p:cNvGrpSpPr/>
            <p:nvPr/>
          </p:nvGrpSpPr>
          <p:grpSpPr>
            <a:xfrm>
              <a:off x="3686" y="244"/>
              <a:ext cx="177" cy="66"/>
              <a:chOff x="2848" y="848"/>
              <a:chExt cx="140" cy="98"/>
            </a:xfrm>
          </p:grpSpPr>
          <p:sp>
            <p:nvSpPr>
              <p:cNvPr id="185400" name="Line 55"/>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85401" name="Line 56"/>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85402" name="Line 57"/>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185403" name="Group 58"/>
            <p:cNvGrpSpPr/>
            <p:nvPr/>
          </p:nvGrpSpPr>
          <p:grpSpPr>
            <a:xfrm flipV="1">
              <a:off x="3686" y="243"/>
              <a:ext cx="177" cy="66"/>
              <a:chOff x="2848" y="848"/>
              <a:chExt cx="140" cy="98"/>
            </a:xfrm>
          </p:grpSpPr>
          <p:sp>
            <p:nvSpPr>
              <p:cNvPr id="185404" name="Line 59"/>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85405" name="Line 60"/>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85406" name="Line 61"/>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grpSp>
        <p:nvGrpSpPr>
          <p:cNvPr id="185407" name="Group 62"/>
          <p:cNvGrpSpPr/>
          <p:nvPr/>
        </p:nvGrpSpPr>
        <p:grpSpPr>
          <a:xfrm>
            <a:off x="1165225" y="3190875"/>
            <a:ext cx="766763" cy="433388"/>
            <a:chOff x="589" y="1281"/>
            <a:chExt cx="483" cy="273"/>
          </a:xfrm>
        </p:grpSpPr>
        <p:sp>
          <p:nvSpPr>
            <p:cNvPr id="185408" name="Oval 63"/>
            <p:cNvSpPr/>
            <p:nvPr/>
          </p:nvSpPr>
          <p:spPr>
            <a:xfrm>
              <a:off x="593" y="1403"/>
              <a:ext cx="479" cy="151"/>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85409" name="Line 64"/>
            <p:cNvSpPr/>
            <p:nvPr/>
          </p:nvSpPr>
          <p:spPr>
            <a:xfrm>
              <a:off x="591" y="1376"/>
              <a:ext cx="0" cy="108"/>
            </a:xfrm>
            <a:prstGeom prst="line">
              <a:avLst/>
            </a:prstGeom>
            <a:ln w="12700" cap="flat" cmpd="sng">
              <a:solidFill>
                <a:schemeClr val="tx1"/>
              </a:solidFill>
              <a:prstDash val="solid"/>
              <a:round/>
              <a:headEnd type="none" w="med" len="med"/>
              <a:tailEnd type="none" w="med" len="med"/>
            </a:ln>
          </p:spPr>
        </p:sp>
        <p:sp>
          <p:nvSpPr>
            <p:cNvPr id="185410" name="Line 65"/>
            <p:cNvSpPr/>
            <p:nvPr/>
          </p:nvSpPr>
          <p:spPr>
            <a:xfrm>
              <a:off x="1068" y="1368"/>
              <a:ext cx="4" cy="110"/>
            </a:xfrm>
            <a:prstGeom prst="line">
              <a:avLst/>
            </a:prstGeom>
            <a:ln w="12700" cap="flat" cmpd="sng">
              <a:solidFill>
                <a:schemeClr val="tx1"/>
              </a:solidFill>
              <a:prstDash val="solid"/>
              <a:round/>
              <a:headEnd type="none" w="med" len="med"/>
              <a:tailEnd type="none" w="med" len="med"/>
            </a:ln>
          </p:spPr>
        </p:sp>
        <p:sp>
          <p:nvSpPr>
            <p:cNvPr id="185411" name="Rectangle 66"/>
            <p:cNvSpPr/>
            <p:nvPr/>
          </p:nvSpPr>
          <p:spPr>
            <a:xfrm>
              <a:off x="597" y="1390"/>
              <a:ext cx="471" cy="92"/>
            </a:xfrm>
            <a:prstGeom prst="rect">
              <a:avLst/>
            </a:prstGeom>
            <a:solidFill>
              <a:schemeClr val="bg1"/>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85412" name="Oval 67"/>
            <p:cNvSpPr/>
            <p:nvPr/>
          </p:nvSpPr>
          <p:spPr>
            <a:xfrm>
              <a:off x="589" y="1281"/>
              <a:ext cx="479" cy="176"/>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85413" name="Group 68"/>
            <p:cNvGrpSpPr/>
            <p:nvPr/>
          </p:nvGrpSpPr>
          <p:grpSpPr>
            <a:xfrm>
              <a:off x="704" y="1320"/>
              <a:ext cx="238" cy="103"/>
              <a:chOff x="2848" y="848"/>
              <a:chExt cx="140" cy="98"/>
            </a:xfrm>
          </p:grpSpPr>
          <p:sp>
            <p:nvSpPr>
              <p:cNvPr id="185414" name="Line 69"/>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85415" name="Line 70"/>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85416" name="Line 71"/>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185417" name="Group 72"/>
            <p:cNvGrpSpPr/>
            <p:nvPr/>
          </p:nvGrpSpPr>
          <p:grpSpPr>
            <a:xfrm flipV="1">
              <a:off x="704" y="1318"/>
              <a:ext cx="238" cy="103"/>
              <a:chOff x="2848" y="848"/>
              <a:chExt cx="140" cy="98"/>
            </a:xfrm>
          </p:grpSpPr>
          <p:sp>
            <p:nvSpPr>
              <p:cNvPr id="185418" name="Line 73"/>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85419" name="Line 74"/>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85420" name="Line 75"/>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sp>
        <p:nvSpPr>
          <p:cNvPr id="185421" name="Line 76"/>
          <p:cNvSpPr/>
          <p:nvPr/>
        </p:nvSpPr>
        <p:spPr>
          <a:xfrm>
            <a:off x="1935163" y="3433763"/>
            <a:ext cx="762000" cy="523875"/>
          </a:xfrm>
          <a:prstGeom prst="line">
            <a:avLst/>
          </a:prstGeom>
          <a:ln w="9525" cap="flat" cmpd="sng">
            <a:solidFill>
              <a:schemeClr val="tx1"/>
            </a:solidFill>
            <a:prstDash val="solid"/>
            <a:round/>
            <a:headEnd type="none" w="med" len="med"/>
            <a:tailEnd type="none" w="med" len="med"/>
          </a:ln>
        </p:spPr>
      </p:sp>
      <p:sp>
        <p:nvSpPr>
          <p:cNvPr id="185422" name="Line 77"/>
          <p:cNvSpPr/>
          <p:nvPr/>
        </p:nvSpPr>
        <p:spPr>
          <a:xfrm flipV="1">
            <a:off x="1982788" y="4138613"/>
            <a:ext cx="733425" cy="228600"/>
          </a:xfrm>
          <a:prstGeom prst="line">
            <a:avLst/>
          </a:prstGeom>
          <a:ln w="9525" cap="flat" cmpd="sng">
            <a:solidFill>
              <a:schemeClr val="tx1"/>
            </a:solidFill>
            <a:prstDash val="solid"/>
            <a:round/>
            <a:headEnd type="none" w="med" len="med"/>
            <a:tailEnd type="none" w="med" len="med"/>
          </a:ln>
        </p:spPr>
      </p:sp>
      <p:sp>
        <p:nvSpPr>
          <p:cNvPr id="185423" name="Line 78"/>
          <p:cNvSpPr/>
          <p:nvPr/>
        </p:nvSpPr>
        <p:spPr>
          <a:xfrm flipV="1">
            <a:off x="3449638" y="4138613"/>
            <a:ext cx="666750" cy="0"/>
          </a:xfrm>
          <a:prstGeom prst="line">
            <a:avLst/>
          </a:prstGeom>
          <a:ln w="9525" cap="flat" cmpd="sng">
            <a:solidFill>
              <a:schemeClr val="tx1"/>
            </a:solidFill>
            <a:prstDash val="solid"/>
            <a:round/>
            <a:headEnd type="none" w="med" len="med"/>
            <a:tailEnd type="none" w="med" len="med"/>
          </a:ln>
        </p:spPr>
      </p:sp>
      <p:sp>
        <p:nvSpPr>
          <p:cNvPr id="185424" name="Line 79"/>
          <p:cNvSpPr/>
          <p:nvPr/>
        </p:nvSpPr>
        <p:spPr>
          <a:xfrm>
            <a:off x="3297238" y="4300538"/>
            <a:ext cx="561975" cy="657225"/>
          </a:xfrm>
          <a:prstGeom prst="line">
            <a:avLst/>
          </a:prstGeom>
          <a:ln w="9525" cap="flat" cmpd="sng">
            <a:solidFill>
              <a:schemeClr val="tx1"/>
            </a:solidFill>
            <a:prstDash val="solid"/>
            <a:round/>
            <a:headEnd type="none" w="med" len="med"/>
            <a:tailEnd type="none" w="med" len="med"/>
          </a:ln>
        </p:spPr>
      </p:sp>
      <p:sp>
        <p:nvSpPr>
          <p:cNvPr id="185425" name="Line 80"/>
          <p:cNvSpPr/>
          <p:nvPr/>
        </p:nvSpPr>
        <p:spPr>
          <a:xfrm>
            <a:off x="4554538" y="5176838"/>
            <a:ext cx="1038225" cy="0"/>
          </a:xfrm>
          <a:prstGeom prst="line">
            <a:avLst/>
          </a:prstGeom>
          <a:ln w="9525" cap="flat" cmpd="sng">
            <a:solidFill>
              <a:schemeClr val="tx1"/>
            </a:solidFill>
            <a:prstDash val="solid"/>
            <a:round/>
            <a:headEnd type="none" w="med" len="med"/>
            <a:tailEnd type="none" w="med" len="med"/>
          </a:ln>
        </p:spPr>
      </p:sp>
      <p:sp>
        <p:nvSpPr>
          <p:cNvPr id="185426" name="Line 81"/>
          <p:cNvSpPr/>
          <p:nvPr/>
        </p:nvSpPr>
        <p:spPr>
          <a:xfrm>
            <a:off x="4840288" y="4252913"/>
            <a:ext cx="838200" cy="714375"/>
          </a:xfrm>
          <a:prstGeom prst="line">
            <a:avLst/>
          </a:prstGeom>
          <a:ln w="9525" cap="flat" cmpd="sng">
            <a:solidFill>
              <a:schemeClr val="tx1"/>
            </a:solidFill>
            <a:prstDash val="solid"/>
            <a:round/>
            <a:headEnd type="none" w="med" len="med"/>
            <a:tailEnd type="none" w="med" len="med"/>
          </a:ln>
        </p:spPr>
      </p:sp>
      <p:sp>
        <p:nvSpPr>
          <p:cNvPr id="185427" name="Line 82"/>
          <p:cNvSpPr/>
          <p:nvPr/>
        </p:nvSpPr>
        <p:spPr>
          <a:xfrm>
            <a:off x="6354763" y="5157788"/>
            <a:ext cx="701675" cy="0"/>
          </a:xfrm>
          <a:prstGeom prst="line">
            <a:avLst/>
          </a:prstGeom>
          <a:ln w="9525" cap="flat" cmpd="sng">
            <a:solidFill>
              <a:schemeClr val="tx1"/>
            </a:solidFill>
            <a:prstDash val="solid"/>
            <a:round/>
            <a:headEnd type="none" w="med" len="med"/>
            <a:tailEnd type="none" w="med" len="med"/>
          </a:ln>
        </p:spPr>
      </p:sp>
      <p:sp>
        <p:nvSpPr>
          <p:cNvPr id="185428" name="Text Box 83"/>
          <p:cNvSpPr txBox="1"/>
          <p:nvPr/>
        </p:nvSpPr>
        <p:spPr>
          <a:xfrm>
            <a:off x="5803900" y="5357813"/>
            <a:ext cx="476250" cy="366712"/>
          </a:xfrm>
          <a:prstGeom prst="rect">
            <a:avLst/>
          </a:prstGeom>
          <a:noFill/>
          <a:ln w="9525">
            <a:noFill/>
          </a:ln>
        </p:spPr>
        <p:txBody>
          <a:bodyPr wrap="none" anchor="t" anchorCtr="0">
            <a:spAutoFit/>
          </a:bodyPr>
          <a:p>
            <a:pPr>
              <a:buClrTx/>
              <a:buFontTx/>
            </a:pPr>
            <a:r>
              <a:rPr lang="en-US" altLang="zh-CN" i="0" dirty="0">
                <a:latin typeface="Arial" panose="020B0604020202020204" pitchFamily="34" charset="0"/>
                <a:ea typeface="宋体" panose="02010600030101010101" pitchFamily="2" charset="-122"/>
              </a:rPr>
              <a:t>R1</a:t>
            </a:r>
            <a:endParaRPr lang="en-US" altLang="zh-CN" i="0" dirty="0">
              <a:latin typeface="Arial" panose="020B0604020202020204" pitchFamily="34" charset="0"/>
              <a:ea typeface="宋体" panose="02010600030101010101" pitchFamily="2" charset="-122"/>
            </a:endParaRPr>
          </a:p>
        </p:txBody>
      </p:sp>
      <p:sp>
        <p:nvSpPr>
          <p:cNvPr id="185429" name="Text Box 84"/>
          <p:cNvSpPr txBox="1"/>
          <p:nvPr/>
        </p:nvSpPr>
        <p:spPr>
          <a:xfrm>
            <a:off x="3940175" y="5335588"/>
            <a:ext cx="476250" cy="366712"/>
          </a:xfrm>
          <a:prstGeom prst="rect">
            <a:avLst/>
          </a:prstGeom>
          <a:noFill/>
          <a:ln w="9525">
            <a:noFill/>
          </a:ln>
        </p:spPr>
        <p:txBody>
          <a:bodyPr wrap="none" anchor="t" anchorCtr="0">
            <a:spAutoFit/>
          </a:bodyPr>
          <a:p>
            <a:pPr>
              <a:buClrTx/>
              <a:buFontTx/>
            </a:pPr>
            <a:r>
              <a:rPr lang="en-US" altLang="zh-CN" i="0" dirty="0">
                <a:latin typeface="Arial" panose="020B0604020202020204" pitchFamily="34" charset="0"/>
                <a:ea typeface="宋体" panose="02010600030101010101" pitchFamily="2" charset="-122"/>
              </a:rPr>
              <a:t>R2</a:t>
            </a:r>
            <a:endParaRPr lang="en-US" altLang="zh-CN" i="0" dirty="0">
              <a:latin typeface="Arial" panose="020B0604020202020204" pitchFamily="34" charset="0"/>
              <a:ea typeface="宋体" panose="02010600030101010101" pitchFamily="2" charset="-122"/>
            </a:endParaRPr>
          </a:p>
        </p:txBody>
      </p:sp>
      <p:sp>
        <p:nvSpPr>
          <p:cNvPr id="185430" name="Text Box 85"/>
          <p:cNvSpPr txBox="1"/>
          <p:nvPr/>
        </p:nvSpPr>
        <p:spPr>
          <a:xfrm>
            <a:off x="5862638" y="3956050"/>
            <a:ext cx="349250" cy="366713"/>
          </a:xfrm>
          <a:prstGeom prst="rect">
            <a:avLst/>
          </a:prstGeom>
          <a:noFill/>
          <a:ln w="9525">
            <a:noFill/>
          </a:ln>
        </p:spPr>
        <p:txBody>
          <a:bodyPr wrap="none" anchor="t" anchorCtr="0">
            <a:spAutoFit/>
          </a:bodyPr>
          <a:p>
            <a:pPr>
              <a:buClrTx/>
              <a:buFontTx/>
            </a:pPr>
            <a:r>
              <a:rPr lang="en-US" altLang="zh-CN" i="0" dirty="0">
                <a:latin typeface="Arial" panose="020B0604020202020204" pitchFamily="34" charset="0"/>
                <a:ea typeface="宋体" panose="02010600030101010101" pitchFamily="2" charset="-122"/>
              </a:rPr>
              <a:t>D</a:t>
            </a:r>
            <a:endParaRPr lang="en-US" altLang="zh-CN" i="0" dirty="0">
              <a:latin typeface="Arial" panose="020B0604020202020204" pitchFamily="34" charset="0"/>
              <a:ea typeface="宋体" panose="02010600030101010101" pitchFamily="2" charset="-122"/>
            </a:endParaRPr>
          </a:p>
        </p:txBody>
      </p:sp>
      <p:sp>
        <p:nvSpPr>
          <p:cNvPr id="185431" name="Text Box 86"/>
          <p:cNvSpPr txBox="1"/>
          <p:nvPr/>
        </p:nvSpPr>
        <p:spPr>
          <a:xfrm>
            <a:off x="4325938" y="4333875"/>
            <a:ext cx="476250" cy="366713"/>
          </a:xfrm>
          <a:prstGeom prst="rect">
            <a:avLst/>
          </a:prstGeom>
          <a:noFill/>
          <a:ln w="9525">
            <a:noFill/>
          </a:ln>
        </p:spPr>
        <p:txBody>
          <a:bodyPr wrap="none" anchor="t" anchorCtr="0">
            <a:spAutoFit/>
          </a:bodyPr>
          <a:p>
            <a:pPr>
              <a:buClrTx/>
              <a:buFontTx/>
            </a:pPr>
            <a:r>
              <a:rPr lang="en-US" altLang="zh-CN" i="0" dirty="0">
                <a:latin typeface="Arial" panose="020B0604020202020204" pitchFamily="34" charset="0"/>
                <a:ea typeface="宋体" panose="02010600030101010101" pitchFamily="2" charset="-122"/>
              </a:rPr>
              <a:t>R3</a:t>
            </a:r>
            <a:endParaRPr lang="en-US" altLang="zh-CN" i="0" dirty="0">
              <a:latin typeface="Arial" panose="020B0604020202020204" pitchFamily="34" charset="0"/>
              <a:ea typeface="宋体" panose="02010600030101010101" pitchFamily="2" charset="-122"/>
            </a:endParaRPr>
          </a:p>
        </p:txBody>
      </p:sp>
      <p:sp>
        <p:nvSpPr>
          <p:cNvPr id="185432" name="Text Box 87"/>
          <p:cNvSpPr txBox="1"/>
          <p:nvPr/>
        </p:nvSpPr>
        <p:spPr>
          <a:xfrm>
            <a:off x="2851150" y="4351338"/>
            <a:ext cx="476250" cy="366712"/>
          </a:xfrm>
          <a:prstGeom prst="rect">
            <a:avLst/>
          </a:prstGeom>
          <a:noFill/>
          <a:ln w="9525">
            <a:noFill/>
          </a:ln>
        </p:spPr>
        <p:txBody>
          <a:bodyPr wrap="none" anchor="t" anchorCtr="0">
            <a:spAutoFit/>
          </a:bodyPr>
          <a:p>
            <a:pPr>
              <a:buClrTx/>
              <a:buFontTx/>
            </a:pPr>
            <a:r>
              <a:rPr lang="en-US" altLang="zh-CN" i="0" dirty="0">
                <a:latin typeface="Arial" panose="020B0604020202020204" pitchFamily="34" charset="0"/>
                <a:ea typeface="宋体" panose="02010600030101010101" pitchFamily="2" charset="-122"/>
              </a:rPr>
              <a:t>R4</a:t>
            </a:r>
            <a:endParaRPr lang="en-US" altLang="zh-CN" i="0" dirty="0">
              <a:latin typeface="Arial" panose="020B0604020202020204" pitchFamily="34" charset="0"/>
              <a:ea typeface="宋体" panose="02010600030101010101" pitchFamily="2" charset="-122"/>
            </a:endParaRPr>
          </a:p>
        </p:txBody>
      </p:sp>
      <p:grpSp>
        <p:nvGrpSpPr>
          <p:cNvPr id="185433" name="Group 88"/>
          <p:cNvGrpSpPr/>
          <p:nvPr/>
        </p:nvGrpSpPr>
        <p:grpSpPr>
          <a:xfrm>
            <a:off x="1211263" y="4137025"/>
            <a:ext cx="766762" cy="433388"/>
            <a:chOff x="589" y="1281"/>
            <a:chExt cx="483" cy="273"/>
          </a:xfrm>
        </p:grpSpPr>
        <p:sp>
          <p:nvSpPr>
            <p:cNvPr id="185434" name="Oval 89"/>
            <p:cNvSpPr/>
            <p:nvPr/>
          </p:nvSpPr>
          <p:spPr>
            <a:xfrm>
              <a:off x="593" y="1403"/>
              <a:ext cx="479" cy="151"/>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85435" name="Line 90"/>
            <p:cNvSpPr/>
            <p:nvPr/>
          </p:nvSpPr>
          <p:spPr>
            <a:xfrm>
              <a:off x="591" y="1376"/>
              <a:ext cx="0" cy="108"/>
            </a:xfrm>
            <a:prstGeom prst="line">
              <a:avLst/>
            </a:prstGeom>
            <a:ln w="12700" cap="flat" cmpd="sng">
              <a:solidFill>
                <a:schemeClr val="tx1"/>
              </a:solidFill>
              <a:prstDash val="solid"/>
              <a:round/>
              <a:headEnd type="none" w="med" len="med"/>
              <a:tailEnd type="none" w="med" len="med"/>
            </a:ln>
          </p:spPr>
        </p:sp>
        <p:sp>
          <p:nvSpPr>
            <p:cNvPr id="185436" name="Line 91"/>
            <p:cNvSpPr/>
            <p:nvPr/>
          </p:nvSpPr>
          <p:spPr>
            <a:xfrm>
              <a:off x="1068" y="1368"/>
              <a:ext cx="4" cy="110"/>
            </a:xfrm>
            <a:prstGeom prst="line">
              <a:avLst/>
            </a:prstGeom>
            <a:ln w="12700" cap="flat" cmpd="sng">
              <a:solidFill>
                <a:schemeClr val="tx1"/>
              </a:solidFill>
              <a:prstDash val="solid"/>
              <a:round/>
              <a:headEnd type="none" w="med" len="med"/>
              <a:tailEnd type="none" w="med" len="med"/>
            </a:ln>
          </p:spPr>
        </p:sp>
        <p:sp>
          <p:nvSpPr>
            <p:cNvPr id="185437" name="Rectangle 92"/>
            <p:cNvSpPr/>
            <p:nvPr/>
          </p:nvSpPr>
          <p:spPr>
            <a:xfrm>
              <a:off x="597" y="1390"/>
              <a:ext cx="471" cy="92"/>
            </a:xfrm>
            <a:prstGeom prst="rect">
              <a:avLst/>
            </a:prstGeom>
            <a:solidFill>
              <a:schemeClr val="bg1"/>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85438" name="Oval 93"/>
            <p:cNvSpPr/>
            <p:nvPr/>
          </p:nvSpPr>
          <p:spPr>
            <a:xfrm>
              <a:off x="589" y="1281"/>
              <a:ext cx="479" cy="176"/>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85439" name="Group 94"/>
            <p:cNvGrpSpPr/>
            <p:nvPr/>
          </p:nvGrpSpPr>
          <p:grpSpPr>
            <a:xfrm>
              <a:off x="704" y="1320"/>
              <a:ext cx="238" cy="103"/>
              <a:chOff x="2848" y="848"/>
              <a:chExt cx="140" cy="98"/>
            </a:xfrm>
          </p:grpSpPr>
          <p:sp>
            <p:nvSpPr>
              <p:cNvPr id="185440" name="Line 95"/>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85441" name="Line 96"/>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85442" name="Line 97"/>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185443" name="Group 98"/>
            <p:cNvGrpSpPr/>
            <p:nvPr/>
          </p:nvGrpSpPr>
          <p:grpSpPr>
            <a:xfrm flipV="1">
              <a:off x="704" y="1318"/>
              <a:ext cx="238" cy="103"/>
              <a:chOff x="2848" y="848"/>
              <a:chExt cx="140" cy="98"/>
            </a:xfrm>
          </p:grpSpPr>
          <p:sp>
            <p:nvSpPr>
              <p:cNvPr id="185444" name="Line 99"/>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85445" name="Line 100"/>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85446" name="Line 101"/>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sp>
        <p:nvSpPr>
          <p:cNvPr id="185447" name="Text Box 102"/>
          <p:cNvSpPr txBox="1"/>
          <p:nvPr/>
        </p:nvSpPr>
        <p:spPr>
          <a:xfrm>
            <a:off x="1403350" y="4570413"/>
            <a:ext cx="476250" cy="366712"/>
          </a:xfrm>
          <a:prstGeom prst="rect">
            <a:avLst/>
          </a:prstGeom>
          <a:noFill/>
          <a:ln w="9525">
            <a:noFill/>
          </a:ln>
        </p:spPr>
        <p:txBody>
          <a:bodyPr wrap="none" anchor="t" anchorCtr="0">
            <a:spAutoFit/>
          </a:bodyPr>
          <a:p>
            <a:pPr>
              <a:buClrTx/>
              <a:buFontTx/>
            </a:pPr>
            <a:r>
              <a:rPr lang="en-US" altLang="zh-CN" i="0" dirty="0">
                <a:latin typeface="Arial" panose="020B0604020202020204" pitchFamily="34" charset="0"/>
                <a:ea typeface="宋体" panose="02010600030101010101" pitchFamily="2" charset="-122"/>
              </a:rPr>
              <a:t>R5</a:t>
            </a:r>
            <a:endParaRPr lang="en-US" altLang="zh-CN" i="0" dirty="0">
              <a:latin typeface="Arial" panose="020B0604020202020204" pitchFamily="34" charset="0"/>
              <a:ea typeface="宋体" panose="02010600030101010101" pitchFamily="2" charset="-122"/>
            </a:endParaRPr>
          </a:p>
        </p:txBody>
      </p:sp>
      <p:sp>
        <p:nvSpPr>
          <p:cNvPr id="185448" name="Text Box 103"/>
          <p:cNvSpPr txBox="1"/>
          <p:nvPr/>
        </p:nvSpPr>
        <p:spPr>
          <a:xfrm>
            <a:off x="6283325" y="4897438"/>
            <a:ext cx="282575" cy="304800"/>
          </a:xfrm>
          <a:prstGeom prst="rect">
            <a:avLst/>
          </a:prstGeom>
          <a:noFill/>
          <a:ln w="9525">
            <a:noFill/>
          </a:ln>
        </p:spPr>
        <p:txBody>
          <a:bodyPr wrap="none" anchor="t" anchorCtr="0">
            <a:spAutoFit/>
          </a:bodyPr>
          <a:p>
            <a:pPr>
              <a:buClrTx/>
              <a:buFontTx/>
            </a:pPr>
            <a:r>
              <a:rPr lang="en-US" altLang="zh-CN" sz="1400" i="0" dirty="0">
                <a:latin typeface="Arial" panose="020B0604020202020204" pitchFamily="34" charset="0"/>
                <a:ea typeface="宋体" panose="02010600030101010101" pitchFamily="2" charset="-122"/>
              </a:rPr>
              <a:t>0</a:t>
            </a:r>
            <a:endParaRPr lang="en-US" altLang="zh-CN" sz="1400" i="0" dirty="0">
              <a:latin typeface="Arial" panose="020B0604020202020204" pitchFamily="34" charset="0"/>
              <a:ea typeface="宋体" panose="02010600030101010101" pitchFamily="2" charset="-122"/>
            </a:endParaRPr>
          </a:p>
        </p:txBody>
      </p:sp>
      <p:sp>
        <p:nvSpPr>
          <p:cNvPr id="185449" name="Text Box 104"/>
          <p:cNvSpPr txBox="1"/>
          <p:nvPr/>
        </p:nvSpPr>
        <p:spPr>
          <a:xfrm>
            <a:off x="4924425" y="4164013"/>
            <a:ext cx="282575" cy="304800"/>
          </a:xfrm>
          <a:prstGeom prst="rect">
            <a:avLst/>
          </a:prstGeom>
          <a:noFill/>
          <a:ln w="9525">
            <a:noFill/>
          </a:ln>
        </p:spPr>
        <p:txBody>
          <a:bodyPr wrap="none" anchor="t" anchorCtr="0">
            <a:spAutoFit/>
          </a:bodyPr>
          <a:p>
            <a:pPr>
              <a:buClrTx/>
              <a:buFontTx/>
            </a:pPr>
            <a:r>
              <a:rPr lang="en-US" altLang="zh-CN" sz="1400" i="0" dirty="0">
                <a:latin typeface="Arial" panose="020B0604020202020204" pitchFamily="34" charset="0"/>
                <a:ea typeface="宋体" panose="02010600030101010101" pitchFamily="2" charset="-122"/>
              </a:rPr>
              <a:t>1</a:t>
            </a:r>
            <a:endParaRPr lang="en-US" altLang="zh-CN" sz="1400" i="0" dirty="0">
              <a:latin typeface="Arial" panose="020B0604020202020204" pitchFamily="34" charset="0"/>
              <a:ea typeface="宋体" panose="02010600030101010101" pitchFamily="2" charset="-122"/>
            </a:endParaRPr>
          </a:p>
        </p:txBody>
      </p:sp>
      <p:sp>
        <p:nvSpPr>
          <p:cNvPr id="185450" name="Text Box 105"/>
          <p:cNvSpPr txBox="1"/>
          <p:nvPr/>
        </p:nvSpPr>
        <p:spPr>
          <a:xfrm>
            <a:off x="4849813" y="3889375"/>
            <a:ext cx="282575" cy="304800"/>
          </a:xfrm>
          <a:prstGeom prst="rect">
            <a:avLst/>
          </a:prstGeom>
          <a:noFill/>
          <a:ln w="9525">
            <a:noFill/>
          </a:ln>
        </p:spPr>
        <p:txBody>
          <a:bodyPr wrap="none" anchor="t" anchorCtr="0">
            <a:spAutoFit/>
          </a:bodyPr>
          <a:p>
            <a:pPr>
              <a:buClrTx/>
              <a:buFontTx/>
            </a:pPr>
            <a:r>
              <a:rPr lang="en-US" altLang="zh-CN" sz="1400" i="0" dirty="0">
                <a:latin typeface="Arial" panose="020B0604020202020204" pitchFamily="34" charset="0"/>
                <a:ea typeface="宋体" panose="02010600030101010101" pitchFamily="2" charset="-122"/>
              </a:rPr>
              <a:t>0</a:t>
            </a:r>
            <a:endParaRPr lang="en-US" altLang="zh-CN" sz="1400" i="0" dirty="0">
              <a:latin typeface="Arial" panose="020B0604020202020204" pitchFamily="34" charset="0"/>
              <a:ea typeface="宋体" panose="02010600030101010101" pitchFamily="2" charset="-122"/>
            </a:endParaRPr>
          </a:p>
        </p:txBody>
      </p:sp>
      <p:sp>
        <p:nvSpPr>
          <p:cNvPr id="185451" name="Line 106"/>
          <p:cNvSpPr/>
          <p:nvPr/>
        </p:nvSpPr>
        <p:spPr>
          <a:xfrm>
            <a:off x="4883150" y="4129088"/>
            <a:ext cx="968375" cy="0"/>
          </a:xfrm>
          <a:prstGeom prst="line">
            <a:avLst/>
          </a:prstGeom>
          <a:ln w="9525" cap="flat" cmpd="sng">
            <a:solidFill>
              <a:schemeClr val="tx1"/>
            </a:solidFill>
            <a:prstDash val="solid"/>
            <a:round/>
            <a:headEnd type="none" w="med" len="med"/>
            <a:tailEnd type="none" w="med" len="med"/>
          </a:ln>
        </p:spPr>
      </p:sp>
      <p:sp>
        <p:nvSpPr>
          <p:cNvPr id="185452" name="Text Box 107"/>
          <p:cNvSpPr txBox="1"/>
          <p:nvPr/>
        </p:nvSpPr>
        <p:spPr>
          <a:xfrm>
            <a:off x="3411538" y="3876675"/>
            <a:ext cx="282575" cy="304800"/>
          </a:xfrm>
          <a:prstGeom prst="rect">
            <a:avLst/>
          </a:prstGeom>
          <a:noFill/>
          <a:ln w="9525">
            <a:noFill/>
          </a:ln>
        </p:spPr>
        <p:txBody>
          <a:bodyPr wrap="none" anchor="t" anchorCtr="0">
            <a:spAutoFit/>
          </a:bodyPr>
          <a:p>
            <a:pPr>
              <a:buClrTx/>
              <a:buFontTx/>
            </a:pPr>
            <a:r>
              <a:rPr lang="en-US" altLang="zh-CN" sz="1400" i="0" dirty="0">
                <a:latin typeface="Arial" panose="020B0604020202020204" pitchFamily="34" charset="0"/>
                <a:ea typeface="宋体" panose="02010600030101010101" pitchFamily="2" charset="-122"/>
              </a:rPr>
              <a:t>0</a:t>
            </a:r>
            <a:endParaRPr lang="en-US" altLang="zh-CN" sz="1400" i="0" dirty="0">
              <a:latin typeface="Arial" panose="020B0604020202020204" pitchFamily="34" charset="0"/>
              <a:ea typeface="宋体" panose="02010600030101010101" pitchFamily="2" charset="-122"/>
            </a:endParaRPr>
          </a:p>
        </p:txBody>
      </p:sp>
      <p:sp>
        <p:nvSpPr>
          <p:cNvPr id="185453" name="Text Box 108"/>
          <p:cNvSpPr txBox="1"/>
          <p:nvPr/>
        </p:nvSpPr>
        <p:spPr>
          <a:xfrm>
            <a:off x="7016750" y="4975225"/>
            <a:ext cx="336550" cy="366713"/>
          </a:xfrm>
          <a:prstGeom prst="rect">
            <a:avLst/>
          </a:prstGeom>
          <a:noFill/>
          <a:ln w="9525">
            <a:noFill/>
          </a:ln>
        </p:spPr>
        <p:txBody>
          <a:bodyPr wrap="none" anchor="t" anchorCtr="0">
            <a:spAutoFit/>
          </a:bodyPr>
          <a:p>
            <a:pPr>
              <a:buClrTx/>
              <a:buFontTx/>
            </a:pPr>
            <a:r>
              <a:rPr lang="en-US" altLang="zh-CN" i="0" dirty="0">
                <a:latin typeface="Arial" panose="020B0604020202020204" pitchFamily="34" charset="0"/>
                <a:ea typeface="宋体" panose="02010600030101010101" pitchFamily="2" charset="-122"/>
              </a:rPr>
              <a:t>A</a:t>
            </a:r>
            <a:endParaRPr lang="en-US" altLang="zh-CN" i="0" dirty="0">
              <a:latin typeface="Arial" panose="020B0604020202020204" pitchFamily="34" charset="0"/>
              <a:ea typeface="宋体" panose="02010600030101010101" pitchFamily="2" charset="-122"/>
            </a:endParaRPr>
          </a:p>
        </p:txBody>
      </p:sp>
      <p:sp>
        <p:nvSpPr>
          <p:cNvPr id="185454" name="Text Box 109"/>
          <p:cNvSpPr txBox="1"/>
          <p:nvPr/>
        </p:nvSpPr>
        <p:spPr>
          <a:xfrm>
            <a:off x="1366838" y="3621088"/>
            <a:ext cx="476250" cy="366712"/>
          </a:xfrm>
          <a:prstGeom prst="rect">
            <a:avLst/>
          </a:prstGeom>
          <a:noFill/>
          <a:ln w="9525">
            <a:noFill/>
          </a:ln>
        </p:spPr>
        <p:txBody>
          <a:bodyPr wrap="none" anchor="t" anchorCtr="0">
            <a:spAutoFit/>
          </a:bodyPr>
          <a:p>
            <a:pPr>
              <a:buClrTx/>
              <a:buFontTx/>
            </a:pPr>
            <a:r>
              <a:rPr lang="en-US" altLang="zh-CN" i="0" dirty="0">
                <a:latin typeface="Arial" panose="020B0604020202020204" pitchFamily="34" charset="0"/>
                <a:ea typeface="宋体" panose="02010600030101010101" pitchFamily="2" charset="-122"/>
              </a:rPr>
              <a:t>R6</a:t>
            </a:r>
            <a:endParaRPr lang="en-US" altLang="zh-CN" i="0" dirty="0">
              <a:latin typeface="Arial" panose="020B0604020202020204" pitchFamily="34" charset="0"/>
              <a:ea typeface="宋体" panose="02010600030101010101" pitchFamily="2" charset="-122"/>
            </a:endParaRPr>
          </a:p>
        </p:txBody>
      </p:sp>
      <p:grpSp>
        <p:nvGrpSpPr>
          <p:cNvPr id="185455" name="Group 110"/>
          <p:cNvGrpSpPr/>
          <p:nvPr/>
        </p:nvGrpSpPr>
        <p:grpSpPr>
          <a:xfrm>
            <a:off x="4895850" y="5343525"/>
            <a:ext cx="2546350" cy="922338"/>
            <a:chOff x="679" y="3270"/>
            <a:chExt cx="1604" cy="581"/>
          </a:xfrm>
        </p:grpSpPr>
        <p:sp>
          <p:nvSpPr>
            <p:cNvPr id="185456" name="Rectangle 111"/>
            <p:cNvSpPr/>
            <p:nvPr/>
          </p:nvSpPr>
          <p:spPr>
            <a:xfrm>
              <a:off x="710" y="3296"/>
              <a:ext cx="1533" cy="55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85457" name="Text Box 112"/>
            <p:cNvSpPr txBox="1"/>
            <p:nvPr/>
          </p:nvSpPr>
          <p:spPr>
            <a:xfrm>
              <a:off x="679" y="3270"/>
              <a:ext cx="1604" cy="326"/>
            </a:xfrm>
            <a:prstGeom prst="rect">
              <a:avLst/>
            </a:prstGeom>
            <a:noFill/>
            <a:ln w="9525">
              <a:noFill/>
            </a:ln>
          </p:spPr>
          <p:txBody>
            <a:bodyPr anchor="t" anchorCtr="0">
              <a:spAutoFit/>
            </a:bodyPr>
            <a:p>
              <a:pPr>
                <a:buClrTx/>
                <a:buFontTx/>
              </a:pPr>
              <a:r>
                <a:rPr lang="en-US" altLang="zh-CN" sz="1400" i="0" dirty="0">
                  <a:latin typeface="Arial" panose="020B0604020202020204" pitchFamily="34" charset="0"/>
                  <a:ea typeface="宋体" panose="02010600030101010101" pitchFamily="2" charset="-122"/>
                </a:rPr>
                <a:t>  in         out                 out</a:t>
              </a:r>
              <a:endParaRPr lang="en-US" altLang="zh-CN" sz="1400" i="0" dirty="0">
                <a:latin typeface="Arial" panose="020B0604020202020204" pitchFamily="34" charset="0"/>
                <a:ea typeface="宋体" panose="02010600030101010101" pitchFamily="2" charset="-122"/>
              </a:endParaRPr>
            </a:p>
            <a:p>
              <a:pPr>
                <a:buClrTx/>
                <a:buFontTx/>
              </a:pPr>
              <a:r>
                <a:rPr lang="en-US" altLang="zh-CN" sz="1400" i="0" dirty="0">
                  <a:latin typeface="Arial" panose="020B0604020202020204" pitchFamily="34" charset="0"/>
                  <a:ea typeface="宋体" panose="02010600030101010101" pitchFamily="2" charset="-122"/>
                </a:rPr>
                <a:t>label     label   dest    interface</a:t>
              </a:r>
              <a:endParaRPr lang="en-US" altLang="zh-CN" sz="1400" i="0" dirty="0">
                <a:latin typeface="Arial" panose="020B0604020202020204" pitchFamily="34" charset="0"/>
                <a:ea typeface="宋体" panose="02010600030101010101" pitchFamily="2" charset="-122"/>
              </a:endParaRPr>
            </a:p>
          </p:txBody>
        </p:sp>
        <p:sp>
          <p:nvSpPr>
            <p:cNvPr id="185458" name="Line 113"/>
            <p:cNvSpPr/>
            <p:nvPr/>
          </p:nvSpPr>
          <p:spPr>
            <a:xfrm>
              <a:off x="719" y="3584"/>
              <a:ext cx="1507" cy="0"/>
            </a:xfrm>
            <a:prstGeom prst="line">
              <a:avLst/>
            </a:prstGeom>
            <a:ln w="9525" cap="flat" cmpd="sng">
              <a:solidFill>
                <a:schemeClr val="tx1"/>
              </a:solidFill>
              <a:prstDash val="solid"/>
              <a:round/>
              <a:headEnd type="none" w="med" len="med"/>
              <a:tailEnd type="none" w="med" len="med"/>
            </a:ln>
          </p:spPr>
        </p:sp>
        <p:sp>
          <p:nvSpPr>
            <p:cNvPr id="185459" name="Text Box 114"/>
            <p:cNvSpPr txBox="1"/>
            <p:nvPr/>
          </p:nvSpPr>
          <p:spPr>
            <a:xfrm>
              <a:off x="730" y="3588"/>
              <a:ext cx="1500" cy="231"/>
            </a:xfrm>
            <a:prstGeom prst="rect">
              <a:avLst/>
            </a:prstGeom>
            <a:noFill/>
            <a:ln w="9525">
              <a:noFill/>
            </a:ln>
          </p:spPr>
          <p:txBody>
            <a:bodyPr anchor="t" anchorCtr="0">
              <a:spAutoFit/>
            </a:bodyPr>
            <a:p>
              <a:pPr>
                <a:buClrTx/>
                <a:buFontTx/>
              </a:pPr>
              <a:r>
                <a:rPr lang="en-US" altLang="zh-CN" i="0" dirty="0">
                  <a:latin typeface="Arial" panose="020B0604020202020204" pitchFamily="34" charset="0"/>
                  <a:ea typeface="宋体" panose="02010600030101010101" pitchFamily="2" charset="-122"/>
                </a:rPr>
                <a:t> 6        -      A       0</a:t>
              </a:r>
              <a:endParaRPr lang="en-US" altLang="zh-CN" i="0" dirty="0">
                <a:latin typeface="Arial" panose="020B0604020202020204" pitchFamily="34" charset="0"/>
                <a:ea typeface="宋体" panose="02010600030101010101" pitchFamily="2" charset="-122"/>
              </a:endParaRPr>
            </a:p>
          </p:txBody>
        </p:sp>
        <p:sp>
          <p:nvSpPr>
            <p:cNvPr id="185460" name="Line 115"/>
            <p:cNvSpPr/>
            <p:nvPr/>
          </p:nvSpPr>
          <p:spPr>
            <a:xfrm>
              <a:off x="1042" y="3303"/>
              <a:ext cx="1" cy="542"/>
            </a:xfrm>
            <a:prstGeom prst="line">
              <a:avLst/>
            </a:prstGeom>
            <a:ln w="9525" cap="flat" cmpd="sng">
              <a:solidFill>
                <a:schemeClr val="tx1"/>
              </a:solidFill>
              <a:prstDash val="solid"/>
              <a:round/>
              <a:headEnd type="none" w="med" len="med"/>
              <a:tailEnd type="none" w="med" len="med"/>
            </a:ln>
          </p:spPr>
        </p:sp>
        <p:sp>
          <p:nvSpPr>
            <p:cNvPr id="185461" name="Line 116"/>
            <p:cNvSpPr/>
            <p:nvPr/>
          </p:nvSpPr>
          <p:spPr>
            <a:xfrm>
              <a:off x="1426" y="3306"/>
              <a:ext cx="1" cy="542"/>
            </a:xfrm>
            <a:prstGeom prst="line">
              <a:avLst/>
            </a:prstGeom>
            <a:ln w="9525" cap="flat" cmpd="sng">
              <a:solidFill>
                <a:schemeClr val="tx1"/>
              </a:solidFill>
              <a:prstDash val="solid"/>
              <a:round/>
              <a:headEnd type="none" w="med" len="med"/>
              <a:tailEnd type="none" w="med" len="med"/>
            </a:ln>
          </p:spPr>
        </p:sp>
        <p:sp>
          <p:nvSpPr>
            <p:cNvPr id="185462" name="Line 117"/>
            <p:cNvSpPr/>
            <p:nvPr/>
          </p:nvSpPr>
          <p:spPr>
            <a:xfrm>
              <a:off x="1750" y="3309"/>
              <a:ext cx="1" cy="542"/>
            </a:xfrm>
            <a:prstGeom prst="line">
              <a:avLst/>
            </a:prstGeom>
            <a:ln w="9525" cap="flat" cmpd="sng">
              <a:solidFill>
                <a:schemeClr val="tx1"/>
              </a:solidFill>
              <a:prstDash val="solid"/>
              <a:round/>
              <a:headEnd type="none" w="med" len="med"/>
              <a:tailEnd type="none" w="med" len="med"/>
            </a:ln>
          </p:spPr>
        </p:sp>
      </p:grpSp>
      <p:grpSp>
        <p:nvGrpSpPr>
          <p:cNvPr id="185463" name="Group 118"/>
          <p:cNvGrpSpPr/>
          <p:nvPr/>
        </p:nvGrpSpPr>
        <p:grpSpPr>
          <a:xfrm>
            <a:off x="4629150" y="2212975"/>
            <a:ext cx="2546350" cy="1239838"/>
            <a:chOff x="3494" y="291"/>
            <a:chExt cx="1604" cy="781"/>
          </a:xfrm>
        </p:grpSpPr>
        <p:sp>
          <p:nvSpPr>
            <p:cNvPr id="185464" name="Rectangle 119"/>
            <p:cNvSpPr/>
            <p:nvPr/>
          </p:nvSpPr>
          <p:spPr>
            <a:xfrm>
              <a:off x="3525" y="317"/>
              <a:ext cx="1533" cy="74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85465" name="Text Box 120"/>
            <p:cNvSpPr txBox="1"/>
            <p:nvPr/>
          </p:nvSpPr>
          <p:spPr>
            <a:xfrm>
              <a:off x="3494" y="291"/>
              <a:ext cx="1604" cy="326"/>
            </a:xfrm>
            <a:prstGeom prst="rect">
              <a:avLst/>
            </a:prstGeom>
            <a:noFill/>
            <a:ln w="9525">
              <a:noFill/>
            </a:ln>
          </p:spPr>
          <p:txBody>
            <a:bodyPr anchor="t" anchorCtr="0">
              <a:spAutoFit/>
            </a:bodyPr>
            <a:p>
              <a:pPr>
                <a:buClrTx/>
                <a:buFontTx/>
              </a:pPr>
              <a:r>
                <a:rPr lang="en-US" altLang="zh-CN" sz="1400" i="0" dirty="0">
                  <a:latin typeface="Arial" panose="020B0604020202020204" pitchFamily="34" charset="0"/>
                  <a:ea typeface="宋体" panose="02010600030101010101" pitchFamily="2" charset="-122"/>
                </a:rPr>
                <a:t>  in         out                 out</a:t>
              </a:r>
              <a:endParaRPr lang="en-US" altLang="zh-CN" sz="1400" i="0" dirty="0">
                <a:latin typeface="Arial" panose="020B0604020202020204" pitchFamily="34" charset="0"/>
                <a:ea typeface="宋体" panose="02010600030101010101" pitchFamily="2" charset="-122"/>
              </a:endParaRPr>
            </a:p>
            <a:p>
              <a:pPr>
                <a:buClrTx/>
                <a:buFontTx/>
              </a:pPr>
              <a:r>
                <a:rPr lang="en-US" altLang="zh-CN" sz="1400" i="0" dirty="0">
                  <a:latin typeface="Arial" panose="020B0604020202020204" pitchFamily="34" charset="0"/>
                  <a:ea typeface="宋体" panose="02010600030101010101" pitchFamily="2" charset="-122"/>
                </a:rPr>
                <a:t>label     label   dest    interface</a:t>
              </a:r>
              <a:endParaRPr lang="en-US" altLang="zh-CN" sz="1400" i="0" dirty="0">
                <a:latin typeface="Arial" panose="020B0604020202020204" pitchFamily="34" charset="0"/>
                <a:ea typeface="宋体" panose="02010600030101010101" pitchFamily="2" charset="-122"/>
              </a:endParaRPr>
            </a:p>
          </p:txBody>
        </p:sp>
        <p:sp>
          <p:nvSpPr>
            <p:cNvPr id="185466" name="Line 121"/>
            <p:cNvSpPr/>
            <p:nvPr/>
          </p:nvSpPr>
          <p:spPr>
            <a:xfrm>
              <a:off x="3534" y="605"/>
              <a:ext cx="1507" cy="0"/>
            </a:xfrm>
            <a:prstGeom prst="line">
              <a:avLst/>
            </a:prstGeom>
            <a:ln w="9525" cap="flat" cmpd="sng">
              <a:solidFill>
                <a:schemeClr val="tx1"/>
              </a:solidFill>
              <a:prstDash val="solid"/>
              <a:round/>
              <a:headEnd type="none" w="med" len="med"/>
              <a:tailEnd type="none" w="med" len="med"/>
            </a:ln>
          </p:spPr>
        </p:sp>
        <p:sp>
          <p:nvSpPr>
            <p:cNvPr id="185467" name="Text Box 122"/>
            <p:cNvSpPr txBox="1"/>
            <p:nvPr/>
          </p:nvSpPr>
          <p:spPr>
            <a:xfrm>
              <a:off x="3545" y="609"/>
              <a:ext cx="1500" cy="231"/>
            </a:xfrm>
            <a:prstGeom prst="rect">
              <a:avLst/>
            </a:prstGeom>
            <a:noFill/>
            <a:ln w="9525">
              <a:noFill/>
            </a:ln>
          </p:spPr>
          <p:txBody>
            <a:bodyPr anchor="t" anchorCtr="0">
              <a:spAutoFit/>
            </a:bodyPr>
            <a:p>
              <a:pPr>
                <a:buClrTx/>
                <a:buFontTx/>
              </a:pPr>
              <a:r>
                <a:rPr lang="en-US" altLang="zh-CN" i="0" dirty="0">
                  <a:latin typeface="Arial" panose="020B0604020202020204" pitchFamily="34" charset="0"/>
                  <a:ea typeface="宋体" panose="02010600030101010101" pitchFamily="2" charset="-122"/>
                </a:rPr>
                <a:t>10      6      A       1</a:t>
              </a:r>
              <a:endParaRPr lang="en-US" altLang="zh-CN" i="0" dirty="0">
                <a:latin typeface="Arial" panose="020B0604020202020204" pitchFamily="34" charset="0"/>
                <a:ea typeface="宋体" panose="02010600030101010101" pitchFamily="2" charset="-122"/>
              </a:endParaRPr>
            </a:p>
          </p:txBody>
        </p:sp>
        <p:sp>
          <p:nvSpPr>
            <p:cNvPr id="185468" name="Line 123"/>
            <p:cNvSpPr/>
            <p:nvPr/>
          </p:nvSpPr>
          <p:spPr>
            <a:xfrm>
              <a:off x="3857" y="324"/>
              <a:ext cx="1" cy="737"/>
            </a:xfrm>
            <a:prstGeom prst="line">
              <a:avLst/>
            </a:prstGeom>
            <a:ln w="9525" cap="flat" cmpd="sng">
              <a:solidFill>
                <a:schemeClr val="tx1"/>
              </a:solidFill>
              <a:prstDash val="solid"/>
              <a:round/>
              <a:headEnd type="none" w="med" len="med"/>
              <a:tailEnd type="none" w="med" len="med"/>
            </a:ln>
          </p:spPr>
        </p:sp>
        <p:sp>
          <p:nvSpPr>
            <p:cNvPr id="185469" name="Text Box 124"/>
            <p:cNvSpPr txBox="1"/>
            <p:nvPr/>
          </p:nvSpPr>
          <p:spPr>
            <a:xfrm>
              <a:off x="3540" y="830"/>
              <a:ext cx="1500" cy="231"/>
            </a:xfrm>
            <a:prstGeom prst="rect">
              <a:avLst/>
            </a:prstGeom>
            <a:noFill/>
            <a:ln w="9525">
              <a:noFill/>
            </a:ln>
          </p:spPr>
          <p:txBody>
            <a:bodyPr anchor="t" anchorCtr="0">
              <a:spAutoFit/>
            </a:bodyPr>
            <a:p>
              <a:pPr>
                <a:buClrTx/>
                <a:buFontTx/>
              </a:pPr>
              <a:r>
                <a:rPr lang="en-US" altLang="zh-CN" i="0" dirty="0">
                  <a:latin typeface="Arial" panose="020B0604020202020204" pitchFamily="34" charset="0"/>
                  <a:ea typeface="宋体" panose="02010600030101010101" pitchFamily="2" charset="-122"/>
                </a:rPr>
                <a:t>12      9      D       0</a:t>
              </a:r>
              <a:endParaRPr lang="en-US" altLang="zh-CN" i="0" dirty="0">
                <a:latin typeface="Arial" panose="020B0604020202020204" pitchFamily="34" charset="0"/>
                <a:ea typeface="宋体" panose="02010600030101010101" pitchFamily="2" charset="-122"/>
              </a:endParaRPr>
            </a:p>
          </p:txBody>
        </p:sp>
        <p:sp>
          <p:nvSpPr>
            <p:cNvPr id="185470" name="Line 125"/>
            <p:cNvSpPr/>
            <p:nvPr/>
          </p:nvSpPr>
          <p:spPr>
            <a:xfrm>
              <a:off x="4215" y="335"/>
              <a:ext cx="1" cy="737"/>
            </a:xfrm>
            <a:prstGeom prst="line">
              <a:avLst/>
            </a:prstGeom>
            <a:ln w="9525" cap="flat" cmpd="sng">
              <a:solidFill>
                <a:schemeClr val="tx1"/>
              </a:solidFill>
              <a:prstDash val="solid"/>
              <a:round/>
              <a:headEnd type="none" w="med" len="med"/>
              <a:tailEnd type="none" w="med" len="med"/>
            </a:ln>
          </p:spPr>
        </p:sp>
        <p:sp>
          <p:nvSpPr>
            <p:cNvPr id="185471" name="Line 126"/>
            <p:cNvSpPr/>
            <p:nvPr/>
          </p:nvSpPr>
          <p:spPr>
            <a:xfrm>
              <a:off x="4573" y="329"/>
              <a:ext cx="1" cy="737"/>
            </a:xfrm>
            <a:prstGeom prst="line">
              <a:avLst/>
            </a:prstGeom>
            <a:ln w="9525" cap="flat" cmpd="sng">
              <a:solidFill>
                <a:schemeClr val="tx1"/>
              </a:solidFill>
              <a:prstDash val="solid"/>
              <a:round/>
              <a:headEnd type="none" w="med" len="med"/>
              <a:tailEnd type="none" w="med" len="med"/>
            </a:ln>
          </p:spPr>
        </p:sp>
      </p:grpSp>
      <p:sp>
        <p:nvSpPr>
          <p:cNvPr id="185472" name="Rectangle 127"/>
          <p:cNvSpPr/>
          <p:nvPr/>
        </p:nvSpPr>
        <p:spPr>
          <a:xfrm>
            <a:off x="1843088" y="1651000"/>
            <a:ext cx="2433637" cy="14351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85473" name="Text Box 128"/>
          <p:cNvSpPr txBox="1"/>
          <p:nvPr/>
        </p:nvSpPr>
        <p:spPr>
          <a:xfrm>
            <a:off x="1793875" y="1609725"/>
            <a:ext cx="2546350" cy="517525"/>
          </a:xfrm>
          <a:prstGeom prst="rect">
            <a:avLst/>
          </a:prstGeom>
          <a:noFill/>
          <a:ln w="9525">
            <a:noFill/>
          </a:ln>
        </p:spPr>
        <p:txBody>
          <a:bodyPr anchor="t" anchorCtr="0">
            <a:spAutoFit/>
          </a:bodyPr>
          <a:p>
            <a:pPr>
              <a:buClrTx/>
              <a:buFontTx/>
            </a:pPr>
            <a:r>
              <a:rPr lang="en-US" altLang="zh-CN" sz="1400" i="0" dirty="0">
                <a:latin typeface="Arial" panose="020B0604020202020204" pitchFamily="34" charset="0"/>
                <a:ea typeface="宋体" panose="02010600030101010101" pitchFamily="2" charset="-122"/>
              </a:rPr>
              <a:t>  in         out                 out</a:t>
            </a:r>
            <a:endParaRPr lang="en-US" altLang="zh-CN" sz="1400" i="0" dirty="0">
              <a:latin typeface="Arial" panose="020B0604020202020204" pitchFamily="34" charset="0"/>
              <a:ea typeface="宋体" panose="02010600030101010101" pitchFamily="2" charset="-122"/>
            </a:endParaRPr>
          </a:p>
          <a:p>
            <a:pPr>
              <a:buClrTx/>
              <a:buFontTx/>
            </a:pPr>
            <a:r>
              <a:rPr lang="en-US" altLang="zh-CN" sz="1400" i="0" dirty="0">
                <a:latin typeface="Arial" panose="020B0604020202020204" pitchFamily="34" charset="0"/>
                <a:ea typeface="宋体" panose="02010600030101010101" pitchFamily="2" charset="-122"/>
              </a:rPr>
              <a:t>label     label   dest    interface</a:t>
            </a:r>
            <a:endParaRPr lang="en-US" altLang="zh-CN" sz="1400" i="0" dirty="0">
              <a:latin typeface="Arial" panose="020B0604020202020204" pitchFamily="34" charset="0"/>
              <a:ea typeface="宋体" panose="02010600030101010101" pitchFamily="2" charset="-122"/>
            </a:endParaRPr>
          </a:p>
        </p:txBody>
      </p:sp>
      <p:sp>
        <p:nvSpPr>
          <p:cNvPr id="185474" name="Line 129"/>
          <p:cNvSpPr/>
          <p:nvPr/>
        </p:nvSpPr>
        <p:spPr>
          <a:xfrm>
            <a:off x="1857375" y="2108200"/>
            <a:ext cx="2392363" cy="0"/>
          </a:xfrm>
          <a:prstGeom prst="line">
            <a:avLst/>
          </a:prstGeom>
          <a:ln w="9525" cap="flat" cmpd="sng">
            <a:solidFill>
              <a:schemeClr val="tx1"/>
            </a:solidFill>
            <a:prstDash val="solid"/>
            <a:round/>
            <a:headEnd type="none" w="med" len="med"/>
            <a:tailEnd type="none" w="med" len="med"/>
          </a:ln>
        </p:spPr>
      </p:sp>
      <p:sp>
        <p:nvSpPr>
          <p:cNvPr id="185475" name="Text Box 130"/>
          <p:cNvSpPr txBox="1"/>
          <p:nvPr/>
        </p:nvSpPr>
        <p:spPr>
          <a:xfrm>
            <a:off x="1874838" y="2114550"/>
            <a:ext cx="2381250" cy="366713"/>
          </a:xfrm>
          <a:prstGeom prst="rect">
            <a:avLst/>
          </a:prstGeom>
          <a:noFill/>
          <a:ln w="9525">
            <a:noFill/>
          </a:ln>
        </p:spPr>
        <p:txBody>
          <a:bodyPr anchor="t" anchorCtr="0">
            <a:spAutoFit/>
          </a:bodyPr>
          <a:p>
            <a:pPr>
              <a:buClrTx/>
              <a:buFontTx/>
            </a:pPr>
            <a:r>
              <a:rPr lang="en-US" altLang="zh-CN" i="0" dirty="0">
                <a:latin typeface="Arial" panose="020B0604020202020204" pitchFamily="34" charset="0"/>
                <a:ea typeface="宋体" panose="02010600030101010101" pitchFamily="2" charset="-122"/>
              </a:rPr>
              <a:t>        10      A       0</a:t>
            </a:r>
            <a:endParaRPr lang="en-US" altLang="zh-CN" i="0" dirty="0">
              <a:latin typeface="Arial" panose="020B0604020202020204" pitchFamily="34" charset="0"/>
              <a:ea typeface="宋体" panose="02010600030101010101" pitchFamily="2" charset="-122"/>
            </a:endParaRPr>
          </a:p>
        </p:txBody>
      </p:sp>
      <p:sp>
        <p:nvSpPr>
          <p:cNvPr id="185476" name="Line 131"/>
          <p:cNvSpPr/>
          <p:nvPr/>
        </p:nvSpPr>
        <p:spPr>
          <a:xfrm>
            <a:off x="2370138" y="1662113"/>
            <a:ext cx="1587" cy="1412875"/>
          </a:xfrm>
          <a:prstGeom prst="line">
            <a:avLst/>
          </a:prstGeom>
          <a:ln w="9525" cap="flat" cmpd="sng">
            <a:solidFill>
              <a:schemeClr val="tx1"/>
            </a:solidFill>
            <a:prstDash val="solid"/>
            <a:round/>
            <a:headEnd type="none" w="med" len="med"/>
            <a:tailEnd type="none" w="med" len="med"/>
          </a:ln>
        </p:spPr>
      </p:sp>
      <p:sp>
        <p:nvSpPr>
          <p:cNvPr id="185477" name="Text Box 132"/>
          <p:cNvSpPr txBox="1"/>
          <p:nvPr/>
        </p:nvSpPr>
        <p:spPr>
          <a:xfrm>
            <a:off x="1865313" y="2455863"/>
            <a:ext cx="2381250" cy="366712"/>
          </a:xfrm>
          <a:prstGeom prst="rect">
            <a:avLst/>
          </a:prstGeom>
          <a:noFill/>
          <a:ln w="9525">
            <a:noFill/>
          </a:ln>
        </p:spPr>
        <p:txBody>
          <a:bodyPr anchor="t" anchorCtr="0">
            <a:spAutoFit/>
          </a:bodyPr>
          <a:p>
            <a:pPr>
              <a:buClrTx/>
              <a:buFontTx/>
            </a:pPr>
            <a:r>
              <a:rPr lang="en-US" altLang="zh-CN" i="0" dirty="0">
                <a:latin typeface="Arial" panose="020B0604020202020204" pitchFamily="34" charset="0"/>
                <a:ea typeface="宋体" panose="02010600030101010101" pitchFamily="2" charset="-122"/>
              </a:rPr>
              <a:t>        12      D       0</a:t>
            </a:r>
            <a:endParaRPr lang="en-US" altLang="zh-CN" i="0" dirty="0">
              <a:latin typeface="Arial" panose="020B0604020202020204" pitchFamily="34" charset="0"/>
              <a:ea typeface="宋体" panose="02010600030101010101" pitchFamily="2" charset="-122"/>
            </a:endParaRPr>
          </a:p>
        </p:txBody>
      </p:sp>
      <p:sp>
        <p:nvSpPr>
          <p:cNvPr id="185478" name="Line 133"/>
          <p:cNvSpPr/>
          <p:nvPr/>
        </p:nvSpPr>
        <p:spPr>
          <a:xfrm>
            <a:off x="2938463" y="1658938"/>
            <a:ext cx="1587" cy="1422400"/>
          </a:xfrm>
          <a:prstGeom prst="line">
            <a:avLst/>
          </a:prstGeom>
          <a:ln w="9525" cap="flat" cmpd="sng">
            <a:solidFill>
              <a:schemeClr val="tx1"/>
            </a:solidFill>
            <a:prstDash val="solid"/>
            <a:round/>
            <a:headEnd type="none" w="med" len="med"/>
            <a:tailEnd type="none" w="med" len="med"/>
          </a:ln>
        </p:spPr>
      </p:sp>
      <p:sp>
        <p:nvSpPr>
          <p:cNvPr id="185479" name="Line 134"/>
          <p:cNvSpPr/>
          <p:nvPr/>
        </p:nvSpPr>
        <p:spPr>
          <a:xfrm>
            <a:off x="3506788" y="1670050"/>
            <a:ext cx="1587" cy="1401763"/>
          </a:xfrm>
          <a:prstGeom prst="line">
            <a:avLst/>
          </a:prstGeom>
          <a:ln w="9525" cap="flat" cmpd="sng">
            <a:solidFill>
              <a:schemeClr val="tx1"/>
            </a:solidFill>
            <a:prstDash val="solid"/>
            <a:round/>
            <a:headEnd type="none" w="med" len="med"/>
            <a:tailEnd type="none" w="med" len="med"/>
          </a:ln>
        </p:spPr>
      </p:sp>
      <p:sp>
        <p:nvSpPr>
          <p:cNvPr id="185480" name="Text Box 135"/>
          <p:cNvSpPr txBox="1"/>
          <p:nvPr/>
        </p:nvSpPr>
        <p:spPr>
          <a:xfrm>
            <a:off x="3335338" y="4198938"/>
            <a:ext cx="282575" cy="304800"/>
          </a:xfrm>
          <a:prstGeom prst="rect">
            <a:avLst/>
          </a:prstGeom>
          <a:noFill/>
          <a:ln w="9525">
            <a:noFill/>
          </a:ln>
        </p:spPr>
        <p:txBody>
          <a:bodyPr wrap="none" anchor="t" anchorCtr="0">
            <a:spAutoFit/>
          </a:bodyPr>
          <a:p>
            <a:pPr>
              <a:buClrTx/>
              <a:buFontTx/>
            </a:pPr>
            <a:r>
              <a:rPr lang="en-US" altLang="zh-CN" sz="1400" i="0" dirty="0">
                <a:latin typeface="Arial" panose="020B0604020202020204" pitchFamily="34" charset="0"/>
                <a:ea typeface="宋体" panose="02010600030101010101" pitchFamily="2" charset="-122"/>
              </a:rPr>
              <a:t>1</a:t>
            </a:r>
            <a:endParaRPr lang="en-US" altLang="zh-CN" sz="1400" i="0" dirty="0">
              <a:latin typeface="Arial" panose="020B0604020202020204" pitchFamily="34" charset="0"/>
              <a:ea typeface="宋体" panose="02010600030101010101" pitchFamily="2" charset="-122"/>
            </a:endParaRPr>
          </a:p>
        </p:txBody>
      </p:sp>
      <p:grpSp>
        <p:nvGrpSpPr>
          <p:cNvPr id="185481" name="Group 137"/>
          <p:cNvGrpSpPr/>
          <p:nvPr/>
        </p:nvGrpSpPr>
        <p:grpSpPr>
          <a:xfrm>
            <a:off x="1716088" y="5661025"/>
            <a:ext cx="2546350" cy="922338"/>
            <a:chOff x="679" y="3270"/>
            <a:chExt cx="1604" cy="581"/>
          </a:xfrm>
        </p:grpSpPr>
        <p:sp>
          <p:nvSpPr>
            <p:cNvPr id="185482" name="Rectangle 138"/>
            <p:cNvSpPr/>
            <p:nvPr/>
          </p:nvSpPr>
          <p:spPr>
            <a:xfrm>
              <a:off x="710" y="3296"/>
              <a:ext cx="1533" cy="55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85483" name="Text Box 139"/>
            <p:cNvSpPr txBox="1"/>
            <p:nvPr/>
          </p:nvSpPr>
          <p:spPr>
            <a:xfrm>
              <a:off x="679" y="3270"/>
              <a:ext cx="1604" cy="326"/>
            </a:xfrm>
            <a:prstGeom prst="rect">
              <a:avLst/>
            </a:prstGeom>
            <a:noFill/>
            <a:ln w="9525">
              <a:noFill/>
            </a:ln>
          </p:spPr>
          <p:txBody>
            <a:bodyPr anchor="t" anchorCtr="0">
              <a:spAutoFit/>
            </a:bodyPr>
            <a:p>
              <a:pPr>
                <a:buClrTx/>
                <a:buFontTx/>
              </a:pPr>
              <a:r>
                <a:rPr lang="en-US" altLang="zh-CN" sz="1400" i="0" dirty="0">
                  <a:latin typeface="Arial" panose="020B0604020202020204" pitchFamily="34" charset="0"/>
                  <a:ea typeface="宋体" panose="02010600030101010101" pitchFamily="2" charset="-122"/>
                </a:rPr>
                <a:t>  in         out                 out</a:t>
              </a:r>
              <a:endParaRPr lang="en-US" altLang="zh-CN" sz="1400" i="0" dirty="0">
                <a:latin typeface="Arial" panose="020B0604020202020204" pitchFamily="34" charset="0"/>
                <a:ea typeface="宋体" panose="02010600030101010101" pitchFamily="2" charset="-122"/>
              </a:endParaRPr>
            </a:p>
            <a:p>
              <a:pPr>
                <a:buClrTx/>
                <a:buFontTx/>
              </a:pPr>
              <a:r>
                <a:rPr lang="en-US" altLang="zh-CN" sz="1400" i="0" dirty="0">
                  <a:latin typeface="Arial" panose="020B0604020202020204" pitchFamily="34" charset="0"/>
                  <a:ea typeface="宋体" panose="02010600030101010101" pitchFamily="2" charset="-122"/>
                </a:rPr>
                <a:t>label     label   dest    interface</a:t>
              </a:r>
              <a:endParaRPr lang="en-US" altLang="zh-CN" sz="1400" i="0" dirty="0">
                <a:latin typeface="Arial" panose="020B0604020202020204" pitchFamily="34" charset="0"/>
                <a:ea typeface="宋体" panose="02010600030101010101" pitchFamily="2" charset="-122"/>
              </a:endParaRPr>
            </a:p>
          </p:txBody>
        </p:sp>
        <p:sp>
          <p:nvSpPr>
            <p:cNvPr id="185484" name="Line 140"/>
            <p:cNvSpPr/>
            <p:nvPr/>
          </p:nvSpPr>
          <p:spPr>
            <a:xfrm>
              <a:off x="719" y="3584"/>
              <a:ext cx="1507" cy="0"/>
            </a:xfrm>
            <a:prstGeom prst="line">
              <a:avLst/>
            </a:prstGeom>
            <a:ln w="9525" cap="flat" cmpd="sng">
              <a:solidFill>
                <a:schemeClr val="tx1"/>
              </a:solidFill>
              <a:prstDash val="solid"/>
              <a:round/>
              <a:headEnd type="none" w="med" len="med"/>
              <a:tailEnd type="none" w="med" len="med"/>
            </a:ln>
          </p:spPr>
        </p:sp>
        <p:sp>
          <p:nvSpPr>
            <p:cNvPr id="185485" name="Text Box 141"/>
            <p:cNvSpPr txBox="1"/>
            <p:nvPr/>
          </p:nvSpPr>
          <p:spPr>
            <a:xfrm>
              <a:off x="730" y="3588"/>
              <a:ext cx="1500" cy="231"/>
            </a:xfrm>
            <a:prstGeom prst="rect">
              <a:avLst/>
            </a:prstGeom>
            <a:noFill/>
            <a:ln w="9525">
              <a:noFill/>
            </a:ln>
          </p:spPr>
          <p:txBody>
            <a:bodyPr anchor="t" anchorCtr="0">
              <a:spAutoFit/>
            </a:bodyPr>
            <a:p>
              <a:pPr>
                <a:buClrTx/>
                <a:buFontTx/>
              </a:pPr>
              <a:r>
                <a:rPr lang="en-US" altLang="zh-CN" i="0" dirty="0">
                  <a:latin typeface="Arial" panose="020B0604020202020204" pitchFamily="34" charset="0"/>
                  <a:ea typeface="宋体" panose="02010600030101010101" pitchFamily="2" charset="-122"/>
                </a:rPr>
                <a:t> 8        6      A       0</a:t>
              </a:r>
              <a:endParaRPr lang="en-US" altLang="zh-CN" i="0" dirty="0">
                <a:latin typeface="Arial" panose="020B0604020202020204" pitchFamily="34" charset="0"/>
                <a:ea typeface="宋体" panose="02010600030101010101" pitchFamily="2" charset="-122"/>
              </a:endParaRPr>
            </a:p>
          </p:txBody>
        </p:sp>
        <p:sp>
          <p:nvSpPr>
            <p:cNvPr id="185486" name="Line 142"/>
            <p:cNvSpPr/>
            <p:nvPr/>
          </p:nvSpPr>
          <p:spPr>
            <a:xfrm>
              <a:off x="1042" y="3303"/>
              <a:ext cx="1" cy="542"/>
            </a:xfrm>
            <a:prstGeom prst="line">
              <a:avLst/>
            </a:prstGeom>
            <a:ln w="9525" cap="flat" cmpd="sng">
              <a:solidFill>
                <a:schemeClr val="tx1"/>
              </a:solidFill>
              <a:prstDash val="solid"/>
              <a:round/>
              <a:headEnd type="none" w="med" len="med"/>
              <a:tailEnd type="none" w="med" len="med"/>
            </a:ln>
          </p:spPr>
        </p:sp>
        <p:sp>
          <p:nvSpPr>
            <p:cNvPr id="185487" name="Line 143"/>
            <p:cNvSpPr/>
            <p:nvPr/>
          </p:nvSpPr>
          <p:spPr>
            <a:xfrm>
              <a:off x="1426" y="3306"/>
              <a:ext cx="1" cy="542"/>
            </a:xfrm>
            <a:prstGeom prst="line">
              <a:avLst/>
            </a:prstGeom>
            <a:ln w="9525" cap="flat" cmpd="sng">
              <a:solidFill>
                <a:schemeClr val="tx1"/>
              </a:solidFill>
              <a:prstDash val="solid"/>
              <a:round/>
              <a:headEnd type="none" w="med" len="med"/>
              <a:tailEnd type="none" w="med" len="med"/>
            </a:ln>
          </p:spPr>
        </p:sp>
        <p:sp>
          <p:nvSpPr>
            <p:cNvPr id="185488" name="Line 144"/>
            <p:cNvSpPr/>
            <p:nvPr/>
          </p:nvSpPr>
          <p:spPr>
            <a:xfrm>
              <a:off x="1750" y="3309"/>
              <a:ext cx="1" cy="542"/>
            </a:xfrm>
            <a:prstGeom prst="line">
              <a:avLst/>
            </a:prstGeom>
            <a:ln w="9525" cap="flat" cmpd="sng">
              <a:solidFill>
                <a:schemeClr val="tx1"/>
              </a:solidFill>
              <a:prstDash val="solid"/>
              <a:round/>
              <a:headEnd type="none" w="med" len="med"/>
              <a:tailEnd type="none" w="med" len="med"/>
            </a:ln>
          </p:spPr>
        </p:sp>
      </p:grpSp>
      <p:sp>
        <p:nvSpPr>
          <p:cNvPr id="185489" name="Text Box 145"/>
          <p:cNvSpPr txBox="1"/>
          <p:nvPr/>
        </p:nvSpPr>
        <p:spPr>
          <a:xfrm>
            <a:off x="4487863" y="4914900"/>
            <a:ext cx="282575" cy="304800"/>
          </a:xfrm>
          <a:prstGeom prst="rect">
            <a:avLst/>
          </a:prstGeom>
          <a:noFill/>
          <a:ln w="9525">
            <a:noFill/>
          </a:ln>
        </p:spPr>
        <p:txBody>
          <a:bodyPr wrap="none" anchor="t" anchorCtr="0">
            <a:spAutoFit/>
          </a:bodyPr>
          <a:p>
            <a:pPr>
              <a:buClrTx/>
              <a:buFontTx/>
            </a:pPr>
            <a:r>
              <a:rPr lang="en-US" altLang="zh-CN" sz="1400" i="0" dirty="0">
                <a:latin typeface="Arial" panose="020B0604020202020204" pitchFamily="34" charset="0"/>
                <a:ea typeface="宋体" panose="02010600030101010101" pitchFamily="2" charset="-122"/>
              </a:rPr>
              <a:t>0</a:t>
            </a:r>
            <a:endParaRPr lang="en-US" altLang="zh-CN" sz="1400" i="0" dirty="0">
              <a:latin typeface="Arial" panose="020B0604020202020204" pitchFamily="34" charset="0"/>
              <a:ea typeface="宋体" panose="02010600030101010101" pitchFamily="2" charset="-122"/>
            </a:endParaRPr>
          </a:p>
        </p:txBody>
      </p:sp>
      <p:sp>
        <p:nvSpPr>
          <p:cNvPr id="185490" name="Text Box 146"/>
          <p:cNvSpPr txBox="1"/>
          <p:nvPr/>
        </p:nvSpPr>
        <p:spPr>
          <a:xfrm>
            <a:off x="1847850" y="2757488"/>
            <a:ext cx="2381250" cy="366712"/>
          </a:xfrm>
          <a:prstGeom prst="rect">
            <a:avLst/>
          </a:prstGeom>
          <a:noFill/>
          <a:ln w="9525">
            <a:noFill/>
          </a:ln>
        </p:spPr>
        <p:txBody>
          <a:bodyPr anchor="t" anchorCtr="0">
            <a:spAutoFit/>
          </a:bodyPr>
          <a:p>
            <a:pPr>
              <a:buClrTx/>
              <a:buFontTx/>
            </a:pPr>
            <a:r>
              <a:rPr lang="en-US" altLang="zh-CN" i="0" dirty="0">
                <a:latin typeface="Arial" panose="020B0604020202020204" pitchFamily="34" charset="0"/>
                <a:ea typeface="宋体" panose="02010600030101010101" pitchFamily="2" charset="-122"/>
              </a:rPr>
              <a:t>          8      A       1</a:t>
            </a:r>
            <a:endParaRPr lang="en-US" altLang="zh-CN" i="0" dirty="0">
              <a:latin typeface="Arial" panose="020B0604020202020204" pitchFamily="34" charset="0"/>
              <a:ea typeface="宋体" panose="02010600030101010101" pitchFamily="2" charset="-122"/>
            </a:endParaRPr>
          </a:p>
        </p:txBody>
      </p:sp>
      <p:sp>
        <p:nvSpPr>
          <p:cNvPr id="185491" name="Rectangle 147"/>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MPLS forwarding tables</a:t>
            </a:r>
            <a:endParaRPr lang="en-US" altLang="zh-CN" dirty="0">
              <a:ea typeface="宋体" panose="02010600030101010101" pitchFamily="2" charset="-122"/>
            </a:endParaRPr>
          </a:p>
        </p:txBody>
      </p:sp>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87393" name="页脚占位符 5"/>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87394"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87395"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Link Layer</a:t>
            </a:r>
            <a:endParaRPr lang="en-US" altLang="zh-CN" dirty="0">
              <a:ea typeface="宋体" panose="02010600030101010101" pitchFamily="2" charset="-122"/>
            </a:endParaRPr>
          </a:p>
        </p:txBody>
      </p:sp>
      <p:sp>
        <p:nvSpPr>
          <p:cNvPr id="187396" name="Rectangle 3"/>
          <p:cNvSpPr>
            <a:spLocks noGrp="1"/>
          </p:cNvSpPr>
          <p:nvPr>
            <p:ph sz="half" idx="1"/>
          </p:nvPr>
        </p:nvSpPr>
        <p:spPr>
          <a:ln/>
        </p:spPr>
        <p:txBody>
          <a:bodyPr vert="horz" wrap="square" lIns="91440" tIns="45720" rIns="91440" bIns="45720" anchor="t" anchorCtr="0"/>
          <a:p>
            <a:pPr>
              <a:buClr>
                <a:schemeClr val="accent2"/>
              </a:buClr>
              <a:buSzPct val="85000"/>
              <a:buFont typeface="ZapfDingbats" pitchFamily="82" charset="2"/>
            </a:pPr>
            <a:r>
              <a:rPr lang="en-US" altLang="zh-CN" sz="2400" dirty="0">
                <a:ea typeface="宋体" panose="02010600030101010101" pitchFamily="2" charset="-122"/>
              </a:rPr>
              <a:t>5.1 Introduction and services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5.2 Error detection and correction </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5.3Multiple access protocols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5.4 Link-Layer Addressing</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5.5 Ethernet</a:t>
            </a:r>
            <a:endParaRPr lang="en-US" altLang="zh-CN" sz="2400" dirty="0">
              <a:ea typeface="宋体" panose="02010600030101010101" pitchFamily="2" charset="-122"/>
            </a:endParaRPr>
          </a:p>
        </p:txBody>
      </p:sp>
      <p:sp>
        <p:nvSpPr>
          <p:cNvPr id="187397" name="Rectangle 4"/>
          <p:cNvSpPr>
            <a:spLocks noGrp="1"/>
          </p:cNvSpPr>
          <p:nvPr>
            <p:ph sz="half" idx="2"/>
          </p:nvPr>
        </p:nvSpPr>
        <p:spPr>
          <a:xfrm>
            <a:off x="4495800" y="1600200"/>
            <a:ext cx="4054475" cy="4648200"/>
          </a:xfrm>
          <a:ln/>
        </p:spPr>
        <p:txBody>
          <a:bodyPr vert="horz" wrap="square" lIns="91440" tIns="45720" rIns="91440" bIns="45720" anchor="t" anchorCtr="0"/>
          <a:p>
            <a:pPr>
              <a:buClr>
                <a:schemeClr val="accent2"/>
              </a:buClr>
              <a:buSzPct val="85000"/>
              <a:buFont typeface="ZapfDingbats" pitchFamily="82" charset="2"/>
            </a:pPr>
            <a:r>
              <a:rPr lang="en-US" altLang="zh-CN" sz="2400" dirty="0">
                <a:ea typeface="宋体" panose="02010600030101010101" pitchFamily="2" charset="-122"/>
              </a:rPr>
              <a:t>5.6 Link-layer switches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5.7 PPP</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5.8 Link virtualization: MPLS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solidFill>
                  <a:srgbClr val="FF0000"/>
                </a:solidFill>
                <a:ea typeface="宋体" panose="02010600030101010101" pitchFamily="2" charset="-122"/>
              </a:rPr>
              <a:t>5.9 A day in the life of a web request</a:t>
            </a:r>
            <a:endParaRPr lang="en-US" altLang="zh-CN" sz="2400" dirty="0">
              <a:solidFill>
                <a:srgbClr val="FF0000"/>
              </a:solidFill>
              <a:ea typeface="宋体" panose="02010600030101010101" pitchFamily="2" charset="-122"/>
            </a:endParaRPr>
          </a:p>
          <a:p>
            <a:pPr>
              <a:buClr>
                <a:schemeClr val="accent2"/>
              </a:buClr>
              <a:buSzPct val="85000"/>
              <a:buFont typeface="ZapfDingbats" pitchFamily="82" charset="2"/>
              <a:buNone/>
            </a:pPr>
            <a:endParaRPr lang="en-US" altLang="zh-CN" sz="2400" dirty="0">
              <a:solidFill>
                <a:srgbClr val="FF0000"/>
              </a:solidFill>
              <a:ea typeface="宋体" panose="02010600030101010101" pitchFamily="2" charset="-122"/>
            </a:endParaRPr>
          </a:p>
        </p:txBody>
      </p:sp>
    </p:spTree>
  </p:cSld>
  <p:clrMapOvr>
    <a:masterClrMapping/>
  </p:clrMapOvr>
  <p:transition spd="slow"/>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8944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89443" name="Rectangle 2"/>
          <p:cNvSpPr>
            <a:spLocks noGrp="1"/>
          </p:cNvSpPr>
          <p:nvPr>
            <p:ph type="title"/>
          </p:nvPr>
        </p:nvSpPr>
        <p:spPr>
          <a:xfrm>
            <a:off x="533400" y="228600"/>
            <a:ext cx="8034338" cy="1143000"/>
          </a:xfrm>
          <a:ln/>
        </p:spPr>
        <p:txBody>
          <a:bodyPr vert="horz" wrap="square" lIns="91440" tIns="45720" rIns="91440" bIns="45720" anchor="ctr" anchorCtr="0"/>
          <a:p>
            <a:r>
              <a:rPr lang="en-US" altLang="zh-CN" sz="2800" u="none" dirty="0">
                <a:solidFill>
                  <a:srgbClr val="FF0000"/>
                </a:solidFill>
                <a:ea typeface="宋体" panose="02010600030101010101" pitchFamily="2" charset="-122"/>
              </a:rPr>
              <a:t>Synthesis:</a:t>
            </a:r>
            <a:r>
              <a:rPr lang="en-US" altLang="zh-CN" sz="2800" u="none" dirty="0">
                <a:ea typeface="宋体" panose="02010600030101010101" pitchFamily="2" charset="-122"/>
              </a:rPr>
              <a:t> a day in the life of a web request</a:t>
            </a:r>
            <a:endParaRPr lang="en-US" altLang="zh-CN" sz="2800" u="none" dirty="0">
              <a:ea typeface="宋体" panose="02010600030101010101" pitchFamily="2" charset="-122"/>
            </a:endParaRPr>
          </a:p>
        </p:txBody>
      </p:sp>
      <p:sp>
        <p:nvSpPr>
          <p:cNvPr id="189444" name="Rectangle 3"/>
          <p:cNvSpPr>
            <a:spLocks noGrp="1"/>
          </p:cNvSpPr>
          <p:nvPr>
            <p:ph idx="1"/>
          </p:nvPr>
        </p:nvSpPr>
        <p:spPr>
          <a:xfrm>
            <a:off x="533400" y="1338263"/>
            <a:ext cx="7772400" cy="4648200"/>
          </a:xfrm>
          <a:ln/>
        </p:spPr>
        <p:txBody>
          <a:bodyPr vert="horz" wrap="square" lIns="91440" tIns="45720" rIns="91440" bIns="45720" anchor="t" anchorCtr="0"/>
          <a:p>
            <a:r>
              <a:rPr lang="en-US" altLang="zh-CN" dirty="0">
                <a:ea typeface="宋体" panose="02010600030101010101" pitchFamily="2" charset="-122"/>
              </a:rPr>
              <a:t>journey down protocol stack complete!</a:t>
            </a:r>
            <a:endParaRPr lang="en-US" altLang="zh-CN" dirty="0">
              <a:ea typeface="宋体" panose="02010600030101010101" pitchFamily="2" charset="-122"/>
            </a:endParaRPr>
          </a:p>
          <a:p>
            <a:pPr lvl="1"/>
            <a:r>
              <a:rPr lang="en-US" altLang="zh-CN" dirty="0">
                <a:ea typeface="宋体" panose="02010600030101010101" pitchFamily="2" charset="-122"/>
              </a:rPr>
              <a:t>application, transport, network, link</a:t>
            </a:r>
            <a:endParaRPr lang="en-US" altLang="zh-CN" dirty="0">
              <a:ea typeface="宋体" panose="02010600030101010101" pitchFamily="2" charset="-122"/>
            </a:endParaRPr>
          </a:p>
          <a:p>
            <a:r>
              <a:rPr lang="en-US" altLang="zh-CN" dirty="0">
                <a:ea typeface="宋体" panose="02010600030101010101" pitchFamily="2" charset="-122"/>
              </a:rPr>
              <a:t>putting-it-all-together: synthesis!</a:t>
            </a:r>
            <a:endParaRPr lang="en-US" altLang="zh-CN" dirty="0">
              <a:ea typeface="宋体" panose="02010600030101010101" pitchFamily="2" charset="-122"/>
            </a:endParaRPr>
          </a:p>
          <a:p>
            <a:pPr lvl="1"/>
            <a:r>
              <a:rPr lang="en-US" altLang="zh-CN" i="1" dirty="0">
                <a:solidFill>
                  <a:srgbClr val="FF0000"/>
                </a:solidFill>
                <a:ea typeface="宋体" panose="02010600030101010101" pitchFamily="2" charset="-122"/>
              </a:rPr>
              <a:t>goal:</a:t>
            </a:r>
            <a:r>
              <a:rPr lang="en-US" altLang="zh-CN" dirty="0">
                <a:ea typeface="宋体" panose="02010600030101010101" pitchFamily="2" charset="-122"/>
              </a:rPr>
              <a:t> identify, review, understand protocols (at all layers) involved in seemingly simple scenario: requesting www page</a:t>
            </a:r>
            <a:endParaRPr lang="en-US" altLang="zh-CN" dirty="0">
              <a:ea typeface="宋体" panose="02010600030101010101" pitchFamily="2" charset="-122"/>
            </a:endParaRPr>
          </a:p>
          <a:p>
            <a:pPr lvl="1"/>
            <a:r>
              <a:rPr lang="en-US" altLang="zh-CN" i="1" dirty="0">
                <a:solidFill>
                  <a:srgbClr val="FF0000"/>
                </a:solidFill>
                <a:ea typeface="宋体" panose="02010600030101010101" pitchFamily="2" charset="-122"/>
              </a:rPr>
              <a:t>scenario:</a:t>
            </a:r>
            <a:r>
              <a:rPr lang="en-US" altLang="zh-CN" dirty="0">
                <a:ea typeface="宋体" panose="02010600030101010101" pitchFamily="2" charset="-122"/>
              </a:rPr>
              <a:t> student attaches laptop to campus network, requests/receives www.google.com </a:t>
            </a:r>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8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9149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91491" name="Freeform 406"/>
          <p:cNvSpPr/>
          <p:nvPr/>
        </p:nvSpPr>
        <p:spPr>
          <a:xfrm>
            <a:off x="4751388" y="706438"/>
            <a:ext cx="3894137" cy="319246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453" h="2011">
                <a:moveTo>
                  <a:pt x="84" y="632"/>
                </a:moveTo>
                <a:cubicBezTo>
                  <a:pt x="51" y="704"/>
                  <a:pt x="28" y="747"/>
                  <a:pt x="16" y="809"/>
                </a:cubicBezTo>
                <a:cubicBezTo>
                  <a:pt x="4" y="871"/>
                  <a:pt x="0" y="949"/>
                  <a:pt x="9" y="1005"/>
                </a:cubicBezTo>
                <a:cubicBezTo>
                  <a:pt x="18" y="1061"/>
                  <a:pt x="44" y="1087"/>
                  <a:pt x="70" y="1147"/>
                </a:cubicBezTo>
                <a:cubicBezTo>
                  <a:pt x="96" y="1207"/>
                  <a:pt x="130" y="1314"/>
                  <a:pt x="165" y="1364"/>
                </a:cubicBezTo>
                <a:cubicBezTo>
                  <a:pt x="200" y="1414"/>
                  <a:pt x="216" y="1402"/>
                  <a:pt x="280" y="1446"/>
                </a:cubicBezTo>
                <a:cubicBezTo>
                  <a:pt x="344" y="1490"/>
                  <a:pt x="404" y="1587"/>
                  <a:pt x="549" y="1627"/>
                </a:cubicBezTo>
                <a:cubicBezTo>
                  <a:pt x="694" y="1667"/>
                  <a:pt x="987" y="1631"/>
                  <a:pt x="1152" y="1687"/>
                </a:cubicBezTo>
                <a:cubicBezTo>
                  <a:pt x="1317" y="1743"/>
                  <a:pt x="1455" y="1919"/>
                  <a:pt x="1542" y="1965"/>
                </a:cubicBezTo>
                <a:cubicBezTo>
                  <a:pt x="1629" y="2011"/>
                  <a:pt x="1610" y="1968"/>
                  <a:pt x="1675" y="1965"/>
                </a:cubicBezTo>
                <a:cubicBezTo>
                  <a:pt x="1740" y="1962"/>
                  <a:pt x="1816" y="1974"/>
                  <a:pt x="1933" y="1945"/>
                </a:cubicBezTo>
                <a:cubicBezTo>
                  <a:pt x="2050" y="1916"/>
                  <a:pt x="2299" y="1866"/>
                  <a:pt x="2376" y="1793"/>
                </a:cubicBezTo>
                <a:cubicBezTo>
                  <a:pt x="2453" y="1720"/>
                  <a:pt x="2410" y="1591"/>
                  <a:pt x="2396" y="1508"/>
                </a:cubicBezTo>
                <a:cubicBezTo>
                  <a:pt x="2382" y="1425"/>
                  <a:pt x="2301" y="1408"/>
                  <a:pt x="2293" y="1297"/>
                </a:cubicBezTo>
                <a:cubicBezTo>
                  <a:pt x="2285" y="1186"/>
                  <a:pt x="2339" y="950"/>
                  <a:pt x="2347" y="843"/>
                </a:cubicBezTo>
                <a:cubicBezTo>
                  <a:pt x="2355" y="736"/>
                  <a:pt x="2368" y="717"/>
                  <a:pt x="2340" y="653"/>
                </a:cubicBezTo>
                <a:cubicBezTo>
                  <a:pt x="2312" y="589"/>
                  <a:pt x="2247" y="537"/>
                  <a:pt x="2177" y="456"/>
                </a:cubicBezTo>
                <a:cubicBezTo>
                  <a:pt x="2107" y="375"/>
                  <a:pt x="2016" y="235"/>
                  <a:pt x="1920" y="165"/>
                </a:cubicBezTo>
                <a:cubicBezTo>
                  <a:pt x="1824" y="95"/>
                  <a:pt x="1716" y="61"/>
                  <a:pt x="1601" y="36"/>
                </a:cubicBezTo>
                <a:cubicBezTo>
                  <a:pt x="1486" y="11"/>
                  <a:pt x="1343" y="0"/>
                  <a:pt x="1229" y="16"/>
                </a:cubicBezTo>
                <a:cubicBezTo>
                  <a:pt x="1115" y="32"/>
                  <a:pt x="1042" y="90"/>
                  <a:pt x="917" y="131"/>
                </a:cubicBezTo>
                <a:cubicBezTo>
                  <a:pt x="792" y="172"/>
                  <a:pt x="595" y="219"/>
                  <a:pt x="477" y="260"/>
                </a:cubicBezTo>
                <a:cubicBezTo>
                  <a:pt x="359" y="301"/>
                  <a:pt x="280" y="311"/>
                  <a:pt x="212" y="375"/>
                </a:cubicBezTo>
                <a:cubicBezTo>
                  <a:pt x="144" y="439"/>
                  <a:pt x="117" y="560"/>
                  <a:pt x="84" y="632"/>
                </a:cubicBezTo>
                <a:close/>
              </a:path>
            </a:pathLst>
          </a:custGeom>
          <a:solidFill>
            <a:srgbClr val="00FFFF"/>
          </a:solidFill>
          <a:ln w="9525">
            <a:noFill/>
          </a:ln>
        </p:spPr>
        <p:txBody>
          <a:bodyPr/>
          <a:p>
            <a:endParaRPr lang="zh-CN" altLang="en-US"/>
          </a:p>
        </p:txBody>
      </p:sp>
      <p:sp>
        <p:nvSpPr>
          <p:cNvPr id="191492" name="Rectangle 2"/>
          <p:cNvSpPr>
            <a:spLocks noGrp="1"/>
          </p:cNvSpPr>
          <p:nvPr>
            <p:ph type="title"/>
          </p:nvPr>
        </p:nvSpPr>
        <p:spPr>
          <a:xfrm>
            <a:off x="533400" y="228600"/>
            <a:ext cx="8034338" cy="1143000"/>
          </a:xfrm>
          <a:ln/>
        </p:spPr>
        <p:txBody>
          <a:bodyPr vert="horz" wrap="square" lIns="91440" tIns="45720" rIns="91440" bIns="45720" anchor="ctr" anchorCtr="0"/>
          <a:p>
            <a:r>
              <a:rPr lang="en-US" altLang="zh-CN" sz="2800" u="none" dirty="0">
                <a:ea typeface="宋体" panose="02010600030101010101" pitchFamily="2" charset="-122"/>
              </a:rPr>
              <a:t>A day in the life: scenario</a:t>
            </a:r>
            <a:endParaRPr lang="en-US" altLang="zh-CN" sz="2800" u="none" dirty="0">
              <a:ea typeface="宋体" panose="02010600030101010101" pitchFamily="2" charset="-122"/>
            </a:endParaRPr>
          </a:p>
        </p:txBody>
      </p:sp>
      <p:sp>
        <p:nvSpPr>
          <p:cNvPr id="191493" name="Freeform 3"/>
          <p:cNvSpPr/>
          <p:nvPr/>
        </p:nvSpPr>
        <p:spPr>
          <a:xfrm>
            <a:off x="611188" y="1273175"/>
            <a:ext cx="3554412" cy="27543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00FFFF"/>
          </a:solidFill>
          <a:ln w="9525">
            <a:noFill/>
          </a:ln>
        </p:spPr>
        <p:txBody>
          <a:bodyPr/>
          <a:p>
            <a:endParaRPr lang="zh-CN" altLang="en-US"/>
          </a:p>
        </p:txBody>
      </p:sp>
      <p:grpSp>
        <p:nvGrpSpPr>
          <p:cNvPr id="191494" name="Group 4"/>
          <p:cNvGrpSpPr/>
          <p:nvPr/>
        </p:nvGrpSpPr>
        <p:grpSpPr>
          <a:xfrm>
            <a:off x="5383213" y="2679700"/>
            <a:ext cx="757237" cy="379413"/>
            <a:chOff x="2466" y="2026"/>
            <a:chExt cx="477" cy="282"/>
          </a:xfrm>
        </p:grpSpPr>
        <p:sp>
          <p:nvSpPr>
            <p:cNvPr id="191495" name="Oval 5"/>
            <p:cNvSpPr/>
            <p:nvPr/>
          </p:nvSpPr>
          <p:spPr>
            <a:xfrm>
              <a:off x="2466" y="2168"/>
              <a:ext cx="476" cy="14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1496" name="Line 6"/>
            <p:cNvSpPr/>
            <p:nvPr/>
          </p:nvSpPr>
          <p:spPr>
            <a:xfrm>
              <a:off x="2470" y="2125"/>
              <a:ext cx="1" cy="85"/>
            </a:xfrm>
            <a:prstGeom prst="line">
              <a:avLst/>
            </a:prstGeom>
            <a:ln w="12700" cap="flat" cmpd="sng">
              <a:solidFill>
                <a:srgbClr val="000000"/>
              </a:solidFill>
              <a:prstDash val="solid"/>
              <a:round/>
              <a:headEnd type="none" w="med" len="med"/>
              <a:tailEnd type="none" w="med" len="med"/>
            </a:ln>
          </p:spPr>
        </p:sp>
        <p:sp>
          <p:nvSpPr>
            <p:cNvPr id="191497" name="Rectangle 7"/>
            <p:cNvSpPr/>
            <p:nvPr/>
          </p:nvSpPr>
          <p:spPr>
            <a:xfrm>
              <a:off x="2470" y="2125"/>
              <a:ext cx="472" cy="111"/>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91498" name="Oval 8"/>
            <p:cNvSpPr/>
            <p:nvPr/>
          </p:nvSpPr>
          <p:spPr>
            <a:xfrm>
              <a:off x="2466" y="2026"/>
              <a:ext cx="476" cy="16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1499" name="Group 9"/>
            <p:cNvGrpSpPr/>
            <p:nvPr/>
          </p:nvGrpSpPr>
          <p:grpSpPr>
            <a:xfrm>
              <a:off x="2581" y="2061"/>
              <a:ext cx="236" cy="94"/>
              <a:chOff x="2848" y="848"/>
              <a:chExt cx="140" cy="98"/>
            </a:xfrm>
          </p:grpSpPr>
          <p:sp>
            <p:nvSpPr>
              <p:cNvPr id="191500" name="Line 10"/>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1501" name="Line 11"/>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1502" name="Line 12"/>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91503" name="Group 13"/>
            <p:cNvGrpSpPr/>
            <p:nvPr/>
          </p:nvGrpSpPr>
          <p:grpSpPr>
            <a:xfrm flipV="1">
              <a:off x="2581" y="2060"/>
              <a:ext cx="236" cy="94"/>
              <a:chOff x="2848" y="848"/>
              <a:chExt cx="140" cy="98"/>
            </a:xfrm>
          </p:grpSpPr>
          <p:sp>
            <p:nvSpPr>
              <p:cNvPr id="191504" name="Line 14"/>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1505" name="Line 15"/>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1506" name="Line 16"/>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sp>
          <p:nvSpPr>
            <p:cNvPr id="191507" name="Line 17"/>
            <p:cNvSpPr/>
            <p:nvPr/>
          </p:nvSpPr>
          <p:spPr>
            <a:xfrm flipH="1">
              <a:off x="2942" y="2109"/>
              <a:ext cx="1" cy="127"/>
            </a:xfrm>
            <a:prstGeom prst="line">
              <a:avLst/>
            </a:prstGeom>
            <a:ln w="12700" cap="flat" cmpd="sng">
              <a:solidFill>
                <a:srgbClr val="000000"/>
              </a:solidFill>
              <a:prstDash val="solid"/>
              <a:round/>
              <a:headEnd type="none" w="med" len="med"/>
              <a:tailEnd type="none" w="med" len="med"/>
            </a:ln>
          </p:spPr>
        </p:sp>
        <p:sp>
          <p:nvSpPr>
            <p:cNvPr id="191508" name="Line 18"/>
            <p:cNvSpPr/>
            <p:nvPr/>
          </p:nvSpPr>
          <p:spPr>
            <a:xfrm flipH="1">
              <a:off x="2466" y="2117"/>
              <a:ext cx="1" cy="127"/>
            </a:xfrm>
            <a:prstGeom prst="line">
              <a:avLst/>
            </a:prstGeom>
            <a:ln w="12700" cap="flat" cmpd="sng">
              <a:solidFill>
                <a:srgbClr val="000000"/>
              </a:solidFill>
              <a:prstDash val="solid"/>
              <a:round/>
              <a:headEnd type="none" w="med" len="med"/>
              <a:tailEnd type="none" w="med" len="med"/>
            </a:ln>
          </p:spPr>
        </p:sp>
      </p:grpSp>
      <p:grpSp>
        <p:nvGrpSpPr>
          <p:cNvPr id="191509" name="Group 19"/>
          <p:cNvGrpSpPr/>
          <p:nvPr/>
        </p:nvGrpSpPr>
        <p:grpSpPr>
          <a:xfrm>
            <a:off x="6748463" y="2425700"/>
            <a:ext cx="757237" cy="379413"/>
            <a:chOff x="2466" y="2026"/>
            <a:chExt cx="477" cy="282"/>
          </a:xfrm>
        </p:grpSpPr>
        <p:sp>
          <p:nvSpPr>
            <p:cNvPr id="191510" name="Oval 20"/>
            <p:cNvSpPr/>
            <p:nvPr/>
          </p:nvSpPr>
          <p:spPr>
            <a:xfrm>
              <a:off x="2466" y="2168"/>
              <a:ext cx="476" cy="14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1511" name="Line 21"/>
            <p:cNvSpPr/>
            <p:nvPr/>
          </p:nvSpPr>
          <p:spPr>
            <a:xfrm>
              <a:off x="2470" y="2125"/>
              <a:ext cx="1" cy="85"/>
            </a:xfrm>
            <a:prstGeom prst="line">
              <a:avLst/>
            </a:prstGeom>
            <a:ln w="12700" cap="flat" cmpd="sng">
              <a:solidFill>
                <a:srgbClr val="000000"/>
              </a:solidFill>
              <a:prstDash val="solid"/>
              <a:round/>
              <a:headEnd type="none" w="med" len="med"/>
              <a:tailEnd type="none" w="med" len="med"/>
            </a:ln>
          </p:spPr>
        </p:sp>
        <p:sp>
          <p:nvSpPr>
            <p:cNvPr id="191512" name="Rectangle 22"/>
            <p:cNvSpPr/>
            <p:nvPr/>
          </p:nvSpPr>
          <p:spPr>
            <a:xfrm>
              <a:off x="2470" y="2125"/>
              <a:ext cx="472" cy="111"/>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91513" name="Oval 23"/>
            <p:cNvSpPr/>
            <p:nvPr/>
          </p:nvSpPr>
          <p:spPr>
            <a:xfrm>
              <a:off x="2466" y="2026"/>
              <a:ext cx="476" cy="16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1514" name="Group 24"/>
            <p:cNvGrpSpPr/>
            <p:nvPr/>
          </p:nvGrpSpPr>
          <p:grpSpPr>
            <a:xfrm>
              <a:off x="2581" y="2061"/>
              <a:ext cx="236" cy="94"/>
              <a:chOff x="2848" y="848"/>
              <a:chExt cx="140" cy="98"/>
            </a:xfrm>
          </p:grpSpPr>
          <p:sp>
            <p:nvSpPr>
              <p:cNvPr id="191515" name="Line 25"/>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1516" name="Line 26"/>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1517" name="Line 27"/>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91518" name="Group 28"/>
            <p:cNvGrpSpPr/>
            <p:nvPr/>
          </p:nvGrpSpPr>
          <p:grpSpPr>
            <a:xfrm flipV="1">
              <a:off x="2581" y="2060"/>
              <a:ext cx="236" cy="94"/>
              <a:chOff x="2848" y="848"/>
              <a:chExt cx="140" cy="98"/>
            </a:xfrm>
          </p:grpSpPr>
          <p:sp>
            <p:nvSpPr>
              <p:cNvPr id="191519" name="Line 29"/>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1520" name="Line 30"/>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1521" name="Line 31"/>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sp>
          <p:nvSpPr>
            <p:cNvPr id="191522" name="Line 32"/>
            <p:cNvSpPr/>
            <p:nvPr/>
          </p:nvSpPr>
          <p:spPr>
            <a:xfrm flipH="1">
              <a:off x="2942" y="2109"/>
              <a:ext cx="1" cy="127"/>
            </a:xfrm>
            <a:prstGeom prst="line">
              <a:avLst/>
            </a:prstGeom>
            <a:ln w="12700" cap="flat" cmpd="sng">
              <a:solidFill>
                <a:srgbClr val="000000"/>
              </a:solidFill>
              <a:prstDash val="solid"/>
              <a:round/>
              <a:headEnd type="none" w="med" len="med"/>
              <a:tailEnd type="none" w="med" len="med"/>
            </a:ln>
          </p:spPr>
        </p:sp>
        <p:sp>
          <p:nvSpPr>
            <p:cNvPr id="191523" name="Line 33"/>
            <p:cNvSpPr/>
            <p:nvPr/>
          </p:nvSpPr>
          <p:spPr>
            <a:xfrm flipH="1">
              <a:off x="2466" y="2117"/>
              <a:ext cx="1" cy="127"/>
            </a:xfrm>
            <a:prstGeom prst="line">
              <a:avLst/>
            </a:prstGeom>
            <a:ln w="12700" cap="flat" cmpd="sng">
              <a:solidFill>
                <a:srgbClr val="000000"/>
              </a:solidFill>
              <a:prstDash val="solid"/>
              <a:round/>
              <a:headEnd type="none" w="med" len="med"/>
              <a:tailEnd type="none" w="med" len="med"/>
            </a:ln>
          </p:spPr>
        </p:sp>
      </p:grpSp>
      <p:sp>
        <p:nvSpPr>
          <p:cNvPr id="191524" name="Text Box 34"/>
          <p:cNvSpPr txBox="1"/>
          <p:nvPr/>
        </p:nvSpPr>
        <p:spPr>
          <a:xfrm>
            <a:off x="5364163" y="1762125"/>
            <a:ext cx="1811337" cy="581025"/>
          </a:xfrm>
          <a:prstGeom prst="rect">
            <a:avLst/>
          </a:prstGeom>
          <a:noFill/>
          <a:ln w="9525">
            <a:noFill/>
          </a:ln>
        </p:spPr>
        <p:txBody>
          <a:bodyPr wrap="none" anchor="t" anchorCtr="0">
            <a:spAutoFit/>
          </a:bodyPr>
          <a:p>
            <a:pPr>
              <a:buClrTx/>
              <a:buFontTx/>
            </a:pPr>
            <a:r>
              <a:rPr lang="en-US" altLang="zh-CN" sz="1600" i="0" dirty="0">
                <a:solidFill>
                  <a:srgbClr val="000000"/>
                </a:solidFill>
                <a:latin typeface="Arial" panose="020B0604020202020204" pitchFamily="34" charset="0"/>
                <a:ea typeface="宋体" panose="02010600030101010101" pitchFamily="2" charset="-122"/>
              </a:rPr>
              <a:t>Comcast network </a:t>
            </a:r>
            <a:endParaRPr lang="en-US" altLang="zh-CN" sz="1600" i="0" dirty="0">
              <a:solidFill>
                <a:srgbClr val="000000"/>
              </a:solidFill>
              <a:latin typeface="Arial" panose="020B0604020202020204" pitchFamily="34" charset="0"/>
              <a:ea typeface="宋体" panose="02010600030101010101" pitchFamily="2" charset="-122"/>
            </a:endParaRPr>
          </a:p>
          <a:p>
            <a:pPr>
              <a:buClrTx/>
              <a:buFontTx/>
            </a:pPr>
            <a:r>
              <a:rPr lang="en-US" altLang="zh-CN" sz="1600" i="0" dirty="0">
                <a:solidFill>
                  <a:srgbClr val="000000"/>
                </a:solidFill>
                <a:latin typeface="Arial" panose="020B0604020202020204" pitchFamily="34" charset="0"/>
                <a:ea typeface="宋体" panose="02010600030101010101" pitchFamily="2" charset="-122"/>
              </a:rPr>
              <a:t>68.80.0.0/13</a:t>
            </a:r>
            <a:endParaRPr lang="en-US" altLang="zh-CN" sz="1600" i="0" dirty="0">
              <a:solidFill>
                <a:srgbClr val="000000"/>
              </a:solidFill>
              <a:latin typeface="Arial" panose="020B0604020202020204" pitchFamily="34" charset="0"/>
              <a:ea typeface="宋体" panose="02010600030101010101" pitchFamily="2" charset="-122"/>
            </a:endParaRPr>
          </a:p>
        </p:txBody>
      </p:sp>
      <p:sp>
        <p:nvSpPr>
          <p:cNvPr id="191525" name="Line 36"/>
          <p:cNvSpPr/>
          <p:nvPr/>
        </p:nvSpPr>
        <p:spPr>
          <a:xfrm flipV="1">
            <a:off x="3613150" y="2344738"/>
            <a:ext cx="155575" cy="142875"/>
          </a:xfrm>
          <a:prstGeom prst="line">
            <a:avLst/>
          </a:prstGeom>
          <a:ln w="9525" cap="flat" cmpd="sng">
            <a:solidFill>
              <a:srgbClr val="000000"/>
            </a:solidFill>
            <a:prstDash val="solid"/>
            <a:round/>
            <a:headEnd type="none" w="med" len="med"/>
            <a:tailEnd type="none" w="med" len="med"/>
          </a:ln>
        </p:spPr>
      </p:sp>
      <p:grpSp>
        <p:nvGrpSpPr>
          <p:cNvPr id="191526" name="Group 38"/>
          <p:cNvGrpSpPr/>
          <p:nvPr/>
        </p:nvGrpSpPr>
        <p:grpSpPr>
          <a:xfrm>
            <a:off x="3094038" y="2459038"/>
            <a:ext cx="742950" cy="311150"/>
            <a:chOff x="1935" y="960"/>
            <a:chExt cx="468" cy="196"/>
          </a:xfrm>
        </p:grpSpPr>
        <p:sp>
          <p:nvSpPr>
            <p:cNvPr id="191527" name="Line 39"/>
            <p:cNvSpPr/>
            <p:nvPr/>
          </p:nvSpPr>
          <p:spPr>
            <a:xfrm>
              <a:off x="2368" y="960"/>
              <a:ext cx="0" cy="0"/>
            </a:xfrm>
            <a:prstGeom prst="line">
              <a:avLst/>
            </a:prstGeom>
            <a:ln w="9525" cap="flat" cmpd="sng">
              <a:solidFill>
                <a:srgbClr val="000000"/>
              </a:solidFill>
              <a:prstDash val="solid"/>
              <a:round/>
              <a:headEnd type="none" w="med" len="med"/>
              <a:tailEnd type="none" w="med" len="med"/>
            </a:ln>
          </p:spPr>
        </p:sp>
        <p:sp>
          <p:nvSpPr>
            <p:cNvPr id="191528" name="Rectangle 40"/>
            <p:cNvSpPr/>
            <p:nvPr/>
          </p:nvSpPr>
          <p:spPr>
            <a:xfrm>
              <a:off x="1935" y="1065"/>
              <a:ext cx="465" cy="91"/>
            </a:xfrm>
            <a:prstGeom prst="rect">
              <a:avLst/>
            </a:prstGeom>
            <a:solidFill>
              <a:srgbClr val="BBE0E3"/>
            </a:solidFill>
            <a:ln w="9525"/>
            <a:scene3d>
              <a:camera prst="legacyObliqueTopRight">
                <a:rot lat="0" lon="0" rev="0"/>
              </a:camera>
              <a:lightRig rig="legacyFlat3" dir="l"/>
            </a:scene3d>
            <a:sp3d extrusionH="430200" prstMaterial="legacyMatte">
              <a:bevelT w="13500" h="13500" prst="angle"/>
              <a:bevelB w="13500" h="13500" prst="angle"/>
              <a:extrusionClr>
                <a:schemeClr val="accent1"/>
              </a:extrusionClr>
            </a:sp3d>
          </p:spPr>
          <p:txBody>
            <a:bodyPr wrap="none" anchor="ctr" anchorCtr="0">
              <a:flatTx/>
            </a:bodyPr>
            <a:p>
              <a:pPr>
                <a:buClrTx/>
                <a:buFontTx/>
              </a:pPr>
              <a:endParaRPr lang="zh-CN" altLang="zh-CN" i="0" dirty="0">
                <a:latin typeface="Arial" panose="020B0604020202020204" pitchFamily="34" charset="0"/>
                <a:ea typeface="宋体" panose="02010600030101010101" pitchFamily="2" charset="-122"/>
              </a:endParaRPr>
            </a:p>
          </p:txBody>
        </p:sp>
        <p:sp>
          <p:nvSpPr>
            <p:cNvPr id="191529" name="Freeform 41"/>
            <p:cNvSpPr/>
            <p:nvPr/>
          </p:nvSpPr>
          <p:spPr>
            <a:xfrm>
              <a:off x="2069" y="975"/>
              <a:ext cx="307" cy="63"/>
            </a:xfrm>
            <a:custGeom>
              <a:avLst/>
              <a:gdLst/>
              <a:ahLst/>
              <a:cxnLst>
                <a:cxn ang="0">
                  <a:pos x="0" y="0"/>
                </a:cxn>
                <a:cxn ang="0">
                  <a:pos x="16" y="0"/>
                </a:cxn>
                <a:cxn ang="0">
                  <a:pos x="55" y="8"/>
                </a:cxn>
                <a:cxn ang="0">
                  <a:pos x="78" y="8"/>
                </a:cxn>
              </a:cxnLst>
              <a:pathLst>
                <a:path w="432" h="105">
                  <a:moveTo>
                    <a:pt x="0" y="0"/>
                  </a:moveTo>
                  <a:lnTo>
                    <a:pt x="85" y="0"/>
                  </a:lnTo>
                  <a:lnTo>
                    <a:pt x="307" y="105"/>
                  </a:lnTo>
                  <a:lnTo>
                    <a:pt x="432" y="105"/>
                  </a:lnTo>
                </a:path>
              </a:pathLst>
            </a:custGeom>
            <a:noFill/>
            <a:ln w="28575" cap="flat" cmpd="sng">
              <a:solidFill>
                <a:srgbClr val="000000"/>
              </a:solidFill>
              <a:prstDash val="solid"/>
              <a:round/>
              <a:headEnd type="none" w="med" len="med"/>
              <a:tailEnd type="none" w="med" len="med"/>
            </a:ln>
          </p:spPr>
          <p:txBody>
            <a:bodyPr/>
            <a:p>
              <a:endParaRPr lang="zh-CN" altLang="en-US"/>
            </a:p>
          </p:txBody>
        </p:sp>
        <p:sp>
          <p:nvSpPr>
            <p:cNvPr id="191530" name="Freeform 42"/>
            <p:cNvSpPr/>
            <p:nvPr/>
          </p:nvSpPr>
          <p:spPr>
            <a:xfrm flipV="1">
              <a:off x="2051" y="981"/>
              <a:ext cx="352" cy="63"/>
            </a:xfrm>
            <a:custGeom>
              <a:avLst/>
              <a:gdLst/>
              <a:ahLst/>
              <a:cxnLst>
                <a:cxn ang="0">
                  <a:pos x="0" y="0"/>
                </a:cxn>
                <a:cxn ang="0">
                  <a:pos x="30" y="0"/>
                </a:cxn>
                <a:cxn ang="0">
                  <a:pos x="110" y="8"/>
                </a:cxn>
                <a:cxn ang="0">
                  <a:pos x="156" y="8"/>
                </a:cxn>
              </a:cxnLst>
              <a:pathLst>
                <a:path w="432" h="105">
                  <a:moveTo>
                    <a:pt x="0" y="0"/>
                  </a:moveTo>
                  <a:lnTo>
                    <a:pt x="85" y="0"/>
                  </a:lnTo>
                  <a:lnTo>
                    <a:pt x="307" y="105"/>
                  </a:lnTo>
                  <a:lnTo>
                    <a:pt x="432" y="105"/>
                  </a:lnTo>
                </a:path>
              </a:pathLst>
            </a:custGeom>
            <a:noFill/>
            <a:ln w="28575" cap="flat" cmpd="sng">
              <a:solidFill>
                <a:srgbClr val="000000"/>
              </a:solidFill>
              <a:prstDash val="solid"/>
              <a:round/>
              <a:headEnd type="none" w="med" len="med"/>
              <a:tailEnd type="none" w="med" len="med"/>
            </a:ln>
          </p:spPr>
          <p:txBody>
            <a:bodyPr/>
            <a:p>
              <a:endParaRPr lang="zh-CN" altLang="en-US"/>
            </a:p>
          </p:txBody>
        </p:sp>
      </p:grpSp>
      <p:sp>
        <p:nvSpPr>
          <p:cNvPr id="191531" name="Line 43"/>
          <p:cNvSpPr/>
          <p:nvPr/>
        </p:nvSpPr>
        <p:spPr>
          <a:xfrm flipV="1">
            <a:off x="2503488" y="2517775"/>
            <a:ext cx="695325" cy="0"/>
          </a:xfrm>
          <a:prstGeom prst="line">
            <a:avLst/>
          </a:prstGeom>
          <a:ln w="9525" cap="flat" cmpd="sng">
            <a:solidFill>
              <a:srgbClr val="000000"/>
            </a:solidFill>
            <a:prstDash val="solid"/>
            <a:round/>
            <a:headEnd type="none" w="med" len="med"/>
            <a:tailEnd type="none" w="med" len="med"/>
          </a:ln>
        </p:spPr>
      </p:sp>
      <p:sp>
        <p:nvSpPr>
          <p:cNvPr id="191532" name="Line 44"/>
          <p:cNvSpPr/>
          <p:nvPr/>
        </p:nvSpPr>
        <p:spPr>
          <a:xfrm flipV="1">
            <a:off x="3762375" y="2201863"/>
            <a:ext cx="138113" cy="142875"/>
          </a:xfrm>
          <a:prstGeom prst="line">
            <a:avLst/>
          </a:prstGeom>
          <a:ln w="9525" cap="flat" cmpd="sng">
            <a:solidFill>
              <a:srgbClr val="000000"/>
            </a:solidFill>
            <a:prstDash val="dash"/>
            <a:round/>
            <a:headEnd type="none" w="med" len="med"/>
            <a:tailEnd type="none" w="med" len="med"/>
          </a:ln>
        </p:spPr>
      </p:sp>
      <p:sp>
        <p:nvSpPr>
          <p:cNvPr id="191533" name="Rectangle 45"/>
          <p:cNvSpPr/>
          <p:nvPr/>
        </p:nvSpPr>
        <p:spPr>
          <a:xfrm>
            <a:off x="2241550" y="2479675"/>
            <a:ext cx="257175" cy="69850"/>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1534" name="Line 48"/>
          <p:cNvSpPr/>
          <p:nvPr/>
        </p:nvSpPr>
        <p:spPr>
          <a:xfrm flipV="1">
            <a:off x="3117850" y="2736850"/>
            <a:ext cx="512763" cy="612775"/>
          </a:xfrm>
          <a:prstGeom prst="line">
            <a:avLst/>
          </a:prstGeom>
          <a:ln w="9525" cap="flat" cmpd="sng">
            <a:solidFill>
              <a:srgbClr val="000000"/>
            </a:solidFill>
            <a:prstDash val="solid"/>
            <a:round/>
            <a:headEnd type="none" w="med" len="med"/>
            <a:tailEnd type="none" w="med" len="med"/>
          </a:ln>
        </p:spPr>
      </p:sp>
      <p:grpSp>
        <p:nvGrpSpPr>
          <p:cNvPr id="191535" name="Group 49"/>
          <p:cNvGrpSpPr/>
          <p:nvPr/>
        </p:nvGrpSpPr>
        <p:grpSpPr>
          <a:xfrm>
            <a:off x="2598738" y="3365500"/>
            <a:ext cx="987425" cy="479425"/>
            <a:chOff x="1118" y="1621"/>
            <a:chExt cx="622" cy="302"/>
          </a:xfrm>
        </p:grpSpPr>
        <p:sp>
          <p:nvSpPr>
            <p:cNvPr id="191536" name="Rectangle 50"/>
            <p:cNvSpPr/>
            <p:nvPr/>
          </p:nvSpPr>
          <p:spPr>
            <a:xfrm>
              <a:off x="1578" y="1789"/>
              <a:ext cx="162" cy="44"/>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1537" name="Rectangle 51"/>
            <p:cNvSpPr/>
            <p:nvPr/>
          </p:nvSpPr>
          <p:spPr>
            <a:xfrm rot="-2700000">
              <a:off x="1336" y="1621"/>
              <a:ext cx="162" cy="44"/>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1538" name="Group 52"/>
            <p:cNvGrpSpPr/>
            <p:nvPr/>
          </p:nvGrpSpPr>
          <p:grpSpPr>
            <a:xfrm>
              <a:off x="1118" y="1684"/>
              <a:ext cx="477" cy="239"/>
              <a:chOff x="2466" y="2026"/>
              <a:chExt cx="477" cy="282"/>
            </a:xfrm>
          </p:grpSpPr>
          <p:sp>
            <p:nvSpPr>
              <p:cNvPr id="191539" name="Oval 53"/>
              <p:cNvSpPr/>
              <p:nvPr/>
            </p:nvSpPr>
            <p:spPr>
              <a:xfrm>
                <a:off x="2466" y="2168"/>
                <a:ext cx="476" cy="14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1540" name="Line 54"/>
              <p:cNvSpPr/>
              <p:nvPr/>
            </p:nvSpPr>
            <p:spPr>
              <a:xfrm>
                <a:off x="2470" y="2125"/>
                <a:ext cx="1" cy="85"/>
              </a:xfrm>
              <a:prstGeom prst="line">
                <a:avLst/>
              </a:prstGeom>
              <a:ln w="12700" cap="flat" cmpd="sng">
                <a:solidFill>
                  <a:srgbClr val="000000"/>
                </a:solidFill>
                <a:prstDash val="solid"/>
                <a:round/>
                <a:headEnd type="none" w="med" len="med"/>
                <a:tailEnd type="none" w="med" len="med"/>
              </a:ln>
            </p:spPr>
          </p:sp>
          <p:sp>
            <p:nvSpPr>
              <p:cNvPr id="191541" name="Rectangle 55"/>
              <p:cNvSpPr/>
              <p:nvPr/>
            </p:nvSpPr>
            <p:spPr>
              <a:xfrm>
                <a:off x="2470" y="2125"/>
                <a:ext cx="472" cy="111"/>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91542" name="Oval 56"/>
              <p:cNvSpPr/>
              <p:nvPr/>
            </p:nvSpPr>
            <p:spPr>
              <a:xfrm>
                <a:off x="2466" y="2026"/>
                <a:ext cx="476" cy="16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1543" name="Group 57"/>
              <p:cNvGrpSpPr/>
              <p:nvPr/>
            </p:nvGrpSpPr>
            <p:grpSpPr>
              <a:xfrm>
                <a:off x="2581" y="2061"/>
                <a:ext cx="236" cy="94"/>
                <a:chOff x="2848" y="848"/>
                <a:chExt cx="140" cy="98"/>
              </a:xfrm>
            </p:grpSpPr>
            <p:sp>
              <p:nvSpPr>
                <p:cNvPr id="191544" name="Line 58"/>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1545" name="Line 59"/>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1546" name="Line 60"/>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91547" name="Group 61"/>
              <p:cNvGrpSpPr/>
              <p:nvPr/>
            </p:nvGrpSpPr>
            <p:grpSpPr>
              <a:xfrm flipV="1">
                <a:off x="2581" y="2060"/>
                <a:ext cx="236" cy="94"/>
                <a:chOff x="2848" y="848"/>
                <a:chExt cx="140" cy="98"/>
              </a:xfrm>
            </p:grpSpPr>
            <p:sp>
              <p:nvSpPr>
                <p:cNvPr id="191548" name="Line 62"/>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1549" name="Line 63"/>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1550" name="Line 64"/>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sp>
            <p:nvSpPr>
              <p:cNvPr id="191551" name="Line 65"/>
              <p:cNvSpPr/>
              <p:nvPr/>
            </p:nvSpPr>
            <p:spPr>
              <a:xfrm flipH="1">
                <a:off x="2942" y="2109"/>
                <a:ext cx="1" cy="127"/>
              </a:xfrm>
              <a:prstGeom prst="line">
                <a:avLst/>
              </a:prstGeom>
              <a:ln w="12700" cap="flat" cmpd="sng">
                <a:solidFill>
                  <a:srgbClr val="000000"/>
                </a:solidFill>
                <a:prstDash val="solid"/>
                <a:round/>
                <a:headEnd type="none" w="med" len="med"/>
                <a:tailEnd type="none" w="med" len="med"/>
              </a:ln>
            </p:spPr>
          </p:sp>
          <p:sp>
            <p:nvSpPr>
              <p:cNvPr id="191552" name="Line 66"/>
              <p:cNvSpPr/>
              <p:nvPr/>
            </p:nvSpPr>
            <p:spPr>
              <a:xfrm flipH="1">
                <a:off x="2466" y="2117"/>
                <a:ext cx="1" cy="127"/>
              </a:xfrm>
              <a:prstGeom prst="line">
                <a:avLst/>
              </a:prstGeom>
              <a:ln w="12700" cap="flat" cmpd="sng">
                <a:solidFill>
                  <a:srgbClr val="000000"/>
                </a:solidFill>
                <a:prstDash val="solid"/>
                <a:round/>
                <a:headEnd type="none" w="med" len="med"/>
                <a:tailEnd type="none" w="med" len="med"/>
              </a:ln>
            </p:spPr>
          </p:sp>
        </p:grpSp>
      </p:grpSp>
      <p:sp>
        <p:nvSpPr>
          <p:cNvPr id="191553" name="Line 68"/>
          <p:cNvSpPr/>
          <p:nvPr/>
        </p:nvSpPr>
        <p:spPr>
          <a:xfrm flipV="1">
            <a:off x="3589338" y="2930525"/>
            <a:ext cx="1819275" cy="733425"/>
          </a:xfrm>
          <a:prstGeom prst="line">
            <a:avLst/>
          </a:prstGeom>
          <a:ln w="9525" cap="flat" cmpd="sng">
            <a:solidFill>
              <a:srgbClr val="000000"/>
            </a:solidFill>
            <a:prstDash val="solid"/>
            <a:round/>
            <a:headEnd type="none" w="med" len="med"/>
            <a:tailEnd type="none" w="med" len="med"/>
          </a:ln>
        </p:spPr>
      </p:sp>
      <p:grpSp>
        <p:nvGrpSpPr>
          <p:cNvPr id="191554" name="Group 69"/>
          <p:cNvGrpSpPr/>
          <p:nvPr/>
        </p:nvGrpSpPr>
        <p:grpSpPr>
          <a:xfrm>
            <a:off x="7405688" y="3341688"/>
            <a:ext cx="757237" cy="379412"/>
            <a:chOff x="2466" y="2026"/>
            <a:chExt cx="477" cy="282"/>
          </a:xfrm>
        </p:grpSpPr>
        <p:sp>
          <p:nvSpPr>
            <p:cNvPr id="191555" name="Oval 70"/>
            <p:cNvSpPr/>
            <p:nvPr/>
          </p:nvSpPr>
          <p:spPr>
            <a:xfrm>
              <a:off x="2466" y="2168"/>
              <a:ext cx="476" cy="14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1556" name="Line 71"/>
            <p:cNvSpPr/>
            <p:nvPr/>
          </p:nvSpPr>
          <p:spPr>
            <a:xfrm>
              <a:off x="2470" y="2125"/>
              <a:ext cx="1" cy="85"/>
            </a:xfrm>
            <a:prstGeom prst="line">
              <a:avLst/>
            </a:prstGeom>
            <a:ln w="12700" cap="flat" cmpd="sng">
              <a:solidFill>
                <a:srgbClr val="000000"/>
              </a:solidFill>
              <a:prstDash val="solid"/>
              <a:round/>
              <a:headEnd type="none" w="med" len="med"/>
              <a:tailEnd type="none" w="med" len="med"/>
            </a:ln>
          </p:spPr>
        </p:sp>
        <p:sp>
          <p:nvSpPr>
            <p:cNvPr id="191557" name="Rectangle 72"/>
            <p:cNvSpPr/>
            <p:nvPr/>
          </p:nvSpPr>
          <p:spPr>
            <a:xfrm>
              <a:off x="2470" y="2125"/>
              <a:ext cx="472" cy="111"/>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91558" name="Oval 73"/>
            <p:cNvSpPr/>
            <p:nvPr/>
          </p:nvSpPr>
          <p:spPr>
            <a:xfrm>
              <a:off x="2466" y="2026"/>
              <a:ext cx="476" cy="16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1559" name="Group 74"/>
            <p:cNvGrpSpPr/>
            <p:nvPr/>
          </p:nvGrpSpPr>
          <p:grpSpPr>
            <a:xfrm>
              <a:off x="2581" y="2061"/>
              <a:ext cx="236" cy="94"/>
              <a:chOff x="2848" y="848"/>
              <a:chExt cx="140" cy="98"/>
            </a:xfrm>
          </p:grpSpPr>
          <p:sp>
            <p:nvSpPr>
              <p:cNvPr id="191560" name="Line 75"/>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1561" name="Line 76"/>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1562" name="Line 77"/>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91563" name="Group 78"/>
            <p:cNvGrpSpPr/>
            <p:nvPr/>
          </p:nvGrpSpPr>
          <p:grpSpPr>
            <a:xfrm flipV="1">
              <a:off x="2581" y="2060"/>
              <a:ext cx="236" cy="94"/>
              <a:chOff x="2848" y="848"/>
              <a:chExt cx="140" cy="98"/>
            </a:xfrm>
          </p:grpSpPr>
          <p:sp>
            <p:nvSpPr>
              <p:cNvPr id="191564" name="Line 79"/>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1565" name="Line 80"/>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1566" name="Line 81"/>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sp>
          <p:nvSpPr>
            <p:cNvPr id="191567" name="Line 82"/>
            <p:cNvSpPr/>
            <p:nvPr/>
          </p:nvSpPr>
          <p:spPr>
            <a:xfrm flipH="1">
              <a:off x="2942" y="2109"/>
              <a:ext cx="1" cy="127"/>
            </a:xfrm>
            <a:prstGeom prst="line">
              <a:avLst/>
            </a:prstGeom>
            <a:ln w="12700" cap="flat" cmpd="sng">
              <a:solidFill>
                <a:srgbClr val="000000"/>
              </a:solidFill>
              <a:prstDash val="solid"/>
              <a:round/>
              <a:headEnd type="none" w="med" len="med"/>
              <a:tailEnd type="none" w="med" len="med"/>
            </a:ln>
          </p:spPr>
        </p:sp>
        <p:sp>
          <p:nvSpPr>
            <p:cNvPr id="191568" name="Line 83"/>
            <p:cNvSpPr/>
            <p:nvPr/>
          </p:nvSpPr>
          <p:spPr>
            <a:xfrm flipH="1">
              <a:off x="2466" y="2117"/>
              <a:ext cx="1" cy="127"/>
            </a:xfrm>
            <a:prstGeom prst="line">
              <a:avLst/>
            </a:prstGeom>
            <a:ln w="12700" cap="flat" cmpd="sng">
              <a:solidFill>
                <a:srgbClr val="000000"/>
              </a:solidFill>
              <a:prstDash val="solid"/>
              <a:round/>
              <a:headEnd type="none" w="med" len="med"/>
              <a:tailEnd type="none" w="med" len="med"/>
            </a:ln>
          </p:spPr>
        </p:sp>
      </p:grpSp>
      <p:grpSp>
        <p:nvGrpSpPr>
          <p:cNvPr id="191569" name="Group 84"/>
          <p:cNvGrpSpPr/>
          <p:nvPr/>
        </p:nvGrpSpPr>
        <p:grpSpPr>
          <a:xfrm>
            <a:off x="7307263" y="1511300"/>
            <a:ext cx="306387" cy="647700"/>
            <a:chOff x="4180" y="783"/>
            <a:chExt cx="150" cy="307"/>
          </a:xfrm>
        </p:grpSpPr>
        <p:sp>
          <p:nvSpPr>
            <p:cNvPr id="191570" name="AutoShape 85"/>
            <p:cNvSpPr/>
            <p:nvPr/>
          </p:nvSpPr>
          <p:spPr>
            <a:xfrm>
              <a:off x="4180" y="1019"/>
              <a:ext cx="150" cy="71"/>
            </a:xfrm>
            <a:prstGeom prst="parallelogram">
              <a:avLst>
                <a:gd name="adj" fmla="val 81386"/>
              </a:avLst>
            </a:prstGeom>
            <a:solidFill>
              <a:srgbClr val="33CCCC"/>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1571" name="Rectangle 86"/>
            <p:cNvSpPr/>
            <p:nvPr/>
          </p:nvSpPr>
          <p:spPr>
            <a:xfrm>
              <a:off x="4256" y="785"/>
              <a:ext cx="69" cy="236"/>
            </a:xfrm>
            <a:prstGeom prst="rect">
              <a:avLst/>
            </a:prstGeom>
            <a:solidFill>
              <a:srgbClr val="33CCCC"/>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1572" name="Rectangle 87"/>
            <p:cNvSpPr/>
            <p:nvPr/>
          </p:nvSpPr>
          <p:spPr>
            <a:xfrm>
              <a:off x="4181" y="852"/>
              <a:ext cx="95" cy="236"/>
            </a:xfrm>
            <a:prstGeom prst="rect">
              <a:avLst/>
            </a:prstGeom>
            <a:solidFill>
              <a:srgbClr val="33CCCC"/>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1573" name="AutoShape 88"/>
            <p:cNvSpPr/>
            <p:nvPr/>
          </p:nvSpPr>
          <p:spPr>
            <a:xfrm>
              <a:off x="4180" y="783"/>
              <a:ext cx="150" cy="71"/>
            </a:xfrm>
            <a:prstGeom prst="parallelogram">
              <a:avLst>
                <a:gd name="adj" fmla="val 81386"/>
              </a:avLst>
            </a:prstGeom>
            <a:solidFill>
              <a:srgbClr val="33CCCC"/>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1574" name="Line 89"/>
            <p:cNvSpPr/>
            <p:nvPr/>
          </p:nvSpPr>
          <p:spPr>
            <a:xfrm>
              <a:off x="4330" y="788"/>
              <a:ext cx="0" cy="231"/>
            </a:xfrm>
            <a:prstGeom prst="line">
              <a:avLst/>
            </a:prstGeom>
            <a:ln w="9525" cap="flat" cmpd="sng">
              <a:solidFill>
                <a:srgbClr val="000000"/>
              </a:solidFill>
              <a:prstDash val="solid"/>
              <a:round/>
              <a:headEnd type="none" w="med" len="med"/>
              <a:tailEnd type="none" w="med" len="med"/>
            </a:ln>
          </p:spPr>
        </p:sp>
        <p:sp>
          <p:nvSpPr>
            <p:cNvPr id="191575" name="Line 90"/>
            <p:cNvSpPr/>
            <p:nvPr/>
          </p:nvSpPr>
          <p:spPr>
            <a:xfrm flipH="1">
              <a:off x="4276" y="1019"/>
              <a:ext cx="54" cy="69"/>
            </a:xfrm>
            <a:prstGeom prst="line">
              <a:avLst/>
            </a:prstGeom>
            <a:ln w="9525" cap="flat" cmpd="sng">
              <a:solidFill>
                <a:srgbClr val="000000"/>
              </a:solidFill>
              <a:prstDash val="solid"/>
              <a:round/>
              <a:headEnd type="none" w="med" len="med"/>
              <a:tailEnd type="none" w="med" len="med"/>
            </a:ln>
          </p:spPr>
        </p:sp>
        <p:sp>
          <p:nvSpPr>
            <p:cNvPr id="191576" name="Rectangle 91"/>
            <p:cNvSpPr/>
            <p:nvPr/>
          </p:nvSpPr>
          <p:spPr>
            <a:xfrm>
              <a:off x="4193" y="883"/>
              <a:ext cx="63" cy="136"/>
            </a:xfrm>
            <a:prstGeom prst="rect">
              <a:avLst/>
            </a:prstGeom>
            <a:solidFill>
              <a:srgbClr val="333399"/>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1577" name="Rectangle 92"/>
            <p:cNvSpPr/>
            <p:nvPr/>
          </p:nvSpPr>
          <p:spPr>
            <a:xfrm>
              <a:off x="4202" y="924"/>
              <a:ext cx="48" cy="48"/>
            </a:xfrm>
            <a:prstGeom prst="rect">
              <a:avLst/>
            </a:prstGeom>
            <a:solidFill>
              <a:srgbClr val="FFFFFF"/>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sp>
        <p:nvSpPr>
          <p:cNvPr id="191578" name="Line 93"/>
          <p:cNvSpPr/>
          <p:nvPr/>
        </p:nvSpPr>
        <p:spPr>
          <a:xfrm flipH="1">
            <a:off x="7124700" y="2166938"/>
            <a:ext cx="260350" cy="258762"/>
          </a:xfrm>
          <a:prstGeom prst="line">
            <a:avLst/>
          </a:prstGeom>
          <a:ln w="9525" cap="flat" cmpd="sng">
            <a:solidFill>
              <a:srgbClr val="000000"/>
            </a:solidFill>
            <a:prstDash val="solid"/>
            <a:round/>
            <a:headEnd type="none" w="med" len="med"/>
            <a:tailEnd type="none" w="med" len="med"/>
          </a:ln>
        </p:spPr>
      </p:sp>
      <p:sp>
        <p:nvSpPr>
          <p:cNvPr id="191579" name="Freeform 94"/>
          <p:cNvSpPr/>
          <p:nvPr/>
        </p:nvSpPr>
        <p:spPr>
          <a:xfrm>
            <a:off x="1089025" y="4157663"/>
            <a:ext cx="6419850" cy="1620837"/>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00FFFF"/>
          </a:solidFill>
          <a:ln w="9525">
            <a:noFill/>
          </a:ln>
        </p:spPr>
        <p:txBody>
          <a:bodyPr/>
          <a:p>
            <a:endParaRPr lang="zh-CN" altLang="en-US"/>
          </a:p>
        </p:txBody>
      </p:sp>
      <p:grpSp>
        <p:nvGrpSpPr>
          <p:cNvPr id="191580" name="Group 110"/>
          <p:cNvGrpSpPr/>
          <p:nvPr/>
        </p:nvGrpSpPr>
        <p:grpSpPr>
          <a:xfrm>
            <a:off x="4025900" y="4724400"/>
            <a:ext cx="757238" cy="379413"/>
            <a:chOff x="2466" y="2026"/>
            <a:chExt cx="477" cy="282"/>
          </a:xfrm>
        </p:grpSpPr>
        <p:sp>
          <p:nvSpPr>
            <p:cNvPr id="191581" name="Oval 111"/>
            <p:cNvSpPr/>
            <p:nvPr/>
          </p:nvSpPr>
          <p:spPr>
            <a:xfrm>
              <a:off x="2466" y="2168"/>
              <a:ext cx="476" cy="14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1582" name="Line 112"/>
            <p:cNvSpPr/>
            <p:nvPr/>
          </p:nvSpPr>
          <p:spPr>
            <a:xfrm>
              <a:off x="2470" y="2125"/>
              <a:ext cx="1" cy="85"/>
            </a:xfrm>
            <a:prstGeom prst="line">
              <a:avLst/>
            </a:prstGeom>
            <a:ln w="12700" cap="flat" cmpd="sng">
              <a:solidFill>
                <a:srgbClr val="000000"/>
              </a:solidFill>
              <a:prstDash val="solid"/>
              <a:round/>
              <a:headEnd type="none" w="med" len="med"/>
              <a:tailEnd type="none" w="med" len="med"/>
            </a:ln>
          </p:spPr>
        </p:sp>
        <p:sp>
          <p:nvSpPr>
            <p:cNvPr id="191583" name="Rectangle 113"/>
            <p:cNvSpPr/>
            <p:nvPr/>
          </p:nvSpPr>
          <p:spPr>
            <a:xfrm>
              <a:off x="2470" y="2125"/>
              <a:ext cx="472" cy="111"/>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91584" name="Oval 114"/>
            <p:cNvSpPr/>
            <p:nvPr/>
          </p:nvSpPr>
          <p:spPr>
            <a:xfrm>
              <a:off x="2466" y="2026"/>
              <a:ext cx="476" cy="16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1585" name="Group 115"/>
            <p:cNvGrpSpPr/>
            <p:nvPr/>
          </p:nvGrpSpPr>
          <p:grpSpPr>
            <a:xfrm>
              <a:off x="2581" y="2061"/>
              <a:ext cx="236" cy="94"/>
              <a:chOff x="2848" y="848"/>
              <a:chExt cx="140" cy="98"/>
            </a:xfrm>
          </p:grpSpPr>
          <p:sp>
            <p:nvSpPr>
              <p:cNvPr id="191586" name="Line 116"/>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1587" name="Line 117"/>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1588" name="Line 118"/>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91589" name="Group 119"/>
            <p:cNvGrpSpPr/>
            <p:nvPr/>
          </p:nvGrpSpPr>
          <p:grpSpPr>
            <a:xfrm flipV="1">
              <a:off x="2581" y="2060"/>
              <a:ext cx="236" cy="94"/>
              <a:chOff x="2848" y="848"/>
              <a:chExt cx="140" cy="98"/>
            </a:xfrm>
          </p:grpSpPr>
          <p:sp>
            <p:nvSpPr>
              <p:cNvPr id="191590" name="Line 120"/>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1591" name="Line 121"/>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1592" name="Line 122"/>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sp>
          <p:nvSpPr>
            <p:cNvPr id="191593" name="Line 123"/>
            <p:cNvSpPr/>
            <p:nvPr/>
          </p:nvSpPr>
          <p:spPr>
            <a:xfrm flipH="1">
              <a:off x="2942" y="2109"/>
              <a:ext cx="1" cy="127"/>
            </a:xfrm>
            <a:prstGeom prst="line">
              <a:avLst/>
            </a:prstGeom>
            <a:ln w="12700" cap="flat" cmpd="sng">
              <a:solidFill>
                <a:srgbClr val="000000"/>
              </a:solidFill>
              <a:prstDash val="solid"/>
              <a:round/>
              <a:headEnd type="none" w="med" len="med"/>
              <a:tailEnd type="none" w="med" len="med"/>
            </a:ln>
          </p:spPr>
        </p:sp>
        <p:sp>
          <p:nvSpPr>
            <p:cNvPr id="191594" name="Line 124"/>
            <p:cNvSpPr/>
            <p:nvPr/>
          </p:nvSpPr>
          <p:spPr>
            <a:xfrm flipH="1">
              <a:off x="2466" y="2117"/>
              <a:ext cx="1" cy="127"/>
            </a:xfrm>
            <a:prstGeom prst="line">
              <a:avLst/>
            </a:prstGeom>
            <a:ln w="12700" cap="flat" cmpd="sng">
              <a:solidFill>
                <a:srgbClr val="000000"/>
              </a:solidFill>
              <a:prstDash val="solid"/>
              <a:round/>
              <a:headEnd type="none" w="med" len="med"/>
              <a:tailEnd type="none" w="med" len="med"/>
            </a:ln>
          </p:spPr>
        </p:sp>
      </p:grpSp>
      <p:grpSp>
        <p:nvGrpSpPr>
          <p:cNvPr id="191595" name="Group 125"/>
          <p:cNvGrpSpPr/>
          <p:nvPr/>
        </p:nvGrpSpPr>
        <p:grpSpPr>
          <a:xfrm>
            <a:off x="2736850" y="4446588"/>
            <a:ext cx="306388" cy="647700"/>
            <a:chOff x="4180" y="783"/>
            <a:chExt cx="150" cy="307"/>
          </a:xfrm>
        </p:grpSpPr>
        <p:sp>
          <p:nvSpPr>
            <p:cNvPr id="191596" name="AutoShape 126"/>
            <p:cNvSpPr/>
            <p:nvPr/>
          </p:nvSpPr>
          <p:spPr>
            <a:xfrm>
              <a:off x="4180" y="1019"/>
              <a:ext cx="150" cy="71"/>
            </a:xfrm>
            <a:prstGeom prst="parallelogram">
              <a:avLst>
                <a:gd name="adj" fmla="val 81386"/>
              </a:avLst>
            </a:prstGeom>
            <a:solidFill>
              <a:srgbClr val="33CCCC"/>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1597" name="Rectangle 127"/>
            <p:cNvSpPr/>
            <p:nvPr/>
          </p:nvSpPr>
          <p:spPr>
            <a:xfrm>
              <a:off x="4256" y="785"/>
              <a:ext cx="69" cy="236"/>
            </a:xfrm>
            <a:prstGeom prst="rect">
              <a:avLst/>
            </a:prstGeom>
            <a:solidFill>
              <a:srgbClr val="33CCCC"/>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1598" name="Rectangle 128"/>
            <p:cNvSpPr/>
            <p:nvPr/>
          </p:nvSpPr>
          <p:spPr>
            <a:xfrm>
              <a:off x="4181" y="852"/>
              <a:ext cx="95" cy="236"/>
            </a:xfrm>
            <a:prstGeom prst="rect">
              <a:avLst/>
            </a:prstGeom>
            <a:solidFill>
              <a:srgbClr val="33CCCC"/>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1599" name="AutoShape 129"/>
            <p:cNvSpPr/>
            <p:nvPr/>
          </p:nvSpPr>
          <p:spPr>
            <a:xfrm>
              <a:off x="4180" y="783"/>
              <a:ext cx="150" cy="71"/>
            </a:xfrm>
            <a:prstGeom prst="parallelogram">
              <a:avLst>
                <a:gd name="adj" fmla="val 81386"/>
              </a:avLst>
            </a:prstGeom>
            <a:solidFill>
              <a:srgbClr val="33CCCC"/>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1600" name="Line 130"/>
            <p:cNvSpPr/>
            <p:nvPr/>
          </p:nvSpPr>
          <p:spPr>
            <a:xfrm>
              <a:off x="4330" y="788"/>
              <a:ext cx="0" cy="231"/>
            </a:xfrm>
            <a:prstGeom prst="line">
              <a:avLst/>
            </a:prstGeom>
            <a:ln w="9525" cap="flat" cmpd="sng">
              <a:solidFill>
                <a:srgbClr val="000000"/>
              </a:solidFill>
              <a:prstDash val="solid"/>
              <a:round/>
              <a:headEnd type="none" w="med" len="med"/>
              <a:tailEnd type="none" w="med" len="med"/>
            </a:ln>
          </p:spPr>
        </p:sp>
        <p:sp>
          <p:nvSpPr>
            <p:cNvPr id="191601" name="Line 131"/>
            <p:cNvSpPr/>
            <p:nvPr/>
          </p:nvSpPr>
          <p:spPr>
            <a:xfrm flipH="1">
              <a:off x="4276" y="1019"/>
              <a:ext cx="54" cy="69"/>
            </a:xfrm>
            <a:prstGeom prst="line">
              <a:avLst/>
            </a:prstGeom>
            <a:ln w="9525" cap="flat" cmpd="sng">
              <a:solidFill>
                <a:srgbClr val="000000"/>
              </a:solidFill>
              <a:prstDash val="solid"/>
              <a:round/>
              <a:headEnd type="none" w="med" len="med"/>
              <a:tailEnd type="none" w="med" len="med"/>
            </a:ln>
          </p:spPr>
        </p:sp>
        <p:sp>
          <p:nvSpPr>
            <p:cNvPr id="191602" name="Rectangle 132"/>
            <p:cNvSpPr/>
            <p:nvPr/>
          </p:nvSpPr>
          <p:spPr>
            <a:xfrm>
              <a:off x="4193" y="883"/>
              <a:ext cx="63" cy="136"/>
            </a:xfrm>
            <a:prstGeom prst="rect">
              <a:avLst/>
            </a:prstGeom>
            <a:solidFill>
              <a:srgbClr val="333399"/>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1603" name="Rectangle 133"/>
            <p:cNvSpPr/>
            <p:nvPr/>
          </p:nvSpPr>
          <p:spPr>
            <a:xfrm>
              <a:off x="4202" y="924"/>
              <a:ext cx="48" cy="48"/>
            </a:xfrm>
            <a:prstGeom prst="rect">
              <a:avLst/>
            </a:prstGeom>
            <a:solidFill>
              <a:srgbClr val="FFFFFF"/>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sp>
        <p:nvSpPr>
          <p:cNvPr id="191604" name="Line 134"/>
          <p:cNvSpPr/>
          <p:nvPr/>
        </p:nvSpPr>
        <p:spPr>
          <a:xfrm flipV="1">
            <a:off x="4479925" y="3074988"/>
            <a:ext cx="1174750" cy="1651000"/>
          </a:xfrm>
          <a:prstGeom prst="line">
            <a:avLst/>
          </a:prstGeom>
          <a:ln w="9525" cap="flat" cmpd="sng">
            <a:solidFill>
              <a:srgbClr val="000000"/>
            </a:solidFill>
            <a:prstDash val="solid"/>
            <a:round/>
            <a:headEnd type="none" w="med" len="med"/>
            <a:tailEnd type="none" w="med" len="med"/>
          </a:ln>
        </p:spPr>
      </p:sp>
      <p:sp>
        <p:nvSpPr>
          <p:cNvPr id="191605" name="Text Box 135"/>
          <p:cNvSpPr txBox="1"/>
          <p:nvPr/>
        </p:nvSpPr>
        <p:spPr>
          <a:xfrm>
            <a:off x="5357813" y="5018088"/>
            <a:ext cx="1809750" cy="581025"/>
          </a:xfrm>
          <a:prstGeom prst="rect">
            <a:avLst/>
          </a:prstGeom>
          <a:noFill/>
          <a:ln w="9525">
            <a:noFill/>
          </a:ln>
        </p:spPr>
        <p:txBody>
          <a:bodyPr wrap="none" anchor="t" anchorCtr="0">
            <a:spAutoFit/>
          </a:bodyPr>
          <a:p>
            <a:pPr>
              <a:buClrTx/>
              <a:buFontTx/>
            </a:pPr>
            <a:r>
              <a:rPr lang="en-US" altLang="zh-CN" sz="1600" i="0" dirty="0">
                <a:solidFill>
                  <a:srgbClr val="000000"/>
                </a:solidFill>
                <a:latin typeface="Arial" panose="020B0604020202020204" pitchFamily="34" charset="0"/>
                <a:ea typeface="宋体" panose="02010600030101010101" pitchFamily="2" charset="-122"/>
              </a:rPr>
              <a:t>Google’s network </a:t>
            </a:r>
            <a:endParaRPr lang="en-US" altLang="zh-CN" sz="1600" i="0" dirty="0">
              <a:solidFill>
                <a:srgbClr val="000000"/>
              </a:solidFill>
              <a:latin typeface="Arial" panose="020B0604020202020204" pitchFamily="34" charset="0"/>
              <a:ea typeface="宋体" panose="02010600030101010101" pitchFamily="2" charset="-122"/>
            </a:endParaRPr>
          </a:p>
          <a:p>
            <a:pPr>
              <a:buClrTx/>
              <a:buFontTx/>
            </a:pPr>
            <a:r>
              <a:rPr lang="en-US" altLang="zh-CN" sz="1600" i="0" dirty="0">
                <a:solidFill>
                  <a:srgbClr val="000000"/>
                </a:solidFill>
                <a:latin typeface="Arial" panose="020B0604020202020204" pitchFamily="34" charset="0"/>
                <a:ea typeface="宋体" panose="02010600030101010101" pitchFamily="2" charset="-122"/>
              </a:rPr>
              <a:t>64.233.160.0/19 </a:t>
            </a:r>
            <a:endParaRPr lang="en-US" altLang="zh-CN" sz="1600" i="0" dirty="0">
              <a:solidFill>
                <a:srgbClr val="000000"/>
              </a:solidFill>
              <a:latin typeface="Arial" panose="020B0604020202020204" pitchFamily="34" charset="0"/>
              <a:ea typeface="宋体" panose="02010600030101010101" pitchFamily="2" charset="-122"/>
            </a:endParaRPr>
          </a:p>
        </p:txBody>
      </p:sp>
      <p:sp>
        <p:nvSpPr>
          <p:cNvPr id="191606" name="Line 136"/>
          <p:cNvSpPr/>
          <p:nvPr/>
        </p:nvSpPr>
        <p:spPr>
          <a:xfrm flipV="1">
            <a:off x="3059113" y="4894263"/>
            <a:ext cx="942975" cy="1587"/>
          </a:xfrm>
          <a:prstGeom prst="line">
            <a:avLst/>
          </a:prstGeom>
          <a:ln w="9525" cap="flat" cmpd="sng">
            <a:solidFill>
              <a:srgbClr val="000000"/>
            </a:solidFill>
            <a:prstDash val="solid"/>
            <a:round/>
            <a:headEnd type="none" w="med" len="med"/>
            <a:tailEnd type="none" w="med" len="med"/>
          </a:ln>
        </p:spPr>
      </p:sp>
      <p:sp>
        <p:nvSpPr>
          <p:cNvPr id="191607" name="Text Box 137"/>
          <p:cNvSpPr txBox="1"/>
          <p:nvPr/>
        </p:nvSpPr>
        <p:spPr>
          <a:xfrm>
            <a:off x="1971675" y="5286375"/>
            <a:ext cx="1595438" cy="336550"/>
          </a:xfrm>
          <a:prstGeom prst="rect">
            <a:avLst/>
          </a:prstGeom>
          <a:noFill/>
          <a:ln w="9525">
            <a:noFill/>
          </a:ln>
        </p:spPr>
        <p:txBody>
          <a:bodyPr wrap="none" anchor="t" anchorCtr="0">
            <a:spAutoFit/>
          </a:bodyPr>
          <a:p>
            <a:pPr>
              <a:buClrTx/>
              <a:buFontTx/>
            </a:pPr>
            <a:r>
              <a:rPr lang="en-US" altLang="zh-CN" sz="1600" i="0" dirty="0">
                <a:solidFill>
                  <a:srgbClr val="000000"/>
                </a:solidFill>
                <a:latin typeface="Arial" panose="020B0604020202020204" pitchFamily="34" charset="0"/>
                <a:ea typeface="宋体" panose="02010600030101010101" pitchFamily="2" charset="-122"/>
              </a:rPr>
              <a:t>64.233.169.105</a:t>
            </a:r>
            <a:endParaRPr lang="en-US" altLang="zh-CN" sz="1600" i="0" dirty="0">
              <a:solidFill>
                <a:srgbClr val="000000"/>
              </a:solidFill>
              <a:latin typeface="Arial" panose="020B0604020202020204" pitchFamily="34" charset="0"/>
              <a:ea typeface="宋体" panose="02010600030101010101" pitchFamily="2" charset="-122"/>
            </a:endParaRPr>
          </a:p>
        </p:txBody>
      </p:sp>
      <p:sp>
        <p:nvSpPr>
          <p:cNvPr id="191608" name="Text Box 138"/>
          <p:cNvSpPr txBox="1"/>
          <p:nvPr/>
        </p:nvSpPr>
        <p:spPr>
          <a:xfrm>
            <a:off x="1939925" y="4992688"/>
            <a:ext cx="1177925" cy="336550"/>
          </a:xfrm>
          <a:prstGeom prst="rect">
            <a:avLst/>
          </a:prstGeom>
          <a:noFill/>
          <a:ln w="9525">
            <a:noFill/>
          </a:ln>
        </p:spPr>
        <p:txBody>
          <a:bodyPr wrap="none" anchor="t" anchorCtr="0">
            <a:spAutoFit/>
          </a:bodyPr>
          <a:p>
            <a:pPr>
              <a:buClrTx/>
              <a:buFontTx/>
            </a:pPr>
            <a:r>
              <a:rPr lang="en-US" altLang="zh-CN" sz="1600" i="0" dirty="0">
                <a:solidFill>
                  <a:srgbClr val="000000"/>
                </a:solidFill>
                <a:latin typeface="Arial" panose="020B0604020202020204" pitchFamily="34" charset="0"/>
                <a:ea typeface="宋体" panose="02010600030101010101" pitchFamily="2" charset="-122"/>
              </a:rPr>
              <a:t>web server</a:t>
            </a:r>
            <a:endParaRPr lang="en-US" altLang="zh-CN" sz="1600" i="0" dirty="0">
              <a:solidFill>
                <a:srgbClr val="000000"/>
              </a:solidFill>
              <a:latin typeface="Arial" panose="020B0604020202020204" pitchFamily="34" charset="0"/>
              <a:ea typeface="宋体" panose="02010600030101010101" pitchFamily="2" charset="-122"/>
            </a:endParaRPr>
          </a:p>
        </p:txBody>
      </p:sp>
      <p:sp>
        <p:nvSpPr>
          <p:cNvPr id="191609" name="Text Box 139"/>
          <p:cNvSpPr txBox="1"/>
          <p:nvPr/>
        </p:nvSpPr>
        <p:spPr>
          <a:xfrm>
            <a:off x="7577138" y="1384300"/>
            <a:ext cx="1233487" cy="581025"/>
          </a:xfrm>
          <a:prstGeom prst="rect">
            <a:avLst/>
          </a:prstGeom>
          <a:noFill/>
          <a:ln w="9525">
            <a:noFill/>
          </a:ln>
        </p:spPr>
        <p:txBody>
          <a:bodyPr wrap="none" anchor="t" anchorCtr="0">
            <a:spAutoFit/>
          </a:bodyPr>
          <a:p>
            <a:pPr>
              <a:buClrTx/>
              <a:buFontTx/>
            </a:pPr>
            <a:r>
              <a:rPr lang="en-US" altLang="zh-CN" sz="1600" i="0" dirty="0">
                <a:solidFill>
                  <a:srgbClr val="000000"/>
                </a:solidFill>
                <a:latin typeface="Arial" panose="020B0604020202020204" pitchFamily="34" charset="0"/>
                <a:ea typeface="宋体" panose="02010600030101010101" pitchFamily="2" charset="-122"/>
              </a:rPr>
              <a:t>DNS server</a:t>
            </a:r>
            <a:endParaRPr lang="en-US" altLang="zh-CN" sz="1600" i="0" dirty="0">
              <a:solidFill>
                <a:srgbClr val="000000"/>
              </a:solidFill>
              <a:latin typeface="Arial" panose="020B0604020202020204" pitchFamily="34" charset="0"/>
              <a:ea typeface="宋体" panose="02010600030101010101" pitchFamily="2" charset="-122"/>
            </a:endParaRPr>
          </a:p>
          <a:p>
            <a:pPr>
              <a:buClrTx/>
              <a:buFontTx/>
            </a:pPr>
            <a:endParaRPr lang="en-US" altLang="zh-CN" sz="1600" i="0" dirty="0">
              <a:solidFill>
                <a:srgbClr val="000000"/>
              </a:solidFill>
              <a:latin typeface="Arial" panose="020B0604020202020204" pitchFamily="34" charset="0"/>
              <a:ea typeface="宋体" panose="02010600030101010101" pitchFamily="2" charset="-122"/>
            </a:endParaRPr>
          </a:p>
        </p:txBody>
      </p:sp>
      <p:grpSp>
        <p:nvGrpSpPr>
          <p:cNvPr id="191610" name="Group 95"/>
          <p:cNvGrpSpPr/>
          <p:nvPr/>
        </p:nvGrpSpPr>
        <p:grpSpPr>
          <a:xfrm>
            <a:off x="5797550" y="4365625"/>
            <a:ext cx="757238" cy="379413"/>
            <a:chOff x="2466" y="2026"/>
            <a:chExt cx="477" cy="282"/>
          </a:xfrm>
        </p:grpSpPr>
        <p:sp>
          <p:nvSpPr>
            <p:cNvPr id="191611" name="Oval 96"/>
            <p:cNvSpPr/>
            <p:nvPr/>
          </p:nvSpPr>
          <p:spPr>
            <a:xfrm>
              <a:off x="2466" y="2168"/>
              <a:ext cx="476" cy="14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1612" name="Line 97"/>
            <p:cNvSpPr/>
            <p:nvPr/>
          </p:nvSpPr>
          <p:spPr>
            <a:xfrm>
              <a:off x="2470" y="2125"/>
              <a:ext cx="1" cy="85"/>
            </a:xfrm>
            <a:prstGeom prst="line">
              <a:avLst/>
            </a:prstGeom>
            <a:ln w="12700" cap="flat" cmpd="sng">
              <a:solidFill>
                <a:srgbClr val="000000"/>
              </a:solidFill>
              <a:prstDash val="solid"/>
              <a:round/>
              <a:headEnd type="none" w="med" len="med"/>
              <a:tailEnd type="none" w="med" len="med"/>
            </a:ln>
          </p:spPr>
        </p:sp>
        <p:sp>
          <p:nvSpPr>
            <p:cNvPr id="191613" name="Rectangle 98"/>
            <p:cNvSpPr/>
            <p:nvPr/>
          </p:nvSpPr>
          <p:spPr>
            <a:xfrm>
              <a:off x="2470" y="2125"/>
              <a:ext cx="472" cy="111"/>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91614" name="Oval 99"/>
            <p:cNvSpPr/>
            <p:nvPr/>
          </p:nvSpPr>
          <p:spPr>
            <a:xfrm>
              <a:off x="2466" y="2026"/>
              <a:ext cx="476" cy="16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1615" name="Group 100"/>
            <p:cNvGrpSpPr/>
            <p:nvPr/>
          </p:nvGrpSpPr>
          <p:grpSpPr>
            <a:xfrm>
              <a:off x="2581" y="2061"/>
              <a:ext cx="236" cy="94"/>
              <a:chOff x="2848" y="848"/>
              <a:chExt cx="140" cy="98"/>
            </a:xfrm>
          </p:grpSpPr>
          <p:sp>
            <p:nvSpPr>
              <p:cNvPr id="191616" name="Line 101"/>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1617" name="Line 102"/>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1618" name="Line 103"/>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91619" name="Group 104"/>
            <p:cNvGrpSpPr/>
            <p:nvPr/>
          </p:nvGrpSpPr>
          <p:grpSpPr>
            <a:xfrm flipV="1">
              <a:off x="2581" y="2060"/>
              <a:ext cx="236" cy="94"/>
              <a:chOff x="2848" y="848"/>
              <a:chExt cx="140" cy="98"/>
            </a:xfrm>
          </p:grpSpPr>
          <p:sp>
            <p:nvSpPr>
              <p:cNvPr id="191620" name="Line 105"/>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1621" name="Line 106"/>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1622" name="Line 107"/>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sp>
          <p:nvSpPr>
            <p:cNvPr id="191623" name="Line 108"/>
            <p:cNvSpPr/>
            <p:nvPr/>
          </p:nvSpPr>
          <p:spPr>
            <a:xfrm flipH="1">
              <a:off x="2942" y="2109"/>
              <a:ext cx="1" cy="127"/>
            </a:xfrm>
            <a:prstGeom prst="line">
              <a:avLst/>
            </a:prstGeom>
            <a:ln w="12700" cap="flat" cmpd="sng">
              <a:solidFill>
                <a:srgbClr val="000000"/>
              </a:solidFill>
              <a:prstDash val="solid"/>
              <a:round/>
              <a:headEnd type="none" w="med" len="med"/>
              <a:tailEnd type="none" w="med" len="med"/>
            </a:ln>
          </p:spPr>
        </p:sp>
        <p:sp>
          <p:nvSpPr>
            <p:cNvPr id="191624" name="Line 109"/>
            <p:cNvSpPr/>
            <p:nvPr/>
          </p:nvSpPr>
          <p:spPr>
            <a:xfrm flipH="1">
              <a:off x="2466" y="2117"/>
              <a:ext cx="1" cy="127"/>
            </a:xfrm>
            <a:prstGeom prst="line">
              <a:avLst/>
            </a:prstGeom>
            <a:ln w="12700" cap="flat" cmpd="sng">
              <a:solidFill>
                <a:srgbClr val="000000"/>
              </a:solidFill>
              <a:prstDash val="solid"/>
              <a:round/>
              <a:headEnd type="none" w="med" len="med"/>
              <a:tailEnd type="none" w="med" len="med"/>
            </a:ln>
          </p:spPr>
        </p:sp>
      </p:grpSp>
      <p:graphicFrame>
        <p:nvGraphicFramePr>
          <p:cNvPr id="191625" name="Object 142"/>
          <p:cNvGraphicFramePr>
            <a:graphicFrameLocks noChangeAspect="1"/>
          </p:cNvGraphicFramePr>
          <p:nvPr/>
        </p:nvGraphicFramePr>
        <p:xfrm>
          <a:off x="1628775" y="2141538"/>
          <a:ext cx="652463" cy="658812"/>
        </p:xfrm>
        <a:graphic>
          <a:graphicData uri="http://schemas.openxmlformats.org/presentationml/2006/ole">
            <mc:AlternateContent xmlns:mc="http://schemas.openxmlformats.org/markup-compatibility/2006">
              <mc:Choice xmlns:v="urn:schemas-microsoft-com:vml" Requires="v">
                <p:oleObj spid="_x0000_s3211" name="" r:id="rId1" imgW="1268095" imgH="1199515" progId="MS_ClipArt_Gallery.2">
                  <p:embed/>
                </p:oleObj>
              </mc:Choice>
              <mc:Fallback>
                <p:oleObj name="" r:id="rId1" imgW="1268095" imgH="1199515" progId="MS_ClipArt_Gallery.2">
                  <p:embed/>
                  <p:pic>
                    <p:nvPicPr>
                      <p:cNvPr id="0" name="图片 3210"/>
                      <p:cNvPicPr/>
                      <p:nvPr/>
                    </p:nvPicPr>
                    <p:blipFill>
                      <a:blip r:embed="rId2"/>
                      <a:stretch>
                        <a:fillRect/>
                      </a:stretch>
                    </p:blipFill>
                    <p:spPr>
                      <a:xfrm>
                        <a:off x="1628775" y="2141538"/>
                        <a:ext cx="652463" cy="658812"/>
                      </a:xfrm>
                      <a:prstGeom prst="rect">
                        <a:avLst/>
                      </a:prstGeom>
                      <a:noFill/>
                      <a:ln w="38100">
                        <a:noFill/>
                        <a:miter/>
                      </a:ln>
                    </p:spPr>
                  </p:pic>
                </p:oleObj>
              </mc:Fallback>
            </mc:AlternateContent>
          </a:graphicData>
        </a:graphic>
      </p:graphicFrame>
      <p:grpSp>
        <p:nvGrpSpPr>
          <p:cNvPr id="191626" name="Group 166"/>
          <p:cNvGrpSpPr/>
          <p:nvPr/>
        </p:nvGrpSpPr>
        <p:grpSpPr>
          <a:xfrm>
            <a:off x="5181600" y="3048000"/>
            <a:ext cx="400050" cy="152400"/>
            <a:chOff x="3228" y="1776"/>
            <a:chExt cx="252" cy="96"/>
          </a:xfrm>
        </p:grpSpPr>
        <p:sp>
          <p:nvSpPr>
            <p:cNvPr id="191627" name="Line 164"/>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1628" name="Line 165"/>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1629" name="Group 167"/>
          <p:cNvGrpSpPr/>
          <p:nvPr/>
        </p:nvGrpSpPr>
        <p:grpSpPr>
          <a:xfrm flipH="1">
            <a:off x="5810250" y="3062288"/>
            <a:ext cx="400050" cy="152400"/>
            <a:chOff x="3228" y="1776"/>
            <a:chExt cx="252" cy="96"/>
          </a:xfrm>
        </p:grpSpPr>
        <p:sp>
          <p:nvSpPr>
            <p:cNvPr id="191630" name="Line 168"/>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1631" name="Line 169"/>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1632" name="Group 170"/>
          <p:cNvGrpSpPr/>
          <p:nvPr/>
        </p:nvGrpSpPr>
        <p:grpSpPr>
          <a:xfrm flipH="1" flipV="1">
            <a:off x="5962650" y="2538413"/>
            <a:ext cx="400050" cy="152400"/>
            <a:chOff x="3228" y="1776"/>
            <a:chExt cx="252" cy="96"/>
          </a:xfrm>
        </p:grpSpPr>
        <p:sp>
          <p:nvSpPr>
            <p:cNvPr id="191633" name="Line 171"/>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1634" name="Line 172"/>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1635" name="Group 173"/>
          <p:cNvGrpSpPr/>
          <p:nvPr/>
        </p:nvGrpSpPr>
        <p:grpSpPr>
          <a:xfrm flipH="1" flipV="1">
            <a:off x="8062913" y="3228975"/>
            <a:ext cx="400050" cy="152400"/>
            <a:chOff x="3228" y="1776"/>
            <a:chExt cx="252" cy="96"/>
          </a:xfrm>
        </p:grpSpPr>
        <p:sp>
          <p:nvSpPr>
            <p:cNvPr id="191636" name="Line 174"/>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1637" name="Line 175"/>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1638" name="Group 176"/>
          <p:cNvGrpSpPr/>
          <p:nvPr/>
        </p:nvGrpSpPr>
        <p:grpSpPr>
          <a:xfrm flipV="1">
            <a:off x="7239000" y="3248025"/>
            <a:ext cx="295275" cy="114300"/>
            <a:chOff x="3228" y="1776"/>
            <a:chExt cx="252" cy="96"/>
          </a:xfrm>
        </p:grpSpPr>
        <p:sp>
          <p:nvSpPr>
            <p:cNvPr id="191639" name="Line 177"/>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1640" name="Line 178"/>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1641" name="Group 179"/>
          <p:cNvGrpSpPr/>
          <p:nvPr/>
        </p:nvGrpSpPr>
        <p:grpSpPr>
          <a:xfrm rot="409689" flipH="1" flipV="1">
            <a:off x="7510463" y="2590800"/>
            <a:ext cx="452437" cy="57150"/>
            <a:chOff x="3228" y="1776"/>
            <a:chExt cx="252" cy="96"/>
          </a:xfrm>
        </p:grpSpPr>
        <p:sp>
          <p:nvSpPr>
            <p:cNvPr id="191642" name="Line 180"/>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1643" name="Line 181"/>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1644" name="Group 182"/>
          <p:cNvGrpSpPr/>
          <p:nvPr/>
        </p:nvGrpSpPr>
        <p:grpSpPr>
          <a:xfrm>
            <a:off x="6653213" y="2795588"/>
            <a:ext cx="295275" cy="114300"/>
            <a:chOff x="3228" y="1776"/>
            <a:chExt cx="252" cy="96"/>
          </a:xfrm>
        </p:grpSpPr>
        <p:sp>
          <p:nvSpPr>
            <p:cNvPr id="191645" name="Line 183"/>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1646" name="Line 184"/>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1647" name="Group 185"/>
          <p:cNvGrpSpPr/>
          <p:nvPr/>
        </p:nvGrpSpPr>
        <p:grpSpPr>
          <a:xfrm flipH="1">
            <a:off x="7291388" y="2795588"/>
            <a:ext cx="295275" cy="114300"/>
            <a:chOff x="3228" y="1776"/>
            <a:chExt cx="252" cy="96"/>
          </a:xfrm>
        </p:grpSpPr>
        <p:sp>
          <p:nvSpPr>
            <p:cNvPr id="191648" name="Line 186"/>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1649" name="Line 187"/>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1650" name="Group 188"/>
          <p:cNvGrpSpPr/>
          <p:nvPr/>
        </p:nvGrpSpPr>
        <p:grpSpPr>
          <a:xfrm>
            <a:off x="5705475" y="4743450"/>
            <a:ext cx="295275" cy="114300"/>
            <a:chOff x="3228" y="1776"/>
            <a:chExt cx="252" cy="96"/>
          </a:xfrm>
        </p:grpSpPr>
        <p:sp>
          <p:nvSpPr>
            <p:cNvPr id="191651" name="Line 189"/>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1652" name="Line 190"/>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1653" name="Group 191"/>
          <p:cNvGrpSpPr/>
          <p:nvPr/>
        </p:nvGrpSpPr>
        <p:grpSpPr>
          <a:xfrm flipH="1">
            <a:off x="6343650" y="4743450"/>
            <a:ext cx="295275" cy="114300"/>
            <a:chOff x="3228" y="1776"/>
            <a:chExt cx="252" cy="96"/>
          </a:xfrm>
        </p:grpSpPr>
        <p:sp>
          <p:nvSpPr>
            <p:cNvPr id="191654" name="Line 192"/>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1655" name="Line 193"/>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1656" name="Group 194"/>
          <p:cNvGrpSpPr/>
          <p:nvPr/>
        </p:nvGrpSpPr>
        <p:grpSpPr>
          <a:xfrm>
            <a:off x="3938588" y="5100638"/>
            <a:ext cx="295275" cy="114300"/>
            <a:chOff x="3228" y="1776"/>
            <a:chExt cx="252" cy="96"/>
          </a:xfrm>
        </p:grpSpPr>
        <p:sp>
          <p:nvSpPr>
            <p:cNvPr id="191657" name="Line 195"/>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1658" name="Line 196"/>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1659" name="Group 197"/>
          <p:cNvGrpSpPr/>
          <p:nvPr/>
        </p:nvGrpSpPr>
        <p:grpSpPr>
          <a:xfrm flipH="1">
            <a:off x="4576763" y="5100638"/>
            <a:ext cx="295275" cy="114300"/>
            <a:chOff x="3228" y="1776"/>
            <a:chExt cx="252" cy="96"/>
          </a:xfrm>
        </p:grpSpPr>
        <p:sp>
          <p:nvSpPr>
            <p:cNvPr id="191660" name="Line 198"/>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1661" name="Line 199"/>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1662" name="Group 200"/>
          <p:cNvGrpSpPr/>
          <p:nvPr/>
        </p:nvGrpSpPr>
        <p:grpSpPr>
          <a:xfrm flipH="1" flipV="1">
            <a:off x="4781550" y="4805363"/>
            <a:ext cx="295275" cy="114300"/>
            <a:chOff x="3228" y="1776"/>
            <a:chExt cx="252" cy="96"/>
          </a:xfrm>
        </p:grpSpPr>
        <p:sp>
          <p:nvSpPr>
            <p:cNvPr id="191663" name="Line 201"/>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1664" name="Line 202"/>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sp>
        <p:nvSpPr>
          <p:cNvPr id="191665" name="Text Box 34"/>
          <p:cNvSpPr txBox="1"/>
          <p:nvPr/>
        </p:nvSpPr>
        <p:spPr>
          <a:xfrm>
            <a:off x="962025" y="3128963"/>
            <a:ext cx="1595438" cy="581025"/>
          </a:xfrm>
          <a:prstGeom prst="rect">
            <a:avLst/>
          </a:prstGeom>
          <a:noFill/>
          <a:ln w="9525">
            <a:noFill/>
          </a:ln>
        </p:spPr>
        <p:txBody>
          <a:bodyPr wrap="none" anchor="t" anchorCtr="0">
            <a:spAutoFit/>
          </a:bodyPr>
          <a:p>
            <a:pPr>
              <a:buClrTx/>
              <a:buFontTx/>
            </a:pPr>
            <a:r>
              <a:rPr lang="en-US" altLang="zh-CN" sz="1600" i="0" dirty="0">
                <a:solidFill>
                  <a:srgbClr val="000000"/>
                </a:solidFill>
                <a:latin typeface="Arial" panose="020B0604020202020204" pitchFamily="34" charset="0"/>
                <a:ea typeface="宋体" panose="02010600030101010101" pitchFamily="2" charset="-122"/>
              </a:rPr>
              <a:t>school network </a:t>
            </a:r>
            <a:endParaRPr lang="en-US" altLang="zh-CN" sz="1600" i="0" dirty="0">
              <a:solidFill>
                <a:srgbClr val="000000"/>
              </a:solidFill>
              <a:latin typeface="Arial" panose="020B0604020202020204" pitchFamily="34" charset="0"/>
              <a:ea typeface="宋体" panose="02010600030101010101" pitchFamily="2" charset="-122"/>
            </a:endParaRPr>
          </a:p>
          <a:p>
            <a:pPr>
              <a:buClrTx/>
              <a:buFontTx/>
            </a:pPr>
            <a:r>
              <a:rPr lang="en-US" altLang="zh-CN" sz="1600" i="0" dirty="0">
                <a:solidFill>
                  <a:srgbClr val="000000"/>
                </a:solidFill>
                <a:latin typeface="Arial" panose="020B0604020202020204" pitchFamily="34" charset="0"/>
                <a:ea typeface="宋体" panose="02010600030101010101" pitchFamily="2" charset="-122"/>
              </a:rPr>
              <a:t>68.80.2.0/24</a:t>
            </a:r>
            <a:endParaRPr lang="en-US" altLang="zh-CN" sz="1600" i="0" dirty="0">
              <a:solidFill>
                <a:srgbClr val="000000"/>
              </a:solidFill>
              <a:latin typeface="Arial" panose="020B0604020202020204" pitchFamily="34" charset="0"/>
              <a:ea typeface="宋体" panose="02010600030101010101" pitchFamily="2" charset="-122"/>
            </a:endParaRPr>
          </a:p>
        </p:txBody>
      </p:sp>
      <p:sp>
        <p:nvSpPr>
          <p:cNvPr id="699788" name="AutoShape 396"/>
          <p:cNvSpPr/>
          <p:nvPr/>
        </p:nvSpPr>
        <p:spPr>
          <a:xfrm>
            <a:off x="668338" y="2266950"/>
            <a:ext cx="976312" cy="485775"/>
          </a:xfrm>
          <a:custGeom>
            <a:avLst/>
            <a:gdLst/>
            <a:ahLst/>
            <a:cxnLst>
              <a:cxn ang="17694720">
                <a:pos x="2147483646" y="0"/>
              </a:cxn>
              <a:cxn ang="11796480">
                <a:pos x="0" y="2147483646"/>
              </a:cxn>
              <a:cxn ang="5898240">
                <a:pos x="2147483646" y="2147483646"/>
              </a:cxn>
              <a:cxn ang="0">
                <a:pos x="2147483646" y="2147483646"/>
              </a:cxn>
            </a:cxnLst>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0000"/>
          </a:solidFill>
          <a:ln w="9525">
            <a:noFill/>
          </a:ln>
        </p:spPr>
        <p:txBody>
          <a:bodyPr/>
          <a:p>
            <a:endParaRPr lang="zh-CN" altLang="en-US"/>
          </a:p>
        </p:txBody>
      </p:sp>
      <p:pic>
        <p:nvPicPr>
          <p:cNvPr id="699793" name="Picture 401"/>
          <p:cNvPicPr>
            <a:picLocks noChangeAspect="1"/>
          </p:cNvPicPr>
          <p:nvPr/>
        </p:nvPicPr>
        <p:blipFill>
          <a:blip r:embed="rId3"/>
          <a:stretch>
            <a:fillRect/>
          </a:stretch>
        </p:blipFill>
        <p:spPr>
          <a:xfrm>
            <a:off x="1382713" y="4208463"/>
            <a:ext cx="1243012" cy="768350"/>
          </a:xfrm>
          <a:prstGeom prst="rect">
            <a:avLst/>
          </a:prstGeom>
          <a:noFill/>
          <a:ln w="28575" cap="flat" cmpd="sng">
            <a:solidFill>
              <a:srgbClr val="FF0000"/>
            </a:solidFill>
            <a:prstDash val="solid"/>
            <a:miter/>
            <a:headEnd type="none" w="med" len="med"/>
            <a:tailEnd type="none" w="med" len="med"/>
          </a:ln>
        </p:spPr>
      </p:pic>
      <p:grpSp>
        <p:nvGrpSpPr>
          <p:cNvPr id="699797" name="Group 405"/>
          <p:cNvGrpSpPr/>
          <p:nvPr/>
        </p:nvGrpSpPr>
        <p:grpSpPr>
          <a:xfrm>
            <a:off x="288925" y="1162050"/>
            <a:ext cx="1416050" cy="1265238"/>
            <a:chOff x="146" y="690"/>
            <a:chExt cx="892" cy="797"/>
          </a:xfrm>
        </p:grpSpPr>
        <p:grpSp>
          <p:nvGrpSpPr>
            <p:cNvPr id="191669" name="Group 400"/>
            <p:cNvGrpSpPr/>
            <p:nvPr/>
          </p:nvGrpSpPr>
          <p:grpSpPr>
            <a:xfrm>
              <a:off x="146" y="690"/>
              <a:ext cx="892" cy="797"/>
              <a:chOff x="146" y="690"/>
              <a:chExt cx="892" cy="797"/>
            </a:xfrm>
          </p:grpSpPr>
          <p:sp>
            <p:nvSpPr>
              <p:cNvPr id="191670" name="Freeform 398"/>
              <p:cNvSpPr/>
              <p:nvPr/>
            </p:nvSpPr>
            <p:spPr>
              <a:xfrm>
                <a:off x="177" y="715"/>
                <a:ext cx="861" cy="772"/>
              </a:xfrm>
              <a:custGeom>
                <a:avLst/>
                <a:gdLst/>
                <a:ahLst/>
                <a:cxnLst>
                  <a:cxn ang="0">
                    <a:pos x="861" y="772"/>
                  </a:cxn>
                  <a:cxn ang="0">
                    <a:pos x="0" y="557"/>
                  </a:cxn>
                  <a:cxn ang="0">
                    <a:pos x="532" y="405"/>
                  </a:cxn>
                  <a:cxn ang="0">
                    <a:pos x="652" y="0"/>
                  </a:cxn>
                  <a:cxn ang="0">
                    <a:pos x="861" y="772"/>
                  </a:cxn>
                </a:cxnLst>
                <a:pathLst>
                  <a:path w="861" h="772">
                    <a:moveTo>
                      <a:pt x="861" y="772"/>
                    </a:moveTo>
                    <a:lnTo>
                      <a:pt x="0" y="557"/>
                    </a:lnTo>
                    <a:lnTo>
                      <a:pt x="532" y="405"/>
                    </a:lnTo>
                    <a:lnTo>
                      <a:pt x="652" y="0"/>
                    </a:lnTo>
                    <a:lnTo>
                      <a:pt x="861" y="772"/>
                    </a:lnTo>
                    <a:close/>
                  </a:path>
                </a:pathLst>
              </a:custGeom>
              <a:gradFill rotWithShape="1">
                <a:gsLst>
                  <a:gs pos="0">
                    <a:schemeClr val="bg1"/>
                  </a:gs>
                  <a:gs pos="100000">
                    <a:srgbClr val="FF0000"/>
                  </a:gs>
                </a:gsLst>
                <a:lin ang="2700000" scaled="1"/>
                <a:tileRect/>
              </a:gradFill>
              <a:ln w="9525">
                <a:noFill/>
              </a:ln>
            </p:spPr>
            <p:txBody>
              <a:bodyPr/>
              <a:p>
                <a:endParaRPr lang="zh-CN" altLang="en-US"/>
              </a:p>
            </p:txBody>
          </p:sp>
          <p:grpSp>
            <p:nvGrpSpPr>
              <p:cNvPr id="191671" name="Group 392"/>
              <p:cNvGrpSpPr/>
              <p:nvPr/>
            </p:nvGrpSpPr>
            <p:grpSpPr>
              <a:xfrm>
                <a:off x="148" y="697"/>
                <a:ext cx="694" cy="574"/>
                <a:chOff x="2579" y="1366"/>
                <a:chExt cx="1078" cy="674"/>
              </a:xfrm>
            </p:grpSpPr>
            <p:pic>
              <p:nvPicPr>
                <p:cNvPr id="191672" name="Picture 393"/>
                <p:cNvPicPr>
                  <a:picLocks noChangeAspect="1"/>
                </p:cNvPicPr>
                <p:nvPr/>
              </p:nvPicPr>
              <p:blipFill>
                <a:blip r:embed="rId4"/>
                <a:stretch>
                  <a:fillRect/>
                </a:stretch>
              </p:blipFill>
              <p:spPr>
                <a:xfrm>
                  <a:off x="2579" y="1366"/>
                  <a:ext cx="1078" cy="674"/>
                </a:xfrm>
                <a:prstGeom prst="rect">
                  <a:avLst/>
                </a:prstGeom>
                <a:noFill/>
                <a:ln w="9525">
                  <a:noFill/>
                </a:ln>
              </p:spPr>
            </p:pic>
            <p:sp>
              <p:nvSpPr>
                <p:cNvPr id="191673" name="Rectangle 394"/>
                <p:cNvSpPr/>
                <p:nvPr/>
              </p:nvSpPr>
              <p:spPr>
                <a:xfrm>
                  <a:off x="2634" y="1428"/>
                  <a:ext cx="956" cy="570"/>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91674" name="Rectangle 399"/>
              <p:cNvSpPr/>
              <p:nvPr/>
            </p:nvSpPr>
            <p:spPr>
              <a:xfrm>
                <a:off x="146" y="690"/>
                <a:ext cx="696" cy="582"/>
              </a:xfrm>
              <a:prstGeom prst="rect">
                <a:avLst/>
              </a:prstGeom>
              <a:noFill/>
              <a:ln w="19050" cap="flat" cmpd="sng">
                <a:solidFill>
                  <a:srgbClr val="FF0000"/>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91675" name="Text Box 402"/>
            <p:cNvSpPr txBox="1"/>
            <p:nvPr/>
          </p:nvSpPr>
          <p:spPr>
            <a:xfrm>
              <a:off x="227" y="850"/>
              <a:ext cx="513" cy="192"/>
            </a:xfrm>
            <a:prstGeom prst="rect">
              <a:avLst/>
            </a:prstGeom>
            <a:noFill/>
            <a:ln w="9525">
              <a:noFill/>
            </a:ln>
          </p:spPr>
          <p:txBody>
            <a:bodyPr wrap="none" anchor="t" anchorCtr="0">
              <a:spAutoFit/>
            </a:bodyPr>
            <a:p>
              <a:pPr eaLnBrk="0" hangingPunct="0">
                <a:buClrTx/>
                <a:buFontTx/>
              </a:pPr>
              <a:r>
                <a:rPr lang="en-US" altLang="zh-CN" sz="1400" i="0" dirty="0">
                  <a:solidFill>
                    <a:srgbClr val="FF0000"/>
                  </a:solidFill>
                  <a:latin typeface="Arial" panose="020B0604020202020204" pitchFamily="34" charset="0"/>
                  <a:ea typeface="宋体" panose="02010600030101010101" pitchFamily="2" charset="-122"/>
                </a:rPr>
                <a:t>browser</a:t>
              </a:r>
              <a:endParaRPr lang="en-US" altLang="zh-CN" sz="1400" i="0" dirty="0">
                <a:solidFill>
                  <a:srgbClr val="FF0000"/>
                </a:solidFill>
                <a:latin typeface="Arial" panose="020B0604020202020204" pitchFamily="34" charset="0"/>
                <a:ea typeface="宋体" panose="02010600030101010101" pitchFamily="2" charset="-122"/>
              </a:endParaRPr>
            </a:p>
          </p:txBody>
        </p:sp>
      </p:grpSp>
      <p:sp>
        <p:nvSpPr>
          <p:cNvPr id="699796" name="Text Box 404"/>
          <p:cNvSpPr txBox="1"/>
          <p:nvPr/>
        </p:nvSpPr>
        <p:spPr>
          <a:xfrm>
            <a:off x="1563688" y="3940175"/>
            <a:ext cx="952500" cy="304800"/>
          </a:xfrm>
          <a:prstGeom prst="rect">
            <a:avLst/>
          </a:prstGeom>
          <a:noFill/>
          <a:ln w="9525">
            <a:noFill/>
          </a:ln>
        </p:spPr>
        <p:txBody>
          <a:bodyPr wrap="none" anchor="t" anchorCtr="0">
            <a:spAutoFit/>
          </a:bodyPr>
          <a:p>
            <a:pPr eaLnBrk="0" hangingPunct="0">
              <a:buClrTx/>
              <a:buFontTx/>
            </a:pPr>
            <a:r>
              <a:rPr lang="en-US" altLang="zh-CN" sz="1400" i="0" dirty="0">
                <a:solidFill>
                  <a:srgbClr val="FF0000"/>
                </a:solidFill>
                <a:latin typeface="Arial" panose="020B0604020202020204" pitchFamily="34" charset="0"/>
                <a:ea typeface="宋体" panose="02010600030101010101" pitchFamily="2" charset="-122"/>
              </a:rPr>
              <a:t>web page</a:t>
            </a:r>
            <a:endParaRPr lang="en-US" altLang="zh-CN" sz="1400" i="0"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99788"/>
                                        </p:tgtEl>
                                        <p:attrNameLst>
                                          <p:attrName>style.visibility</p:attrName>
                                        </p:attrNameLst>
                                      </p:cBhvr>
                                      <p:to>
                                        <p:strVal val="visible"/>
                                      </p:to>
                                    </p:set>
                                    <p:animEffect transition="in" filter="wipe(left)">
                                      <p:cBhvr>
                                        <p:cTn id="7" dur="500"/>
                                        <p:tgtEl>
                                          <p:spTgt spid="69978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699797"/>
                                        </p:tgtEl>
                                        <p:attrNameLst>
                                          <p:attrName>style.visibility</p:attrName>
                                        </p:attrNameLst>
                                      </p:cBhvr>
                                      <p:to>
                                        <p:strVal val="visible"/>
                                      </p:to>
                                    </p:set>
                                    <p:animEffect transition="in" filter="wipe(right)">
                                      <p:cBhvr>
                                        <p:cTn id="12" dur="500"/>
                                        <p:tgtEl>
                                          <p:spTgt spid="69979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9979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997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9796"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3"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9251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92515" name="Rectangle 2"/>
          <p:cNvSpPr>
            <a:spLocks noGrp="1"/>
          </p:cNvSpPr>
          <p:nvPr>
            <p:ph type="title"/>
          </p:nvPr>
        </p:nvSpPr>
        <p:spPr>
          <a:xfrm>
            <a:off x="323850" y="0"/>
            <a:ext cx="8034338" cy="1143000"/>
          </a:xfrm>
          <a:ln/>
        </p:spPr>
        <p:txBody>
          <a:bodyPr vert="horz" wrap="square" lIns="91440" tIns="45720" rIns="91440" bIns="45720" anchor="ctr" anchorCtr="0"/>
          <a:p>
            <a:r>
              <a:rPr lang="en-US" altLang="zh-CN" sz="2800" u="none" dirty="0">
                <a:ea typeface="宋体" panose="02010600030101010101" pitchFamily="2" charset="-122"/>
              </a:rPr>
              <a:t>A day in the life… connecting to the Internet</a:t>
            </a:r>
            <a:endParaRPr lang="en-US" altLang="zh-CN" sz="2800" u="none" dirty="0">
              <a:ea typeface="宋体" panose="02010600030101010101" pitchFamily="2" charset="-122"/>
            </a:endParaRPr>
          </a:p>
        </p:txBody>
      </p:sp>
      <p:sp>
        <p:nvSpPr>
          <p:cNvPr id="701629" name="Rectangle 189"/>
          <p:cNvSpPr>
            <a:spLocks noGrp="1"/>
          </p:cNvSpPr>
          <p:nvPr>
            <p:ph idx="1"/>
          </p:nvPr>
        </p:nvSpPr>
        <p:spPr>
          <a:xfrm>
            <a:off x="5037138" y="1128713"/>
            <a:ext cx="3732212" cy="1262062"/>
          </a:xfrm>
          <a:ln/>
        </p:spPr>
        <p:txBody>
          <a:bodyPr vert="horz" wrap="square" lIns="91440" tIns="45720" rIns="91440" bIns="45720" anchor="t" anchorCtr="0"/>
          <a:p>
            <a:r>
              <a:rPr lang="en-US" altLang="zh-CN" sz="2000" dirty="0">
                <a:ea typeface="宋体" panose="02010600030101010101" pitchFamily="2" charset="-122"/>
              </a:rPr>
              <a:t>connecting laptop needs to get its own IP address, addr of first-hop router, addr of DNS server: use </a:t>
            </a:r>
            <a:r>
              <a:rPr lang="en-US" altLang="zh-CN" sz="2000" b="1" i="1" dirty="0">
                <a:solidFill>
                  <a:srgbClr val="FF0000"/>
                </a:solidFill>
                <a:ea typeface="宋体" panose="02010600030101010101" pitchFamily="2" charset="-122"/>
              </a:rPr>
              <a:t>DHCP</a:t>
            </a:r>
            <a:endParaRPr lang="en-US" altLang="zh-CN" sz="2000" b="1" i="1" dirty="0">
              <a:solidFill>
                <a:srgbClr val="FF0000"/>
              </a:solidFill>
              <a:ea typeface="宋体" panose="02010600030101010101" pitchFamily="2" charset="-122"/>
            </a:endParaRPr>
          </a:p>
        </p:txBody>
      </p:sp>
      <p:sp>
        <p:nvSpPr>
          <p:cNvPr id="192517" name="Freeform 3"/>
          <p:cNvSpPr/>
          <p:nvPr/>
        </p:nvSpPr>
        <p:spPr>
          <a:xfrm>
            <a:off x="773113" y="1273175"/>
            <a:ext cx="3554412" cy="27543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00FFFF"/>
          </a:solidFill>
          <a:ln w="9525">
            <a:noFill/>
          </a:ln>
        </p:spPr>
        <p:txBody>
          <a:bodyPr/>
          <a:p>
            <a:endParaRPr lang="zh-CN" altLang="en-US"/>
          </a:p>
        </p:txBody>
      </p:sp>
      <p:sp>
        <p:nvSpPr>
          <p:cNvPr id="192518" name="Line 36"/>
          <p:cNvSpPr/>
          <p:nvPr/>
        </p:nvSpPr>
        <p:spPr>
          <a:xfrm flipV="1">
            <a:off x="3775075" y="2344738"/>
            <a:ext cx="155575" cy="142875"/>
          </a:xfrm>
          <a:prstGeom prst="line">
            <a:avLst/>
          </a:prstGeom>
          <a:ln w="9525" cap="flat" cmpd="sng">
            <a:solidFill>
              <a:srgbClr val="000000"/>
            </a:solidFill>
            <a:prstDash val="solid"/>
            <a:round/>
            <a:headEnd type="none" w="med" len="med"/>
            <a:tailEnd type="none" w="med" len="med"/>
          </a:ln>
        </p:spPr>
      </p:sp>
      <p:grpSp>
        <p:nvGrpSpPr>
          <p:cNvPr id="192519" name="Group 38"/>
          <p:cNvGrpSpPr/>
          <p:nvPr/>
        </p:nvGrpSpPr>
        <p:grpSpPr>
          <a:xfrm>
            <a:off x="3255963" y="2459038"/>
            <a:ext cx="742950" cy="311150"/>
            <a:chOff x="1935" y="960"/>
            <a:chExt cx="468" cy="196"/>
          </a:xfrm>
        </p:grpSpPr>
        <p:sp>
          <p:nvSpPr>
            <p:cNvPr id="192520" name="Line 39"/>
            <p:cNvSpPr/>
            <p:nvPr/>
          </p:nvSpPr>
          <p:spPr>
            <a:xfrm>
              <a:off x="2368" y="960"/>
              <a:ext cx="0" cy="0"/>
            </a:xfrm>
            <a:prstGeom prst="line">
              <a:avLst/>
            </a:prstGeom>
            <a:ln w="9525" cap="flat" cmpd="sng">
              <a:solidFill>
                <a:srgbClr val="000000"/>
              </a:solidFill>
              <a:prstDash val="solid"/>
              <a:round/>
              <a:headEnd type="none" w="med" len="med"/>
              <a:tailEnd type="none" w="med" len="med"/>
            </a:ln>
          </p:spPr>
        </p:sp>
        <p:sp>
          <p:nvSpPr>
            <p:cNvPr id="192521" name="Rectangle 40"/>
            <p:cNvSpPr/>
            <p:nvPr/>
          </p:nvSpPr>
          <p:spPr>
            <a:xfrm>
              <a:off x="1935" y="1065"/>
              <a:ext cx="465" cy="91"/>
            </a:xfrm>
            <a:prstGeom prst="rect">
              <a:avLst/>
            </a:prstGeom>
            <a:solidFill>
              <a:srgbClr val="BBE0E3"/>
            </a:solidFill>
            <a:ln w="9525"/>
            <a:scene3d>
              <a:camera prst="legacyObliqueTopRight">
                <a:rot lat="0" lon="0" rev="0"/>
              </a:camera>
              <a:lightRig rig="legacyFlat3" dir="l"/>
            </a:scene3d>
            <a:sp3d extrusionH="430200" prstMaterial="legacyMatte">
              <a:bevelT w="13500" h="13500" prst="angle"/>
              <a:bevelB w="13500" h="13500" prst="angle"/>
              <a:extrusionClr>
                <a:schemeClr val="accent1"/>
              </a:extrusionClr>
            </a:sp3d>
          </p:spPr>
          <p:txBody>
            <a:bodyPr wrap="none" anchor="ctr" anchorCtr="0">
              <a:flatTx/>
            </a:bodyPr>
            <a:p>
              <a:pPr>
                <a:buClrTx/>
                <a:buFontTx/>
              </a:pPr>
              <a:endParaRPr lang="zh-CN" altLang="zh-CN" i="0" dirty="0">
                <a:latin typeface="Arial" panose="020B0604020202020204" pitchFamily="34" charset="0"/>
                <a:ea typeface="宋体" panose="02010600030101010101" pitchFamily="2" charset="-122"/>
              </a:endParaRPr>
            </a:p>
          </p:txBody>
        </p:sp>
        <p:sp>
          <p:nvSpPr>
            <p:cNvPr id="192522" name="Freeform 41"/>
            <p:cNvSpPr/>
            <p:nvPr/>
          </p:nvSpPr>
          <p:spPr>
            <a:xfrm>
              <a:off x="2069" y="975"/>
              <a:ext cx="307" cy="63"/>
            </a:xfrm>
            <a:custGeom>
              <a:avLst/>
              <a:gdLst/>
              <a:ahLst/>
              <a:cxnLst>
                <a:cxn ang="0">
                  <a:pos x="0" y="0"/>
                </a:cxn>
                <a:cxn ang="0">
                  <a:pos x="16" y="0"/>
                </a:cxn>
                <a:cxn ang="0">
                  <a:pos x="55" y="8"/>
                </a:cxn>
                <a:cxn ang="0">
                  <a:pos x="78" y="8"/>
                </a:cxn>
              </a:cxnLst>
              <a:pathLst>
                <a:path w="432" h="105">
                  <a:moveTo>
                    <a:pt x="0" y="0"/>
                  </a:moveTo>
                  <a:lnTo>
                    <a:pt x="85" y="0"/>
                  </a:lnTo>
                  <a:lnTo>
                    <a:pt x="307" y="105"/>
                  </a:lnTo>
                  <a:lnTo>
                    <a:pt x="432" y="105"/>
                  </a:lnTo>
                </a:path>
              </a:pathLst>
            </a:custGeom>
            <a:noFill/>
            <a:ln w="28575" cap="flat" cmpd="sng">
              <a:solidFill>
                <a:srgbClr val="000000"/>
              </a:solidFill>
              <a:prstDash val="solid"/>
              <a:round/>
              <a:headEnd type="none" w="med" len="med"/>
              <a:tailEnd type="none" w="med" len="med"/>
            </a:ln>
          </p:spPr>
          <p:txBody>
            <a:bodyPr/>
            <a:p>
              <a:endParaRPr lang="zh-CN" altLang="en-US"/>
            </a:p>
          </p:txBody>
        </p:sp>
        <p:sp>
          <p:nvSpPr>
            <p:cNvPr id="192523" name="Freeform 42"/>
            <p:cNvSpPr/>
            <p:nvPr/>
          </p:nvSpPr>
          <p:spPr>
            <a:xfrm flipV="1">
              <a:off x="2051" y="981"/>
              <a:ext cx="352" cy="63"/>
            </a:xfrm>
            <a:custGeom>
              <a:avLst/>
              <a:gdLst/>
              <a:ahLst/>
              <a:cxnLst>
                <a:cxn ang="0">
                  <a:pos x="0" y="0"/>
                </a:cxn>
                <a:cxn ang="0">
                  <a:pos x="30" y="0"/>
                </a:cxn>
                <a:cxn ang="0">
                  <a:pos x="110" y="8"/>
                </a:cxn>
                <a:cxn ang="0">
                  <a:pos x="156" y="8"/>
                </a:cxn>
              </a:cxnLst>
              <a:pathLst>
                <a:path w="432" h="105">
                  <a:moveTo>
                    <a:pt x="0" y="0"/>
                  </a:moveTo>
                  <a:lnTo>
                    <a:pt x="85" y="0"/>
                  </a:lnTo>
                  <a:lnTo>
                    <a:pt x="307" y="105"/>
                  </a:lnTo>
                  <a:lnTo>
                    <a:pt x="432" y="105"/>
                  </a:lnTo>
                </a:path>
              </a:pathLst>
            </a:custGeom>
            <a:noFill/>
            <a:ln w="28575" cap="flat" cmpd="sng">
              <a:solidFill>
                <a:srgbClr val="000000"/>
              </a:solidFill>
              <a:prstDash val="solid"/>
              <a:round/>
              <a:headEnd type="none" w="med" len="med"/>
              <a:tailEnd type="none" w="med" len="med"/>
            </a:ln>
          </p:spPr>
          <p:txBody>
            <a:bodyPr/>
            <a:p>
              <a:endParaRPr lang="zh-CN" altLang="en-US"/>
            </a:p>
          </p:txBody>
        </p:sp>
      </p:grpSp>
      <p:sp>
        <p:nvSpPr>
          <p:cNvPr id="192524" name="Line 43"/>
          <p:cNvSpPr/>
          <p:nvPr/>
        </p:nvSpPr>
        <p:spPr>
          <a:xfrm flipV="1">
            <a:off x="2665413" y="2517775"/>
            <a:ext cx="695325" cy="0"/>
          </a:xfrm>
          <a:prstGeom prst="line">
            <a:avLst/>
          </a:prstGeom>
          <a:ln w="9525" cap="flat" cmpd="sng">
            <a:solidFill>
              <a:srgbClr val="000000"/>
            </a:solidFill>
            <a:prstDash val="solid"/>
            <a:round/>
            <a:headEnd type="none" w="med" len="med"/>
            <a:tailEnd type="none" w="med" len="med"/>
          </a:ln>
        </p:spPr>
      </p:sp>
      <p:sp>
        <p:nvSpPr>
          <p:cNvPr id="192525" name="Line 44"/>
          <p:cNvSpPr/>
          <p:nvPr/>
        </p:nvSpPr>
        <p:spPr>
          <a:xfrm flipV="1">
            <a:off x="3924300" y="2201863"/>
            <a:ext cx="138113" cy="142875"/>
          </a:xfrm>
          <a:prstGeom prst="line">
            <a:avLst/>
          </a:prstGeom>
          <a:ln w="9525" cap="flat" cmpd="sng">
            <a:solidFill>
              <a:srgbClr val="000000"/>
            </a:solidFill>
            <a:prstDash val="dash"/>
            <a:round/>
            <a:headEnd type="none" w="med" len="med"/>
            <a:tailEnd type="none" w="med" len="med"/>
          </a:ln>
        </p:spPr>
      </p:sp>
      <p:sp>
        <p:nvSpPr>
          <p:cNvPr id="192526" name="Rectangle 45"/>
          <p:cNvSpPr/>
          <p:nvPr/>
        </p:nvSpPr>
        <p:spPr>
          <a:xfrm>
            <a:off x="2403475" y="2479675"/>
            <a:ext cx="257175" cy="69850"/>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2527" name="Line 48"/>
          <p:cNvSpPr/>
          <p:nvPr/>
        </p:nvSpPr>
        <p:spPr>
          <a:xfrm flipV="1">
            <a:off x="3279775" y="2736850"/>
            <a:ext cx="512763" cy="612775"/>
          </a:xfrm>
          <a:prstGeom prst="line">
            <a:avLst/>
          </a:prstGeom>
          <a:ln w="9525" cap="flat" cmpd="sng">
            <a:solidFill>
              <a:srgbClr val="000000"/>
            </a:solidFill>
            <a:prstDash val="solid"/>
            <a:round/>
            <a:headEnd type="none" w="med" len="med"/>
            <a:tailEnd type="none" w="med" len="med"/>
          </a:ln>
        </p:spPr>
      </p:sp>
      <p:grpSp>
        <p:nvGrpSpPr>
          <p:cNvPr id="192528" name="Group 49"/>
          <p:cNvGrpSpPr/>
          <p:nvPr/>
        </p:nvGrpSpPr>
        <p:grpSpPr>
          <a:xfrm>
            <a:off x="2760663" y="3365500"/>
            <a:ext cx="987425" cy="479425"/>
            <a:chOff x="1118" y="1621"/>
            <a:chExt cx="622" cy="302"/>
          </a:xfrm>
        </p:grpSpPr>
        <p:sp>
          <p:nvSpPr>
            <p:cNvPr id="192529" name="Rectangle 50"/>
            <p:cNvSpPr/>
            <p:nvPr/>
          </p:nvSpPr>
          <p:spPr>
            <a:xfrm>
              <a:off x="1578" y="1789"/>
              <a:ext cx="162" cy="44"/>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2530" name="Rectangle 51"/>
            <p:cNvSpPr/>
            <p:nvPr/>
          </p:nvSpPr>
          <p:spPr>
            <a:xfrm rot="-2700000">
              <a:off x="1336" y="1621"/>
              <a:ext cx="162" cy="44"/>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2531" name="Group 52"/>
            <p:cNvGrpSpPr/>
            <p:nvPr/>
          </p:nvGrpSpPr>
          <p:grpSpPr>
            <a:xfrm>
              <a:off x="1118" y="1684"/>
              <a:ext cx="477" cy="239"/>
              <a:chOff x="2466" y="2026"/>
              <a:chExt cx="477" cy="282"/>
            </a:xfrm>
          </p:grpSpPr>
          <p:sp>
            <p:nvSpPr>
              <p:cNvPr id="192532" name="Oval 53"/>
              <p:cNvSpPr/>
              <p:nvPr/>
            </p:nvSpPr>
            <p:spPr>
              <a:xfrm>
                <a:off x="2466" y="2168"/>
                <a:ext cx="476" cy="14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2533" name="Line 54"/>
              <p:cNvSpPr/>
              <p:nvPr/>
            </p:nvSpPr>
            <p:spPr>
              <a:xfrm>
                <a:off x="2470" y="2125"/>
                <a:ext cx="1" cy="85"/>
              </a:xfrm>
              <a:prstGeom prst="line">
                <a:avLst/>
              </a:prstGeom>
              <a:ln w="12700" cap="flat" cmpd="sng">
                <a:solidFill>
                  <a:srgbClr val="000000"/>
                </a:solidFill>
                <a:prstDash val="solid"/>
                <a:round/>
                <a:headEnd type="none" w="med" len="med"/>
                <a:tailEnd type="none" w="med" len="med"/>
              </a:ln>
            </p:spPr>
          </p:sp>
          <p:sp>
            <p:nvSpPr>
              <p:cNvPr id="192534" name="Rectangle 55"/>
              <p:cNvSpPr/>
              <p:nvPr/>
            </p:nvSpPr>
            <p:spPr>
              <a:xfrm>
                <a:off x="2470" y="2125"/>
                <a:ext cx="472" cy="111"/>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92535" name="Oval 56"/>
              <p:cNvSpPr/>
              <p:nvPr/>
            </p:nvSpPr>
            <p:spPr>
              <a:xfrm>
                <a:off x="2466" y="2026"/>
                <a:ext cx="476" cy="16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2536" name="Group 57"/>
              <p:cNvGrpSpPr/>
              <p:nvPr/>
            </p:nvGrpSpPr>
            <p:grpSpPr>
              <a:xfrm>
                <a:off x="2581" y="2061"/>
                <a:ext cx="236" cy="94"/>
                <a:chOff x="2848" y="848"/>
                <a:chExt cx="140" cy="98"/>
              </a:xfrm>
            </p:grpSpPr>
            <p:sp>
              <p:nvSpPr>
                <p:cNvPr id="192537" name="Line 58"/>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2538" name="Line 59"/>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2539" name="Line 60"/>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92540" name="Group 61"/>
              <p:cNvGrpSpPr/>
              <p:nvPr/>
            </p:nvGrpSpPr>
            <p:grpSpPr>
              <a:xfrm flipV="1">
                <a:off x="2581" y="2060"/>
                <a:ext cx="236" cy="94"/>
                <a:chOff x="2848" y="848"/>
                <a:chExt cx="140" cy="98"/>
              </a:xfrm>
            </p:grpSpPr>
            <p:sp>
              <p:nvSpPr>
                <p:cNvPr id="192541" name="Line 62"/>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2542" name="Line 63"/>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2543" name="Line 64"/>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sp>
            <p:nvSpPr>
              <p:cNvPr id="192544" name="Line 65"/>
              <p:cNvSpPr/>
              <p:nvPr/>
            </p:nvSpPr>
            <p:spPr>
              <a:xfrm flipH="1">
                <a:off x="2942" y="2109"/>
                <a:ext cx="1" cy="127"/>
              </a:xfrm>
              <a:prstGeom prst="line">
                <a:avLst/>
              </a:prstGeom>
              <a:ln w="12700" cap="flat" cmpd="sng">
                <a:solidFill>
                  <a:srgbClr val="000000"/>
                </a:solidFill>
                <a:prstDash val="solid"/>
                <a:round/>
                <a:headEnd type="none" w="med" len="med"/>
                <a:tailEnd type="none" w="med" len="med"/>
              </a:ln>
            </p:spPr>
          </p:sp>
          <p:sp>
            <p:nvSpPr>
              <p:cNvPr id="192545" name="Line 66"/>
              <p:cNvSpPr/>
              <p:nvPr/>
            </p:nvSpPr>
            <p:spPr>
              <a:xfrm flipH="1">
                <a:off x="2466" y="2117"/>
                <a:ext cx="1" cy="127"/>
              </a:xfrm>
              <a:prstGeom prst="line">
                <a:avLst/>
              </a:prstGeom>
              <a:ln w="12700" cap="flat" cmpd="sng">
                <a:solidFill>
                  <a:srgbClr val="000000"/>
                </a:solidFill>
                <a:prstDash val="solid"/>
                <a:round/>
                <a:headEnd type="none" w="med" len="med"/>
                <a:tailEnd type="none" w="med" len="med"/>
              </a:ln>
            </p:spPr>
          </p:sp>
        </p:grpSp>
      </p:grpSp>
      <p:graphicFrame>
        <p:nvGraphicFramePr>
          <p:cNvPr id="192546" name="Object 142"/>
          <p:cNvGraphicFramePr>
            <a:graphicFrameLocks noChangeAspect="1"/>
          </p:cNvGraphicFramePr>
          <p:nvPr/>
        </p:nvGraphicFramePr>
        <p:xfrm>
          <a:off x="1790700" y="2141538"/>
          <a:ext cx="652463" cy="658812"/>
        </p:xfrm>
        <a:graphic>
          <a:graphicData uri="http://schemas.openxmlformats.org/presentationml/2006/ole">
            <mc:AlternateContent xmlns:mc="http://schemas.openxmlformats.org/markup-compatibility/2006">
              <mc:Choice xmlns:v="urn:schemas-microsoft-com:vml" Requires="v">
                <p:oleObj spid="_x0000_s3212" name="" r:id="rId1" imgW="1268095" imgH="1199515" progId="MS_ClipArt_Gallery.2">
                  <p:embed/>
                </p:oleObj>
              </mc:Choice>
              <mc:Fallback>
                <p:oleObj name="" r:id="rId1" imgW="1268095" imgH="1199515" progId="MS_ClipArt_Gallery.2">
                  <p:embed/>
                  <p:pic>
                    <p:nvPicPr>
                      <p:cNvPr id="0" name="图片 3211"/>
                      <p:cNvPicPr/>
                      <p:nvPr/>
                    </p:nvPicPr>
                    <p:blipFill>
                      <a:blip r:embed="rId2"/>
                      <a:stretch>
                        <a:fillRect/>
                      </a:stretch>
                    </p:blipFill>
                    <p:spPr>
                      <a:xfrm>
                        <a:off x="1790700" y="2141538"/>
                        <a:ext cx="652463" cy="658812"/>
                      </a:xfrm>
                      <a:prstGeom prst="rect">
                        <a:avLst/>
                      </a:prstGeom>
                      <a:noFill/>
                      <a:ln w="38100">
                        <a:noFill/>
                        <a:miter/>
                      </a:ln>
                    </p:spPr>
                  </p:pic>
                </p:oleObj>
              </mc:Fallback>
            </mc:AlternateContent>
          </a:graphicData>
        </a:graphic>
      </p:graphicFrame>
      <p:sp>
        <p:nvSpPr>
          <p:cNvPr id="701661" name="AutoShape 221"/>
          <p:cNvSpPr/>
          <p:nvPr/>
        </p:nvSpPr>
        <p:spPr>
          <a:xfrm>
            <a:off x="830263" y="2266950"/>
            <a:ext cx="976312" cy="485775"/>
          </a:xfrm>
          <a:custGeom>
            <a:avLst/>
            <a:gdLst/>
            <a:ahLst/>
            <a:cxnLst>
              <a:cxn ang="17694720">
                <a:pos x="2147483646" y="0"/>
              </a:cxn>
              <a:cxn ang="11796480">
                <a:pos x="0" y="2147483646"/>
              </a:cxn>
              <a:cxn ang="5898240">
                <a:pos x="2147483646" y="2147483646"/>
              </a:cxn>
              <a:cxn ang="0">
                <a:pos x="2147483646" y="2147483646"/>
              </a:cxn>
            </a:cxnLst>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0000"/>
          </a:solidFill>
          <a:ln w="9525">
            <a:noFill/>
          </a:ln>
        </p:spPr>
        <p:txBody>
          <a:bodyPr/>
          <a:p>
            <a:endParaRPr lang="zh-CN" altLang="en-US"/>
          </a:p>
        </p:txBody>
      </p:sp>
      <p:grpSp>
        <p:nvGrpSpPr>
          <p:cNvPr id="192548" name="Group 84"/>
          <p:cNvGrpSpPr/>
          <p:nvPr/>
        </p:nvGrpSpPr>
        <p:grpSpPr>
          <a:xfrm>
            <a:off x="2554288" y="3170238"/>
            <a:ext cx="306387" cy="647700"/>
            <a:chOff x="4180" y="783"/>
            <a:chExt cx="150" cy="307"/>
          </a:xfrm>
        </p:grpSpPr>
        <p:sp>
          <p:nvSpPr>
            <p:cNvPr id="192549" name="AutoShape 85"/>
            <p:cNvSpPr/>
            <p:nvPr/>
          </p:nvSpPr>
          <p:spPr>
            <a:xfrm>
              <a:off x="4180" y="1019"/>
              <a:ext cx="150" cy="71"/>
            </a:xfrm>
            <a:prstGeom prst="parallelogram">
              <a:avLst>
                <a:gd name="adj" fmla="val 81386"/>
              </a:avLst>
            </a:prstGeom>
            <a:solidFill>
              <a:srgbClr val="33CCCC"/>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2550" name="Rectangle 86"/>
            <p:cNvSpPr/>
            <p:nvPr/>
          </p:nvSpPr>
          <p:spPr>
            <a:xfrm>
              <a:off x="4256" y="785"/>
              <a:ext cx="69" cy="236"/>
            </a:xfrm>
            <a:prstGeom prst="rect">
              <a:avLst/>
            </a:prstGeom>
            <a:solidFill>
              <a:srgbClr val="33CCCC"/>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2551" name="Rectangle 87"/>
            <p:cNvSpPr/>
            <p:nvPr/>
          </p:nvSpPr>
          <p:spPr>
            <a:xfrm>
              <a:off x="4181" y="852"/>
              <a:ext cx="95" cy="236"/>
            </a:xfrm>
            <a:prstGeom prst="rect">
              <a:avLst/>
            </a:prstGeom>
            <a:solidFill>
              <a:srgbClr val="33CCCC"/>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2552" name="AutoShape 88"/>
            <p:cNvSpPr/>
            <p:nvPr/>
          </p:nvSpPr>
          <p:spPr>
            <a:xfrm>
              <a:off x="4180" y="783"/>
              <a:ext cx="150" cy="71"/>
            </a:xfrm>
            <a:prstGeom prst="parallelogram">
              <a:avLst>
                <a:gd name="adj" fmla="val 81386"/>
              </a:avLst>
            </a:prstGeom>
            <a:solidFill>
              <a:srgbClr val="33CCCC"/>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2553" name="Line 89"/>
            <p:cNvSpPr/>
            <p:nvPr/>
          </p:nvSpPr>
          <p:spPr>
            <a:xfrm>
              <a:off x="4330" y="788"/>
              <a:ext cx="0" cy="231"/>
            </a:xfrm>
            <a:prstGeom prst="line">
              <a:avLst/>
            </a:prstGeom>
            <a:ln w="9525" cap="flat" cmpd="sng">
              <a:solidFill>
                <a:srgbClr val="000000"/>
              </a:solidFill>
              <a:prstDash val="solid"/>
              <a:round/>
              <a:headEnd type="none" w="med" len="med"/>
              <a:tailEnd type="none" w="med" len="med"/>
            </a:ln>
          </p:spPr>
        </p:sp>
        <p:sp>
          <p:nvSpPr>
            <p:cNvPr id="192554" name="Line 90"/>
            <p:cNvSpPr/>
            <p:nvPr/>
          </p:nvSpPr>
          <p:spPr>
            <a:xfrm flipH="1">
              <a:off x="4276" y="1019"/>
              <a:ext cx="54" cy="69"/>
            </a:xfrm>
            <a:prstGeom prst="line">
              <a:avLst/>
            </a:prstGeom>
            <a:ln w="9525" cap="flat" cmpd="sng">
              <a:solidFill>
                <a:srgbClr val="000000"/>
              </a:solidFill>
              <a:prstDash val="solid"/>
              <a:round/>
              <a:headEnd type="none" w="med" len="med"/>
              <a:tailEnd type="none" w="med" len="med"/>
            </a:ln>
          </p:spPr>
        </p:sp>
        <p:sp>
          <p:nvSpPr>
            <p:cNvPr id="192555" name="Rectangle 91"/>
            <p:cNvSpPr/>
            <p:nvPr/>
          </p:nvSpPr>
          <p:spPr>
            <a:xfrm>
              <a:off x="4193" y="883"/>
              <a:ext cx="63" cy="136"/>
            </a:xfrm>
            <a:prstGeom prst="rect">
              <a:avLst/>
            </a:prstGeom>
            <a:solidFill>
              <a:srgbClr val="333399"/>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2556" name="Rectangle 92"/>
            <p:cNvSpPr/>
            <p:nvPr/>
          </p:nvSpPr>
          <p:spPr>
            <a:xfrm>
              <a:off x="4202" y="924"/>
              <a:ext cx="48" cy="48"/>
            </a:xfrm>
            <a:prstGeom prst="rect">
              <a:avLst/>
            </a:prstGeom>
            <a:solidFill>
              <a:srgbClr val="FFFFFF"/>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sp>
        <p:nvSpPr>
          <p:cNvPr id="192557" name="Text Box 240"/>
          <p:cNvSpPr txBox="1"/>
          <p:nvPr/>
        </p:nvSpPr>
        <p:spPr>
          <a:xfrm>
            <a:off x="2562225" y="3816350"/>
            <a:ext cx="1477963" cy="641350"/>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router</a:t>
            </a:r>
            <a:endParaRPr lang="en-US" altLang="zh-CN" dirty="0">
              <a:latin typeface="Comic Sans MS" panose="030F0702030302020204" pitchFamily="66" charset="0"/>
              <a:ea typeface="宋体" panose="02010600030101010101" pitchFamily="2" charset="-122"/>
            </a:endParaRPr>
          </a:p>
          <a:p>
            <a:pPr eaLnBrk="0" hangingPunct="0">
              <a:buClrTx/>
              <a:buFontTx/>
            </a:pPr>
            <a:r>
              <a:rPr lang="en-US" altLang="zh-CN" dirty="0">
                <a:latin typeface="Comic Sans MS" panose="030F0702030302020204" pitchFamily="66" charset="0"/>
                <a:ea typeface="宋体" panose="02010600030101010101" pitchFamily="2" charset="-122"/>
              </a:rPr>
              <a:t>(runs DHCP)</a:t>
            </a:r>
            <a:endParaRPr lang="en-US" altLang="zh-CN" dirty="0">
              <a:latin typeface="Comic Sans MS" panose="030F0702030302020204" pitchFamily="66" charset="0"/>
              <a:ea typeface="宋体" panose="02010600030101010101" pitchFamily="2" charset="-122"/>
            </a:endParaRPr>
          </a:p>
        </p:txBody>
      </p:sp>
      <p:grpSp>
        <p:nvGrpSpPr>
          <p:cNvPr id="701690" name="Group 250"/>
          <p:cNvGrpSpPr/>
          <p:nvPr/>
        </p:nvGrpSpPr>
        <p:grpSpPr>
          <a:xfrm>
            <a:off x="1195388" y="1081088"/>
            <a:ext cx="976312" cy="1460500"/>
            <a:chOff x="651" y="681"/>
            <a:chExt cx="615" cy="920"/>
          </a:xfrm>
        </p:grpSpPr>
        <p:sp>
          <p:nvSpPr>
            <p:cNvPr id="192559" name="Freeform 249"/>
            <p:cNvSpPr/>
            <p:nvPr/>
          </p:nvSpPr>
          <p:spPr>
            <a:xfrm>
              <a:off x="662" y="698"/>
              <a:ext cx="604" cy="903"/>
            </a:xfrm>
            <a:custGeom>
              <a:avLst/>
              <a:gdLst/>
              <a:ahLst/>
              <a:cxnLst>
                <a:cxn ang="0">
                  <a:pos x="496" y="0"/>
                </a:cxn>
                <a:cxn ang="0">
                  <a:pos x="604" y="903"/>
                </a:cxn>
                <a:cxn ang="0">
                  <a:pos x="0" y="788"/>
                </a:cxn>
                <a:cxn ang="0">
                  <a:pos x="456" y="750"/>
                </a:cxn>
                <a:cxn ang="0">
                  <a:pos x="496" y="0"/>
                </a:cxn>
              </a:cxnLst>
              <a:pathLst>
                <a:path w="604" h="903">
                  <a:moveTo>
                    <a:pt x="496" y="0"/>
                  </a:moveTo>
                  <a:lnTo>
                    <a:pt x="604" y="903"/>
                  </a:lnTo>
                  <a:lnTo>
                    <a:pt x="0" y="788"/>
                  </a:lnTo>
                  <a:lnTo>
                    <a:pt x="456" y="750"/>
                  </a:lnTo>
                  <a:lnTo>
                    <a:pt x="496" y="0"/>
                  </a:lnTo>
                  <a:close/>
                </a:path>
              </a:pathLst>
            </a:custGeom>
            <a:gradFill rotWithShape="1">
              <a:gsLst>
                <a:gs pos="0">
                  <a:schemeClr val="bg1"/>
                </a:gs>
                <a:gs pos="100000">
                  <a:srgbClr val="FF0000"/>
                </a:gs>
              </a:gsLst>
              <a:lin ang="2700000" scaled="1"/>
              <a:tileRect/>
            </a:gradFill>
            <a:ln w="9525">
              <a:noFill/>
            </a:ln>
          </p:spPr>
          <p:txBody>
            <a:bodyPr/>
            <a:p>
              <a:endParaRPr lang="zh-CN" altLang="en-US"/>
            </a:p>
          </p:txBody>
        </p:sp>
        <p:grpSp>
          <p:nvGrpSpPr>
            <p:cNvPr id="192560" name="Group 248"/>
            <p:cNvGrpSpPr/>
            <p:nvPr/>
          </p:nvGrpSpPr>
          <p:grpSpPr>
            <a:xfrm>
              <a:off x="651" y="681"/>
              <a:ext cx="501" cy="828"/>
              <a:chOff x="569" y="2954"/>
              <a:chExt cx="501" cy="828"/>
            </a:xfrm>
          </p:grpSpPr>
          <p:sp>
            <p:nvSpPr>
              <p:cNvPr id="192561" name="Rectangle 242"/>
              <p:cNvSpPr/>
              <p:nvPr/>
            </p:nvSpPr>
            <p:spPr>
              <a:xfrm>
                <a:off x="576" y="2973"/>
                <a:ext cx="493" cy="79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562" name="Text Box 241"/>
              <p:cNvSpPr txBox="1"/>
              <p:nvPr/>
            </p:nvSpPr>
            <p:spPr>
              <a:xfrm>
                <a:off x="593" y="2954"/>
                <a:ext cx="477" cy="828"/>
              </a:xfrm>
              <a:prstGeom prst="rect">
                <a:avLst/>
              </a:prstGeom>
              <a:noFill/>
              <a:ln w="9525">
                <a:noFill/>
              </a:ln>
            </p:spPr>
            <p:txBody>
              <a:bodyPr wrap="none" anchor="t" anchorCtr="0">
                <a:spAutoFit/>
              </a:bodyPr>
              <a:p>
                <a:pPr algn="ctr" eaLnBrk="0" hangingPunct="0">
                  <a:buClrTx/>
                  <a:buFontTx/>
                </a:pPr>
                <a:r>
                  <a:rPr lang="en-US" altLang="zh-CN" sz="1600" i="0" dirty="0">
                    <a:latin typeface="Arial" panose="020B0604020202020204" pitchFamily="34" charset="0"/>
                    <a:ea typeface="宋体" panose="02010600030101010101" pitchFamily="2" charset="-122"/>
                  </a:rPr>
                  <a:t>DHCP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UDP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IP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Eth</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Phy</a:t>
                </a:r>
                <a:endParaRPr lang="en-US" altLang="zh-CN" sz="1600" i="0" dirty="0">
                  <a:latin typeface="Arial" panose="020B0604020202020204" pitchFamily="34" charset="0"/>
                  <a:ea typeface="宋体" panose="02010600030101010101" pitchFamily="2" charset="-122"/>
                </a:endParaRPr>
              </a:p>
            </p:txBody>
          </p:sp>
          <p:sp>
            <p:nvSpPr>
              <p:cNvPr id="192563" name="Line 243"/>
              <p:cNvSpPr/>
              <p:nvPr/>
            </p:nvSpPr>
            <p:spPr>
              <a:xfrm>
                <a:off x="578" y="3130"/>
                <a:ext cx="489" cy="0"/>
              </a:xfrm>
              <a:prstGeom prst="line">
                <a:avLst/>
              </a:prstGeom>
              <a:ln w="9525" cap="flat" cmpd="sng">
                <a:solidFill>
                  <a:schemeClr val="tx1"/>
                </a:solidFill>
                <a:prstDash val="solid"/>
                <a:round/>
                <a:headEnd type="none" w="med" len="med"/>
                <a:tailEnd type="none" w="med" len="med"/>
              </a:ln>
            </p:spPr>
          </p:sp>
          <p:sp>
            <p:nvSpPr>
              <p:cNvPr id="192564" name="Line 244"/>
              <p:cNvSpPr/>
              <p:nvPr/>
            </p:nvSpPr>
            <p:spPr>
              <a:xfrm>
                <a:off x="575" y="3289"/>
                <a:ext cx="489" cy="0"/>
              </a:xfrm>
              <a:prstGeom prst="line">
                <a:avLst/>
              </a:prstGeom>
              <a:ln w="9525" cap="flat" cmpd="sng">
                <a:solidFill>
                  <a:schemeClr val="tx1"/>
                </a:solidFill>
                <a:prstDash val="solid"/>
                <a:round/>
                <a:headEnd type="none" w="med" len="med"/>
                <a:tailEnd type="none" w="med" len="med"/>
              </a:ln>
            </p:spPr>
          </p:sp>
          <p:sp>
            <p:nvSpPr>
              <p:cNvPr id="192565" name="Line 245"/>
              <p:cNvSpPr/>
              <p:nvPr/>
            </p:nvSpPr>
            <p:spPr>
              <a:xfrm>
                <a:off x="572" y="3448"/>
                <a:ext cx="489" cy="0"/>
              </a:xfrm>
              <a:prstGeom prst="line">
                <a:avLst/>
              </a:prstGeom>
              <a:ln w="9525" cap="flat" cmpd="sng">
                <a:solidFill>
                  <a:schemeClr val="tx1"/>
                </a:solidFill>
                <a:prstDash val="solid"/>
                <a:round/>
                <a:headEnd type="none" w="med" len="med"/>
                <a:tailEnd type="none" w="med" len="med"/>
              </a:ln>
            </p:spPr>
          </p:sp>
          <p:sp>
            <p:nvSpPr>
              <p:cNvPr id="192566" name="Line 246"/>
              <p:cNvSpPr/>
              <p:nvPr/>
            </p:nvSpPr>
            <p:spPr>
              <a:xfrm>
                <a:off x="569" y="3607"/>
                <a:ext cx="489" cy="0"/>
              </a:xfrm>
              <a:prstGeom prst="line">
                <a:avLst/>
              </a:prstGeom>
              <a:ln w="9525" cap="flat" cmpd="sng">
                <a:solidFill>
                  <a:schemeClr val="tx1"/>
                </a:solidFill>
                <a:prstDash val="solid"/>
                <a:round/>
                <a:headEnd type="none" w="med" len="med"/>
                <a:tailEnd type="none" w="med" len="med"/>
              </a:ln>
            </p:spPr>
          </p:sp>
        </p:grpSp>
      </p:grpSp>
      <p:grpSp>
        <p:nvGrpSpPr>
          <p:cNvPr id="701693" name="Group 253"/>
          <p:cNvGrpSpPr/>
          <p:nvPr/>
        </p:nvGrpSpPr>
        <p:grpSpPr>
          <a:xfrm>
            <a:off x="520700" y="1162050"/>
            <a:ext cx="544513" cy="244475"/>
            <a:chOff x="844" y="3337"/>
            <a:chExt cx="343" cy="154"/>
          </a:xfrm>
        </p:grpSpPr>
        <p:sp>
          <p:nvSpPr>
            <p:cNvPr id="192568" name="Rectangle 251"/>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569" name="Text Box 252"/>
            <p:cNvSpPr txBox="1"/>
            <p:nvPr/>
          </p:nvSpPr>
          <p:spPr>
            <a:xfrm>
              <a:off x="844" y="3337"/>
              <a:ext cx="343"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DHCP</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701739" name="Group 299"/>
          <p:cNvGrpSpPr/>
          <p:nvPr/>
        </p:nvGrpSpPr>
        <p:grpSpPr>
          <a:xfrm>
            <a:off x="66675" y="1181100"/>
            <a:ext cx="1081088" cy="1166813"/>
            <a:chOff x="42" y="744"/>
            <a:chExt cx="681" cy="735"/>
          </a:xfrm>
        </p:grpSpPr>
        <p:grpSp>
          <p:nvGrpSpPr>
            <p:cNvPr id="192571" name="Group 296"/>
            <p:cNvGrpSpPr/>
            <p:nvPr/>
          </p:nvGrpSpPr>
          <p:grpSpPr>
            <a:xfrm>
              <a:off x="42" y="886"/>
              <a:ext cx="681" cy="468"/>
              <a:chOff x="42" y="886"/>
              <a:chExt cx="681" cy="468"/>
            </a:xfrm>
          </p:grpSpPr>
          <p:grpSp>
            <p:nvGrpSpPr>
              <p:cNvPr id="192572" name="Group 295"/>
              <p:cNvGrpSpPr/>
              <p:nvPr/>
            </p:nvGrpSpPr>
            <p:grpSpPr>
              <a:xfrm>
                <a:off x="278" y="886"/>
                <a:ext cx="397" cy="154"/>
                <a:chOff x="740" y="3209"/>
                <a:chExt cx="397" cy="154"/>
              </a:xfrm>
            </p:grpSpPr>
            <p:grpSp>
              <p:nvGrpSpPr>
                <p:cNvPr id="192573" name="Group 254"/>
                <p:cNvGrpSpPr/>
                <p:nvPr/>
              </p:nvGrpSpPr>
              <p:grpSpPr>
                <a:xfrm>
                  <a:off x="794" y="3209"/>
                  <a:ext cx="343" cy="154"/>
                  <a:chOff x="844" y="3337"/>
                  <a:chExt cx="343" cy="154"/>
                </a:xfrm>
              </p:grpSpPr>
              <p:sp>
                <p:nvSpPr>
                  <p:cNvPr id="192574" name="Rectangle 255"/>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575" name="Text Box 256"/>
                  <p:cNvSpPr txBox="1"/>
                  <p:nvPr/>
                </p:nvSpPr>
                <p:spPr>
                  <a:xfrm>
                    <a:off x="844" y="3337"/>
                    <a:ext cx="343"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DHCP</a:t>
                    </a:r>
                    <a:endParaRPr lang="en-US" altLang="zh-CN" sz="1000" i="0" dirty="0">
                      <a:solidFill>
                        <a:schemeClr val="bg1"/>
                      </a:solidFill>
                      <a:latin typeface="Arial" panose="020B0604020202020204" pitchFamily="34" charset="0"/>
                      <a:ea typeface="宋体" panose="02010600030101010101" pitchFamily="2" charset="-122"/>
                    </a:endParaRPr>
                  </a:p>
                </p:txBody>
              </p:sp>
            </p:grpSp>
            <p:sp>
              <p:nvSpPr>
                <p:cNvPr id="192576" name="Rectangle 266"/>
                <p:cNvSpPr/>
                <p:nvPr/>
              </p:nvSpPr>
              <p:spPr>
                <a:xfrm>
                  <a:off x="750" y="3244"/>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577" name="Rectangle 267"/>
                <p:cNvSpPr/>
                <p:nvPr/>
              </p:nvSpPr>
              <p:spPr>
                <a:xfrm>
                  <a:off x="740" y="3238"/>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92578" name="Group 274"/>
              <p:cNvGrpSpPr/>
              <p:nvPr/>
            </p:nvGrpSpPr>
            <p:grpSpPr>
              <a:xfrm>
                <a:off x="278" y="1034"/>
                <a:ext cx="397" cy="154"/>
                <a:chOff x="836" y="3305"/>
                <a:chExt cx="397" cy="154"/>
              </a:xfrm>
            </p:grpSpPr>
            <p:grpSp>
              <p:nvGrpSpPr>
                <p:cNvPr id="192579" name="Group 268"/>
                <p:cNvGrpSpPr/>
                <p:nvPr/>
              </p:nvGrpSpPr>
              <p:grpSpPr>
                <a:xfrm>
                  <a:off x="890" y="3305"/>
                  <a:ext cx="343" cy="154"/>
                  <a:chOff x="844" y="3337"/>
                  <a:chExt cx="343" cy="154"/>
                </a:xfrm>
              </p:grpSpPr>
              <p:sp>
                <p:nvSpPr>
                  <p:cNvPr id="192580" name="Rectangle 269"/>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581" name="Text Box 270"/>
                  <p:cNvSpPr txBox="1"/>
                  <p:nvPr/>
                </p:nvSpPr>
                <p:spPr>
                  <a:xfrm>
                    <a:off x="844" y="3337"/>
                    <a:ext cx="343"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DHCP</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2582" name="Group 273"/>
                <p:cNvGrpSpPr/>
                <p:nvPr/>
              </p:nvGrpSpPr>
              <p:grpSpPr>
                <a:xfrm>
                  <a:off x="836" y="3334"/>
                  <a:ext cx="354" cy="94"/>
                  <a:chOff x="836" y="3334"/>
                  <a:chExt cx="354" cy="94"/>
                </a:xfrm>
              </p:grpSpPr>
              <p:sp>
                <p:nvSpPr>
                  <p:cNvPr id="192583" name="Rectangle 271"/>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584" name="Rectangle 272"/>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grpSp>
            <p:nvGrpSpPr>
              <p:cNvPr id="192585" name="Group 293"/>
              <p:cNvGrpSpPr/>
              <p:nvPr/>
            </p:nvGrpSpPr>
            <p:grpSpPr>
              <a:xfrm>
                <a:off x="165" y="1054"/>
                <a:ext cx="480" cy="112"/>
                <a:chOff x="627" y="3377"/>
                <a:chExt cx="480" cy="112"/>
              </a:xfrm>
            </p:grpSpPr>
            <p:sp>
              <p:nvSpPr>
                <p:cNvPr id="192586" name="Rectangle 276"/>
                <p:cNvSpPr/>
                <p:nvPr/>
              </p:nvSpPr>
              <p:spPr>
                <a:xfrm>
                  <a:off x="636" y="3388"/>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587" name="Rectangle 277"/>
                <p:cNvSpPr/>
                <p:nvPr/>
              </p:nvSpPr>
              <p:spPr>
                <a:xfrm>
                  <a:off x="627" y="3377"/>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92588" name="Group 294"/>
              <p:cNvGrpSpPr/>
              <p:nvPr/>
            </p:nvGrpSpPr>
            <p:grpSpPr>
              <a:xfrm>
                <a:off x="42" y="1200"/>
                <a:ext cx="681" cy="154"/>
                <a:chOff x="504" y="3523"/>
                <a:chExt cx="681" cy="154"/>
              </a:xfrm>
            </p:grpSpPr>
            <p:grpSp>
              <p:nvGrpSpPr>
                <p:cNvPr id="192589" name="Group 287"/>
                <p:cNvGrpSpPr/>
                <p:nvPr/>
              </p:nvGrpSpPr>
              <p:grpSpPr>
                <a:xfrm>
                  <a:off x="623" y="3523"/>
                  <a:ext cx="510" cy="154"/>
                  <a:chOff x="723" y="3453"/>
                  <a:chExt cx="510" cy="154"/>
                </a:xfrm>
              </p:grpSpPr>
              <p:grpSp>
                <p:nvGrpSpPr>
                  <p:cNvPr id="192590" name="Group 278"/>
                  <p:cNvGrpSpPr/>
                  <p:nvPr/>
                </p:nvGrpSpPr>
                <p:grpSpPr>
                  <a:xfrm>
                    <a:off x="836" y="3453"/>
                    <a:ext cx="397" cy="154"/>
                    <a:chOff x="836" y="3305"/>
                    <a:chExt cx="397" cy="154"/>
                  </a:xfrm>
                </p:grpSpPr>
                <p:grpSp>
                  <p:nvGrpSpPr>
                    <p:cNvPr id="192591" name="Group 279"/>
                    <p:cNvGrpSpPr/>
                    <p:nvPr/>
                  </p:nvGrpSpPr>
                  <p:grpSpPr>
                    <a:xfrm>
                      <a:off x="890" y="3305"/>
                      <a:ext cx="343" cy="154"/>
                      <a:chOff x="844" y="3337"/>
                      <a:chExt cx="343" cy="154"/>
                    </a:xfrm>
                  </p:grpSpPr>
                  <p:sp>
                    <p:nvSpPr>
                      <p:cNvPr id="192592" name="Rectangle 280"/>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593" name="Text Box 281"/>
                      <p:cNvSpPr txBox="1"/>
                      <p:nvPr/>
                    </p:nvSpPr>
                    <p:spPr>
                      <a:xfrm>
                        <a:off x="844" y="3337"/>
                        <a:ext cx="343"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DHCP</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2594" name="Group 282"/>
                    <p:cNvGrpSpPr/>
                    <p:nvPr/>
                  </p:nvGrpSpPr>
                  <p:grpSpPr>
                    <a:xfrm>
                      <a:off x="836" y="3334"/>
                      <a:ext cx="354" cy="94"/>
                      <a:chOff x="836" y="3334"/>
                      <a:chExt cx="354" cy="94"/>
                    </a:xfrm>
                  </p:grpSpPr>
                  <p:sp>
                    <p:nvSpPr>
                      <p:cNvPr id="192595" name="Rectangle 283"/>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596" name="Rectangle 284"/>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sp>
                <p:nvSpPr>
                  <p:cNvPr id="192597" name="Rectangle 285"/>
                  <p:cNvSpPr/>
                  <p:nvPr/>
                </p:nvSpPr>
                <p:spPr>
                  <a:xfrm>
                    <a:off x="732" y="3484"/>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598" name="Rectangle 286"/>
                  <p:cNvSpPr/>
                  <p:nvPr/>
                </p:nvSpPr>
                <p:spPr>
                  <a:xfrm>
                    <a:off x="723" y="3473"/>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92599" name="Rectangle 288"/>
                <p:cNvSpPr/>
                <p:nvPr/>
              </p:nvSpPr>
              <p:spPr>
                <a:xfrm>
                  <a:off x="517" y="3545"/>
                  <a:ext cx="94"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600" name="Rectangle 290"/>
                <p:cNvSpPr/>
                <p:nvPr/>
              </p:nvSpPr>
              <p:spPr>
                <a:xfrm>
                  <a:off x="1115" y="3544"/>
                  <a:ext cx="60"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601" name="Rectangle 291"/>
                <p:cNvSpPr/>
                <p:nvPr/>
              </p:nvSpPr>
              <p:spPr>
                <a:xfrm>
                  <a:off x="504" y="3529"/>
                  <a:ext cx="681" cy="138"/>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sp>
          <p:nvSpPr>
            <p:cNvPr id="192602" name="AutoShape 297"/>
            <p:cNvSpPr/>
            <p:nvPr/>
          </p:nvSpPr>
          <p:spPr>
            <a:xfrm>
              <a:off x="384" y="744"/>
              <a:ext cx="240" cy="735"/>
            </a:xfrm>
            <a:prstGeom prst="downArrow">
              <a:avLst>
                <a:gd name="adj1" fmla="val 54166"/>
                <a:gd name="adj2" fmla="val 49099"/>
              </a:avLst>
            </a:prstGeom>
            <a:gradFill rotWithShape="1">
              <a:gsLst>
                <a:gs pos="0">
                  <a:srgbClr val="FF0000">
                    <a:alpha val="25000"/>
                  </a:srgbClr>
                </a:gs>
                <a:gs pos="100000">
                  <a:srgbClr val="FF0000">
                    <a:alpha val="25000"/>
                  </a:srgbClr>
                </a:gs>
              </a:gsLst>
              <a:lin ang="5400000" scaled="1"/>
              <a:tileRect/>
            </a:gra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701758" name="Group 318"/>
          <p:cNvGrpSpPr/>
          <p:nvPr/>
        </p:nvGrpSpPr>
        <p:grpSpPr>
          <a:xfrm>
            <a:off x="650875" y="2389188"/>
            <a:ext cx="1081088" cy="244475"/>
            <a:chOff x="504" y="3523"/>
            <a:chExt cx="681" cy="154"/>
          </a:xfrm>
        </p:grpSpPr>
        <p:grpSp>
          <p:nvGrpSpPr>
            <p:cNvPr id="192604" name="Group 319"/>
            <p:cNvGrpSpPr/>
            <p:nvPr/>
          </p:nvGrpSpPr>
          <p:grpSpPr>
            <a:xfrm>
              <a:off x="623" y="3523"/>
              <a:ext cx="510" cy="154"/>
              <a:chOff x="723" y="3453"/>
              <a:chExt cx="510" cy="154"/>
            </a:xfrm>
          </p:grpSpPr>
          <p:grpSp>
            <p:nvGrpSpPr>
              <p:cNvPr id="192605" name="Group 320"/>
              <p:cNvGrpSpPr/>
              <p:nvPr/>
            </p:nvGrpSpPr>
            <p:grpSpPr>
              <a:xfrm>
                <a:off x="836" y="3453"/>
                <a:ext cx="397" cy="154"/>
                <a:chOff x="836" y="3305"/>
                <a:chExt cx="397" cy="154"/>
              </a:xfrm>
            </p:grpSpPr>
            <p:grpSp>
              <p:nvGrpSpPr>
                <p:cNvPr id="192606" name="Group 321"/>
                <p:cNvGrpSpPr/>
                <p:nvPr/>
              </p:nvGrpSpPr>
              <p:grpSpPr>
                <a:xfrm>
                  <a:off x="890" y="3305"/>
                  <a:ext cx="343" cy="154"/>
                  <a:chOff x="844" y="3337"/>
                  <a:chExt cx="343" cy="154"/>
                </a:xfrm>
              </p:grpSpPr>
              <p:sp>
                <p:nvSpPr>
                  <p:cNvPr id="192607" name="Rectangle 322"/>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608" name="Text Box 323"/>
                  <p:cNvSpPr txBox="1"/>
                  <p:nvPr/>
                </p:nvSpPr>
                <p:spPr>
                  <a:xfrm>
                    <a:off x="844" y="3337"/>
                    <a:ext cx="343"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DHCP</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2609" name="Group 324"/>
                <p:cNvGrpSpPr/>
                <p:nvPr/>
              </p:nvGrpSpPr>
              <p:grpSpPr>
                <a:xfrm>
                  <a:off x="836" y="3334"/>
                  <a:ext cx="354" cy="94"/>
                  <a:chOff x="836" y="3334"/>
                  <a:chExt cx="354" cy="94"/>
                </a:xfrm>
              </p:grpSpPr>
              <p:sp>
                <p:nvSpPr>
                  <p:cNvPr id="192610" name="Rectangle 325"/>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611" name="Rectangle 326"/>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sp>
            <p:nvSpPr>
              <p:cNvPr id="192612" name="Rectangle 327"/>
              <p:cNvSpPr/>
              <p:nvPr/>
            </p:nvSpPr>
            <p:spPr>
              <a:xfrm>
                <a:off x="732" y="3484"/>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613" name="Rectangle 328"/>
              <p:cNvSpPr/>
              <p:nvPr/>
            </p:nvSpPr>
            <p:spPr>
              <a:xfrm>
                <a:off x="723" y="3473"/>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92614" name="Rectangle 329"/>
            <p:cNvSpPr/>
            <p:nvPr/>
          </p:nvSpPr>
          <p:spPr>
            <a:xfrm>
              <a:off x="517" y="3545"/>
              <a:ext cx="94"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615" name="Rectangle 330"/>
            <p:cNvSpPr/>
            <p:nvPr/>
          </p:nvSpPr>
          <p:spPr>
            <a:xfrm>
              <a:off x="1115" y="3544"/>
              <a:ext cx="60"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616" name="Rectangle 331"/>
            <p:cNvSpPr/>
            <p:nvPr/>
          </p:nvSpPr>
          <p:spPr>
            <a:xfrm>
              <a:off x="504" y="3529"/>
              <a:ext cx="681" cy="138"/>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701782" name="Group 342"/>
          <p:cNvGrpSpPr/>
          <p:nvPr/>
        </p:nvGrpSpPr>
        <p:grpSpPr>
          <a:xfrm>
            <a:off x="1477963" y="3081338"/>
            <a:ext cx="1316037" cy="1314450"/>
            <a:chOff x="931" y="1941"/>
            <a:chExt cx="829" cy="828"/>
          </a:xfrm>
        </p:grpSpPr>
        <p:sp>
          <p:nvSpPr>
            <p:cNvPr id="192618" name="Freeform 334"/>
            <p:cNvSpPr/>
            <p:nvPr/>
          </p:nvSpPr>
          <p:spPr>
            <a:xfrm>
              <a:off x="1424" y="1965"/>
              <a:ext cx="336" cy="801"/>
            </a:xfrm>
            <a:custGeom>
              <a:avLst/>
              <a:gdLst/>
              <a:ahLst/>
              <a:cxnLst>
                <a:cxn ang="0">
                  <a:pos x="1" y="0"/>
                </a:cxn>
                <a:cxn ang="0">
                  <a:pos x="46" y="402"/>
                </a:cxn>
                <a:cxn ang="0">
                  <a:pos x="1" y="801"/>
                </a:cxn>
                <a:cxn ang="0">
                  <a:pos x="1" y="535"/>
                </a:cxn>
                <a:cxn ang="0">
                  <a:pos x="0" y="371"/>
                </a:cxn>
                <a:cxn ang="0">
                  <a:pos x="1" y="0"/>
                </a:cxn>
              </a:cxnLst>
              <a:pathLst>
                <a:path w="551" h="801">
                  <a:moveTo>
                    <a:pt x="14" y="0"/>
                  </a:moveTo>
                  <a:lnTo>
                    <a:pt x="551" y="402"/>
                  </a:lnTo>
                  <a:lnTo>
                    <a:pt x="6" y="801"/>
                  </a:lnTo>
                  <a:lnTo>
                    <a:pt x="13" y="535"/>
                  </a:lnTo>
                  <a:lnTo>
                    <a:pt x="0" y="371"/>
                  </a:lnTo>
                  <a:lnTo>
                    <a:pt x="14" y="0"/>
                  </a:lnTo>
                  <a:close/>
                </a:path>
              </a:pathLst>
            </a:custGeom>
            <a:gradFill rotWithShape="1">
              <a:gsLst>
                <a:gs pos="0">
                  <a:schemeClr val="bg1"/>
                </a:gs>
                <a:gs pos="100000">
                  <a:srgbClr val="FF0000"/>
                </a:gs>
              </a:gsLst>
              <a:lin ang="2700000" scaled="1"/>
              <a:tileRect/>
            </a:gradFill>
            <a:ln w="9525">
              <a:noFill/>
            </a:ln>
          </p:spPr>
          <p:txBody>
            <a:bodyPr/>
            <a:p>
              <a:endParaRPr lang="zh-CN" altLang="en-US"/>
            </a:p>
          </p:txBody>
        </p:sp>
        <p:grpSp>
          <p:nvGrpSpPr>
            <p:cNvPr id="192619" name="Group 335"/>
            <p:cNvGrpSpPr/>
            <p:nvPr/>
          </p:nvGrpSpPr>
          <p:grpSpPr>
            <a:xfrm>
              <a:off x="931" y="1941"/>
              <a:ext cx="501" cy="828"/>
              <a:chOff x="569" y="2954"/>
              <a:chExt cx="501" cy="828"/>
            </a:xfrm>
          </p:grpSpPr>
          <p:sp>
            <p:nvSpPr>
              <p:cNvPr id="192620" name="Rectangle 336"/>
              <p:cNvSpPr/>
              <p:nvPr/>
            </p:nvSpPr>
            <p:spPr>
              <a:xfrm>
                <a:off x="576" y="2973"/>
                <a:ext cx="493" cy="79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621" name="Text Box 337"/>
              <p:cNvSpPr txBox="1"/>
              <p:nvPr/>
            </p:nvSpPr>
            <p:spPr>
              <a:xfrm>
                <a:off x="593" y="2954"/>
                <a:ext cx="477" cy="828"/>
              </a:xfrm>
              <a:prstGeom prst="rect">
                <a:avLst/>
              </a:prstGeom>
              <a:noFill/>
              <a:ln w="9525">
                <a:noFill/>
              </a:ln>
            </p:spPr>
            <p:txBody>
              <a:bodyPr wrap="none" anchor="t" anchorCtr="0">
                <a:spAutoFit/>
              </a:bodyPr>
              <a:p>
                <a:pPr algn="ctr" eaLnBrk="0" hangingPunct="0">
                  <a:buClrTx/>
                  <a:buFontTx/>
                </a:pPr>
                <a:r>
                  <a:rPr lang="en-US" altLang="zh-CN" sz="1600" i="0" dirty="0">
                    <a:latin typeface="Arial" panose="020B0604020202020204" pitchFamily="34" charset="0"/>
                    <a:ea typeface="宋体" panose="02010600030101010101" pitchFamily="2" charset="-122"/>
                  </a:rPr>
                  <a:t>DHCP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UDP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IP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Eth</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Phy</a:t>
                </a:r>
                <a:endParaRPr lang="en-US" altLang="zh-CN" sz="1600" i="0" dirty="0">
                  <a:latin typeface="Arial" panose="020B0604020202020204" pitchFamily="34" charset="0"/>
                  <a:ea typeface="宋体" panose="02010600030101010101" pitchFamily="2" charset="-122"/>
                </a:endParaRPr>
              </a:p>
            </p:txBody>
          </p:sp>
          <p:sp>
            <p:nvSpPr>
              <p:cNvPr id="192622" name="Line 338"/>
              <p:cNvSpPr/>
              <p:nvPr/>
            </p:nvSpPr>
            <p:spPr>
              <a:xfrm>
                <a:off x="578" y="3130"/>
                <a:ext cx="489" cy="0"/>
              </a:xfrm>
              <a:prstGeom prst="line">
                <a:avLst/>
              </a:prstGeom>
              <a:ln w="9525" cap="flat" cmpd="sng">
                <a:solidFill>
                  <a:schemeClr val="tx1"/>
                </a:solidFill>
                <a:prstDash val="solid"/>
                <a:round/>
                <a:headEnd type="none" w="med" len="med"/>
                <a:tailEnd type="none" w="med" len="med"/>
              </a:ln>
            </p:spPr>
          </p:sp>
          <p:sp>
            <p:nvSpPr>
              <p:cNvPr id="192623" name="Line 339"/>
              <p:cNvSpPr/>
              <p:nvPr/>
            </p:nvSpPr>
            <p:spPr>
              <a:xfrm>
                <a:off x="575" y="3289"/>
                <a:ext cx="489" cy="0"/>
              </a:xfrm>
              <a:prstGeom prst="line">
                <a:avLst/>
              </a:prstGeom>
              <a:ln w="9525" cap="flat" cmpd="sng">
                <a:solidFill>
                  <a:schemeClr val="tx1"/>
                </a:solidFill>
                <a:prstDash val="solid"/>
                <a:round/>
                <a:headEnd type="none" w="med" len="med"/>
                <a:tailEnd type="none" w="med" len="med"/>
              </a:ln>
            </p:spPr>
          </p:sp>
          <p:sp>
            <p:nvSpPr>
              <p:cNvPr id="192624" name="Line 340"/>
              <p:cNvSpPr/>
              <p:nvPr/>
            </p:nvSpPr>
            <p:spPr>
              <a:xfrm>
                <a:off x="572" y="3448"/>
                <a:ext cx="489" cy="0"/>
              </a:xfrm>
              <a:prstGeom prst="line">
                <a:avLst/>
              </a:prstGeom>
              <a:ln w="9525" cap="flat" cmpd="sng">
                <a:solidFill>
                  <a:schemeClr val="tx1"/>
                </a:solidFill>
                <a:prstDash val="solid"/>
                <a:round/>
                <a:headEnd type="none" w="med" len="med"/>
                <a:tailEnd type="none" w="med" len="med"/>
              </a:ln>
            </p:spPr>
          </p:sp>
          <p:sp>
            <p:nvSpPr>
              <p:cNvPr id="192625" name="Line 341"/>
              <p:cNvSpPr/>
              <p:nvPr/>
            </p:nvSpPr>
            <p:spPr>
              <a:xfrm>
                <a:off x="569" y="3607"/>
                <a:ext cx="489" cy="0"/>
              </a:xfrm>
              <a:prstGeom prst="line">
                <a:avLst/>
              </a:prstGeom>
              <a:ln w="9525" cap="flat" cmpd="sng">
                <a:solidFill>
                  <a:schemeClr val="tx1"/>
                </a:solidFill>
                <a:prstDash val="solid"/>
                <a:round/>
                <a:headEnd type="none" w="med" len="med"/>
                <a:tailEnd type="none" w="med" len="med"/>
              </a:ln>
            </p:spPr>
          </p:sp>
        </p:grpSp>
      </p:grpSp>
      <p:grpSp>
        <p:nvGrpSpPr>
          <p:cNvPr id="701882" name="Group 442"/>
          <p:cNvGrpSpPr/>
          <p:nvPr/>
        </p:nvGrpSpPr>
        <p:grpSpPr>
          <a:xfrm>
            <a:off x="339725" y="2981325"/>
            <a:ext cx="1081088" cy="1217613"/>
            <a:chOff x="1404" y="3105"/>
            <a:chExt cx="681" cy="767"/>
          </a:xfrm>
        </p:grpSpPr>
        <p:grpSp>
          <p:nvGrpSpPr>
            <p:cNvPr id="192627" name="Group 344"/>
            <p:cNvGrpSpPr/>
            <p:nvPr/>
          </p:nvGrpSpPr>
          <p:grpSpPr>
            <a:xfrm>
              <a:off x="1404" y="3355"/>
              <a:ext cx="681" cy="468"/>
              <a:chOff x="42" y="886"/>
              <a:chExt cx="681" cy="468"/>
            </a:xfrm>
          </p:grpSpPr>
          <p:grpSp>
            <p:nvGrpSpPr>
              <p:cNvPr id="192628" name="Group 345"/>
              <p:cNvGrpSpPr/>
              <p:nvPr/>
            </p:nvGrpSpPr>
            <p:grpSpPr>
              <a:xfrm>
                <a:off x="278" y="886"/>
                <a:ext cx="397" cy="154"/>
                <a:chOff x="740" y="3209"/>
                <a:chExt cx="397" cy="154"/>
              </a:xfrm>
            </p:grpSpPr>
            <p:grpSp>
              <p:nvGrpSpPr>
                <p:cNvPr id="192629" name="Group 346"/>
                <p:cNvGrpSpPr/>
                <p:nvPr/>
              </p:nvGrpSpPr>
              <p:grpSpPr>
                <a:xfrm>
                  <a:off x="794" y="3209"/>
                  <a:ext cx="343" cy="154"/>
                  <a:chOff x="844" y="3337"/>
                  <a:chExt cx="343" cy="154"/>
                </a:xfrm>
              </p:grpSpPr>
              <p:sp>
                <p:nvSpPr>
                  <p:cNvPr id="192630" name="Rectangle 347"/>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631" name="Text Box 348"/>
                  <p:cNvSpPr txBox="1"/>
                  <p:nvPr/>
                </p:nvSpPr>
                <p:spPr>
                  <a:xfrm>
                    <a:off x="844" y="3337"/>
                    <a:ext cx="343"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DHCP</a:t>
                    </a:r>
                    <a:endParaRPr lang="en-US" altLang="zh-CN" sz="1000" i="0" dirty="0">
                      <a:solidFill>
                        <a:schemeClr val="bg1"/>
                      </a:solidFill>
                      <a:latin typeface="Arial" panose="020B0604020202020204" pitchFamily="34" charset="0"/>
                      <a:ea typeface="宋体" panose="02010600030101010101" pitchFamily="2" charset="-122"/>
                    </a:endParaRPr>
                  </a:p>
                </p:txBody>
              </p:sp>
            </p:grpSp>
            <p:sp>
              <p:nvSpPr>
                <p:cNvPr id="192632" name="Rectangle 349"/>
                <p:cNvSpPr/>
                <p:nvPr/>
              </p:nvSpPr>
              <p:spPr>
                <a:xfrm>
                  <a:off x="750" y="3244"/>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633" name="Rectangle 350"/>
                <p:cNvSpPr/>
                <p:nvPr/>
              </p:nvSpPr>
              <p:spPr>
                <a:xfrm>
                  <a:off x="740" y="3238"/>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92634" name="Group 351"/>
              <p:cNvGrpSpPr/>
              <p:nvPr/>
            </p:nvGrpSpPr>
            <p:grpSpPr>
              <a:xfrm>
                <a:off x="278" y="1034"/>
                <a:ext cx="397" cy="154"/>
                <a:chOff x="836" y="3305"/>
                <a:chExt cx="397" cy="154"/>
              </a:xfrm>
            </p:grpSpPr>
            <p:grpSp>
              <p:nvGrpSpPr>
                <p:cNvPr id="192635" name="Group 352"/>
                <p:cNvGrpSpPr/>
                <p:nvPr/>
              </p:nvGrpSpPr>
              <p:grpSpPr>
                <a:xfrm>
                  <a:off x="890" y="3305"/>
                  <a:ext cx="343" cy="154"/>
                  <a:chOff x="844" y="3337"/>
                  <a:chExt cx="343" cy="154"/>
                </a:xfrm>
              </p:grpSpPr>
              <p:sp>
                <p:nvSpPr>
                  <p:cNvPr id="192636" name="Rectangle 353"/>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637" name="Text Box 354"/>
                  <p:cNvSpPr txBox="1"/>
                  <p:nvPr/>
                </p:nvSpPr>
                <p:spPr>
                  <a:xfrm>
                    <a:off x="844" y="3337"/>
                    <a:ext cx="343"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DHCP</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2638" name="Group 355"/>
                <p:cNvGrpSpPr/>
                <p:nvPr/>
              </p:nvGrpSpPr>
              <p:grpSpPr>
                <a:xfrm>
                  <a:off x="836" y="3334"/>
                  <a:ext cx="354" cy="94"/>
                  <a:chOff x="836" y="3334"/>
                  <a:chExt cx="354" cy="94"/>
                </a:xfrm>
              </p:grpSpPr>
              <p:sp>
                <p:nvSpPr>
                  <p:cNvPr id="192639" name="Rectangle 356"/>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640" name="Rectangle 357"/>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grpSp>
            <p:nvGrpSpPr>
              <p:cNvPr id="192641" name="Group 358"/>
              <p:cNvGrpSpPr/>
              <p:nvPr/>
            </p:nvGrpSpPr>
            <p:grpSpPr>
              <a:xfrm>
                <a:off x="165" y="1054"/>
                <a:ext cx="480" cy="112"/>
                <a:chOff x="627" y="3377"/>
                <a:chExt cx="480" cy="112"/>
              </a:xfrm>
            </p:grpSpPr>
            <p:sp>
              <p:nvSpPr>
                <p:cNvPr id="192642" name="Rectangle 359"/>
                <p:cNvSpPr/>
                <p:nvPr/>
              </p:nvSpPr>
              <p:spPr>
                <a:xfrm>
                  <a:off x="636" y="3388"/>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643" name="Rectangle 360"/>
                <p:cNvSpPr/>
                <p:nvPr/>
              </p:nvSpPr>
              <p:spPr>
                <a:xfrm>
                  <a:off x="627" y="3377"/>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92644" name="Group 361"/>
              <p:cNvGrpSpPr/>
              <p:nvPr/>
            </p:nvGrpSpPr>
            <p:grpSpPr>
              <a:xfrm>
                <a:off x="42" y="1200"/>
                <a:ext cx="681" cy="154"/>
                <a:chOff x="504" y="3523"/>
                <a:chExt cx="681" cy="154"/>
              </a:xfrm>
            </p:grpSpPr>
            <p:grpSp>
              <p:nvGrpSpPr>
                <p:cNvPr id="192645" name="Group 362"/>
                <p:cNvGrpSpPr/>
                <p:nvPr/>
              </p:nvGrpSpPr>
              <p:grpSpPr>
                <a:xfrm>
                  <a:off x="623" y="3523"/>
                  <a:ext cx="510" cy="154"/>
                  <a:chOff x="723" y="3453"/>
                  <a:chExt cx="510" cy="154"/>
                </a:xfrm>
              </p:grpSpPr>
              <p:grpSp>
                <p:nvGrpSpPr>
                  <p:cNvPr id="192646" name="Group 363"/>
                  <p:cNvGrpSpPr/>
                  <p:nvPr/>
                </p:nvGrpSpPr>
                <p:grpSpPr>
                  <a:xfrm>
                    <a:off x="836" y="3453"/>
                    <a:ext cx="397" cy="154"/>
                    <a:chOff x="836" y="3305"/>
                    <a:chExt cx="397" cy="154"/>
                  </a:xfrm>
                </p:grpSpPr>
                <p:grpSp>
                  <p:nvGrpSpPr>
                    <p:cNvPr id="192647" name="Group 364"/>
                    <p:cNvGrpSpPr/>
                    <p:nvPr/>
                  </p:nvGrpSpPr>
                  <p:grpSpPr>
                    <a:xfrm>
                      <a:off x="890" y="3305"/>
                      <a:ext cx="343" cy="154"/>
                      <a:chOff x="844" y="3337"/>
                      <a:chExt cx="343" cy="154"/>
                    </a:xfrm>
                  </p:grpSpPr>
                  <p:sp>
                    <p:nvSpPr>
                      <p:cNvPr id="192648" name="Rectangle 365"/>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649" name="Text Box 366"/>
                      <p:cNvSpPr txBox="1"/>
                      <p:nvPr/>
                    </p:nvSpPr>
                    <p:spPr>
                      <a:xfrm>
                        <a:off x="844" y="3337"/>
                        <a:ext cx="343"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DHCP</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2650" name="Group 367"/>
                    <p:cNvGrpSpPr/>
                    <p:nvPr/>
                  </p:nvGrpSpPr>
                  <p:grpSpPr>
                    <a:xfrm>
                      <a:off x="836" y="3334"/>
                      <a:ext cx="354" cy="94"/>
                      <a:chOff x="836" y="3334"/>
                      <a:chExt cx="354" cy="94"/>
                    </a:xfrm>
                  </p:grpSpPr>
                  <p:sp>
                    <p:nvSpPr>
                      <p:cNvPr id="192651" name="Rectangle 368"/>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652" name="Rectangle 369"/>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sp>
                <p:nvSpPr>
                  <p:cNvPr id="192653" name="Rectangle 370"/>
                  <p:cNvSpPr/>
                  <p:nvPr/>
                </p:nvSpPr>
                <p:spPr>
                  <a:xfrm>
                    <a:off x="732" y="3484"/>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654" name="Rectangle 371"/>
                  <p:cNvSpPr/>
                  <p:nvPr/>
                </p:nvSpPr>
                <p:spPr>
                  <a:xfrm>
                    <a:off x="723" y="3473"/>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92655" name="Rectangle 372"/>
                <p:cNvSpPr/>
                <p:nvPr/>
              </p:nvSpPr>
              <p:spPr>
                <a:xfrm>
                  <a:off x="517" y="3545"/>
                  <a:ext cx="94"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656" name="Rectangle 373"/>
                <p:cNvSpPr/>
                <p:nvPr/>
              </p:nvSpPr>
              <p:spPr>
                <a:xfrm>
                  <a:off x="1115" y="3544"/>
                  <a:ext cx="60"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657" name="Rectangle 374"/>
                <p:cNvSpPr/>
                <p:nvPr/>
              </p:nvSpPr>
              <p:spPr>
                <a:xfrm>
                  <a:off x="504" y="3529"/>
                  <a:ext cx="681" cy="138"/>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sp>
          <p:nvSpPr>
            <p:cNvPr id="192658" name="AutoShape 375"/>
            <p:cNvSpPr/>
            <p:nvPr/>
          </p:nvSpPr>
          <p:spPr>
            <a:xfrm rot="10800000">
              <a:off x="1727" y="3105"/>
              <a:ext cx="240" cy="767"/>
            </a:xfrm>
            <a:prstGeom prst="downArrow">
              <a:avLst>
                <a:gd name="adj1" fmla="val 54166"/>
                <a:gd name="adj2" fmla="val 51236"/>
              </a:avLst>
            </a:prstGeom>
            <a:gradFill rotWithShape="1">
              <a:gsLst>
                <a:gs pos="0">
                  <a:srgbClr val="FF0000">
                    <a:alpha val="25000"/>
                  </a:srgbClr>
                </a:gs>
                <a:gs pos="100000">
                  <a:srgbClr val="FF0000">
                    <a:alpha val="25000"/>
                  </a:srgbClr>
                </a:gs>
              </a:gsLst>
              <a:lin ang="5400000" scaled="1"/>
              <a:tileRect/>
            </a:gra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92659" name="Group 379"/>
            <p:cNvGrpSpPr/>
            <p:nvPr/>
          </p:nvGrpSpPr>
          <p:grpSpPr>
            <a:xfrm>
              <a:off x="1695" y="3227"/>
              <a:ext cx="343" cy="154"/>
              <a:chOff x="844" y="3337"/>
              <a:chExt cx="343" cy="154"/>
            </a:xfrm>
          </p:grpSpPr>
          <p:sp>
            <p:nvSpPr>
              <p:cNvPr id="192660" name="Rectangle 380"/>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661" name="Text Box 381"/>
              <p:cNvSpPr txBox="1"/>
              <p:nvPr/>
            </p:nvSpPr>
            <p:spPr>
              <a:xfrm>
                <a:off x="844" y="3337"/>
                <a:ext cx="343"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DHCP</a:t>
                </a:r>
                <a:endParaRPr lang="en-US" altLang="zh-CN" sz="1000" i="0" dirty="0">
                  <a:solidFill>
                    <a:schemeClr val="bg1"/>
                  </a:solidFill>
                  <a:latin typeface="Arial" panose="020B0604020202020204" pitchFamily="34" charset="0"/>
                  <a:ea typeface="宋体" panose="02010600030101010101" pitchFamily="2" charset="-122"/>
                </a:endParaRPr>
              </a:p>
            </p:txBody>
          </p:sp>
        </p:grpSp>
      </p:grpSp>
      <p:grpSp>
        <p:nvGrpSpPr>
          <p:cNvPr id="701916" name="Group 476"/>
          <p:cNvGrpSpPr/>
          <p:nvPr/>
        </p:nvGrpSpPr>
        <p:grpSpPr>
          <a:xfrm>
            <a:off x="803275" y="3178175"/>
            <a:ext cx="544513" cy="244475"/>
            <a:chOff x="844" y="3337"/>
            <a:chExt cx="343" cy="154"/>
          </a:xfrm>
        </p:grpSpPr>
        <p:sp>
          <p:nvSpPr>
            <p:cNvPr id="192663" name="Rectangle 477"/>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2664" name="Text Box 478"/>
            <p:cNvSpPr txBox="1"/>
            <p:nvPr/>
          </p:nvSpPr>
          <p:spPr>
            <a:xfrm>
              <a:off x="844" y="3337"/>
              <a:ext cx="343"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DHCP</a:t>
              </a:r>
              <a:endParaRPr lang="en-US" altLang="zh-CN" sz="1000" i="0" dirty="0">
                <a:solidFill>
                  <a:schemeClr val="bg1"/>
                </a:solidFill>
                <a:latin typeface="Arial" panose="020B0604020202020204" pitchFamily="34" charset="0"/>
                <a:ea typeface="宋体" panose="02010600030101010101" pitchFamily="2" charset="-122"/>
              </a:endParaRPr>
            </a:p>
          </p:txBody>
        </p:sp>
      </p:grpSp>
      <p:sp>
        <p:nvSpPr>
          <p:cNvPr id="701919" name="Rectangle 479"/>
          <p:cNvSpPr/>
          <p:nvPr/>
        </p:nvSpPr>
        <p:spPr>
          <a:xfrm>
            <a:off x="5037138" y="2733675"/>
            <a:ext cx="3892550" cy="1306513"/>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i="0" dirty="0">
                <a:latin typeface="Comic Sans MS" panose="030F0702030302020204" pitchFamily="66" charset="0"/>
                <a:ea typeface="宋体" panose="02010600030101010101" pitchFamily="2" charset="-122"/>
              </a:rPr>
              <a:t>DHCP request </a:t>
            </a:r>
            <a:r>
              <a:rPr lang="en-US" altLang="zh-CN" sz="2000" b="1" dirty="0">
                <a:solidFill>
                  <a:schemeClr val="accent2"/>
                </a:solidFill>
                <a:latin typeface="Comic Sans MS" panose="030F0702030302020204" pitchFamily="66" charset="0"/>
                <a:ea typeface="宋体" panose="02010600030101010101" pitchFamily="2" charset="-122"/>
              </a:rPr>
              <a:t>encapsulated</a:t>
            </a:r>
            <a:r>
              <a:rPr lang="en-US" altLang="zh-CN" sz="2000" i="0" dirty="0">
                <a:solidFill>
                  <a:schemeClr val="accent2"/>
                </a:solidFill>
                <a:latin typeface="Comic Sans MS" panose="030F0702030302020204" pitchFamily="66" charset="0"/>
                <a:ea typeface="宋体" panose="02010600030101010101" pitchFamily="2" charset="-122"/>
              </a:rPr>
              <a:t> </a:t>
            </a:r>
            <a:r>
              <a:rPr lang="en-US" altLang="zh-CN" sz="2000" i="0" dirty="0">
                <a:latin typeface="Comic Sans MS" panose="030F0702030302020204" pitchFamily="66" charset="0"/>
                <a:ea typeface="宋体" panose="02010600030101010101" pitchFamily="2" charset="-122"/>
              </a:rPr>
              <a:t>in </a:t>
            </a:r>
            <a:r>
              <a:rPr lang="en-US" altLang="zh-CN" sz="2000" b="1" dirty="0">
                <a:solidFill>
                  <a:srgbClr val="FF0000"/>
                </a:solidFill>
                <a:latin typeface="Comic Sans MS" panose="030F0702030302020204" pitchFamily="66" charset="0"/>
                <a:ea typeface="宋体" panose="02010600030101010101" pitchFamily="2" charset="-122"/>
              </a:rPr>
              <a:t>UDP</a:t>
            </a:r>
            <a:r>
              <a:rPr lang="en-US" altLang="zh-CN" sz="2000" i="0" dirty="0">
                <a:latin typeface="Comic Sans MS" panose="030F0702030302020204" pitchFamily="66" charset="0"/>
                <a:ea typeface="宋体" panose="02010600030101010101" pitchFamily="2" charset="-122"/>
              </a:rPr>
              <a:t>, encapsulated in </a:t>
            </a:r>
            <a:r>
              <a:rPr lang="en-US" altLang="zh-CN" sz="2000" b="1" dirty="0">
                <a:solidFill>
                  <a:srgbClr val="FF0000"/>
                </a:solidFill>
                <a:latin typeface="Comic Sans MS" panose="030F0702030302020204" pitchFamily="66" charset="0"/>
                <a:ea typeface="宋体" panose="02010600030101010101" pitchFamily="2" charset="-122"/>
              </a:rPr>
              <a:t>IP</a:t>
            </a:r>
            <a:r>
              <a:rPr lang="en-US" altLang="zh-CN" sz="2000" i="0" dirty="0">
                <a:latin typeface="Comic Sans MS" panose="030F0702030302020204" pitchFamily="66" charset="0"/>
                <a:ea typeface="宋体" panose="02010600030101010101" pitchFamily="2" charset="-122"/>
              </a:rPr>
              <a:t>, encapsulated in </a:t>
            </a:r>
            <a:r>
              <a:rPr lang="en-US" altLang="zh-CN" sz="2000" b="1" dirty="0">
                <a:solidFill>
                  <a:srgbClr val="FF0000"/>
                </a:solidFill>
                <a:latin typeface="Comic Sans MS" panose="030F0702030302020204" pitchFamily="66" charset="0"/>
                <a:ea typeface="宋体" panose="02010600030101010101" pitchFamily="2" charset="-122"/>
              </a:rPr>
              <a:t>802.3</a:t>
            </a:r>
            <a:r>
              <a:rPr lang="en-US" altLang="zh-CN" sz="2000" i="0" dirty="0">
                <a:latin typeface="Comic Sans MS" panose="030F0702030302020204" pitchFamily="66" charset="0"/>
                <a:ea typeface="宋体" panose="02010600030101010101" pitchFamily="2" charset="-122"/>
              </a:rPr>
              <a:t> Ethernet</a:t>
            </a:r>
            <a:endParaRPr lang="en-US" altLang="zh-CN" sz="2000" i="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pPr>
            <a:endParaRPr lang="en-US" altLang="zh-CN" sz="2000" i="0" dirty="0">
              <a:latin typeface="Comic Sans MS" panose="030F0702030302020204" pitchFamily="66" charset="0"/>
              <a:ea typeface="宋体" panose="02010600030101010101" pitchFamily="2" charset="-122"/>
            </a:endParaRPr>
          </a:p>
        </p:txBody>
      </p:sp>
      <p:sp>
        <p:nvSpPr>
          <p:cNvPr id="701920" name="Rectangle 480"/>
          <p:cNvSpPr/>
          <p:nvPr/>
        </p:nvSpPr>
        <p:spPr>
          <a:xfrm>
            <a:off x="5035550" y="3979863"/>
            <a:ext cx="3924300" cy="1563687"/>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i="0" dirty="0">
                <a:latin typeface="Comic Sans MS" panose="030F0702030302020204" pitchFamily="66" charset="0"/>
                <a:ea typeface="宋体" panose="02010600030101010101" pitchFamily="2" charset="-122"/>
              </a:rPr>
              <a:t>Ethernet frame </a:t>
            </a:r>
            <a:r>
              <a:rPr lang="en-US" altLang="zh-CN" sz="2000" b="1" dirty="0">
                <a:solidFill>
                  <a:schemeClr val="accent2"/>
                </a:solidFill>
                <a:latin typeface="Comic Sans MS" panose="030F0702030302020204" pitchFamily="66" charset="0"/>
                <a:ea typeface="宋体" panose="02010600030101010101" pitchFamily="2" charset="-122"/>
              </a:rPr>
              <a:t>broadcast</a:t>
            </a:r>
            <a:r>
              <a:rPr lang="en-US" altLang="zh-CN" sz="2000" i="0" dirty="0">
                <a:latin typeface="Comic Sans MS" panose="030F0702030302020204" pitchFamily="66" charset="0"/>
                <a:ea typeface="宋体" panose="02010600030101010101" pitchFamily="2" charset="-122"/>
              </a:rPr>
              <a:t> (dest: </a:t>
            </a:r>
            <a:r>
              <a:rPr lang="en-US" altLang="zh-CN" sz="1600" i="0" dirty="0">
                <a:latin typeface="Comic Sans MS" panose="030F0702030302020204" pitchFamily="66" charset="0"/>
                <a:ea typeface="宋体" panose="02010600030101010101" pitchFamily="2" charset="-122"/>
              </a:rPr>
              <a:t>FFFFFFFFFFFF</a:t>
            </a:r>
            <a:r>
              <a:rPr lang="en-US" altLang="zh-CN" sz="2000" i="0" dirty="0">
                <a:latin typeface="Comic Sans MS" panose="030F0702030302020204" pitchFamily="66" charset="0"/>
                <a:ea typeface="宋体" panose="02010600030101010101" pitchFamily="2" charset="-122"/>
              </a:rPr>
              <a:t>) on LAN, received at router running </a:t>
            </a:r>
            <a:r>
              <a:rPr lang="en-US" altLang="zh-CN" sz="2000" b="1" dirty="0">
                <a:solidFill>
                  <a:srgbClr val="FF0000"/>
                </a:solidFill>
                <a:latin typeface="Comic Sans MS" panose="030F0702030302020204" pitchFamily="66" charset="0"/>
                <a:ea typeface="宋体" panose="02010600030101010101" pitchFamily="2" charset="-122"/>
              </a:rPr>
              <a:t>DHCP</a:t>
            </a:r>
            <a:r>
              <a:rPr lang="en-US" altLang="zh-CN" sz="2000" i="0" dirty="0">
                <a:latin typeface="Comic Sans MS" panose="030F0702030302020204" pitchFamily="66" charset="0"/>
                <a:ea typeface="宋体" panose="02010600030101010101" pitchFamily="2" charset="-122"/>
              </a:rPr>
              <a:t> server</a:t>
            </a:r>
            <a:endParaRPr lang="en-US" altLang="zh-CN" sz="2000" i="0" dirty="0">
              <a:latin typeface="Comic Sans MS" panose="030F0702030302020204" pitchFamily="66" charset="0"/>
              <a:ea typeface="宋体" panose="02010600030101010101" pitchFamily="2" charset="-122"/>
            </a:endParaRPr>
          </a:p>
        </p:txBody>
      </p:sp>
      <p:sp>
        <p:nvSpPr>
          <p:cNvPr id="701921" name="Rectangle 481"/>
          <p:cNvSpPr/>
          <p:nvPr/>
        </p:nvSpPr>
        <p:spPr>
          <a:xfrm>
            <a:off x="5033963" y="5316538"/>
            <a:ext cx="3802062" cy="1292225"/>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i="0" dirty="0">
                <a:latin typeface="Comic Sans MS" panose="030F0702030302020204" pitchFamily="66" charset="0"/>
                <a:ea typeface="宋体" panose="02010600030101010101" pitchFamily="2" charset="-122"/>
              </a:rPr>
              <a:t>Ethernet </a:t>
            </a:r>
            <a:r>
              <a:rPr lang="en-US" altLang="zh-CN" sz="2000" b="1" dirty="0">
                <a:solidFill>
                  <a:schemeClr val="accent2"/>
                </a:solidFill>
                <a:latin typeface="Comic Sans MS" panose="030F0702030302020204" pitchFamily="66" charset="0"/>
                <a:ea typeface="宋体" panose="02010600030101010101" pitchFamily="2" charset="-122"/>
              </a:rPr>
              <a:t>demux’ed</a:t>
            </a:r>
            <a:r>
              <a:rPr lang="en-US" altLang="zh-CN" sz="2000" i="0" dirty="0">
                <a:latin typeface="Comic Sans MS" panose="030F0702030302020204" pitchFamily="66" charset="0"/>
                <a:ea typeface="宋体" panose="02010600030101010101" pitchFamily="2" charset="-122"/>
              </a:rPr>
              <a:t> to IP demux’ed, UDP demux’ed to DHCP </a:t>
            </a:r>
            <a:endParaRPr lang="en-US" altLang="zh-CN" sz="2000" i="0" dirty="0">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01661"/>
                                        </p:tgtEl>
                                        <p:attrNameLst>
                                          <p:attrName>style.visibility</p:attrName>
                                        </p:attrNameLst>
                                      </p:cBhvr>
                                      <p:to>
                                        <p:strVal val="visible"/>
                                      </p:to>
                                    </p:set>
                                    <p:animEffect transition="in" filter="wipe(left)">
                                      <p:cBhvr>
                                        <p:cTn id="7" dur="500"/>
                                        <p:tgtEl>
                                          <p:spTgt spid="701661"/>
                                        </p:tgtEl>
                                      </p:cBhvr>
                                    </p:animEffect>
                                  </p:childTnLst>
                                </p:cTn>
                              </p:par>
                            </p:childTnLst>
                          </p:cTn>
                        </p:par>
                        <p:par>
                          <p:cTn id="8" fill="hold">
                            <p:stCondLst>
                              <p:cond delay="500"/>
                            </p:stCondLst>
                            <p:childTnLst>
                              <p:par>
                                <p:cTn id="9" presetID="9" presetClass="exit" presetSubtype="0" fill="hold" nodeType="afterEffect">
                                  <p:stCondLst>
                                    <p:cond delay="0"/>
                                  </p:stCondLst>
                                  <p:childTnLst>
                                    <p:animEffect transition="out" filter="dissolve">
                                      <p:cBhvr>
                                        <p:cTn id="10" dur="500"/>
                                        <p:tgtEl>
                                          <p:spTgt spid="701661"/>
                                        </p:tgtEl>
                                      </p:cBhvr>
                                    </p:animEffect>
                                    <p:set>
                                      <p:cBhvr>
                                        <p:cTn id="11" dur="1" fill="hold">
                                          <p:stCondLst>
                                            <p:cond delay="499"/>
                                          </p:stCondLst>
                                        </p:cTn>
                                        <p:tgtEl>
                                          <p:spTgt spid="701661"/>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701690"/>
                                        </p:tgtEl>
                                        <p:attrNameLst>
                                          <p:attrName>style.visibility</p:attrName>
                                        </p:attrNameLst>
                                      </p:cBhvr>
                                      <p:to>
                                        <p:strVal val="visible"/>
                                      </p:to>
                                    </p:set>
                                    <p:animEffect transition="in" filter="wipe(down)">
                                      <p:cBhvr>
                                        <p:cTn id="16" dur="500"/>
                                        <p:tgtEl>
                                          <p:spTgt spid="701690"/>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701693"/>
                                        </p:tgtEl>
                                        <p:attrNameLst>
                                          <p:attrName>style.visibility</p:attrName>
                                        </p:attrNameLst>
                                      </p:cBhvr>
                                      <p:to>
                                        <p:strVal val="visible"/>
                                      </p:to>
                                    </p:set>
                                    <p:animEffect transition="in" filter="dissolve">
                                      <p:cBhvr>
                                        <p:cTn id="20" dur="500"/>
                                        <p:tgtEl>
                                          <p:spTgt spid="701693"/>
                                        </p:tgtEl>
                                      </p:cBhvr>
                                    </p:animEffect>
                                  </p:childTnLst>
                                </p:cTn>
                              </p:par>
                              <p:par>
                                <p:cTn id="21" presetID="1" presetClass="entr" presetSubtype="0" fill="hold" grpId="0" nodeType="withEffect">
                                  <p:stCondLst>
                                    <p:cond delay="0"/>
                                  </p:stCondLst>
                                  <p:childTnLst>
                                    <p:set>
                                      <p:cBhvr>
                                        <p:cTn id="22" dur="1" fill="hold">
                                          <p:stCondLst>
                                            <p:cond delay="0"/>
                                          </p:stCondLst>
                                        </p:cTn>
                                        <p:tgtEl>
                                          <p:spTgt spid="701629">
                                            <p:txEl>
                                              <p:charRg st="0" end="10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01739"/>
                                        </p:tgtEl>
                                        <p:attrNameLst>
                                          <p:attrName>style.visibility</p:attrName>
                                        </p:attrNameLst>
                                      </p:cBhvr>
                                      <p:to>
                                        <p:strVal val="visible"/>
                                      </p:to>
                                    </p:set>
                                    <p:animEffect transition="in" filter="wipe(up)">
                                      <p:cBhvr>
                                        <p:cTn id="27" dur="500"/>
                                        <p:tgtEl>
                                          <p:spTgt spid="701739"/>
                                        </p:tgtEl>
                                      </p:cBhvr>
                                    </p:animEffect>
                                  </p:childTnLst>
                                </p:cTn>
                              </p:par>
                              <p:par>
                                <p:cTn id="28" presetID="1" presetClass="entr" presetSubtype="0" fill="hold" grpId="0" nodeType="withEffect">
                                  <p:stCondLst>
                                    <p:cond delay="0"/>
                                  </p:stCondLst>
                                  <p:childTnLst>
                                    <p:set>
                                      <p:cBhvr>
                                        <p:cTn id="29" dur="1" fill="hold">
                                          <p:stCondLst>
                                            <p:cond delay="0"/>
                                          </p:stCondLst>
                                        </p:cTn>
                                        <p:tgtEl>
                                          <p:spTgt spid="70191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nodeType="clickEffect">
                                  <p:stCondLst>
                                    <p:cond delay="0"/>
                                  </p:stCondLst>
                                  <p:childTnLst>
                                    <p:set>
                                      <p:cBhvr>
                                        <p:cTn id="33" dur="1" fill="hold">
                                          <p:stCondLst>
                                            <p:cond delay="0"/>
                                          </p:stCondLst>
                                        </p:cTn>
                                        <p:tgtEl>
                                          <p:spTgt spid="701693"/>
                                        </p:tgtEl>
                                        <p:attrNameLst>
                                          <p:attrName>style.visibility</p:attrName>
                                        </p:attrNameLst>
                                      </p:cBhvr>
                                      <p:to>
                                        <p:strVal val="hidden"/>
                                      </p:to>
                                    </p:set>
                                  </p:childTnLst>
                                </p:cTn>
                              </p:par>
                              <p:par>
                                <p:cTn id="34" presetID="1" presetClass="exit" presetSubtype="0" fill="hold" nodeType="withEffect">
                                  <p:stCondLst>
                                    <p:cond delay="0"/>
                                  </p:stCondLst>
                                  <p:childTnLst>
                                    <p:set>
                                      <p:cBhvr>
                                        <p:cTn id="35" dur="1" fill="hold">
                                          <p:stCondLst>
                                            <p:cond delay="0"/>
                                          </p:stCondLst>
                                        </p:cTn>
                                        <p:tgtEl>
                                          <p:spTgt spid="701739"/>
                                        </p:tgtEl>
                                        <p:attrNameLst>
                                          <p:attrName>style.visibility</p:attrName>
                                        </p:attrNameLst>
                                      </p:cBhvr>
                                      <p:to>
                                        <p:strVal val="hidden"/>
                                      </p:to>
                                    </p:set>
                                  </p:childTnLst>
                                </p:cTn>
                              </p:par>
                            </p:childTnLst>
                          </p:cTn>
                        </p:par>
                        <p:par>
                          <p:cTn id="36" fill="hold">
                            <p:stCondLst>
                              <p:cond delay="0"/>
                            </p:stCondLst>
                            <p:childTnLst>
                              <p:par>
                                <p:cTn id="37" presetID="1" presetClass="entr" presetSubtype="0" fill="hold" nodeType="afterEffect">
                                  <p:stCondLst>
                                    <p:cond delay="0"/>
                                  </p:stCondLst>
                                  <p:childTnLst>
                                    <p:set>
                                      <p:cBhvr>
                                        <p:cTn id="38" dur="1" fill="hold">
                                          <p:stCondLst>
                                            <p:cond delay="0"/>
                                          </p:stCondLst>
                                        </p:cTn>
                                        <p:tgtEl>
                                          <p:spTgt spid="70175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01920"/>
                                        </p:tgtEl>
                                        <p:attrNameLst>
                                          <p:attrName>style.visibility</p:attrName>
                                        </p:attrNameLst>
                                      </p:cBhvr>
                                      <p:to>
                                        <p:strVal val="visible"/>
                                      </p:to>
                                    </p:set>
                                  </p:childTnLst>
                                </p:cTn>
                              </p:par>
                            </p:childTnLst>
                          </p:cTn>
                        </p:par>
                        <p:par>
                          <p:cTn id="41" fill="hold">
                            <p:stCondLst>
                              <p:cond delay="0"/>
                            </p:stCondLst>
                            <p:childTnLst>
                              <p:par>
                                <p:cTn id="42" presetID="0" presetClass="path" presetSubtype="0" accel="50000" decel="50000" fill="hold" nodeType="afterEffect">
                                  <p:stCondLst>
                                    <p:cond delay="0"/>
                                  </p:stCondLst>
                                  <p:childTnLst>
                                    <p:animMotion origin="layout" path="M 1.66667E-6 1.81144E-6 L 0.26823 -0.00139 L 0.10833 0.27287 L -0.01806 0.27125 " pathEditMode="relative" rAng="0" ptsTypes="AAAA">
                                      <p:cBhvr>
                                        <p:cTn id="43" dur="2000" fill="hold"/>
                                        <p:tgtEl>
                                          <p:spTgt spid="701758"/>
                                        </p:tgtEl>
                                        <p:attrNameLst>
                                          <p:attrName>ppt_x</p:attrName>
                                          <p:attrName>ppt_y</p:attrName>
                                        </p:attrNameLst>
                                      </p:cBhvr>
                                      <p:rCtr x="12500" y="13600"/>
                                    </p:animMotion>
                                  </p:childTnLst>
                                </p:cTn>
                              </p:par>
                            </p:childTnLst>
                          </p:cTn>
                        </p:par>
                        <p:par>
                          <p:cTn id="44" fill="hold">
                            <p:stCondLst>
                              <p:cond delay="2000"/>
                            </p:stCondLst>
                            <p:childTnLst>
                              <p:par>
                                <p:cTn id="45" presetID="22" presetClass="entr" presetSubtype="2" fill="hold" nodeType="afterEffect">
                                  <p:stCondLst>
                                    <p:cond delay="0"/>
                                  </p:stCondLst>
                                  <p:childTnLst>
                                    <p:set>
                                      <p:cBhvr>
                                        <p:cTn id="46" dur="1" fill="hold">
                                          <p:stCondLst>
                                            <p:cond delay="0"/>
                                          </p:stCondLst>
                                        </p:cTn>
                                        <p:tgtEl>
                                          <p:spTgt spid="701782"/>
                                        </p:tgtEl>
                                        <p:attrNameLst>
                                          <p:attrName>style.visibility</p:attrName>
                                        </p:attrNameLst>
                                      </p:cBhvr>
                                      <p:to>
                                        <p:strVal val="visible"/>
                                      </p:to>
                                    </p:set>
                                    <p:animEffect transition="in" filter="wipe(right)">
                                      <p:cBhvr>
                                        <p:cTn id="47" dur="500"/>
                                        <p:tgtEl>
                                          <p:spTgt spid="701782"/>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nodeType="clickEffect">
                                  <p:stCondLst>
                                    <p:cond delay="0"/>
                                  </p:stCondLst>
                                  <p:childTnLst>
                                    <p:set>
                                      <p:cBhvr>
                                        <p:cTn id="51" dur="1" fill="hold">
                                          <p:stCondLst>
                                            <p:cond delay="0"/>
                                          </p:stCondLst>
                                        </p:cTn>
                                        <p:tgtEl>
                                          <p:spTgt spid="701758"/>
                                        </p:tgtEl>
                                        <p:attrNameLst>
                                          <p:attrName>style.visibility</p:attrName>
                                        </p:attrNameLst>
                                      </p:cBhvr>
                                      <p:to>
                                        <p:strVal val="hidden"/>
                                      </p:to>
                                    </p:set>
                                  </p:childTnLst>
                                </p:cTn>
                              </p:par>
                            </p:childTnLst>
                          </p:cTn>
                        </p:par>
                        <p:par>
                          <p:cTn id="52" fill="hold">
                            <p:stCondLst>
                              <p:cond delay="0"/>
                            </p:stCondLst>
                            <p:childTnLst>
                              <p:par>
                                <p:cTn id="53" presetID="22" presetClass="entr" presetSubtype="4" fill="hold" nodeType="afterEffect">
                                  <p:stCondLst>
                                    <p:cond delay="0"/>
                                  </p:stCondLst>
                                  <p:childTnLst>
                                    <p:set>
                                      <p:cBhvr>
                                        <p:cTn id="54" dur="1" fill="hold">
                                          <p:stCondLst>
                                            <p:cond delay="0"/>
                                          </p:stCondLst>
                                        </p:cTn>
                                        <p:tgtEl>
                                          <p:spTgt spid="701882"/>
                                        </p:tgtEl>
                                        <p:attrNameLst>
                                          <p:attrName>style.visibility</p:attrName>
                                        </p:attrNameLst>
                                      </p:cBhvr>
                                      <p:to>
                                        <p:strVal val="visible"/>
                                      </p:to>
                                    </p:set>
                                    <p:animEffect transition="in" filter="wipe(down)">
                                      <p:cBhvr>
                                        <p:cTn id="55" dur="1000"/>
                                        <p:tgtEl>
                                          <p:spTgt spid="701882"/>
                                        </p:tgtEl>
                                      </p:cBhvr>
                                    </p:animEffect>
                                  </p:childTnLst>
                                </p:cTn>
                              </p:par>
                            </p:childTnLst>
                          </p:cTn>
                        </p:par>
                        <p:par>
                          <p:cTn id="56" fill="hold">
                            <p:stCondLst>
                              <p:cond delay="1000"/>
                            </p:stCondLst>
                            <p:childTnLst>
                              <p:par>
                                <p:cTn id="57" presetID="1" presetClass="exit" presetSubtype="0" fill="hold" nodeType="afterEffect">
                                  <p:stCondLst>
                                    <p:cond delay="1000"/>
                                  </p:stCondLst>
                                  <p:childTnLst>
                                    <p:set>
                                      <p:cBhvr>
                                        <p:cTn id="58" dur="1" fill="hold">
                                          <p:stCondLst>
                                            <p:cond delay="0"/>
                                          </p:stCondLst>
                                        </p:cTn>
                                        <p:tgtEl>
                                          <p:spTgt spid="701882"/>
                                        </p:tgtEl>
                                        <p:attrNameLst>
                                          <p:attrName>style.visibility</p:attrName>
                                        </p:attrNameLst>
                                      </p:cBhvr>
                                      <p:to>
                                        <p:strVal val="hidden"/>
                                      </p:to>
                                    </p:set>
                                  </p:childTnLst>
                                </p:cTn>
                              </p:par>
                              <p:par>
                                <p:cTn id="59" presetID="1" presetClass="entr" presetSubtype="0" fill="hold" grpId="0" nodeType="withEffect">
                                  <p:stCondLst>
                                    <p:cond delay="0"/>
                                  </p:stCondLst>
                                  <p:childTnLst>
                                    <p:set>
                                      <p:cBhvr>
                                        <p:cTn id="60" dur="1" fill="hold">
                                          <p:stCondLst>
                                            <p:cond delay="0"/>
                                          </p:stCondLst>
                                        </p:cTn>
                                        <p:tgtEl>
                                          <p:spTgt spid="701921"/>
                                        </p:tgtEl>
                                        <p:attrNameLst>
                                          <p:attrName>style.visibility</p:attrName>
                                        </p:attrNameLst>
                                      </p:cBhvr>
                                      <p:to>
                                        <p:strVal val="visible"/>
                                      </p:to>
                                    </p:set>
                                  </p:childTnLst>
                                </p:cTn>
                              </p:par>
                              <p:par>
                                <p:cTn id="61" presetID="1" presetClass="entr" presetSubtype="0" fill="hold" nodeType="withEffect">
                                  <p:stCondLst>
                                    <p:cond delay="1000"/>
                                  </p:stCondLst>
                                  <p:childTnLst>
                                    <p:set>
                                      <p:cBhvr>
                                        <p:cTn id="62" dur="1" fill="hold">
                                          <p:stCondLst>
                                            <p:cond delay="0"/>
                                          </p:stCondLst>
                                        </p:cTn>
                                        <p:tgtEl>
                                          <p:spTgt spid="7019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1629" grpId="0" build="p"/>
      <p:bldP spid="701919" grpId="0"/>
      <p:bldP spid="701920" grpId="0"/>
      <p:bldP spid="701921"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9456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94563" name="Rectangle 2"/>
          <p:cNvSpPr>
            <a:spLocks noGrp="1"/>
          </p:cNvSpPr>
          <p:nvPr>
            <p:ph type="title"/>
          </p:nvPr>
        </p:nvSpPr>
        <p:spPr>
          <a:xfrm>
            <a:off x="323850" y="0"/>
            <a:ext cx="8034338" cy="1143000"/>
          </a:xfrm>
          <a:ln/>
        </p:spPr>
        <p:txBody>
          <a:bodyPr vert="horz" wrap="square" lIns="91440" tIns="45720" rIns="91440" bIns="45720" anchor="ctr" anchorCtr="0"/>
          <a:p>
            <a:r>
              <a:rPr lang="en-US" altLang="zh-CN" sz="2800" u="none" dirty="0">
                <a:ea typeface="宋体" panose="02010600030101010101" pitchFamily="2" charset="-122"/>
              </a:rPr>
              <a:t>A day in the life… connecting to the Internet</a:t>
            </a:r>
            <a:endParaRPr lang="en-US" altLang="zh-CN" sz="2800" u="none" dirty="0">
              <a:ea typeface="宋体" panose="02010600030101010101" pitchFamily="2" charset="-122"/>
            </a:endParaRPr>
          </a:p>
        </p:txBody>
      </p:sp>
      <p:sp>
        <p:nvSpPr>
          <p:cNvPr id="703491" name="Rectangle 3"/>
          <p:cNvSpPr>
            <a:spLocks noGrp="1"/>
          </p:cNvSpPr>
          <p:nvPr>
            <p:ph idx="1"/>
          </p:nvPr>
        </p:nvSpPr>
        <p:spPr>
          <a:xfrm>
            <a:off x="5037138" y="1158875"/>
            <a:ext cx="3430587" cy="1573213"/>
          </a:xfrm>
          <a:ln/>
        </p:spPr>
        <p:txBody>
          <a:bodyPr vert="horz" wrap="square" lIns="91440" tIns="45720" rIns="91440" bIns="45720" anchor="t" anchorCtr="0"/>
          <a:p>
            <a:pPr>
              <a:lnSpc>
                <a:spcPct val="80000"/>
              </a:lnSpc>
            </a:pPr>
            <a:r>
              <a:rPr lang="en-US" altLang="zh-CN" sz="1800" dirty="0">
                <a:ea typeface="宋体" panose="02010600030101010101" pitchFamily="2" charset="-122"/>
              </a:rPr>
              <a:t>DHCP server formulates </a:t>
            </a:r>
            <a:r>
              <a:rPr lang="en-US" altLang="zh-CN" sz="1800" b="1" i="1" dirty="0">
                <a:solidFill>
                  <a:srgbClr val="FF0000"/>
                </a:solidFill>
                <a:ea typeface="宋体" panose="02010600030101010101" pitchFamily="2" charset="-122"/>
              </a:rPr>
              <a:t>DHCP ACK</a:t>
            </a:r>
            <a:r>
              <a:rPr lang="en-US" altLang="zh-CN" sz="1800" dirty="0">
                <a:ea typeface="宋体" panose="02010600030101010101" pitchFamily="2" charset="-122"/>
              </a:rPr>
              <a:t> containing client’s IP address, IP address of first-hop router for client, name &amp; IP address of DNS server</a:t>
            </a:r>
            <a:endParaRPr lang="en-US" altLang="zh-CN" sz="1800" dirty="0">
              <a:ea typeface="宋体" panose="02010600030101010101" pitchFamily="2" charset="-122"/>
            </a:endParaRPr>
          </a:p>
          <a:p>
            <a:pPr>
              <a:lnSpc>
                <a:spcPct val="80000"/>
              </a:lnSpc>
            </a:pPr>
            <a:endParaRPr lang="en-US" altLang="zh-CN" sz="1800" dirty="0">
              <a:ea typeface="宋体" panose="02010600030101010101" pitchFamily="2" charset="-122"/>
            </a:endParaRPr>
          </a:p>
        </p:txBody>
      </p:sp>
      <p:sp>
        <p:nvSpPr>
          <p:cNvPr id="194565" name="Freeform 3"/>
          <p:cNvSpPr/>
          <p:nvPr/>
        </p:nvSpPr>
        <p:spPr>
          <a:xfrm>
            <a:off x="773113" y="1273175"/>
            <a:ext cx="3554412" cy="27543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00FFFF"/>
          </a:solidFill>
          <a:ln w="9525">
            <a:noFill/>
          </a:ln>
        </p:spPr>
        <p:txBody>
          <a:bodyPr/>
          <a:p>
            <a:endParaRPr lang="zh-CN" altLang="en-US"/>
          </a:p>
        </p:txBody>
      </p:sp>
      <p:sp>
        <p:nvSpPr>
          <p:cNvPr id="194566" name="Line 36"/>
          <p:cNvSpPr/>
          <p:nvPr/>
        </p:nvSpPr>
        <p:spPr>
          <a:xfrm flipV="1">
            <a:off x="3775075" y="2344738"/>
            <a:ext cx="155575" cy="142875"/>
          </a:xfrm>
          <a:prstGeom prst="line">
            <a:avLst/>
          </a:prstGeom>
          <a:ln w="9525" cap="flat" cmpd="sng">
            <a:solidFill>
              <a:srgbClr val="000000"/>
            </a:solidFill>
            <a:prstDash val="solid"/>
            <a:round/>
            <a:headEnd type="none" w="med" len="med"/>
            <a:tailEnd type="none" w="med" len="med"/>
          </a:ln>
        </p:spPr>
      </p:sp>
      <p:grpSp>
        <p:nvGrpSpPr>
          <p:cNvPr id="194567" name="Group 38"/>
          <p:cNvGrpSpPr/>
          <p:nvPr/>
        </p:nvGrpSpPr>
        <p:grpSpPr>
          <a:xfrm>
            <a:off x="3255963" y="2459038"/>
            <a:ext cx="742950" cy="311150"/>
            <a:chOff x="1935" y="960"/>
            <a:chExt cx="468" cy="196"/>
          </a:xfrm>
        </p:grpSpPr>
        <p:sp>
          <p:nvSpPr>
            <p:cNvPr id="194568" name="Line 39"/>
            <p:cNvSpPr/>
            <p:nvPr/>
          </p:nvSpPr>
          <p:spPr>
            <a:xfrm>
              <a:off x="2368" y="960"/>
              <a:ext cx="0" cy="0"/>
            </a:xfrm>
            <a:prstGeom prst="line">
              <a:avLst/>
            </a:prstGeom>
            <a:ln w="9525" cap="flat" cmpd="sng">
              <a:solidFill>
                <a:srgbClr val="000000"/>
              </a:solidFill>
              <a:prstDash val="solid"/>
              <a:round/>
              <a:headEnd type="none" w="med" len="med"/>
              <a:tailEnd type="none" w="med" len="med"/>
            </a:ln>
          </p:spPr>
        </p:sp>
        <p:sp>
          <p:nvSpPr>
            <p:cNvPr id="194569" name="Rectangle 40"/>
            <p:cNvSpPr/>
            <p:nvPr/>
          </p:nvSpPr>
          <p:spPr>
            <a:xfrm>
              <a:off x="1935" y="1065"/>
              <a:ext cx="465" cy="91"/>
            </a:xfrm>
            <a:prstGeom prst="rect">
              <a:avLst/>
            </a:prstGeom>
            <a:solidFill>
              <a:srgbClr val="BBE0E3"/>
            </a:solidFill>
            <a:ln w="9525"/>
            <a:scene3d>
              <a:camera prst="legacyObliqueTopRight">
                <a:rot lat="0" lon="0" rev="0"/>
              </a:camera>
              <a:lightRig rig="legacyFlat3" dir="l"/>
            </a:scene3d>
            <a:sp3d extrusionH="430200" prstMaterial="legacyMatte">
              <a:bevelT w="13500" h="13500" prst="angle"/>
              <a:bevelB w="13500" h="13500" prst="angle"/>
              <a:extrusionClr>
                <a:schemeClr val="accent1"/>
              </a:extrusionClr>
            </a:sp3d>
          </p:spPr>
          <p:txBody>
            <a:bodyPr wrap="none" anchor="ctr" anchorCtr="0">
              <a:flatTx/>
            </a:bodyPr>
            <a:p>
              <a:pPr>
                <a:buClrTx/>
                <a:buFontTx/>
              </a:pPr>
              <a:endParaRPr lang="zh-CN" altLang="zh-CN" i="0" dirty="0">
                <a:latin typeface="Arial" panose="020B0604020202020204" pitchFamily="34" charset="0"/>
                <a:ea typeface="宋体" panose="02010600030101010101" pitchFamily="2" charset="-122"/>
              </a:endParaRPr>
            </a:p>
          </p:txBody>
        </p:sp>
        <p:sp>
          <p:nvSpPr>
            <p:cNvPr id="194570" name="Freeform 41"/>
            <p:cNvSpPr/>
            <p:nvPr/>
          </p:nvSpPr>
          <p:spPr>
            <a:xfrm>
              <a:off x="2069" y="975"/>
              <a:ext cx="307" cy="63"/>
            </a:xfrm>
            <a:custGeom>
              <a:avLst/>
              <a:gdLst/>
              <a:ahLst/>
              <a:cxnLst>
                <a:cxn ang="0">
                  <a:pos x="0" y="0"/>
                </a:cxn>
                <a:cxn ang="0">
                  <a:pos x="16" y="0"/>
                </a:cxn>
                <a:cxn ang="0">
                  <a:pos x="55" y="8"/>
                </a:cxn>
                <a:cxn ang="0">
                  <a:pos x="78" y="8"/>
                </a:cxn>
              </a:cxnLst>
              <a:pathLst>
                <a:path w="432" h="105">
                  <a:moveTo>
                    <a:pt x="0" y="0"/>
                  </a:moveTo>
                  <a:lnTo>
                    <a:pt x="85" y="0"/>
                  </a:lnTo>
                  <a:lnTo>
                    <a:pt x="307" y="105"/>
                  </a:lnTo>
                  <a:lnTo>
                    <a:pt x="432" y="105"/>
                  </a:lnTo>
                </a:path>
              </a:pathLst>
            </a:custGeom>
            <a:noFill/>
            <a:ln w="28575" cap="flat" cmpd="sng">
              <a:solidFill>
                <a:srgbClr val="000000"/>
              </a:solidFill>
              <a:prstDash val="solid"/>
              <a:round/>
              <a:headEnd type="none" w="med" len="med"/>
              <a:tailEnd type="none" w="med" len="med"/>
            </a:ln>
          </p:spPr>
          <p:txBody>
            <a:bodyPr/>
            <a:p>
              <a:endParaRPr lang="zh-CN" altLang="en-US"/>
            </a:p>
          </p:txBody>
        </p:sp>
        <p:sp>
          <p:nvSpPr>
            <p:cNvPr id="194571" name="Freeform 42"/>
            <p:cNvSpPr/>
            <p:nvPr/>
          </p:nvSpPr>
          <p:spPr>
            <a:xfrm flipV="1">
              <a:off x="2051" y="981"/>
              <a:ext cx="352" cy="63"/>
            </a:xfrm>
            <a:custGeom>
              <a:avLst/>
              <a:gdLst/>
              <a:ahLst/>
              <a:cxnLst>
                <a:cxn ang="0">
                  <a:pos x="0" y="0"/>
                </a:cxn>
                <a:cxn ang="0">
                  <a:pos x="30" y="0"/>
                </a:cxn>
                <a:cxn ang="0">
                  <a:pos x="110" y="8"/>
                </a:cxn>
                <a:cxn ang="0">
                  <a:pos x="156" y="8"/>
                </a:cxn>
              </a:cxnLst>
              <a:pathLst>
                <a:path w="432" h="105">
                  <a:moveTo>
                    <a:pt x="0" y="0"/>
                  </a:moveTo>
                  <a:lnTo>
                    <a:pt x="85" y="0"/>
                  </a:lnTo>
                  <a:lnTo>
                    <a:pt x="307" y="105"/>
                  </a:lnTo>
                  <a:lnTo>
                    <a:pt x="432" y="105"/>
                  </a:lnTo>
                </a:path>
              </a:pathLst>
            </a:custGeom>
            <a:noFill/>
            <a:ln w="28575" cap="flat" cmpd="sng">
              <a:solidFill>
                <a:srgbClr val="000000"/>
              </a:solidFill>
              <a:prstDash val="solid"/>
              <a:round/>
              <a:headEnd type="none" w="med" len="med"/>
              <a:tailEnd type="none" w="med" len="med"/>
            </a:ln>
          </p:spPr>
          <p:txBody>
            <a:bodyPr/>
            <a:p>
              <a:endParaRPr lang="zh-CN" altLang="en-US"/>
            </a:p>
          </p:txBody>
        </p:sp>
      </p:grpSp>
      <p:sp>
        <p:nvSpPr>
          <p:cNvPr id="194572" name="Line 43"/>
          <p:cNvSpPr/>
          <p:nvPr/>
        </p:nvSpPr>
        <p:spPr>
          <a:xfrm flipV="1">
            <a:off x="2665413" y="2517775"/>
            <a:ext cx="695325" cy="0"/>
          </a:xfrm>
          <a:prstGeom prst="line">
            <a:avLst/>
          </a:prstGeom>
          <a:ln w="9525" cap="flat" cmpd="sng">
            <a:solidFill>
              <a:srgbClr val="000000"/>
            </a:solidFill>
            <a:prstDash val="solid"/>
            <a:round/>
            <a:headEnd type="none" w="med" len="med"/>
            <a:tailEnd type="none" w="med" len="med"/>
          </a:ln>
        </p:spPr>
      </p:sp>
      <p:sp>
        <p:nvSpPr>
          <p:cNvPr id="194573" name="Line 44"/>
          <p:cNvSpPr/>
          <p:nvPr/>
        </p:nvSpPr>
        <p:spPr>
          <a:xfrm flipV="1">
            <a:off x="3924300" y="2201863"/>
            <a:ext cx="138113" cy="142875"/>
          </a:xfrm>
          <a:prstGeom prst="line">
            <a:avLst/>
          </a:prstGeom>
          <a:ln w="9525" cap="flat" cmpd="sng">
            <a:solidFill>
              <a:srgbClr val="000000"/>
            </a:solidFill>
            <a:prstDash val="dash"/>
            <a:round/>
            <a:headEnd type="none" w="med" len="med"/>
            <a:tailEnd type="none" w="med" len="med"/>
          </a:ln>
        </p:spPr>
      </p:sp>
      <p:sp>
        <p:nvSpPr>
          <p:cNvPr id="194574" name="Rectangle 45"/>
          <p:cNvSpPr/>
          <p:nvPr/>
        </p:nvSpPr>
        <p:spPr>
          <a:xfrm>
            <a:off x="2403475" y="2479675"/>
            <a:ext cx="257175" cy="69850"/>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4575" name="Line 48"/>
          <p:cNvSpPr/>
          <p:nvPr/>
        </p:nvSpPr>
        <p:spPr>
          <a:xfrm flipV="1">
            <a:off x="3279775" y="2736850"/>
            <a:ext cx="512763" cy="612775"/>
          </a:xfrm>
          <a:prstGeom prst="line">
            <a:avLst/>
          </a:prstGeom>
          <a:ln w="9525" cap="flat" cmpd="sng">
            <a:solidFill>
              <a:srgbClr val="000000"/>
            </a:solidFill>
            <a:prstDash val="solid"/>
            <a:round/>
            <a:headEnd type="none" w="med" len="med"/>
            <a:tailEnd type="none" w="med" len="med"/>
          </a:ln>
        </p:spPr>
      </p:sp>
      <p:grpSp>
        <p:nvGrpSpPr>
          <p:cNvPr id="194576" name="Group 49"/>
          <p:cNvGrpSpPr/>
          <p:nvPr/>
        </p:nvGrpSpPr>
        <p:grpSpPr>
          <a:xfrm>
            <a:off x="2760663" y="3365500"/>
            <a:ext cx="987425" cy="479425"/>
            <a:chOff x="1118" y="1621"/>
            <a:chExt cx="622" cy="302"/>
          </a:xfrm>
        </p:grpSpPr>
        <p:sp>
          <p:nvSpPr>
            <p:cNvPr id="194577" name="Rectangle 50"/>
            <p:cNvSpPr/>
            <p:nvPr/>
          </p:nvSpPr>
          <p:spPr>
            <a:xfrm>
              <a:off x="1578" y="1789"/>
              <a:ext cx="162" cy="44"/>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4578" name="Rectangle 51"/>
            <p:cNvSpPr/>
            <p:nvPr/>
          </p:nvSpPr>
          <p:spPr>
            <a:xfrm rot="-2700000">
              <a:off x="1336" y="1621"/>
              <a:ext cx="162" cy="44"/>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4579" name="Group 52"/>
            <p:cNvGrpSpPr/>
            <p:nvPr/>
          </p:nvGrpSpPr>
          <p:grpSpPr>
            <a:xfrm>
              <a:off x="1118" y="1684"/>
              <a:ext cx="477" cy="239"/>
              <a:chOff x="2466" y="2026"/>
              <a:chExt cx="477" cy="282"/>
            </a:xfrm>
          </p:grpSpPr>
          <p:sp>
            <p:nvSpPr>
              <p:cNvPr id="194580" name="Oval 53"/>
              <p:cNvSpPr/>
              <p:nvPr/>
            </p:nvSpPr>
            <p:spPr>
              <a:xfrm>
                <a:off x="2466" y="2168"/>
                <a:ext cx="476" cy="14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4581" name="Line 54"/>
              <p:cNvSpPr/>
              <p:nvPr/>
            </p:nvSpPr>
            <p:spPr>
              <a:xfrm>
                <a:off x="2470" y="2125"/>
                <a:ext cx="1" cy="85"/>
              </a:xfrm>
              <a:prstGeom prst="line">
                <a:avLst/>
              </a:prstGeom>
              <a:ln w="12700" cap="flat" cmpd="sng">
                <a:solidFill>
                  <a:srgbClr val="000000"/>
                </a:solidFill>
                <a:prstDash val="solid"/>
                <a:round/>
                <a:headEnd type="none" w="med" len="med"/>
                <a:tailEnd type="none" w="med" len="med"/>
              </a:ln>
            </p:spPr>
          </p:sp>
          <p:sp>
            <p:nvSpPr>
              <p:cNvPr id="194582" name="Rectangle 55"/>
              <p:cNvSpPr/>
              <p:nvPr/>
            </p:nvSpPr>
            <p:spPr>
              <a:xfrm>
                <a:off x="2470" y="2125"/>
                <a:ext cx="472" cy="111"/>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94583" name="Oval 56"/>
              <p:cNvSpPr/>
              <p:nvPr/>
            </p:nvSpPr>
            <p:spPr>
              <a:xfrm>
                <a:off x="2466" y="2026"/>
                <a:ext cx="476" cy="16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4584" name="Group 57"/>
              <p:cNvGrpSpPr/>
              <p:nvPr/>
            </p:nvGrpSpPr>
            <p:grpSpPr>
              <a:xfrm>
                <a:off x="2581" y="2061"/>
                <a:ext cx="236" cy="94"/>
                <a:chOff x="2848" y="848"/>
                <a:chExt cx="140" cy="98"/>
              </a:xfrm>
            </p:grpSpPr>
            <p:sp>
              <p:nvSpPr>
                <p:cNvPr id="194585" name="Line 58"/>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4586" name="Line 59"/>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4587" name="Line 60"/>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94588" name="Group 61"/>
              <p:cNvGrpSpPr/>
              <p:nvPr/>
            </p:nvGrpSpPr>
            <p:grpSpPr>
              <a:xfrm flipV="1">
                <a:off x="2581" y="2060"/>
                <a:ext cx="236" cy="94"/>
                <a:chOff x="2848" y="848"/>
                <a:chExt cx="140" cy="98"/>
              </a:xfrm>
            </p:grpSpPr>
            <p:sp>
              <p:nvSpPr>
                <p:cNvPr id="194589" name="Line 62"/>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4590" name="Line 63"/>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4591" name="Line 64"/>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sp>
            <p:nvSpPr>
              <p:cNvPr id="194592" name="Line 65"/>
              <p:cNvSpPr/>
              <p:nvPr/>
            </p:nvSpPr>
            <p:spPr>
              <a:xfrm flipH="1">
                <a:off x="2942" y="2109"/>
                <a:ext cx="1" cy="127"/>
              </a:xfrm>
              <a:prstGeom prst="line">
                <a:avLst/>
              </a:prstGeom>
              <a:ln w="12700" cap="flat" cmpd="sng">
                <a:solidFill>
                  <a:srgbClr val="000000"/>
                </a:solidFill>
                <a:prstDash val="solid"/>
                <a:round/>
                <a:headEnd type="none" w="med" len="med"/>
                <a:tailEnd type="none" w="med" len="med"/>
              </a:ln>
            </p:spPr>
          </p:sp>
          <p:sp>
            <p:nvSpPr>
              <p:cNvPr id="194593" name="Line 66"/>
              <p:cNvSpPr/>
              <p:nvPr/>
            </p:nvSpPr>
            <p:spPr>
              <a:xfrm flipH="1">
                <a:off x="2466" y="2117"/>
                <a:ext cx="1" cy="127"/>
              </a:xfrm>
              <a:prstGeom prst="line">
                <a:avLst/>
              </a:prstGeom>
              <a:ln w="12700" cap="flat" cmpd="sng">
                <a:solidFill>
                  <a:srgbClr val="000000"/>
                </a:solidFill>
                <a:prstDash val="solid"/>
                <a:round/>
                <a:headEnd type="none" w="med" len="med"/>
                <a:tailEnd type="none" w="med" len="med"/>
              </a:ln>
            </p:spPr>
          </p:sp>
        </p:grpSp>
      </p:grpSp>
      <p:graphicFrame>
        <p:nvGraphicFramePr>
          <p:cNvPr id="194594" name="Object 142"/>
          <p:cNvGraphicFramePr>
            <a:graphicFrameLocks noChangeAspect="1"/>
          </p:cNvGraphicFramePr>
          <p:nvPr/>
        </p:nvGraphicFramePr>
        <p:xfrm>
          <a:off x="1790700" y="2141538"/>
          <a:ext cx="652463" cy="658812"/>
        </p:xfrm>
        <a:graphic>
          <a:graphicData uri="http://schemas.openxmlformats.org/presentationml/2006/ole">
            <mc:AlternateContent xmlns:mc="http://schemas.openxmlformats.org/markup-compatibility/2006">
              <mc:Choice xmlns:v="urn:schemas-microsoft-com:vml" Requires="v">
                <p:oleObj spid="_x0000_s3213" name="" r:id="rId1" imgW="1268095" imgH="1199515" progId="MS_ClipArt_Gallery.2">
                  <p:embed/>
                </p:oleObj>
              </mc:Choice>
              <mc:Fallback>
                <p:oleObj name="" r:id="rId1" imgW="1268095" imgH="1199515" progId="MS_ClipArt_Gallery.2">
                  <p:embed/>
                  <p:pic>
                    <p:nvPicPr>
                      <p:cNvPr id="0" name="图片 3212"/>
                      <p:cNvPicPr/>
                      <p:nvPr/>
                    </p:nvPicPr>
                    <p:blipFill>
                      <a:blip r:embed="rId2"/>
                      <a:stretch>
                        <a:fillRect/>
                      </a:stretch>
                    </p:blipFill>
                    <p:spPr>
                      <a:xfrm>
                        <a:off x="1790700" y="2141538"/>
                        <a:ext cx="652463" cy="658812"/>
                      </a:xfrm>
                      <a:prstGeom prst="rect">
                        <a:avLst/>
                      </a:prstGeom>
                      <a:noFill/>
                      <a:ln w="38100">
                        <a:noFill/>
                        <a:miter/>
                      </a:ln>
                    </p:spPr>
                  </p:pic>
                </p:oleObj>
              </mc:Fallback>
            </mc:AlternateContent>
          </a:graphicData>
        </a:graphic>
      </p:graphicFrame>
      <p:grpSp>
        <p:nvGrpSpPr>
          <p:cNvPr id="194595" name="Group 84"/>
          <p:cNvGrpSpPr/>
          <p:nvPr/>
        </p:nvGrpSpPr>
        <p:grpSpPr>
          <a:xfrm>
            <a:off x="2554288" y="3170238"/>
            <a:ext cx="306387" cy="647700"/>
            <a:chOff x="4180" y="783"/>
            <a:chExt cx="150" cy="307"/>
          </a:xfrm>
        </p:grpSpPr>
        <p:sp>
          <p:nvSpPr>
            <p:cNvPr id="194596" name="AutoShape 85"/>
            <p:cNvSpPr/>
            <p:nvPr/>
          </p:nvSpPr>
          <p:spPr>
            <a:xfrm>
              <a:off x="4180" y="1019"/>
              <a:ext cx="150" cy="71"/>
            </a:xfrm>
            <a:prstGeom prst="parallelogram">
              <a:avLst>
                <a:gd name="adj" fmla="val 81386"/>
              </a:avLst>
            </a:prstGeom>
            <a:solidFill>
              <a:srgbClr val="33CCCC"/>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4597" name="Rectangle 86"/>
            <p:cNvSpPr/>
            <p:nvPr/>
          </p:nvSpPr>
          <p:spPr>
            <a:xfrm>
              <a:off x="4256" y="785"/>
              <a:ext cx="69" cy="236"/>
            </a:xfrm>
            <a:prstGeom prst="rect">
              <a:avLst/>
            </a:prstGeom>
            <a:solidFill>
              <a:srgbClr val="33CCCC"/>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4598" name="Rectangle 87"/>
            <p:cNvSpPr/>
            <p:nvPr/>
          </p:nvSpPr>
          <p:spPr>
            <a:xfrm>
              <a:off x="4181" y="852"/>
              <a:ext cx="95" cy="236"/>
            </a:xfrm>
            <a:prstGeom prst="rect">
              <a:avLst/>
            </a:prstGeom>
            <a:solidFill>
              <a:srgbClr val="33CCCC"/>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4599" name="AutoShape 88"/>
            <p:cNvSpPr/>
            <p:nvPr/>
          </p:nvSpPr>
          <p:spPr>
            <a:xfrm>
              <a:off x="4180" y="783"/>
              <a:ext cx="150" cy="71"/>
            </a:xfrm>
            <a:prstGeom prst="parallelogram">
              <a:avLst>
                <a:gd name="adj" fmla="val 81386"/>
              </a:avLst>
            </a:prstGeom>
            <a:solidFill>
              <a:srgbClr val="33CCCC"/>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4600" name="Line 89"/>
            <p:cNvSpPr/>
            <p:nvPr/>
          </p:nvSpPr>
          <p:spPr>
            <a:xfrm>
              <a:off x="4330" y="788"/>
              <a:ext cx="0" cy="231"/>
            </a:xfrm>
            <a:prstGeom prst="line">
              <a:avLst/>
            </a:prstGeom>
            <a:ln w="9525" cap="flat" cmpd="sng">
              <a:solidFill>
                <a:srgbClr val="000000"/>
              </a:solidFill>
              <a:prstDash val="solid"/>
              <a:round/>
              <a:headEnd type="none" w="med" len="med"/>
              <a:tailEnd type="none" w="med" len="med"/>
            </a:ln>
          </p:spPr>
        </p:sp>
        <p:sp>
          <p:nvSpPr>
            <p:cNvPr id="194601" name="Line 90"/>
            <p:cNvSpPr/>
            <p:nvPr/>
          </p:nvSpPr>
          <p:spPr>
            <a:xfrm flipH="1">
              <a:off x="4276" y="1019"/>
              <a:ext cx="54" cy="69"/>
            </a:xfrm>
            <a:prstGeom prst="line">
              <a:avLst/>
            </a:prstGeom>
            <a:ln w="9525" cap="flat" cmpd="sng">
              <a:solidFill>
                <a:srgbClr val="000000"/>
              </a:solidFill>
              <a:prstDash val="solid"/>
              <a:round/>
              <a:headEnd type="none" w="med" len="med"/>
              <a:tailEnd type="none" w="med" len="med"/>
            </a:ln>
          </p:spPr>
        </p:sp>
        <p:sp>
          <p:nvSpPr>
            <p:cNvPr id="194602" name="Rectangle 91"/>
            <p:cNvSpPr/>
            <p:nvPr/>
          </p:nvSpPr>
          <p:spPr>
            <a:xfrm>
              <a:off x="4193" y="883"/>
              <a:ext cx="63" cy="136"/>
            </a:xfrm>
            <a:prstGeom prst="rect">
              <a:avLst/>
            </a:prstGeom>
            <a:solidFill>
              <a:srgbClr val="333399"/>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4603" name="Rectangle 92"/>
            <p:cNvSpPr/>
            <p:nvPr/>
          </p:nvSpPr>
          <p:spPr>
            <a:xfrm>
              <a:off x="4202" y="924"/>
              <a:ext cx="48" cy="48"/>
            </a:xfrm>
            <a:prstGeom prst="rect">
              <a:avLst/>
            </a:prstGeom>
            <a:solidFill>
              <a:srgbClr val="FFFFFF"/>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sp>
        <p:nvSpPr>
          <p:cNvPr id="194604" name="Text Box 44"/>
          <p:cNvSpPr txBox="1"/>
          <p:nvPr/>
        </p:nvSpPr>
        <p:spPr>
          <a:xfrm>
            <a:off x="2562225" y="3816350"/>
            <a:ext cx="1477963" cy="641350"/>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router</a:t>
            </a:r>
            <a:endParaRPr lang="en-US" altLang="zh-CN" dirty="0">
              <a:latin typeface="Comic Sans MS" panose="030F0702030302020204" pitchFamily="66" charset="0"/>
              <a:ea typeface="宋体" panose="02010600030101010101" pitchFamily="2" charset="-122"/>
            </a:endParaRPr>
          </a:p>
          <a:p>
            <a:pPr eaLnBrk="0" hangingPunct="0">
              <a:buClrTx/>
              <a:buFontTx/>
            </a:pPr>
            <a:r>
              <a:rPr lang="en-US" altLang="zh-CN" dirty="0">
                <a:latin typeface="Comic Sans MS" panose="030F0702030302020204" pitchFamily="66" charset="0"/>
                <a:ea typeface="宋体" panose="02010600030101010101" pitchFamily="2" charset="-122"/>
              </a:rPr>
              <a:t>(runs DHCP)</a:t>
            </a:r>
            <a:endParaRPr lang="en-US" altLang="zh-CN" dirty="0">
              <a:latin typeface="Comic Sans MS" panose="030F0702030302020204" pitchFamily="66" charset="0"/>
              <a:ea typeface="宋体" panose="02010600030101010101" pitchFamily="2" charset="-122"/>
            </a:endParaRPr>
          </a:p>
        </p:txBody>
      </p:sp>
      <p:grpSp>
        <p:nvGrpSpPr>
          <p:cNvPr id="703533" name="Group 45"/>
          <p:cNvGrpSpPr/>
          <p:nvPr/>
        </p:nvGrpSpPr>
        <p:grpSpPr>
          <a:xfrm>
            <a:off x="1195388" y="1081088"/>
            <a:ext cx="976312" cy="1460500"/>
            <a:chOff x="651" y="681"/>
            <a:chExt cx="615" cy="920"/>
          </a:xfrm>
        </p:grpSpPr>
        <p:sp>
          <p:nvSpPr>
            <p:cNvPr id="194606" name="Freeform 46"/>
            <p:cNvSpPr/>
            <p:nvPr/>
          </p:nvSpPr>
          <p:spPr>
            <a:xfrm>
              <a:off x="662" y="698"/>
              <a:ext cx="604" cy="903"/>
            </a:xfrm>
            <a:custGeom>
              <a:avLst/>
              <a:gdLst/>
              <a:ahLst/>
              <a:cxnLst>
                <a:cxn ang="0">
                  <a:pos x="496" y="0"/>
                </a:cxn>
                <a:cxn ang="0">
                  <a:pos x="604" y="903"/>
                </a:cxn>
                <a:cxn ang="0">
                  <a:pos x="0" y="788"/>
                </a:cxn>
                <a:cxn ang="0">
                  <a:pos x="456" y="750"/>
                </a:cxn>
                <a:cxn ang="0">
                  <a:pos x="496" y="0"/>
                </a:cxn>
              </a:cxnLst>
              <a:pathLst>
                <a:path w="604" h="903">
                  <a:moveTo>
                    <a:pt x="496" y="0"/>
                  </a:moveTo>
                  <a:lnTo>
                    <a:pt x="604" y="903"/>
                  </a:lnTo>
                  <a:lnTo>
                    <a:pt x="0" y="788"/>
                  </a:lnTo>
                  <a:lnTo>
                    <a:pt x="456" y="750"/>
                  </a:lnTo>
                  <a:lnTo>
                    <a:pt x="496" y="0"/>
                  </a:lnTo>
                  <a:close/>
                </a:path>
              </a:pathLst>
            </a:custGeom>
            <a:gradFill rotWithShape="1">
              <a:gsLst>
                <a:gs pos="0">
                  <a:schemeClr val="bg1"/>
                </a:gs>
                <a:gs pos="100000">
                  <a:srgbClr val="FF0000"/>
                </a:gs>
              </a:gsLst>
              <a:lin ang="2700000" scaled="1"/>
              <a:tileRect/>
            </a:gradFill>
            <a:ln w="9525">
              <a:noFill/>
            </a:ln>
          </p:spPr>
          <p:txBody>
            <a:bodyPr/>
            <a:p>
              <a:endParaRPr lang="zh-CN" altLang="en-US"/>
            </a:p>
          </p:txBody>
        </p:sp>
        <p:grpSp>
          <p:nvGrpSpPr>
            <p:cNvPr id="194607" name="Group 47"/>
            <p:cNvGrpSpPr/>
            <p:nvPr/>
          </p:nvGrpSpPr>
          <p:grpSpPr>
            <a:xfrm>
              <a:off x="651" y="681"/>
              <a:ext cx="501" cy="828"/>
              <a:chOff x="569" y="2954"/>
              <a:chExt cx="501" cy="828"/>
            </a:xfrm>
          </p:grpSpPr>
          <p:sp>
            <p:nvSpPr>
              <p:cNvPr id="194608" name="Rectangle 48"/>
              <p:cNvSpPr/>
              <p:nvPr/>
            </p:nvSpPr>
            <p:spPr>
              <a:xfrm>
                <a:off x="576" y="2973"/>
                <a:ext cx="493" cy="79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09" name="Text Box 49"/>
              <p:cNvSpPr txBox="1"/>
              <p:nvPr/>
            </p:nvSpPr>
            <p:spPr>
              <a:xfrm>
                <a:off x="593" y="2954"/>
                <a:ext cx="477" cy="828"/>
              </a:xfrm>
              <a:prstGeom prst="rect">
                <a:avLst/>
              </a:prstGeom>
              <a:noFill/>
              <a:ln w="9525">
                <a:noFill/>
              </a:ln>
            </p:spPr>
            <p:txBody>
              <a:bodyPr wrap="none" anchor="t" anchorCtr="0">
                <a:spAutoFit/>
              </a:bodyPr>
              <a:p>
                <a:pPr algn="ctr" eaLnBrk="0" hangingPunct="0">
                  <a:buClrTx/>
                  <a:buFontTx/>
                </a:pPr>
                <a:r>
                  <a:rPr lang="en-US" altLang="zh-CN" sz="1600" i="0" dirty="0">
                    <a:latin typeface="Arial" panose="020B0604020202020204" pitchFamily="34" charset="0"/>
                    <a:ea typeface="宋体" panose="02010600030101010101" pitchFamily="2" charset="-122"/>
                  </a:rPr>
                  <a:t>DHCP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UDP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IP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Eth</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Phy</a:t>
                </a:r>
                <a:endParaRPr lang="en-US" altLang="zh-CN" sz="1600" i="0" dirty="0">
                  <a:latin typeface="Arial" panose="020B0604020202020204" pitchFamily="34" charset="0"/>
                  <a:ea typeface="宋体" panose="02010600030101010101" pitchFamily="2" charset="-122"/>
                </a:endParaRPr>
              </a:p>
            </p:txBody>
          </p:sp>
          <p:sp>
            <p:nvSpPr>
              <p:cNvPr id="194610" name="Line 50"/>
              <p:cNvSpPr/>
              <p:nvPr/>
            </p:nvSpPr>
            <p:spPr>
              <a:xfrm>
                <a:off x="578" y="3130"/>
                <a:ext cx="489" cy="0"/>
              </a:xfrm>
              <a:prstGeom prst="line">
                <a:avLst/>
              </a:prstGeom>
              <a:ln w="9525" cap="flat" cmpd="sng">
                <a:solidFill>
                  <a:schemeClr val="tx1"/>
                </a:solidFill>
                <a:prstDash val="solid"/>
                <a:round/>
                <a:headEnd type="none" w="med" len="med"/>
                <a:tailEnd type="none" w="med" len="med"/>
              </a:ln>
            </p:spPr>
          </p:sp>
          <p:sp>
            <p:nvSpPr>
              <p:cNvPr id="194611" name="Line 51"/>
              <p:cNvSpPr/>
              <p:nvPr/>
            </p:nvSpPr>
            <p:spPr>
              <a:xfrm>
                <a:off x="575" y="3289"/>
                <a:ext cx="489" cy="0"/>
              </a:xfrm>
              <a:prstGeom prst="line">
                <a:avLst/>
              </a:prstGeom>
              <a:ln w="9525" cap="flat" cmpd="sng">
                <a:solidFill>
                  <a:schemeClr val="tx1"/>
                </a:solidFill>
                <a:prstDash val="solid"/>
                <a:round/>
                <a:headEnd type="none" w="med" len="med"/>
                <a:tailEnd type="none" w="med" len="med"/>
              </a:ln>
            </p:spPr>
          </p:sp>
          <p:sp>
            <p:nvSpPr>
              <p:cNvPr id="194612" name="Line 52"/>
              <p:cNvSpPr/>
              <p:nvPr/>
            </p:nvSpPr>
            <p:spPr>
              <a:xfrm>
                <a:off x="572" y="3448"/>
                <a:ext cx="489" cy="0"/>
              </a:xfrm>
              <a:prstGeom prst="line">
                <a:avLst/>
              </a:prstGeom>
              <a:ln w="9525" cap="flat" cmpd="sng">
                <a:solidFill>
                  <a:schemeClr val="tx1"/>
                </a:solidFill>
                <a:prstDash val="solid"/>
                <a:round/>
                <a:headEnd type="none" w="med" len="med"/>
                <a:tailEnd type="none" w="med" len="med"/>
              </a:ln>
            </p:spPr>
          </p:sp>
          <p:sp>
            <p:nvSpPr>
              <p:cNvPr id="194613" name="Line 53"/>
              <p:cNvSpPr/>
              <p:nvPr/>
            </p:nvSpPr>
            <p:spPr>
              <a:xfrm>
                <a:off x="569" y="3607"/>
                <a:ext cx="489" cy="0"/>
              </a:xfrm>
              <a:prstGeom prst="line">
                <a:avLst/>
              </a:prstGeom>
              <a:ln w="9525" cap="flat" cmpd="sng">
                <a:solidFill>
                  <a:schemeClr val="tx1"/>
                </a:solidFill>
                <a:prstDash val="solid"/>
                <a:round/>
                <a:headEnd type="none" w="med" len="med"/>
                <a:tailEnd type="none" w="med" len="med"/>
              </a:ln>
            </p:spPr>
          </p:sp>
        </p:grpSp>
      </p:grpSp>
      <p:grpSp>
        <p:nvGrpSpPr>
          <p:cNvPr id="703545" name="Group 57"/>
          <p:cNvGrpSpPr/>
          <p:nvPr/>
        </p:nvGrpSpPr>
        <p:grpSpPr>
          <a:xfrm>
            <a:off x="352425" y="3152775"/>
            <a:ext cx="1081088" cy="1166813"/>
            <a:chOff x="42" y="744"/>
            <a:chExt cx="681" cy="735"/>
          </a:xfrm>
        </p:grpSpPr>
        <p:grpSp>
          <p:nvGrpSpPr>
            <p:cNvPr id="194615" name="Group 58"/>
            <p:cNvGrpSpPr/>
            <p:nvPr/>
          </p:nvGrpSpPr>
          <p:grpSpPr>
            <a:xfrm>
              <a:off x="42" y="886"/>
              <a:ext cx="681" cy="468"/>
              <a:chOff x="42" y="886"/>
              <a:chExt cx="681" cy="468"/>
            </a:xfrm>
          </p:grpSpPr>
          <p:grpSp>
            <p:nvGrpSpPr>
              <p:cNvPr id="194616" name="Group 59"/>
              <p:cNvGrpSpPr/>
              <p:nvPr/>
            </p:nvGrpSpPr>
            <p:grpSpPr>
              <a:xfrm>
                <a:off x="278" y="886"/>
                <a:ext cx="397" cy="154"/>
                <a:chOff x="740" y="3209"/>
                <a:chExt cx="397" cy="154"/>
              </a:xfrm>
            </p:grpSpPr>
            <p:grpSp>
              <p:nvGrpSpPr>
                <p:cNvPr id="194617" name="Group 60"/>
                <p:cNvGrpSpPr/>
                <p:nvPr/>
              </p:nvGrpSpPr>
              <p:grpSpPr>
                <a:xfrm>
                  <a:off x="794" y="3209"/>
                  <a:ext cx="343" cy="154"/>
                  <a:chOff x="844" y="3337"/>
                  <a:chExt cx="343" cy="154"/>
                </a:xfrm>
              </p:grpSpPr>
              <p:sp>
                <p:nvSpPr>
                  <p:cNvPr id="194618" name="Rectangle 61"/>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19" name="Text Box 62"/>
                  <p:cNvSpPr txBox="1"/>
                  <p:nvPr/>
                </p:nvSpPr>
                <p:spPr>
                  <a:xfrm>
                    <a:off x="844" y="3337"/>
                    <a:ext cx="343"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DHCP</a:t>
                    </a:r>
                    <a:endParaRPr lang="en-US" altLang="zh-CN" sz="1000" i="0" dirty="0">
                      <a:solidFill>
                        <a:schemeClr val="bg1"/>
                      </a:solidFill>
                      <a:latin typeface="Arial" panose="020B0604020202020204" pitchFamily="34" charset="0"/>
                      <a:ea typeface="宋体" panose="02010600030101010101" pitchFamily="2" charset="-122"/>
                    </a:endParaRPr>
                  </a:p>
                </p:txBody>
              </p:sp>
            </p:grpSp>
            <p:sp>
              <p:nvSpPr>
                <p:cNvPr id="194620" name="Rectangle 63"/>
                <p:cNvSpPr/>
                <p:nvPr/>
              </p:nvSpPr>
              <p:spPr>
                <a:xfrm>
                  <a:off x="750" y="3244"/>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21" name="Rectangle 64"/>
                <p:cNvSpPr/>
                <p:nvPr/>
              </p:nvSpPr>
              <p:spPr>
                <a:xfrm>
                  <a:off x="740" y="3238"/>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94622" name="Group 65"/>
              <p:cNvGrpSpPr/>
              <p:nvPr/>
            </p:nvGrpSpPr>
            <p:grpSpPr>
              <a:xfrm>
                <a:off x="278" y="1034"/>
                <a:ext cx="397" cy="154"/>
                <a:chOff x="836" y="3305"/>
                <a:chExt cx="397" cy="154"/>
              </a:xfrm>
            </p:grpSpPr>
            <p:grpSp>
              <p:nvGrpSpPr>
                <p:cNvPr id="194623" name="Group 66"/>
                <p:cNvGrpSpPr/>
                <p:nvPr/>
              </p:nvGrpSpPr>
              <p:grpSpPr>
                <a:xfrm>
                  <a:off x="890" y="3305"/>
                  <a:ext cx="343" cy="154"/>
                  <a:chOff x="844" y="3337"/>
                  <a:chExt cx="343" cy="154"/>
                </a:xfrm>
              </p:grpSpPr>
              <p:sp>
                <p:nvSpPr>
                  <p:cNvPr id="194624" name="Rectangle 67"/>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25" name="Text Box 68"/>
                  <p:cNvSpPr txBox="1"/>
                  <p:nvPr/>
                </p:nvSpPr>
                <p:spPr>
                  <a:xfrm>
                    <a:off x="844" y="3337"/>
                    <a:ext cx="343"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DHCP</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4626" name="Group 69"/>
                <p:cNvGrpSpPr/>
                <p:nvPr/>
              </p:nvGrpSpPr>
              <p:grpSpPr>
                <a:xfrm>
                  <a:off x="836" y="3334"/>
                  <a:ext cx="354" cy="94"/>
                  <a:chOff x="836" y="3334"/>
                  <a:chExt cx="354" cy="94"/>
                </a:xfrm>
              </p:grpSpPr>
              <p:sp>
                <p:nvSpPr>
                  <p:cNvPr id="194627" name="Rectangle 70"/>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28" name="Rectangle 71"/>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grpSp>
            <p:nvGrpSpPr>
              <p:cNvPr id="194629" name="Group 72"/>
              <p:cNvGrpSpPr/>
              <p:nvPr/>
            </p:nvGrpSpPr>
            <p:grpSpPr>
              <a:xfrm>
                <a:off x="165" y="1054"/>
                <a:ext cx="480" cy="112"/>
                <a:chOff x="627" y="3377"/>
                <a:chExt cx="480" cy="112"/>
              </a:xfrm>
            </p:grpSpPr>
            <p:sp>
              <p:nvSpPr>
                <p:cNvPr id="194630" name="Rectangle 73"/>
                <p:cNvSpPr/>
                <p:nvPr/>
              </p:nvSpPr>
              <p:spPr>
                <a:xfrm>
                  <a:off x="636" y="3388"/>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31" name="Rectangle 74"/>
                <p:cNvSpPr/>
                <p:nvPr/>
              </p:nvSpPr>
              <p:spPr>
                <a:xfrm>
                  <a:off x="627" y="3377"/>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94632" name="Group 75"/>
              <p:cNvGrpSpPr/>
              <p:nvPr/>
            </p:nvGrpSpPr>
            <p:grpSpPr>
              <a:xfrm>
                <a:off x="42" y="1200"/>
                <a:ext cx="681" cy="154"/>
                <a:chOff x="504" y="3523"/>
                <a:chExt cx="681" cy="154"/>
              </a:xfrm>
            </p:grpSpPr>
            <p:grpSp>
              <p:nvGrpSpPr>
                <p:cNvPr id="194633" name="Group 76"/>
                <p:cNvGrpSpPr/>
                <p:nvPr/>
              </p:nvGrpSpPr>
              <p:grpSpPr>
                <a:xfrm>
                  <a:off x="623" y="3523"/>
                  <a:ext cx="510" cy="154"/>
                  <a:chOff x="723" y="3453"/>
                  <a:chExt cx="510" cy="154"/>
                </a:xfrm>
              </p:grpSpPr>
              <p:grpSp>
                <p:nvGrpSpPr>
                  <p:cNvPr id="194634" name="Group 77"/>
                  <p:cNvGrpSpPr/>
                  <p:nvPr/>
                </p:nvGrpSpPr>
                <p:grpSpPr>
                  <a:xfrm>
                    <a:off x="836" y="3453"/>
                    <a:ext cx="397" cy="154"/>
                    <a:chOff x="836" y="3305"/>
                    <a:chExt cx="397" cy="154"/>
                  </a:xfrm>
                </p:grpSpPr>
                <p:grpSp>
                  <p:nvGrpSpPr>
                    <p:cNvPr id="194635" name="Group 78"/>
                    <p:cNvGrpSpPr/>
                    <p:nvPr/>
                  </p:nvGrpSpPr>
                  <p:grpSpPr>
                    <a:xfrm>
                      <a:off x="890" y="3305"/>
                      <a:ext cx="343" cy="154"/>
                      <a:chOff x="844" y="3337"/>
                      <a:chExt cx="343" cy="154"/>
                    </a:xfrm>
                  </p:grpSpPr>
                  <p:sp>
                    <p:nvSpPr>
                      <p:cNvPr id="194636" name="Rectangle 79"/>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37" name="Text Box 80"/>
                      <p:cNvSpPr txBox="1"/>
                      <p:nvPr/>
                    </p:nvSpPr>
                    <p:spPr>
                      <a:xfrm>
                        <a:off x="844" y="3337"/>
                        <a:ext cx="343"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DHCP</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4638" name="Group 81"/>
                    <p:cNvGrpSpPr/>
                    <p:nvPr/>
                  </p:nvGrpSpPr>
                  <p:grpSpPr>
                    <a:xfrm>
                      <a:off x="836" y="3334"/>
                      <a:ext cx="354" cy="94"/>
                      <a:chOff x="836" y="3334"/>
                      <a:chExt cx="354" cy="94"/>
                    </a:xfrm>
                  </p:grpSpPr>
                  <p:sp>
                    <p:nvSpPr>
                      <p:cNvPr id="194639" name="Rectangle 82"/>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40" name="Rectangle 83"/>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sp>
                <p:nvSpPr>
                  <p:cNvPr id="194641" name="Rectangle 84"/>
                  <p:cNvSpPr/>
                  <p:nvPr/>
                </p:nvSpPr>
                <p:spPr>
                  <a:xfrm>
                    <a:off x="732" y="3484"/>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42" name="Rectangle 85"/>
                  <p:cNvSpPr/>
                  <p:nvPr/>
                </p:nvSpPr>
                <p:spPr>
                  <a:xfrm>
                    <a:off x="723" y="3473"/>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94643" name="Rectangle 86"/>
                <p:cNvSpPr/>
                <p:nvPr/>
              </p:nvSpPr>
              <p:spPr>
                <a:xfrm>
                  <a:off x="517" y="3545"/>
                  <a:ext cx="94"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44" name="Rectangle 87"/>
                <p:cNvSpPr/>
                <p:nvPr/>
              </p:nvSpPr>
              <p:spPr>
                <a:xfrm>
                  <a:off x="1115" y="3544"/>
                  <a:ext cx="60"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45" name="Rectangle 88"/>
                <p:cNvSpPr/>
                <p:nvPr/>
              </p:nvSpPr>
              <p:spPr>
                <a:xfrm>
                  <a:off x="504" y="3529"/>
                  <a:ext cx="681" cy="138"/>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sp>
          <p:nvSpPr>
            <p:cNvPr id="194646" name="AutoShape 89"/>
            <p:cNvSpPr/>
            <p:nvPr/>
          </p:nvSpPr>
          <p:spPr>
            <a:xfrm>
              <a:off x="384" y="744"/>
              <a:ext cx="240" cy="735"/>
            </a:xfrm>
            <a:prstGeom prst="downArrow">
              <a:avLst>
                <a:gd name="adj1" fmla="val 54166"/>
                <a:gd name="adj2" fmla="val 49099"/>
              </a:avLst>
            </a:prstGeom>
            <a:gradFill rotWithShape="1">
              <a:gsLst>
                <a:gs pos="0">
                  <a:srgbClr val="FF0000">
                    <a:alpha val="25000"/>
                  </a:srgbClr>
                </a:gs>
                <a:gs pos="100000">
                  <a:srgbClr val="FF0000">
                    <a:alpha val="25000"/>
                  </a:srgbClr>
                </a:gs>
              </a:gsLst>
              <a:lin ang="5400000" scaled="1"/>
              <a:tileRect/>
            </a:gra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703578" name="Group 90"/>
          <p:cNvGrpSpPr/>
          <p:nvPr/>
        </p:nvGrpSpPr>
        <p:grpSpPr>
          <a:xfrm>
            <a:off x="449263" y="4238625"/>
            <a:ext cx="1081087" cy="244475"/>
            <a:chOff x="504" y="3523"/>
            <a:chExt cx="681" cy="154"/>
          </a:xfrm>
        </p:grpSpPr>
        <p:grpSp>
          <p:nvGrpSpPr>
            <p:cNvPr id="194648" name="Group 91"/>
            <p:cNvGrpSpPr/>
            <p:nvPr/>
          </p:nvGrpSpPr>
          <p:grpSpPr>
            <a:xfrm>
              <a:off x="623" y="3523"/>
              <a:ext cx="510" cy="154"/>
              <a:chOff x="723" y="3453"/>
              <a:chExt cx="510" cy="154"/>
            </a:xfrm>
          </p:grpSpPr>
          <p:grpSp>
            <p:nvGrpSpPr>
              <p:cNvPr id="194649" name="Group 92"/>
              <p:cNvGrpSpPr/>
              <p:nvPr/>
            </p:nvGrpSpPr>
            <p:grpSpPr>
              <a:xfrm>
                <a:off x="836" y="3453"/>
                <a:ext cx="397" cy="154"/>
                <a:chOff x="836" y="3305"/>
                <a:chExt cx="397" cy="154"/>
              </a:xfrm>
            </p:grpSpPr>
            <p:grpSp>
              <p:nvGrpSpPr>
                <p:cNvPr id="194650" name="Group 93"/>
                <p:cNvGrpSpPr/>
                <p:nvPr/>
              </p:nvGrpSpPr>
              <p:grpSpPr>
                <a:xfrm>
                  <a:off x="890" y="3305"/>
                  <a:ext cx="343" cy="154"/>
                  <a:chOff x="844" y="3337"/>
                  <a:chExt cx="343" cy="154"/>
                </a:xfrm>
              </p:grpSpPr>
              <p:sp>
                <p:nvSpPr>
                  <p:cNvPr id="194651" name="Rectangle 94"/>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52" name="Text Box 95"/>
                  <p:cNvSpPr txBox="1"/>
                  <p:nvPr/>
                </p:nvSpPr>
                <p:spPr>
                  <a:xfrm>
                    <a:off x="844" y="3337"/>
                    <a:ext cx="343"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DHCP</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4653" name="Group 96"/>
                <p:cNvGrpSpPr/>
                <p:nvPr/>
              </p:nvGrpSpPr>
              <p:grpSpPr>
                <a:xfrm>
                  <a:off x="836" y="3334"/>
                  <a:ext cx="354" cy="94"/>
                  <a:chOff x="836" y="3334"/>
                  <a:chExt cx="354" cy="94"/>
                </a:xfrm>
              </p:grpSpPr>
              <p:sp>
                <p:nvSpPr>
                  <p:cNvPr id="194654" name="Rectangle 97"/>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55" name="Rectangle 98"/>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sp>
            <p:nvSpPr>
              <p:cNvPr id="194656" name="Rectangle 99"/>
              <p:cNvSpPr/>
              <p:nvPr/>
            </p:nvSpPr>
            <p:spPr>
              <a:xfrm>
                <a:off x="732" y="3484"/>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57" name="Rectangle 100"/>
              <p:cNvSpPr/>
              <p:nvPr/>
            </p:nvSpPr>
            <p:spPr>
              <a:xfrm>
                <a:off x="723" y="3473"/>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94658" name="Rectangle 101"/>
            <p:cNvSpPr/>
            <p:nvPr/>
          </p:nvSpPr>
          <p:spPr>
            <a:xfrm>
              <a:off x="517" y="3545"/>
              <a:ext cx="94"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59" name="Rectangle 102"/>
            <p:cNvSpPr/>
            <p:nvPr/>
          </p:nvSpPr>
          <p:spPr>
            <a:xfrm>
              <a:off x="1115" y="3544"/>
              <a:ext cx="60"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60" name="Rectangle 103"/>
            <p:cNvSpPr/>
            <p:nvPr/>
          </p:nvSpPr>
          <p:spPr>
            <a:xfrm>
              <a:off x="504" y="3529"/>
              <a:ext cx="681" cy="138"/>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703592" name="Group 104"/>
          <p:cNvGrpSpPr/>
          <p:nvPr/>
        </p:nvGrpSpPr>
        <p:grpSpPr>
          <a:xfrm>
            <a:off x="1477963" y="3081338"/>
            <a:ext cx="1316037" cy="1314450"/>
            <a:chOff x="931" y="1941"/>
            <a:chExt cx="829" cy="828"/>
          </a:xfrm>
        </p:grpSpPr>
        <p:sp>
          <p:nvSpPr>
            <p:cNvPr id="194662" name="Freeform 105"/>
            <p:cNvSpPr/>
            <p:nvPr/>
          </p:nvSpPr>
          <p:spPr>
            <a:xfrm>
              <a:off x="1424" y="1965"/>
              <a:ext cx="336" cy="801"/>
            </a:xfrm>
            <a:custGeom>
              <a:avLst/>
              <a:gdLst/>
              <a:ahLst/>
              <a:cxnLst>
                <a:cxn ang="0">
                  <a:pos x="1" y="0"/>
                </a:cxn>
                <a:cxn ang="0">
                  <a:pos x="46" y="402"/>
                </a:cxn>
                <a:cxn ang="0">
                  <a:pos x="1" y="801"/>
                </a:cxn>
                <a:cxn ang="0">
                  <a:pos x="1" y="535"/>
                </a:cxn>
                <a:cxn ang="0">
                  <a:pos x="0" y="371"/>
                </a:cxn>
                <a:cxn ang="0">
                  <a:pos x="1" y="0"/>
                </a:cxn>
              </a:cxnLst>
              <a:pathLst>
                <a:path w="551" h="801">
                  <a:moveTo>
                    <a:pt x="14" y="0"/>
                  </a:moveTo>
                  <a:lnTo>
                    <a:pt x="551" y="402"/>
                  </a:lnTo>
                  <a:lnTo>
                    <a:pt x="6" y="801"/>
                  </a:lnTo>
                  <a:lnTo>
                    <a:pt x="13" y="535"/>
                  </a:lnTo>
                  <a:lnTo>
                    <a:pt x="0" y="371"/>
                  </a:lnTo>
                  <a:lnTo>
                    <a:pt x="14" y="0"/>
                  </a:lnTo>
                  <a:close/>
                </a:path>
              </a:pathLst>
            </a:custGeom>
            <a:gradFill rotWithShape="1">
              <a:gsLst>
                <a:gs pos="0">
                  <a:schemeClr val="bg1"/>
                </a:gs>
                <a:gs pos="100000">
                  <a:srgbClr val="FF0000"/>
                </a:gs>
              </a:gsLst>
              <a:lin ang="2700000" scaled="1"/>
              <a:tileRect/>
            </a:gradFill>
            <a:ln w="9525">
              <a:noFill/>
            </a:ln>
          </p:spPr>
          <p:txBody>
            <a:bodyPr/>
            <a:p>
              <a:endParaRPr lang="zh-CN" altLang="en-US"/>
            </a:p>
          </p:txBody>
        </p:sp>
        <p:grpSp>
          <p:nvGrpSpPr>
            <p:cNvPr id="194663" name="Group 106"/>
            <p:cNvGrpSpPr/>
            <p:nvPr/>
          </p:nvGrpSpPr>
          <p:grpSpPr>
            <a:xfrm>
              <a:off x="931" y="1941"/>
              <a:ext cx="501" cy="828"/>
              <a:chOff x="569" y="2954"/>
              <a:chExt cx="501" cy="828"/>
            </a:xfrm>
          </p:grpSpPr>
          <p:sp>
            <p:nvSpPr>
              <p:cNvPr id="194664" name="Rectangle 107"/>
              <p:cNvSpPr/>
              <p:nvPr/>
            </p:nvSpPr>
            <p:spPr>
              <a:xfrm>
                <a:off x="576" y="2973"/>
                <a:ext cx="493" cy="79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65" name="Text Box 108"/>
              <p:cNvSpPr txBox="1"/>
              <p:nvPr/>
            </p:nvSpPr>
            <p:spPr>
              <a:xfrm>
                <a:off x="593" y="2954"/>
                <a:ext cx="477" cy="828"/>
              </a:xfrm>
              <a:prstGeom prst="rect">
                <a:avLst/>
              </a:prstGeom>
              <a:noFill/>
              <a:ln w="9525">
                <a:noFill/>
              </a:ln>
            </p:spPr>
            <p:txBody>
              <a:bodyPr wrap="none" anchor="t" anchorCtr="0">
                <a:spAutoFit/>
              </a:bodyPr>
              <a:p>
                <a:pPr algn="ctr" eaLnBrk="0" hangingPunct="0">
                  <a:buClrTx/>
                  <a:buFontTx/>
                </a:pPr>
                <a:r>
                  <a:rPr lang="en-US" altLang="zh-CN" sz="1600" i="0" dirty="0">
                    <a:latin typeface="Arial" panose="020B0604020202020204" pitchFamily="34" charset="0"/>
                    <a:ea typeface="宋体" panose="02010600030101010101" pitchFamily="2" charset="-122"/>
                  </a:rPr>
                  <a:t>DHCP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UDP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IP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Eth</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Phy</a:t>
                </a:r>
                <a:endParaRPr lang="en-US" altLang="zh-CN" sz="1600" i="0" dirty="0">
                  <a:latin typeface="Arial" panose="020B0604020202020204" pitchFamily="34" charset="0"/>
                  <a:ea typeface="宋体" panose="02010600030101010101" pitchFamily="2" charset="-122"/>
                </a:endParaRPr>
              </a:p>
            </p:txBody>
          </p:sp>
          <p:sp>
            <p:nvSpPr>
              <p:cNvPr id="194666" name="Line 109"/>
              <p:cNvSpPr/>
              <p:nvPr/>
            </p:nvSpPr>
            <p:spPr>
              <a:xfrm>
                <a:off x="578" y="3130"/>
                <a:ext cx="489" cy="0"/>
              </a:xfrm>
              <a:prstGeom prst="line">
                <a:avLst/>
              </a:prstGeom>
              <a:ln w="9525" cap="flat" cmpd="sng">
                <a:solidFill>
                  <a:schemeClr val="tx1"/>
                </a:solidFill>
                <a:prstDash val="solid"/>
                <a:round/>
                <a:headEnd type="none" w="med" len="med"/>
                <a:tailEnd type="none" w="med" len="med"/>
              </a:ln>
            </p:spPr>
          </p:sp>
          <p:sp>
            <p:nvSpPr>
              <p:cNvPr id="194667" name="Line 110"/>
              <p:cNvSpPr/>
              <p:nvPr/>
            </p:nvSpPr>
            <p:spPr>
              <a:xfrm>
                <a:off x="575" y="3289"/>
                <a:ext cx="489" cy="0"/>
              </a:xfrm>
              <a:prstGeom prst="line">
                <a:avLst/>
              </a:prstGeom>
              <a:ln w="9525" cap="flat" cmpd="sng">
                <a:solidFill>
                  <a:schemeClr val="tx1"/>
                </a:solidFill>
                <a:prstDash val="solid"/>
                <a:round/>
                <a:headEnd type="none" w="med" len="med"/>
                <a:tailEnd type="none" w="med" len="med"/>
              </a:ln>
            </p:spPr>
          </p:sp>
          <p:sp>
            <p:nvSpPr>
              <p:cNvPr id="194668" name="Line 111"/>
              <p:cNvSpPr/>
              <p:nvPr/>
            </p:nvSpPr>
            <p:spPr>
              <a:xfrm>
                <a:off x="572" y="3448"/>
                <a:ext cx="489" cy="0"/>
              </a:xfrm>
              <a:prstGeom prst="line">
                <a:avLst/>
              </a:prstGeom>
              <a:ln w="9525" cap="flat" cmpd="sng">
                <a:solidFill>
                  <a:schemeClr val="tx1"/>
                </a:solidFill>
                <a:prstDash val="solid"/>
                <a:round/>
                <a:headEnd type="none" w="med" len="med"/>
                <a:tailEnd type="none" w="med" len="med"/>
              </a:ln>
            </p:spPr>
          </p:sp>
          <p:sp>
            <p:nvSpPr>
              <p:cNvPr id="194669" name="Line 112"/>
              <p:cNvSpPr/>
              <p:nvPr/>
            </p:nvSpPr>
            <p:spPr>
              <a:xfrm>
                <a:off x="569" y="3607"/>
                <a:ext cx="489" cy="0"/>
              </a:xfrm>
              <a:prstGeom prst="line">
                <a:avLst/>
              </a:prstGeom>
              <a:ln w="9525" cap="flat" cmpd="sng">
                <a:solidFill>
                  <a:schemeClr val="tx1"/>
                </a:solidFill>
                <a:prstDash val="solid"/>
                <a:round/>
                <a:headEnd type="none" w="med" len="med"/>
                <a:tailEnd type="none" w="med" len="med"/>
              </a:ln>
            </p:spPr>
          </p:sp>
        </p:grpSp>
      </p:grpSp>
      <p:grpSp>
        <p:nvGrpSpPr>
          <p:cNvPr id="703601" name="Group 113"/>
          <p:cNvGrpSpPr/>
          <p:nvPr/>
        </p:nvGrpSpPr>
        <p:grpSpPr>
          <a:xfrm>
            <a:off x="71438" y="969963"/>
            <a:ext cx="1081087" cy="1217612"/>
            <a:chOff x="1404" y="3105"/>
            <a:chExt cx="681" cy="767"/>
          </a:xfrm>
        </p:grpSpPr>
        <p:grpSp>
          <p:nvGrpSpPr>
            <p:cNvPr id="194671" name="Group 114"/>
            <p:cNvGrpSpPr/>
            <p:nvPr/>
          </p:nvGrpSpPr>
          <p:grpSpPr>
            <a:xfrm>
              <a:off x="1404" y="3355"/>
              <a:ext cx="681" cy="468"/>
              <a:chOff x="42" y="886"/>
              <a:chExt cx="681" cy="468"/>
            </a:xfrm>
          </p:grpSpPr>
          <p:grpSp>
            <p:nvGrpSpPr>
              <p:cNvPr id="194672" name="Group 115"/>
              <p:cNvGrpSpPr/>
              <p:nvPr/>
            </p:nvGrpSpPr>
            <p:grpSpPr>
              <a:xfrm>
                <a:off x="278" y="886"/>
                <a:ext cx="397" cy="154"/>
                <a:chOff x="740" y="3209"/>
                <a:chExt cx="397" cy="154"/>
              </a:xfrm>
            </p:grpSpPr>
            <p:grpSp>
              <p:nvGrpSpPr>
                <p:cNvPr id="194673" name="Group 116"/>
                <p:cNvGrpSpPr/>
                <p:nvPr/>
              </p:nvGrpSpPr>
              <p:grpSpPr>
                <a:xfrm>
                  <a:off x="794" y="3209"/>
                  <a:ext cx="343" cy="154"/>
                  <a:chOff x="844" y="3337"/>
                  <a:chExt cx="343" cy="154"/>
                </a:xfrm>
              </p:grpSpPr>
              <p:sp>
                <p:nvSpPr>
                  <p:cNvPr id="194674" name="Rectangle 117"/>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75" name="Text Box 118"/>
                  <p:cNvSpPr txBox="1"/>
                  <p:nvPr/>
                </p:nvSpPr>
                <p:spPr>
                  <a:xfrm>
                    <a:off x="844" y="3337"/>
                    <a:ext cx="343"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DHCP</a:t>
                    </a:r>
                    <a:endParaRPr lang="en-US" altLang="zh-CN" sz="1000" i="0" dirty="0">
                      <a:solidFill>
                        <a:schemeClr val="bg1"/>
                      </a:solidFill>
                      <a:latin typeface="Arial" panose="020B0604020202020204" pitchFamily="34" charset="0"/>
                      <a:ea typeface="宋体" panose="02010600030101010101" pitchFamily="2" charset="-122"/>
                    </a:endParaRPr>
                  </a:p>
                </p:txBody>
              </p:sp>
            </p:grpSp>
            <p:sp>
              <p:nvSpPr>
                <p:cNvPr id="194676" name="Rectangle 119"/>
                <p:cNvSpPr/>
                <p:nvPr/>
              </p:nvSpPr>
              <p:spPr>
                <a:xfrm>
                  <a:off x="750" y="3244"/>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77" name="Rectangle 120"/>
                <p:cNvSpPr/>
                <p:nvPr/>
              </p:nvSpPr>
              <p:spPr>
                <a:xfrm>
                  <a:off x="740" y="3238"/>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94678" name="Group 121"/>
              <p:cNvGrpSpPr/>
              <p:nvPr/>
            </p:nvGrpSpPr>
            <p:grpSpPr>
              <a:xfrm>
                <a:off x="278" y="1034"/>
                <a:ext cx="397" cy="154"/>
                <a:chOff x="836" y="3305"/>
                <a:chExt cx="397" cy="154"/>
              </a:xfrm>
            </p:grpSpPr>
            <p:grpSp>
              <p:nvGrpSpPr>
                <p:cNvPr id="194679" name="Group 122"/>
                <p:cNvGrpSpPr/>
                <p:nvPr/>
              </p:nvGrpSpPr>
              <p:grpSpPr>
                <a:xfrm>
                  <a:off x="890" y="3305"/>
                  <a:ext cx="343" cy="154"/>
                  <a:chOff x="844" y="3337"/>
                  <a:chExt cx="343" cy="154"/>
                </a:xfrm>
              </p:grpSpPr>
              <p:sp>
                <p:nvSpPr>
                  <p:cNvPr id="194680" name="Rectangle 123"/>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81" name="Text Box 124"/>
                  <p:cNvSpPr txBox="1"/>
                  <p:nvPr/>
                </p:nvSpPr>
                <p:spPr>
                  <a:xfrm>
                    <a:off x="844" y="3337"/>
                    <a:ext cx="343"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DHCP</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4682" name="Group 125"/>
                <p:cNvGrpSpPr/>
                <p:nvPr/>
              </p:nvGrpSpPr>
              <p:grpSpPr>
                <a:xfrm>
                  <a:off x="836" y="3334"/>
                  <a:ext cx="354" cy="94"/>
                  <a:chOff x="836" y="3334"/>
                  <a:chExt cx="354" cy="94"/>
                </a:xfrm>
              </p:grpSpPr>
              <p:sp>
                <p:nvSpPr>
                  <p:cNvPr id="194683" name="Rectangle 126"/>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84" name="Rectangle 127"/>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grpSp>
            <p:nvGrpSpPr>
              <p:cNvPr id="194685" name="Group 128"/>
              <p:cNvGrpSpPr/>
              <p:nvPr/>
            </p:nvGrpSpPr>
            <p:grpSpPr>
              <a:xfrm>
                <a:off x="165" y="1054"/>
                <a:ext cx="480" cy="112"/>
                <a:chOff x="627" y="3377"/>
                <a:chExt cx="480" cy="112"/>
              </a:xfrm>
            </p:grpSpPr>
            <p:sp>
              <p:nvSpPr>
                <p:cNvPr id="194686" name="Rectangle 129"/>
                <p:cNvSpPr/>
                <p:nvPr/>
              </p:nvSpPr>
              <p:spPr>
                <a:xfrm>
                  <a:off x="636" y="3388"/>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87" name="Rectangle 130"/>
                <p:cNvSpPr/>
                <p:nvPr/>
              </p:nvSpPr>
              <p:spPr>
                <a:xfrm>
                  <a:off x="627" y="3377"/>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94688" name="Group 131"/>
              <p:cNvGrpSpPr/>
              <p:nvPr/>
            </p:nvGrpSpPr>
            <p:grpSpPr>
              <a:xfrm>
                <a:off x="42" y="1200"/>
                <a:ext cx="681" cy="154"/>
                <a:chOff x="504" y="3523"/>
                <a:chExt cx="681" cy="154"/>
              </a:xfrm>
            </p:grpSpPr>
            <p:grpSp>
              <p:nvGrpSpPr>
                <p:cNvPr id="194689" name="Group 132"/>
                <p:cNvGrpSpPr/>
                <p:nvPr/>
              </p:nvGrpSpPr>
              <p:grpSpPr>
                <a:xfrm>
                  <a:off x="623" y="3523"/>
                  <a:ext cx="510" cy="154"/>
                  <a:chOff x="723" y="3453"/>
                  <a:chExt cx="510" cy="154"/>
                </a:xfrm>
              </p:grpSpPr>
              <p:grpSp>
                <p:nvGrpSpPr>
                  <p:cNvPr id="194690" name="Group 133"/>
                  <p:cNvGrpSpPr/>
                  <p:nvPr/>
                </p:nvGrpSpPr>
                <p:grpSpPr>
                  <a:xfrm>
                    <a:off x="836" y="3453"/>
                    <a:ext cx="397" cy="154"/>
                    <a:chOff x="836" y="3305"/>
                    <a:chExt cx="397" cy="154"/>
                  </a:xfrm>
                </p:grpSpPr>
                <p:grpSp>
                  <p:nvGrpSpPr>
                    <p:cNvPr id="194691" name="Group 134"/>
                    <p:cNvGrpSpPr/>
                    <p:nvPr/>
                  </p:nvGrpSpPr>
                  <p:grpSpPr>
                    <a:xfrm>
                      <a:off x="890" y="3305"/>
                      <a:ext cx="343" cy="154"/>
                      <a:chOff x="844" y="3337"/>
                      <a:chExt cx="343" cy="154"/>
                    </a:xfrm>
                  </p:grpSpPr>
                  <p:sp>
                    <p:nvSpPr>
                      <p:cNvPr id="194692" name="Rectangle 135"/>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93" name="Text Box 136"/>
                      <p:cNvSpPr txBox="1"/>
                      <p:nvPr/>
                    </p:nvSpPr>
                    <p:spPr>
                      <a:xfrm>
                        <a:off x="844" y="3337"/>
                        <a:ext cx="343"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DHCP</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4694" name="Group 137"/>
                    <p:cNvGrpSpPr/>
                    <p:nvPr/>
                  </p:nvGrpSpPr>
                  <p:grpSpPr>
                    <a:xfrm>
                      <a:off x="836" y="3334"/>
                      <a:ext cx="354" cy="94"/>
                      <a:chOff x="836" y="3334"/>
                      <a:chExt cx="354" cy="94"/>
                    </a:xfrm>
                  </p:grpSpPr>
                  <p:sp>
                    <p:nvSpPr>
                      <p:cNvPr id="194695" name="Rectangle 138"/>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96" name="Rectangle 139"/>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sp>
                <p:nvSpPr>
                  <p:cNvPr id="194697" name="Rectangle 140"/>
                  <p:cNvSpPr/>
                  <p:nvPr/>
                </p:nvSpPr>
                <p:spPr>
                  <a:xfrm>
                    <a:off x="732" y="3484"/>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698" name="Rectangle 141"/>
                  <p:cNvSpPr/>
                  <p:nvPr/>
                </p:nvSpPr>
                <p:spPr>
                  <a:xfrm>
                    <a:off x="723" y="3473"/>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94699" name="Rectangle 142"/>
                <p:cNvSpPr/>
                <p:nvPr/>
              </p:nvSpPr>
              <p:spPr>
                <a:xfrm>
                  <a:off x="517" y="3545"/>
                  <a:ext cx="94"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700" name="Rectangle 143"/>
                <p:cNvSpPr/>
                <p:nvPr/>
              </p:nvSpPr>
              <p:spPr>
                <a:xfrm>
                  <a:off x="1115" y="3544"/>
                  <a:ext cx="60"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701" name="Rectangle 144"/>
                <p:cNvSpPr/>
                <p:nvPr/>
              </p:nvSpPr>
              <p:spPr>
                <a:xfrm>
                  <a:off x="504" y="3529"/>
                  <a:ext cx="681" cy="138"/>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sp>
          <p:nvSpPr>
            <p:cNvPr id="194702" name="AutoShape 145"/>
            <p:cNvSpPr/>
            <p:nvPr/>
          </p:nvSpPr>
          <p:spPr>
            <a:xfrm rot="10800000">
              <a:off x="1727" y="3105"/>
              <a:ext cx="240" cy="767"/>
            </a:xfrm>
            <a:prstGeom prst="downArrow">
              <a:avLst>
                <a:gd name="adj1" fmla="val 54166"/>
                <a:gd name="adj2" fmla="val 51236"/>
              </a:avLst>
            </a:prstGeom>
            <a:gradFill rotWithShape="1">
              <a:gsLst>
                <a:gs pos="0">
                  <a:srgbClr val="FF0000">
                    <a:alpha val="25000"/>
                  </a:srgbClr>
                </a:gs>
                <a:gs pos="100000">
                  <a:srgbClr val="FF0000">
                    <a:alpha val="25000"/>
                  </a:srgbClr>
                </a:gs>
              </a:gsLst>
              <a:lin ang="5400000" scaled="1"/>
              <a:tileRect/>
            </a:gra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94703" name="Group 146"/>
            <p:cNvGrpSpPr/>
            <p:nvPr/>
          </p:nvGrpSpPr>
          <p:grpSpPr>
            <a:xfrm>
              <a:off x="1695" y="3227"/>
              <a:ext cx="343" cy="154"/>
              <a:chOff x="844" y="3337"/>
              <a:chExt cx="343" cy="154"/>
            </a:xfrm>
          </p:grpSpPr>
          <p:sp>
            <p:nvSpPr>
              <p:cNvPr id="194704" name="Rectangle 147"/>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705" name="Text Box 148"/>
              <p:cNvSpPr txBox="1"/>
              <p:nvPr/>
            </p:nvSpPr>
            <p:spPr>
              <a:xfrm>
                <a:off x="844" y="3337"/>
                <a:ext cx="343"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DHCP</a:t>
                </a:r>
                <a:endParaRPr lang="en-US" altLang="zh-CN" sz="1000" i="0" dirty="0">
                  <a:solidFill>
                    <a:schemeClr val="bg1"/>
                  </a:solidFill>
                  <a:latin typeface="Arial" panose="020B0604020202020204" pitchFamily="34" charset="0"/>
                  <a:ea typeface="宋体" panose="02010600030101010101" pitchFamily="2" charset="-122"/>
                </a:endParaRPr>
              </a:p>
            </p:txBody>
          </p:sp>
        </p:grpSp>
      </p:grpSp>
      <p:grpSp>
        <p:nvGrpSpPr>
          <p:cNvPr id="703637" name="Group 149"/>
          <p:cNvGrpSpPr/>
          <p:nvPr/>
        </p:nvGrpSpPr>
        <p:grpSpPr>
          <a:xfrm>
            <a:off x="803275" y="3178175"/>
            <a:ext cx="544513" cy="244475"/>
            <a:chOff x="844" y="3337"/>
            <a:chExt cx="343" cy="154"/>
          </a:xfrm>
        </p:grpSpPr>
        <p:sp>
          <p:nvSpPr>
            <p:cNvPr id="194707" name="Rectangle 150"/>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4708" name="Text Box 151"/>
            <p:cNvSpPr txBox="1"/>
            <p:nvPr/>
          </p:nvSpPr>
          <p:spPr>
            <a:xfrm>
              <a:off x="844" y="3337"/>
              <a:ext cx="343"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DHCP</a:t>
              </a:r>
              <a:endParaRPr lang="en-US" altLang="zh-CN" sz="1000" i="0" dirty="0">
                <a:solidFill>
                  <a:schemeClr val="bg1"/>
                </a:solidFill>
                <a:latin typeface="Arial" panose="020B0604020202020204" pitchFamily="34" charset="0"/>
                <a:ea typeface="宋体" panose="02010600030101010101" pitchFamily="2" charset="-122"/>
              </a:endParaRPr>
            </a:p>
          </p:txBody>
        </p:sp>
      </p:grpSp>
      <p:sp>
        <p:nvSpPr>
          <p:cNvPr id="703643" name="Rectangle 155"/>
          <p:cNvSpPr/>
          <p:nvPr/>
        </p:nvSpPr>
        <p:spPr>
          <a:xfrm>
            <a:off x="4997450" y="2641600"/>
            <a:ext cx="3421063" cy="1362075"/>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buChar char="r"/>
            </a:pPr>
            <a:r>
              <a:rPr lang="en-US" altLang="zh-CN" i="0" dirty="0">
                <a:latin typeface="Comic Sans MS" panose="030F0702030302020204" pitchFamily="66" charset="0"/>
                <a:ea typeface="宋体" panose="02010600030101010101" pitchFamily="2" charset="-122"/>
              </a:rPr>
              <a:t>encapsulation at DHCP server, frame forwarded (</a:t>
            </a:r>
            <a:r>
              <a:rPr lang="en-US" altLang="zh-CN" b="1" dirty="0">
                <a:solidFill>
                  <a:schemeClr val="accent2"/>
                </a:solidFill>
                <a:latin typeface="Comic Sans MS" panose="030F0702030302020204" pitchFamily="66" charset="0"/>
                <a:ea typeface="宋体" panose="02010600030101010101" pitchFamily="2" charset="-122"/>
              </a:rPr>
              <a:t>switch learning</a:t>
            </a:r>
            <a:r>
              <a:rPr lang="en-US" altLang="zh-CN" i="0" dirty="0">
                <a:latin typeface="Comic Sans MS" panose="030F0702030302020204" pitchFamily="66" charset="0"/>
                <a:ea typeface="宋体" panose="02010600030101010101" pitchFamily="2" charset="-122"/>
              </a:rPr>
              <a:t>) through LAN, demultiplexing at client</a:t>
            </a:r>
            <a:endParaRPr lang="en-US" altLang="zh-CN" i="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buChar char="r"/>
            </a:pPr>
            <a:endParaRPr lang="en-US" altLang="zh-CN" i="0" dirty="0">
              <a:latin typeface="Comic Sans MS" panose="030F0702030302020204" pitchFamily="66" charset="0"/>
              <a:ea typeface="宋体" panose="02010600030101010101" pitchFamily="2" charset="-122"/>
            </a:endParaRPr>
          </a:p>
        </p:txBody>
      </p:sp>
      <p:sp>
        <p:nvSpPr>
          <p:cNvPr id="703644" name="Text Box 156"/>
          <p:cNvSpPr txBox="1"/>
          <p:nvPr/>
        </p:nvSpPr>
        <p:spPr>
          <a:xfrm>
            <a:off x="723900" y="5260975"/>
            <a:ext cx="7954963" cy="822325"/>
          </a:xfrm>
          <a:prstGeom prst="rect">
            <a:avLst/>
          </a:prstGeom>
          <a:noFill/>
          <a:ln w="9525">
            <a:noFill/>
          </a:ln>
        </p:spPr>
        <p:txBody>
          <a:bodyPr wrap="none" anchor="t" anchorCtr="0">
            <a:spAutoFit/>
          </a:bodyPr>
          <a:p>
            <a:pPr algn="ctr" eaLnBrk="0" hangingPunct="0">
              <a:buClrTx/>
              <a:buFontTx/>
            </a:pPr>
            <a:r>
              <a:rPr lang="en-US" altLang="zh-CN" sz="2400" dirty="0">
                <a:latin typeface="Comic Sans MS" panose="030F0702030302020204" pitchFamily="66" charset="0"/>
                <a:ea typeface="宋体" panose="02010600030101010101" pitchFamily="2" charset="-122"/>
              </a:rPr>
              <a:t>Client now has IP address, knows name &amp; addr of DNS </a:t>
            </a:r>
            <a:endParaRPr lang="en-US" altLang="zh-CN" sz="2400" dirty="0">
              <a:latin typeface="Comic Sans MS" panose="030F0702030302020204" pitchFamily="66" charset="0"/>
              <a:ea typeface="宋体" panose="02010600030101010101" pitchFamily="2" charset="-122"/>
            </a:endParaRPr>
          </a:p>
          <a:p>
            <a:pPr algn="ctr" eaLnBrk="0" hangingPunct="0">
              <a:buClrTx/>
              <a:buFontTx/>
            </a:pPr>
            <a:r>
              <a:rPr lang="en-US" altLang="zh-CN" sz="2400" dirty="0">
                <a:latin typeface="Comic Sans MS" panose="030F0702030302020204" pitchFamily="66" charset="0"/>
                <a:ea typeface="宋体" panose="02010600030101010101" pitchFamily="2" charset="-122"/>
              </a:rPr>
              <a:t>server, IP address of its first-hop router</a:t>
            </a:r>
            <a:endParaRPr lang="en-US" altLang="zh-CN" sz="2400" dirty="0">
              <a:latin typeface="Comic Sans MS" panose="030F0702030302020204" pitchFamily="66" charset="0"/>
              <a:ea typeface="宋体" panose="02010600030101010101" pitchFamily="2" charset="-122"/>
            </a:endParaRPr>
          </a:p>
        </p:txBody>
      </p:sp>
      <p:sp>
        <p:nvSpPr>
          <p:cNvPr id="703645" name="Rectangle 157"/>
          <p:cNvSpPr/>
          <p:nvPr/>
        </p:nvSpPr>
        <p:spPr>
          <a:xfrm>
            <a:off x="4949825" y="3927475"/>
            <a:ext cx="3421063" cy="1362075"/>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buChar char="r"/>
            </a:pPr>
            <a:r>
              <a:rPr lang="en-US" altLang="zh-CN" i="0" dirty="0">
                <a:latin typeface="Comic Sans MS" panose="030F0702030302020204" pitchFamily="66" charset="0"/>
                <a:ea typeface="宋体" panose="02010600030101010101" pitchFamily="2" charset="-122"/>
              </a:rPr>
              <a:t>DHCP client receives DHCP ACK reply</a:t>
            </a:r>
            <a:endParaRPr lang="en-US" altLang="zh-CN" i="0" dirty="0">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036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03491">
                                            <p:txEl>
                                              <p:charRg st="0" end="139"/>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703545"/>
                                        </p:tgtEl>
                                        <p:attrNameLst>
                                          <p:attrName>style.visibility</p:attrName>
                                        </p:attrNameLst>
                                      </p:cBhvr>
                                      <p:to>
                                        <p:strVal val="visible"/>
                                      </p:to>
                                    </p:set>
                                    <p:animEffect transition="in" filter="wipe(up)">
                                      <p:cBhvr>
                                        <p:cTn id="13" dur="500"/>
                                        <p:tgtEl>
                                          <p:spTgt spid="703545"/>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703643">
                                            <p:txEl>
                                              <p:charRg st="0" end="102"/>
                                            </p:txEl>
                                          </p:spTgt>
                                        </p:tgtEl>
                                        <p:attrNameLst>
                                          <p:attrName>style.visibility</p:attrName>
                                        </p:attrNameLst>
                                      </p:cBhvr>
                                      <p:to>
                                        <p:strVal val="visible"/>
                                      </p:to>
                                    </p:set>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703578"/>
                                        </p:tgtEl>
                                        <p:attrNameLst>
                                          <p:attrName>style.visibility</p:attrName>
                                        </p:attrNameLst>
                                      </p:cBhvr>
                                      <p:to>
                                        <p:strVal val="visible"/>
                                      </p:to>
                                    </p:set>
                                  </p:childTnLst>
                                </p:cTn>
                              </p:par>
                            </p:childTnLst>
                          </p:cTn>
                        </p:par>
                        <p:par>
                          <p:cTn id="19" fill="hold">
                            <p:stCondLst>
                              <p:cond delay="500"/>
                            </p:stCondLst>
                            <p:childTnLst>
                              <p:par>
                                <p:cTn id="20" presetID="0" presetClass="path" presetSubtype="0" accel="50000" decel="50000" fill="hold" nodeType="afterEffect">
                                  <p:stCondLst>
                                    <p:cond delay="0"/>
                                  </p:stCondLst>
                                  <p:childTnLst>
                                    <p:animMotion origin="layout" path="M -0.02569 0.03081 L 0.1533 0.0322 L 0.34896 -0.28446 L -0.04115 -0.28886 " pathEditMode="relative" rAng="0" ptsTypes="AAAA">
                                      <p:cBhvr>
                                        <p:cTn id="21" dur="2000" fill="hold"/>
                                        <p:tgtEl>
                                          <p:spTgt spid="703578"/>
                                        </p:tgtEl>
                                        <p:attrNameLst>
                                          <p:attrName>ppt_x</p:attrName>
                                          <p:attrName>ppt_y</p:attrName>
                                        </p:attrNameLst>
                                      </p:cBhvr>
                                      <p:rCtr x="18000" y="-15900"/>
                                    </p:animMotion>
                                  </p:childTnLst>
                                </p:cTn>
                              </p:par>
                            </p:childTnLst>
                          </p:cTn>
                        </p:par>
                        <p:par>
                          <p:cTn id="22" fill="hold">
                            <p:stCondLst>
                              <p:cond delay="2500"/>
                            </p:stCondLst>
                            <p:childTnLst>
                              <p:par>
                                <p:cTn id="23" presetID="1" presetClass="exit" presetSubtype="0" fill="hold" nodeType="afterEffect">
                                  <p:stCondLst>
                                    <p:cond delay="0"/>
                                  </p:stCondLst>
                                  <p:childTnLst>
                                    <p:set>
                                      <p:cBhvr>
                                        <p:cTn id="24" dur="1" fill="hold">
                                          <p:stCondLst>
                                            <p:cond delay="0"/>
                                          </p:stCondLst>
                                        </p:cTn>
                                        <p:tgtEl>
                                          <p:spTgt spid="703592"/>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703637"/>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703545"/>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703533"/>
                                        </p:tgtEl>
                                        <p:attrNameLst>
                                          <p:attrName>style.visibility</p:attrName>
                                        </p:attrNameLst>
                                      </p:cBhvr>
                                      <p:to>
                                        <p:strVal val="visible"/>
                                      </p:to>
                                    </p:set>
                                    <p:animEffect transition="in" filter="wipe(down)">
                                      <p:cBhvr>
                                        <p:cTn id="33" dur="500"/>
                                        <p:tgtEl>
                                          <p:spTgt spid="703533"/>
                                        </p:tgtEl>
                                      </p:cBhvr>
                                    </p:animEffect>
                                  </p:childTnLst>
                                </p:cTn>
                              </p:par>
                            </p:childTnLst>
                          </p:cTn>
                        </p:par>
                        <p:par>
                          <p:cTn id="34" fill="hold">
                            <p:stCondLst>
                              <p:cond delay="500"/>
                            </p:stCondLst>
                            <p:childTnLst>
                              <p:par>
                                <p:cTn id="35" presetID="22" presetClass="entr" presetSubtype="4" fill="hold" nodeType="afterEffect">
                                  <p:stCondLst>
                                    <p:cond delay="0"/>
                                  </p:stCondLst>
                                  <p:childTnLst>
                                    <p:set>
                                      <p:cBhvr>
                                        <p:cTn id="36" dur="1" fill="hold">
                                          <p:stCondLst>
                                            <p:cond delay="0"/>
                                          </p:stCondLst>
                                        </p:cTn>
                                        <p:tgtEl>
                                          <p:spTgt spid="703601"/>
                                        </p:tgtEl>
                                        <p:attrNameLst>
                                          <p:attrName>style.visibility</p:attrName>
                                        </p:attrNameLst>
                                      </p:cBhvr>
                                      <p:to>
                                        <p:strVal val="visible"/>
                                      </p:to>
                                    </p:set>
                                    <p:animEffect transition="in" filter="wipe(down)">
                                      <p:cBhvr>
                                        <p:cTn id="37" dur="1000"/>
                                        <p:tgtEl>
                                          <p:spTgt spid="703601"/>
                                        </p:tgtEl>
                                      </p:cBhvr>
                                    </p:animEffect>
                                  </p:childTnLst>
                                </p:cTn>
                              </p:par>
                              <p:par>
                                <p:cTn id="38" presetID="1" presetClass="exit" presetSubtype="0" fill="hold" nodeType="withEffect">
                                  <p:stCondLst>
                                    <p:cond delay="0"/>
                                  </p:stCondLst>
                                  <p:childTnLst>
                                    <p:set>
                                      <p:cBhvr>
                                        <p:cTn id="39" dur="1" fill="hold">
                                          <p:stCondLst>
                                            <p:cond delay="0"/>
                                          </p:stCondLst>
                                        </p:cTn>
                                        <p:tgtEl>
                                          <p:spTgt spid="703578"/>
                                        </p:tgtEl>
                                        <p:attrNameLst>
                                          <p:attrName>style.visibility</p:attrName>
                                        </p:attrNameLst>
                                      </p:cBhvr>
                                      <p:to>
                                        <p:strVal val="hidden"/>
                                      </p:to>
                                    </p:set>
                                  </p:childTnLst>
                                </p:cTn>
                              </p:par>
                            </p:childTnLst>
                          </p:cTn>
                        </p:par>
                        <p:par>
                          <p:cTn id="40" fill="hold">
                            <p:stCondLst>
                              <p:cond delay="1500"/>
                            </p:stCondLst>
                            <p:childTnLst>
                              <p:par>
                                <p:cTn id="41" presetID="1" presetClass="entr" presetSubtype="0" fill="hold" grpId="0" nodeType="afterEffect">
                                  <p:stCondLst>
                                    <p:cond delay="0"/>
                                  </p:stCondLst>
                                  <p:childTnLst>
                                    <p:set>
                                      <p:cBhvr>
                                        <p:cTn id="42" dur="1" fill="hold">
                                          <p:stCondLst>
                                            <p:cond delay="0"/>
                                          </p:stCondLst>
                                        </p:cTn>
                                        <p:tgtEl>
                                          <p:spTgt spid="70364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03645">
                                            <p:txEl>
                                              <p:charRg st="0" end="3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3491" grpId="0" build="p"/>
      <p:bldP spid="703643" grpId="0" build="p"/>
      <p:bldP spid="703644" grpId="0"/>
      <p:bldP spid="703645"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9558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95587" name="Rectangle 2"/>
          <p:cNvSpPr>
            <a:spLocks noGrp="1"/>
          </p:cNvSpPr>
          <p:nvPr>
            <p:ph type="title"/>
          </p:nvPr>
        </p:nvSpPr>
        <p:spPr>
          <a:xfrm>
            <a:off x="152400" y="0"/>
            <a:ext cx="8853488" cy="1143000"/>
          </a:xfrm>
          <a:ln/>
        </p:spPr>
        <p:txBody>
          <a:bodyPr vert="horz" wrap="square" lIns="91440" tIns="45720" rIns="91440" bIns="45720" anchor="ctr" anchorCtr="0"/>
          <a:p>
            <a:r>
              <a:rPr lang="en-US" altLang="zh-CN" sz="2800" u="none" dirty="0">
                <a:ea typeface="宋体" panose="02010600030101010101" pitchFamily="2" charset="-122"/>
              </a:rPr>
              <a:t>A day in the life… ARP (before DNS, before HTTP)</a:t>
            </a:r>
            <a:endParaRPr lang="en-US" altLang="zh-CN" sz="2800" u="none" dirty="0">
              <a:ea typeface="宋体" panose="02010600030101010101" pitchFamily="2" charset="-122"/>
            </a:endParaRPr>
          </a:p>
        </p:txBody>
      </p:sp>
      <p:sp>
        <p:nvSpPr>
          <p:cNvPr id="195588" name="Rectangle 3"/>
          <p:cNvSpPr>
            <a:spLocks noGrp="1"/>
          </p:cNvSpPr>
          <p:nvPr>
            <p:ph idx="1"/>
          </p:nvPr>
        </p:nvSpPr>
        <p:spPr>
          <a:xfrm>
            <a:off x="4391025" y="1014413"/>
            <a:ext cx="4667250" cy="1262062"/>
          </a:xfrm>
          <a:ln/>
        </p:spPr>
        <p:txBody>
          <a:bodyPr vert="horz" wrap="square" lIns="91440" tIns="45720" rIns="91440" bIns="45720" anchor="t" anchorCtr="0"/>
          <a:p>
            <a:r>
              <a:rPr lang="en-US" altLang="zh-CN" sz="2000" dirty="0">
                <a:ea typeface="宋体" panose="02010600030101010101" pitchFamily="2" charset="-122"/>
              </a:rPr>
              <a:t>before sending </a:t>
            </a:r>
            <a:r>
              <a:rPr lang="en-US" altLang="zh-CN" sz="2000" b="1" i="1" dirty="0">
                <a:solidFill>
                  <a:srgbClr val="FF0000"/>
                </a:solidFill>
                <a:ea typeface="宋体" panose="02010600030101010101" pitchFamily="2" charset="-122"/>
              </a:rPr>
              <a:t>HTTP</a:t>
            </a:r>
            <a:r>
              <a:rPr lang="en-US" altLang="zh-CN" sz="2000" b="1" i="1" dirty="0">
                <a:ea typeface="宋体" panose="02010600030101010101" pitchFamily="2" charset="-122"/>
              </a:rPr>
              <a:t> </a:t>
            </a:r>
            <a:r>
              <a:rPr lang="en-US" altLang="zh-CN" sz="2000" dirty="0">
                <a:ea typeface="宋体" panose="02010600030101010101" pitchFamily="2" charset="-122"/>
              </a:rPr>
              <a:t>request, need IP address of </a:t>
            </a:r>
            <a:r>
              <a:rPr lang="en-US" altLang="zh-CN" sz="1800" dirty="0">
                <a:ea typeface="宋体" panose="02010600030101010101" pitchFamily="2" charset="-122"/>
              </a:rPr>
              <a:t>www.google.com:</a:t>
            </a:r>
            <a:r>
              <a:rPr lang="en-US" altLang="zh-CN" sz="2000" dirty="0">
                <a:ea typeface="宋体" panose="02010600030101010101" pitchFamily="2" charset="-122"/>
              </a:rPr>
              <a:t>  </a:t>
            </a:r>
            <a:r>
              <a:rPr lang="en-US" altLang="zh-CN" sz="2000" b="1" i="1" dirty="0">
                <a:solidFill>
                  <a:srgbClr val="FF0000"/>
                </a:solidFill>
                <a:ea typeface="宋体" panose="02010600030101010101" pitchFamily="2" charset="-122"/>
              </a:rPr>
              <a:t>DNS</a:t>
            </a:r>
            <a:endParaRPr lang="en-US" altLang="zh-CN" sz="2000" b="1" i="1" dirty="0">
              <a:solidFill>
                <a:srgbClr val="FF0000"/>
              </a:solidFill>
              <a:ea typeface="宋体" panose="02010600030101010101" pitchFamily="2" charset="-122"/>
            </a:endParaRPr>
          </a:p>
        </p:txBody>
      </p:sp>
      <p:sp>
        <p:nvSpPr>
          <p:cNvPr id="195589" name="Freeform 3"/>
          <p:cNvSpPr/>
          <p:nvPr/>
        </p:nvSpPr>
        <p:spPr>
          <a:xfrm>
            <a:off x="773113" y="1273175"/>
            <a:ext cx="3554412" cy="27543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00FFFF"/>
          </a:solidFill>
          <a:ln w="9525">
            <a:noFill/>
          </a:ln>
        </p:spPr>
        <p:txBody>
          <a:bodyPr/>
          <a:p>
            <a:endParaRPr lang="zh-CN" altLang="en-US"/>
          </a:p>
        </p:txBody>
      </p:sp>
      <p:sp>
        <p:nvSpPr>
          <p:cNvPr id="195590" name="Line 36"/>
          <p:cNvSpPr/>
          <p:nvPr/>
        </p:nvSpPr>
        <p:spPr>
          <a:xfrm flipV="1">
            <a:off x="3775075" y="2344738"/>
            <a:ext cx="155575" cy="142875"/>
          </a:xfrm>
          <a:prstGeom prst="line">
            <a:avLst/>
          </a:prstGeom>
          <a:ln w="9525" cap="flat" cmpd="sng">
            <a:solidFill>
              <a:srgbClr val="000000"/>
            </a:solidFill>
            <a:prstDash val="solid"/>
            <a:round/>
            <a:headEnd type="none" w="med" len="med"/>
            <a:tailEnd type="none" w="med" len="med"/>
          </a:ln>
        </p:spPr>
      </p:sp>
      <p:grpSp>
        <p:nvGrpSpPr>
          <p:cNvPr id="195591" name="Group 38"/>
          <p:cNvGrpSpPr/>
          <p:nvPr/>
        </p:nvGrpSpPr>
        <p:grpSpPr>
          <a:xfrm>
            <a:off x="3255963" y="2459038"/>
            <a:ext cx="742950" cy="311150"/>
            <a:chOff x="1935" y="960"/>
            <a:chExt cx="468" cy="196"/>
          </a:xfrm>
        </p:grpSpPr>
        <p:sp>
          <p:nvSpPr>
            <p:cNvPr id="195592" name="Line 39"/>
            <p:cNvSpPr/>
            <p:nvPr/>
          </p:nvSpPr>
          <p:spPr>
            <a:xfrm>
              <a:off x="2368" y="960"/>
              <a:ext cx="0" cy="0"/>
            </a:xfrm>
            <a:prstGeom prst="line">
              <a:avLst/>
            </a:prstGeom>
            <a:ln w="9525" cap="flat" cmpd="sng">
              <a:solidFill>
                <a:srgbClr val="000000"/>
              </a:solidFill>
              <a:prstDash val="solid"/>
              <a:round/>
              <a:headEnd type="none" w="med" len="med"/>
              <a:tailEnd type="none" w="med" len="med"/>
            </a:ln>
          </p:spPr>
        </p:sp>
        <p:sp>
          <p:nvSpPr>
            <p:cNvPr id="195593" name="Rectangle 40"/>
            <p:cNvSpPr/>
            <p:nvPr/>
          </p:nvSpPr>
          <p:spPr>
            <a:xfrm>
              <a:off x="1935" y="1065"/>
              <a:ext cx="465" cy="91"/>
            </a:xfrm>
            <a:prstGeom prst="rect">
              <a:avLst/>
            </a:prstGeom>
            <a:solidFill>
              <a:srgbClr val="BBE0E3"/>
            </a:solidFill>
            <a:ln w="9525"/>
            <a:scene3d>
              <a:camera prst="legacyObliqueTopRight">
                <a:rot lat="0" lon="0" rev="0"/>
              </a:camera>
              <a:lightRig rig="legacyFlat3" dir="l"/>
            </a:scene3d>
            <a:sp3d extrusionH="430200" prstMaterial="legacyMatte">
              <a:bevelT w="13500" h="13500" prst="angle"/>
              <a:bevelB w="13500" h="13500" prst="angle"/>
              <a:extrusionClr>
                <a:schemeClr val="accent1"/>
              </a:extrusionClr>
            </a:sp3d>
          </p:spPr>
          <p:txBody>
            <a:bodyPr wrap="none" anchor="ctr" anchorCtr="0">
              <a:flatTx/>
            </a:bodyPr>
            <a:p>
              <a:pPr>
                <a:buClrTx/>
                <a:buFontTx/>
              </a:pPr>
              <a:endParaRPr lang="zh-CN" altLang="zh-CN" i="0" dirty="0">
                <a:latin typeface="Arial" panose="020B0604020202020204" pitchFamily="34" charset="0"/>
                <a:ea typeface="宋体" panose="02010600030101010101" pitchFamily="2" charset="-122"/>
              </a:endParaRPr>
            </a:p>
          </p:txBody>
        </p:sp>
        <p:sp>
          <p:nvSpPr>
            <p:cNvPr id="195594" name="Freeform 41"/>
            <p:cNvSpPr/>
            <p:nvPr/>
          </p:nvSpPr>
          <p:spPr>
            <a:xfrm>
              <a:off x="2069" y="975"/>
              <a:ext cx="307" cy="63"/>
            </a:xfrm>
            <a:custGeom>
              <a:avLst/>
              <a:gdLst/>
              <a:ahLst/>
              <a:cxnLst>
                <a:cxn ang="0">
                  <a:pos x="0" y="0"/>
                </a:cxn>
                <a:cxn ang="0">
                  <a:pos x="16" y="0"/>
                </a:cxn>
                <a:cxn ang="0">
                  <a:pos x="55" y="8"/>
                </a:cxn>
                <a:cxn ang="0">
                  <a:pos x="78" y="8"/>
                </a:cxn>
              </a:cxnLst>
              <a:pathLst>
                <a:path w="432" h="105">
                  <a:moveTo>
                    <a:pt x="0" y="0"/>
                  </a:moveTo>
                  <a:lnTo>
                    <a:pt x="85" y="0"/>
                  </a:lnTo>
                  <a:lnTo>
                    <a:pt x="307" y="105"/>
                  </a:lnTo>
                  <a:lnTo>
                    <a:pt x="432" y="105"/>
                  </a:lnTo>
                </a:path>
              </a:pathLst>
            </a:custGeom>
            <a:noFill/>
            <a:ln w="28575" cap="flat" cmpd="sng">
              <a:solidFill>
                <a:srgbClr val="000000"/>
              </a:solidFill>
              <a:prstDash val="solid"/>
              <a:round/>
              <a:headEnd type="none" w="med" len="med"/>
              <a:tailEnd type="none" w="med" len="med"/>
            </a:ln>
          </p:spPr>
          <p:txBody>
            <a:bodyPr/>
            <a:p>
              <a:endParaRPr lang="zh-CN" altLang="en-US"/>
            </a:p>
          </p:txBody>
        </p:sp>
        <p:sp>
          <p:nvSpPr>
            <p:cNvPr id="195595" name="Freeform 42"/>
            <p:cNvSpPr/>
            <p:nvPr/>
          </p:nvSpPr>
          <p:spPr>
            <a:xfrm flipV="1">
              <a:off x="2051" y="981"/>
              <a:ext cx="352" cy="63"/>
            </a:xfrm>
            <a:custGeom>
              <a:avLst/>
              <a:gdLst/>
              <a:ahLst/>
              <a:cxnLst>
                <a:cxn ang="0">
                  <a:pos x="0" y="0"/>
                </a:cxn>
                <a:cxn ang="0">
                  <a:pos x="30" y="0"/>
                </a:cxn>
                <a:cxn ang="0">
                  <a:pos x="110" y="8"/>
                </a:cxn>
                <a:cxn ang="0">
                  <a:pos x="156" y="8"/>
                </a:cxn>
              </a:cxnLst>
              <a:pathLst>
                <a:path w="432" h="105">
                  <a:moveTo>
                    <a:pt x="0" y="0"/>
                  </a:moveTo>
                  <a:lnTo>
                    <a:pt x="85" y="0"/>
                  </a:lnTo>
                  <a:lnTo>
                    <a:pt x="307" y="105"/>
                  </a:lnTo>
                  <a:lnTo>
                    <a:pt x="432" y="105"/>
                  </a:lnTo>
                </a:path>
              </a:pathLst>
            </a:custGeom>
            <a:noFill/>
            <a:ln w="28575" cap="flat" cmpd="sng">
              <a:solidFill>
                <a:srgbClr val="000000"/>
              </a:solidFill>
              <a:prstDash val="solid"/>
              <a:round/>
              <a:headEnd type="none" w="med" len="med"/>
              <a:tailEnd type="none" w="med" len="med"/>
            </a:ln>
          </p:spPr>
          <p:txBody>
            <a:bodyPr/>
            <a:p>
              <a:endParaRPr lang="zh-CN" altLang="en-US"/>
            </a:p>
          </p:txBody>
        </p:sp>
      </p:grpSp>
      <p:sp>
        <p:nvSpPr>
          <p:cNvPr id="195596" name="Line 43"/>
          <p:cNvSpPr/>
          <p:nvPr/>
        </p:nvSpPr>
        <p:spPr>
          <a:xfrm flipV="1">
            <a:off x="2665413" y="2517775"/>
            <a:ext cx="695325" cy="0"/>
          </a:xfrm>
          <a:prstGeom prst="line">
            <a:avLst/>
          </a:prstGeom>
          <a:ln w="9525" cap="flat" cmpd="sng">
            <a:solidFill>
              <a:srgbClr val="000000"/>
            </a:solidFill>
            <a:prstDash val="solid"/>
            <a:round/>
            <a:headEnd type="none" w="med" len="med"/>
            <a:tailEnd type="none" w="med" len="med"/>
          </a:ln>
        </p:spPr>
      </p:sp>
      <p:sp>
        <p:nvSpPr>
          <p:cNvPr id="195597" name="Line 44"/>
          <p:cNvSpPr/>
          <p:nvPr/>
        </p:nvSpPr>
        <p:spPr>
          <a:xfrm flipV="1">
            <a:off x="3924300" y="2201863"/>
            <a:ext cx="138113" cy="142875"/>
          </a:xfrm>
          <a:prstGeom prst="line">
            <a:avLst/>
          </a:prstGeom>
          <a:ln w="9525" cap="flat" cmpd="sng">
            <a:solidFill>
              <a:srgbClr val="000000"/>
            </a:solidFill>
            <a:prstDash val="dash"/>
            <a:round/>
            <a:headEnd type="none" w="med" len="med"/>
            <a:tailEnd type="none" w="med" len="med"/>
          </a:ln>
        </p:spPr>
      </p:sp>
      <p:sp>
        <p:nvSpPr>
          <p:cNvPr id="195598" name="Rectangle 45"/>
          <p:cNvSpPr/>
          <p:nvPr/>
        </p:nvSpPr>
        <p:spPr>
          <a:xfrm>
            <a:off x="2403475" y="2479675"/>
            <a:ext cx="257175" cy="69850"/>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5599" name="Line 48"/>
          <p:cNvSpPr/>
          <p:nvPr/>
        </p:nvSpPr>
        <p:spPr>
          <a:xfrm flipV="1">
            <a:off x="3279775" y="2736850"/>
            <a:ext cx="512763" cy="612775"/>
          </a:xfrm>
          <a:prstGeom prst="line">
            <a:avLst/>
          </a:prstGeom>
          <a:ln w="9525" cap="flat" cmpd="sng">
            <a:solidFill>
              <a:srgbClr val="000000"/>
            </a:solidFill>
            <a:prstDash val="solid"/>
            <a:round/>
            <a:headEnd type="none" w="med" len="med"/>
            <a:tailEnd type="none" w="med" len="med"/>
          </a:ln>
        </p:spPr>
      </p:sp>
      <p:grpSp>
        <p:nvGrpSpPr>
          <p:cNvPr id="195600" name="Group 49"/>
          <p:cNvGrpSpPr/>
          <p:nvPr/>
        </p:nvGrpSpPr>
        <p:grpSpPr>
          <a:xfrm>
            <a:off x="2760663" y="3365500"/>
            <a:ext cx="987425" cy="479425"/>
            <a:chOff x="1118" y="1621"/>
            <a:chExt cx="622" cy="302"/>
          </a:xfrm>
        </p:grpSpPr>
        <p:sp>
          <p:nvSpPr>
            <p:cNvPr id="195601" name="Rectangle 50"/>
            <p:cNvSpPr/>
            <p:nvPr/>
          </p:nvSpPr>
          <p:spPr>
            <a:xfrm>
              <a:off x="1578" y="1789"/>
              <a:ext cx="162" cy="44"/>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5602" name="Rectangle 51"/>
            <p:cNvSpPr/>
            <p:nvPr/>
          </p:nvSpPr>
          <p:spPr>
            <a:xfrm rot="-2700000">
              <a:off x="1336" y="1621"/>
              <a:ext cx="162" cy="44"/>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5603" name="Group 52"/>
            <p:cNvGrpSpPr/>
            <p:nvPr/>
          </p:nvGrpSpPr>
          <p:grpSpPr>
            <a:xfrm>
              <a:off x="1118" y="1684"/>
              <a:ext cx="477" cy="239"/>
              <a:chOff x="2466" y="2026"/>
              <a:chExt cx="477" cy="282"/>
            </a:xfrm>
          </p:grpSpPr>
          <p:sp>
            <p:nvSpPr>
              <p:cNvPr id="195604" name="Oval 53"/>
              <p:cNvSpPr/>
              <p:nvPr/>
            </p:nvSpPr>
            <p:spPr>
              <a:xfrm>
                <a:off x="2466" y="2168"/>
                <a:ext cx="476" cy="14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5605" name="Line 54"/>
              <p:cNvSpPr/>
              <p:nvPr/>
            </p:nvSpPr>
            <p:spPr>
              <a:xfrm>
                <a:off x="2470" y="2125"/>
                <a:ext cx="1" cy="85"/>
              </a:xfrm>
              <a:prstGeom prst="line">
                <a:avLst/>
              </a:prstGeom>
              <a:ln w="12700" cap="flat" cmpd="sng">
                <a:solidFill>
                  <a:srgbClr val="000000"/>
                </a:solidFill>
                <a:prstDash val="solid"/>
                <a:round/>
                <a:headEnd type="none" w="med" len="med"/>
                <a:tailEnd type="none" w="med" len="med"/>
              </a:ln>
            </p:spPr>
          </p:sp>
          <p:sp>
            <p:nvSpPr>
              <p:cNvPr id="195606" name="Rectangle 55"/>
              <p:cNvSpPr/>
              <p:nvPr/>
            </p:nvSpPr>
            <p:spPr>
              <a:xfrm>
                <a:off x="2470" y="2125"/>
                <a:ext cx="472" cy="111"/>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95607" name="Oval 56"/>
              <p:cNvSpPr/>
              <p:nvPr/>
            </p:nvSpPr>
            <p:spPr>
              <a:xfrm>
                <a:off x="2466" y="2026"/>
                <a:ext cx="476" cy="16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5608" name="Group 57"/>
              <p:cNvGrpSpPr/>
              <p:nvPr/>
            </p:nvGrpSpPr>
            <p:grpSpPr>
              <a:xfrm>
                <a:off x="2581" y="2061"/>
                <a:ext cx="236" cy="94"/>
                <a:chOff x="2848" y="848"/>
                <a:chExt cx="140" cy="98"/>
              </a:xfrm>
            </p:grpSpPr>
            <p:sp>
              <p:nvSpPr>
                <p:cNvPr id="195609" name="Line 58"/>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5610" name="Line 59"/>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5611" name="Line 60"/>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95612" name="Group 61"/>
              <p:cNvGrpSpPr/>
              <p:nvPr/>
            </p:nvGrpSpPr>
            <p:grpSpPr>
              <a:xfrm flipV="1">
                <a:off x="2581" y="2060"/>
                <a:ext cx="236" cy="94"/>
                <a:chOff x="2848" y="848"/>
                <a:chExt cx="140" cy="98"/>
              </a:xfrm>
            </p:grpSpPr>
            <p:sp>
              <p:nvSpPr>
                <p:cNvPr id="195613" name="Line 62"/>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5614" name="Line 63"/>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5615" name="Line 64"/>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sp>
            <p:nvSpPr>
              <p:cNvPr id="195616" name="Line 65"/>
              <p:cNvSpPr/>
              <p:nvPr/>
            </p:nvSpPr>
            <p:spPr>
              <a:xfrm flipH="1">
                <a:off x="2942" y="2109"/>
                <a:ext cx="1" cy="127"/>
              </a:xfrm>
              <a:prstGeom prst="line">
                <a:avLst/>
              </a:prstGeom>
              <a:ln w="12700" cap="flat" cmpd="sng">
                <a:solidFill>
                  <a:srgbClr val="000000"/>
                </a:solidFill>
                <a:prstDash val="solid"/>
                <a:round/>
                <a:headEnd type="none" w="med" len="med"/>
                <a:tailEnd type="none" w="med" len="med"/>
              </a:ln>
            </p:spPr>
          </p:sp>
          <p:sp>
            <p:nvSpPr>
              <p:cNvPr id="195617" name="Line 66"/>
              <p:cNvSpPr/>
              <p:nvPr/>
            </p:nvSpPr>
            <p:spPr>
              <a:xfrm flipH="1">
                <a:off x="2466" y="2117"/>
                <a:ext cx="1" cy="127"/>
              </a:xfrm>
              <a:prstGeom prst="line">
                <a:avLst/>
              </a:prstGeom>
              <a:ln w="12700" cap="flat" cmpd="sng">
                <a:solidFill>
                  <a:srgbClr val="000000"/>
                </a:solidFill>
                <a:prstDash val="solid"/>
                <a:round/>
                <a:headEnd type="none" w="med" len="med"/>
                <a:tailEnd type="none" w="med" len="med"/>
              </a:ln>
            </p:spPr>
          </p:sp>
        </p:grpSp>
      </p:grpSp>
      <p:graphicFrame>
        <p:nvGraphicFramePr>
          <p:cNvPr id="195618" name="Object 142"/>
          <p:cNvGraphicFramePr>
            <a:graphicFrameLocks noChangeAspect="1"/>
          </p:cNvGraphicFramePr>
          <p:nvPr/>
        </p:nvGraphicFramePr>
        <p:xfrm>
          <a:off x="1790700" y="2141538"/>
          <a:ext cx="652463" cy="658812"/>
        </p:xfrm>
        <a:graphic>
          <a:graphicData uri="http://schemas.openxmlformats.org/presentationml/2006/ole">
            <mc:AlternateContent xmlns:mc="http://schemas.openxmlformats.org/markup-compatibility/2006">
              <mc:Choice xmlns:v="urn:schemas-microsoft-com:vml" Requires="v">
                <p:oleObj spid="_x0000_s3210" name="" r:id="rId1" imgW="1268095" imgH="1199515" progId="MS_ClipArt_Gallery.2">
                  <p:embed/>
                </p:oleObj>
              </mc:Choice>
              <mc:Fallback>
                <p:oleObj name="" r:id="rId1" imgW="1268095" imgH="1199515" progId="MS_ClipArt_Gallery.2">
                  <p:embed/>
                  <p:pic>
                    <p:nvPicPr>
                      <p:cNvPr id="0" name="图片 3209"/>
                      <p:cNvPicPr/>
                      <p:nvPr/>
                    </p:nvPicPr>
                    <p:blipFill>
                      <a:blip r:embed="rId2"/>
                      <a:stretch>
                        <a:fillRect/>
                      </a:stretch>
                    </p:blipFill>
                    <p:spPr>
                      <a:xfrm>
                        <a:off x="1790700" y="2141538"/>
                        <a:ext cx="652463" cy="658812"/>
                      </a:xfrm>
                      <a:prstGeom prst="rect">
                        <a:avLst/>
                      </a:prstGeom>
                      <a:noFill/>
                      <a:ln w="38100">
                        <a:noFill/>
                        <a:miter/>
                      </a:ln>
                    </p:spPr>
                  </p:pic>
                </p:oleObj>
              </mc:Fallback>
            </mc:AlternateContent>
          </a:graphicData>
        </a:graphic>
      </p:graphicFrame>
      <p:grpSp>
        <p:nvGrpSpPr>
          <p:cNvPr id="704557" name="Group 45"/>
          <p:cNvGrpSpPr/>
          <p:nvPr/>
        </p:nvGrpSpPr>
        <p:grpSpPr>
          <a:xfrm>
            <a:off x="1195388" y="1081088"/>
            <a:ext cx="976312" cy="1460500"/>
            <a:chOff x="651" y="681"/>
            <a:chExt cx="615" cy="920"/>
          </a:xfrm>
        </p:grpSpPr>
        <p:sp>
          <p:nvSpPr>
            <p:cNvPr id="195620" name="Freeform 46"/>
            <p:cNvSpPr/>
            <p:nvPr/>
          </p:nvSpPr>
          <p:spPr>
            <a:xfrm>
              <a:off x="662" y="698"/>
              <a:ext cx="604" cy="903"/>
            </a:xfrm>
            <a:custGeom>
              <a:avLst/>
              <a:gdLst/>
              <a:ahLst/>
              <a:cxnLst>
                <a:cxn ang="0">
                  <a:pos x="496" y="0"/>
                </a:cxn>
                <a:cxn ang="0">
                  <a:pos x="604" y="903"/>
                </a:cxn>
                <a:cxn ang="0">
                  <a:pos x="0" y="788"/>
                </a:cxn>
                <a:cxn ang="0">
                  <a:pos x="456" y="750"/>
                </a:cxn>
                <a:cxn ang="0">
                  <a:pos x="496" y="0"/>
                </a:cxn>
              </a:cxnLst>
              <a:pathLst>
                <a:path w="604" h="903">
                  <a:moveTo>
                    <a:pt x="496" y="0"/>
                  </a:moveTo>
                  <a:lnTo>
                    <a:pt x="604" y="903"/>
                  </a:lnTo>
                  <a:lnTo>
                    <a:pt x="0" y="788"/>
                  </a:lnTo>
                  <a:lnTo>
                    <a:pt x="456" y="750"/>
                  </a:lnTo>
                  <a:lnTo>
                    <a:pt x="496" y="0"/>
                  </a:lnTo>
                  <a:close/>
                </a:path>
              </a:pathLst>
            </a:custGeom>
            <a:gradFill rotWithShape="1">
              <a:gsLst>
                <a:gs pos="0">
                  <a:schemeClr val="bg1"/>
                </a:gs>
                <a:gs pos="100000">
                  <a:srgbClr val="FF0000"/>
                </a:gs>
              </a:gsLst>
              <a:lin ang="2700000" scaled="1"/>
              <a:tileRect/>
            </a:gradFill>
            <a:ln w="9525">
              <a:noFill/>
            </a:ln>
          </p:spPr>
          <p:txBody>
            <a:bodyPr/>
            <a:p>
              <a:endParaRPr lang="zh-CN" altLang="en-US"/>
            </a:p>
          </p:txBody>
        </p:sp>
        <p:grpSp>
          <p:nvGrpSpPr>
            <p:cNvPr id="195621" name="Group 47"/>
            <p:cNvGrpSpPr/>
            <p:nvPr/>
          </p:nvGrpSpPr>
          <p:grpSpPr>
            <a:xfrm>
              <a:off x="651" y="681"/>
              <a:ext cx="500" cy="828"/>
              <a:chOff x="569" y="2954"/>
              <a:chExt cx="500" cy="828"/>
            </a:xfrm>
          </p:grpSpPr>
          <p:sp>
            <p:nvSpPr>
              <p:cNvPr id="195622" name="Rectangle 48"/>
              <p:cNvSpPr/>
              <p:nvPr/>
            </p:nvSpPr>
            <p:spPr>
              <a:xfrm>
                <a:off x="576" y="2973"/>
                <a:ext cx="493" cy="79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5623" name="Text Box 49"/>
              <p:cNvSpPr txBox="1"/>
              <p:nvPr/>
            </p:nvSpPr>
            <p:spPr>
              <a:xfrm>
                <a:off x="639" y="2954"/>
                <a:ext cx="385" cy="828"/>
              </a:xfrm>
              <a:prstGeom prst="rect">
                <a:avLst/>
              </a:prstGeom>
              <a:noFill/>
              <a:ln w="9525">
                <a:noFill/>
              </a:ln>
            </p:spPr>
            <p:txBody>
              <a:bodyPr wrap="none" anchor="t" anchorCtr="0">
                <a:spAutoFit/>
              </a:bodyPr>
              <a:p>
                <a:pPr algn="ctr" eaLnBrk="0" hangingPunct="0">
                  <a:buClrTx/>
                  <a:buFontTx/>
                </a:pPr>
                <a:r>
                  <a:rPr lang="en-US" altLang="zh-CN" sz="1600" i="0" dirty="0">
                    <a:latin typeface="Arial" panose="020B0604020202020204" pitchFamily="34" charset="0"/>
                    <a:ea typeface="宋体" panose="02010600030101010101" pitchFamily="2" charset="-122"/>
                  </a:rPr>
                  <a:t>DNS</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UDP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IP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Eth</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Phy</a:t>
                </a:r>
                <a:endParaRPr lang="en-US" altLang="zh-CN" sz="1600" i="0" dirty="0">
                  <a:latin typeface="Arial" panose="020B0604020202020204" pitchFamily="34" charset="0"/>
                  <a:ea typeface="宋体" panose="02010600030101010101" pitchFamily="2" charset="-122"/>
                </a:endParaRPr>
              </a:p>
            </p:txBody>
          </p:sp>
          <p:sp>
            <p:nvSpPr>
              <p:cNvPr id="195624" name="Line 50"/>
              <p:cNvSpPr/>
              <p:nvPr/>
            </p:nvSpPr>
            <p:spPr>
              <a:xfrm>
                <a:off x="578" y="3130"/>
                <a:ext cx="489" cy="0"/>
              </a:xfrm>
              <a:prstGeom prst="line">
                <a:avLst/>
              </a:prstGeom>
              <a:ln w="9525" cap="flat" cmpd="sng">
                <a:solidFill>
                  <a:schemeClr val="tx1"/>
                </a:solidFill>
                <a:prstDash val="solid"/>
                <a:round/>
                <a:headEnd type="none" w="med" len="med"/>
                <a:tailEnd type="none" w="med" len="med"/>
              </a:ln>
            </p:spPr>
          </p:sp>
          <p:sp>
            <p:nvSpPr>
              <p:cNvPr id="195625" name="Line 51"/>
              <p:cNvSpPr/>
              <p:nvPr/>
            </p:nvSpPr>
            <p:spPr>
              <a:xfrm>
                <a:off x="575" y="3289"/>
                <a:ext cx="489" cy="0"/>
              </a:xfrm>
              <a:prstGeom prst="line">
                <a:avLst/>
              </a:prstGeom>
              <a:ln w="9525" cap="flat" cmpd="sng">
                <a:solidFill>
                  <a:schemeClr val="tx1"/>
                </a:solidFill>
                <a:prstDash val="solid"/>
                <a:round/>
                <a:headEnd type="none" w="med" len="med"/>
                <a:tailEnd type="none" w="med" len="med"/>
              </a:ln>
            </p:spPr>
          </p:sp>
          <p:sp>
            <p:nvSpPr>
              <p:cNvPr id="195626" name="Line 52"/>
              <p:cNvSpPr/>
              <p:nvPr/>
            </p:nvSpPr>
            <p:spPr>
              <a:xfrm>
                <a:off x="572" y="3448"/>
                <a:ext cx="489" cy="0"/>
              </a:xfrm>
              <a:prstGeom prst="line">
                <a:avLst/>
              </a:prstGeom>
              <a:ln w="9525" cap="flat" cmpd="sng">
                <a:solidFill>
                  <a:schemeClr val="tx1"/>
                </a:solidFill>
                <a:prstDash val="solid"/>
                <a:round/>
                <a:headEnd type="none" w="med" len="med"/>
                <a:tailEnd type="none" w="med" len="med"/>
              </a:ln>
            </p:spPr>
          </p:sp>
          <p:sp>
            <p:nvSpPr>
              <p:cNvPr id="195627" name="Line 53"/>
              <p:cNvSpPr/>
              <p:nvPr/>
            </p:nvSpPr>
            <p:spPr>
              <a:xfrm>
                <a:off x="569" y="3607"/>
                <a:ext cx="489" cy="0"/>
              </a:xfrm>
              <a:prstGeom prst="line">
                <a:avLst/>
              </a:prstGeom>
              <a:ln w="9525" cap="flat" cmpd="sng">
                <a:solidFill>
                  <a:schemeClr val="tx1"/>
                </a:solidFill>
                <a:prstDash val="solid"/>
                <a:round/>
                <a:headEnd type="none" w="med" len="med"/>
                <a:tailEnd type="none" w="med" len="med"/>
              </a:ln>
            </p:spPr>
          </p:sp>
        </p:grpSp>
      </p:grpSp>
      <p:grpSp>
        <p:nvGrpSpPr>
          <p:cNvPr id="704788" name="Group 276"/>
          <p:cNvGrpSpPr/>
          <p:nvPr/>
        </p:nvGrpSpPr>
        <p:grpSpPr>
          <a:xfrm>
            <a:off x="280988" y="1157288"/>
            <a:ext cx="762000" cy="876300"/>
            <a:chOff x="177" y="729"/>
            <a:chExt cx="480" cy="552"/>
          </a:xfrm>
        </p:grpSpPr>
        <p:grpSp>
          <p:nvGrpSpPr>
            <p:cNvPr id="195629" name="Group 54"/>
            <p:cNvGrpSpPr/>
            <p:nvPr/>
          </p:nvGrpSpPr>
          <p:grpSpPr>
            <a:xfrm>
              <a:off x="343" y="732"/>
              <a:ext cx="290" cy="154"/>
              <a:chOff x="844" y="3337"/>
              <a:chExt cx="290" cy="154"/>
            </a:xfrm>
          </p:grpSpPr>
          <p:sp>
            <p:nvSpPr>
              <p:cNvPr id="195630" name="Rectangle 55"/>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5631" name="Text Box 56"/>
              <p:cNvSpPr txBox="1"/>
              <p:nvPr/>
            </p:nvSpPr>
            <p:spPr>
              <a:xfrm>
                <a:off x="844" y="3337"/>
                <a:ext cx="28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DNS</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5632" name="Group 59"/>
            <p:cNvGrpSpPr/>
            <p:nvPr/>
          </p:nvGrpSpPr>
          <p:grpSpPr>
            <a:xfrm>
              <a:off x="290" y="874"/>
              <a:ext cx="354" cy="154"/>
              <a:chOff x="740" y="3209"/>
              <a:chExt cx="354" cy="154"/>
            </a:xfrm>
          </p:grpSpPr>
          <p:grpSp>
            <p:nvGrpSpPr>
              <p:cNvPr id="195633" name="Group 60"/>
              <p:cNvGrpSpPr/>
              <p:nvPr/>
            </p:nvGrpSpPr>
            <p:grpSpPr>
              <a:xfrm>
                <a:off x="794" y="3209"/>
                <a:ext cx="290" cy="154"/>
                <a:chOff x="844" y="3337"/>
                <a:chExt cx="290" cy="154"/>
              </a:xfrm>
            </p:grpSpPr>
            <p:sp>
              <p:nvSpPr>
                <p:cNvPr id="195634" name="Rectangle 61"/>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5635" name="Text Box 62"/>
                <p:cNvSpPr txBox="1"/>
                <p:nvPr/>
              </p:nvSpPr>
              <p:spPr>
                <a:xfrm>
                  <a:off x="844" y="3337"/>
                  <a:ext cx="28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DNS</a:t>
                  </a:r>
                  <a:endParaRPr lang="en-US" altLang="zh-CN" sz="1000" i="0" dirty="0">
                    <a:solidFill>
                      <a:schemeClr val="bg1"/>
                    </a:solidFill>
                    <a:latin typeface="Arial" panose="020B0604020202020204" pitchFamily="34" charset="0"/>
                    <a:ea typeface="宋体" panose="02010600030101010101" pitchFamily="2" charset="-122"/>
                  </a:endParaRPr>
                </a:p>
              </p:txBody>
            </p:sp>
          </p:grpSp>
          <p:sp>
            <p:nvSpPr>
              <p:cNvPr id="195636" name="Rectangle 63"/>
              <p:cNvSpPr/>
              <p:nvPr/>
            </p:nvSpPr>
            <p:spPr>
              <a:xfrm>
                <a:off x="750" y="3244"/>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5637" name="Rectangle 64"/>
              <p:cNvSpPr/>
              <p:nvPr/>
            </p:nvSpPr>
            <p:spPr>
              <a:xfrm>
                <a:off x="740" y="3238"/>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95638" name="Group 65"/>
            <p:cNvGrpSpPr/>
            <p:nvPr/>
          </p:nvGrpSpPr>
          <p:grpSpPr>
            <a:xfrm>
              <a:off x="290" y="1022"/>
              <a:ext cx="354" cy="154"/>
              <a:chOff x="836" y="3305"/>
              <a:chExt cx="354" cy="154"/>
            </a:xfrm>
          </p:grpSpPr>
          <p:grpSp>
            <p:nvGrpSpPr>
              <p:cNvPr id="195639" name="Group 66"/>
              <p:cNvGrpSpPr/>
              <p:nvPr/>
            </p:nvGrpSpPr>
            <p:grpSpPr>
              <a:xfrm>
                <a:off x="890" y="3305"/>
                <a:ext cx="290" cy="154"/>
                <a:chOff x="844" y="3337"/>
                <a:chExt cx="290" cy="154"/>
              </a:xfrm>
            </p:grpSpPr>
            <p:sp>
              <p:nvSpPr>
                <p:cNvPr id="195640" name="Rectangle 67"/>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5641" name="Text Box 68"/>
                <p:cNvSpPr txBox="1"/>
                <p:nvPr/>
              </p:nvSpPr>
              <p:spPr>
                <a:xfrm>
                  <a:off x="844" y="3337"/>
                  <a:ext cx="28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DNS</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5642" name="Group 69"/>
              <p:cNvGrpSpPr/>
              <p:nvPr/>
            </p:nvGrpSpPr>
            <p:grpSpPr>
              <a:xfrm>
                <a:off x="836" y="3334"/>
                <a:ext cx="354" cy="94"/>
                <a:chOff x="836" y="3334"/>
                <a:chExt cx="354" cy="94"/>
              </a:xfrm>
            </p:grpSpPr>
            <p:sp>
              <p:nvSpPr>
                <p:cNvPr id="195643" name="Rectangle 70"/>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5644" name="Rectangle 71"/>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grpSp>
          <p:nvGrpSpPr>
            <p:cNvPr id="195645" name="Group 72"/>
            <p:cNvGrpSpPr/>
            <p:nvPr/>
          </p:nvGrpSpPr>
          <p:grpSpPr>
            <a:xfrm>
              <a:off x="177" y="1042"/>
              <a:ext cx="480" cy="112"/>
              <a:chOff x="627" y="3377"/>
              <a:chExt cx="480" cy="112"/>
            </a:xfrm>
          </p:grpSpPr>
          <p:sp>
            <p:nvSpPr>
              <p:cNvPr id="195646" name="Rectangle 73"/>
              <p:cNvSpPr/>
              <p:nvPr/>
            </p:nvSpPr>
            <p:spPr>
              <a:xfrm>
                <a:off x="636" y="3388"/>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5647" name="Rectangle 74"/>
              <p:cNvSpPr/>
              <p:nvPr/>
            </p:nvSpPr>
            <p:spPr>
              <a:xfrm>
                <a:off x="627" y="3377"/>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95648" name="AutoShape 89"/>
            <p:cNvSpPr/>
            <p:nvPr/>
          </p:nvSpPr>
          <p:spPr>
            <a:xfrm>
              <a:off x="393" y="729"/>
              <a:ext cx="240" cy="552"/>
            </a:xfrm>
            <a:prstGeom prst="downArrow">
              <a:avLst>
                <a:gd name="adj1" fmla="val 54166"/>
                <a:gd name="adj2" fmla="val 36874"/>
              </a:avLst>
            </a:prstGeom>
            <a:gradFill rotWithShape="1">
              <a:gsLst>
                <a:gs pos="0">
                  <a:srgbClr val="FF0000">
                    <a:alpha val="25000"/>
                  </a:srgbClr>
                </a:gs>
                <a:gs pos="100000">
                  <a:srgbClr val="FF0000">
                    <a:alpha val="25000"/>
                  </a:srgbClr>
                </a:gs>
              </a:gsLst>
              <a:lin ang="5400000" scaled="1"/>
              <a:tileRect/>
            </a:gra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704664" name="Rectangle 152"/>
          <p:cNvSpPr/>
          <p:nvPr/>
        </p:nvSpPr>
        <p:spPr>
          <a:xfrm>
            <a:off x="4387850" y="2001838"/>
            <a:ext cx="4586288" cy="1306512"/>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i="0" dirty="0">
                <a:latin typeface="Comic Sans MS" panose="030F0702030302020204" pitchFamily="66" charset="0"/>
                <a:ea typeface="宋体" panose="02010600030101010101" pitchFamily="2" charset="-122"/>
              </a:rPr>
              <a:t>DNS query created, encapsulated in UDP, encapsulated in IP, encasulated in Eth.  In order to send frame to router, need MAC address of router interface: </a:t>
            </a:r>
            <a:r>
              <a:rPr lang="en-US" altLang="zh-CN" sz="2000" b="1" dirty="0">
                <a:solidFill>
                  <a:srgbClr val="FF0000"/>
                </a:solidFill>
                <a:latin typeface="Comic Sans MS" panose="030F0702030302020204" pitchFamily="66" charset="0"/>
                <a:ea typeface="宋体" panose="02010600030101010101" pitchFamily="2" charset="-122"/>
              </a:rPr>
              <a:t>ARP</a:t>
            </a:r>
            <a:endParaRPr lang="en-US" altLang="zh-CN" sz="2000" b="1" dirty="0">
              <a:solidFill>
                <a:srgbClr val="FF0000"/>
              </a:solidFill>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pPr>
            <a:endParaRPr lang="en-US" altLang="zh-CN" sz="2000" b="1" dirty="0">
              <a:latin typeface="Comic Sans MS" panose="030F0702030302020204" pitchFamily="66" charset="0"/>
              <a:ea typeface="宋体" panose="02010600030101010101" pitchFamily="2" charset="-122"/>
            </a:endParaRPr>
          </a:p>
        </p:txBody>
      </p:sp>
      <p:sp>
        <p:nvSpPr>
          <p:cNvPr id="704665" name="Rectangle 153"/>
          <p:cNvSpPr/>
          <p:nvPr/>
        </p:nvSpPr>
        <p:spPr>
          <a:xfrm>
            <a:off x="4470400" y="3587750"/>
            <a:ext cx="4386263" cy="1563688"/>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b="1" dirty="0">
                <a:solidFill>
                  <a:srgbClr val="FF0000"/>
                </a:solidFill>
                <a:latin typeface="Comic Sans MS" panose="030F0702030302020204" pitchFamily="66" charset="0"/>
                <a:ea typeface="宋体" panose="02010600030101010101" pitchFamily="2" charset="-122"/>
              </a:rPr>
              <a:t>ARP query</a:t>
            </a:r>
            <a:r>
              <a:rPr lang="en-US" altLang="zh-CN" sz="2000" i="0" dirty="0">
                <a:latin typeface="Comic Sans MS" panose="030F0702030302020204" pitchFamily="66" charset="0"/>
                <a:ea typeface="宋体" panose="02010600030101010101" pitchFamily="2" charset="-122"/>
              </a:rPr>
              <a:t> broadcast, received by router, which replies with </a:t>
            </a:r>
            <a:r>
              <a:rPr lang="en-US" altLang="zh-CN" sz="2000" b="1" dirty="0">
                <a:solidFill>
                  <a:srgbClr val="FF0000"/>
                </a:solidFill>
                <a:latin typeface="Comic Sans MS" panose="030F0702030302020204" pitchFamily="66" charset="0"/>
                <a:ea typeface="宋体" panose="02010600030101010101" pitchFamily="2" charset="-122"/>
              </a:rPr>
              <a:t>ARP reply</a:t>
            </a:r>
            <a:r>
              <a:rPr lang="en-US" altLang="zh-CN" sz="2000" i="0" dirty="0">
                <a:latin typeface="Comic Sans MS" panose="030F0702030302020204" pitchFamily="66" charset="0"/>
                <a:ea typeface="宋体" panose="02010600030101010101" pitchFamily="2" charset="-122"/>
              </a:rPr>
              <a:t> giving MAC address of router interface</a:t>
            </a:r>
            <a:endParaRPr lang="en-US" altLang="zh-CN" sz="2000" i="0" dirty="0">
              <a:latin typeface="Comic Sans MS" panose="030F0702030302020204" pitchFamily="66" charset="0"/>
              <a:ea typeface="宋体" panose="02010600030101010101" pitchFamily="2" charset="-122"/>
            </a:endParaRPr>
          </a:p>
        </p:txBody>
      </p:sp>
      <p:sp>
        <p:nvSpPr>
          <p:cNvPr id="704666" name="Rectangle 154"/>
          <p:cNvSpPr/>
          <p:nvPr/>
        </p:nvSpPr>
        <p:spPr>
          <a:xfrm>
            <a:off x="4471988" y="4845050"/>
            <a:ext cx="4286250" cy="1292225"/>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i="0" dirty="0">
                <a:latin typeface="Comic Sans MS" panose="030F0702030302020204" pitchFamily="66" charset="0"/>
                <a:ea typeface="宋体" panose="02010600030101010101" pitchFamily="2" charset="-122"/>
              </a:rPr>
              <a:t>client now knows MAC address of first hop router, so can now send frame containing DNS query </a:t>
            </a:r>
            <a:endParaRPr lang="en-US" altLang="zh-CN" sz="2000" i="0" dirty="0">
              <a:latin typeface="Comic Sans MS" panose="030F0702030302020204" pitchFamily="66" charset="0"/>
              <a:ea typeface="宋体" panose="02010600030101010101" pitchFamily="2" charset="-122"/>
            </a:endParaRPr>
          </a:p>
        </p:txBody>
      </p:sp>
      <p:grpSp>
        <p:nvGrpSpPr>
          <p:cNvPr id="704775" name="Group 263"/>
          <p:cNvGrpSpPr/>
          <p:nvPr/>
        </p:nvGrpSpPr>
        <p:grpSpPr>
          <a:xfrm>
            <a:off x="92075" y="1868488"/>
            <a:ext cx="1081088" cy="244475"/>
            <a:chOff x="76" y="2296"/>
            <a:chExt cx="681" cy="154"/>
          </a:xfrm>
        </p:grpSpPr>
        <p:sp>
          <p:nvSpPr>
            <p:cNvPr id="195653" name="Rectangle 103"/>
            <p:cNvSpPr/>
            <p:nvPr/>
          </p:nvSpPr>
          <p:spPr>
            <a:xfrm>
              <a:off x="76" y="2305"/>
              <a:ext cx="681" cy="13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5654" name="Rectangle 101"/>
            <p:cNvSpPr/>
            <p:nvPr/>
          </p:nvSpPr>
          <p:spPr>
            <a:xfrm>
              <a:off x="89" y="2321"/>
              <a:ext cx="94"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5655" name="Rectangle 102"/>
            <p:cNvSpPr/>
            <p:nvPr/>
          </p:nvSpPr>
          <p:spPr>
            <a:xfrm>
              <a:off x="687" y="2320"/>
              <a:ext cx="60"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5656" name="Rectangle 100"/>
            <p:cNvSpPr/>
            <p:nvPr/>
          </p:nvSpPr>
          <p:spPr>
            <a:xfrm>
              <a:off x="195" y="2319"/>
              <a:ext cx="480" cy="112"/>
            </a:xfrm>
            <a:prstGeom prst="rect">
              <a:avLst/>
            </a:prstGeom>
            <a:solidFill>
              <a:srgbClr val="FFFF00"/>
            </a:solidFill>
            <a:ln w="9525" cap="flat" cmpd="sng">
              <a:solidFill>
                <a:srgbClr val="FFFF00"/>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5657" name="Text Box 95"/>
            <p:cNvSpPr txBox="1"/>
            <p:nvPr/>
          </p:nvSpPr>
          <p:spPr>
            <a:xfrm>
              <a:off x="182" y="2296"/>
              <a:ext cx="501" cy="154"/>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ARP query</a:t>
              </a:r>
              <a:endParaRPr lang="en-US" altLang="zh-CN" sz="1000" i="0" dirty="0">
                <a:latin typeface="Arial" panose="020B0604020202020204" pitchFamily="34" charset="0"/>
                <a:ea typeface="宋体" panose="02010600030101010101" pitchFamily="2" charset="-122"/>
              </a:endParaRPr>
            </a:p>
          </p:txBody>
        </p:sp>
      </p:grpSp>
      <p:grpSp>
        <p:nvGrpSpPr>
          <p:cNvPr id="704767" name="Group 255"/>
          <p:cNvGrpSpPr/>
          <p:nvPr/>
        </p:nvGrpSpPr>
        <p:grpSpPr>
          <a:xfrm>
            <a:off x="2241550" y="2982913"/>
            <a:ext cx="1016000" cy="877887"/>
            <a:chOff x="719" y="2137"/>
            <a:chExt cx="640" cy="553"/>
          </a:xfrm>
        </p:grpSpPr>
        <p:sp>
          <p:nvSpPr>
            <p:cNvPr id="195659" name="Freeform 244"/>
            <p:cNvSpPr/>
            <p:nvPr/>
          </p:nvSpPr>
          <p:spPr>
            <a:xfrm>
              <a:off x="755" y="2268"/>
              <a:ext cx="604" cy="422"/>
            </a:xfrm>
            <a:custGeom>
              <a:avLst/>
              <a:gdLst/>
              <a:ahLst/>
              <a:cxnLst>
                <a:cxn ang="0">
                  <a:pos x="493" y="0"/>
                </a:cxn>
                <a:cxn ang="0">
                  <a:pos x="604" y="422"/>
                </a:cxn>
                <a:cxn ang="0">
                  <a:pos x="0" y="307"/>
                </a:cxn>
                <a:cxn ang="0">
                  <a:pos x="220" y="3"/>
                </a:cxn>
                <a:cxn ang="0">
                  <a:pos x="493" y="0"/>
                </a:cxn>
              </a:cxnLst>
              <a:pathLst>
                <a:path w="604" h="422">
                  <a:moveTo>
                    <a:pt x="493" y="0"/>
                  </a:moveTo>
                  <a:lnTo>
                    <a:pt x="604" y="422"/>
                  </a:lnTo>
                  <a:lnTo>
                    <a:pt x="0" y="307"/>
                  </a:lnTo>
                  <a:lnTo>
                    <a:pt x="220" y="3"/>
                  </a:lnTo>
                  <a:lnTo>
                    <a:pt x="493" y="0"/>
                  </a:lnTo>
                  <a:close/>
                </a:path>
              </a:pathLst>
            </a:custGeom>
            <a:gradFill rotWithShape="1">
              <a:gsLst>
                <a:gs pos="0">
                  <a:schemeClr val="bg1"/>
                </a:gs>
                <a:gs pos="100000">
                  <a:srgbClr val="FF0000"/>
                </a:gs>
              </a:gsLst>
              <a:lin ang="2700000" scaled="1"/>
              <a:tileRect/>
            </a:gradFill>
            <a:ln w="9525">
              <a:noFill/>
            </a:ln>
          </p:spPr>
          <p:txBody>
            <a:bodyPr/>
            <a:p>
              <a:endParaRPr lang="zh-CN" altLang="en-US"/>
            </a:p>
          </p:txBody>
        </p:sp>
        <p:sp>
          <p:nvSpPr>
            <p:cNvPr id="195660" name="Rectangle 246"/>
            <p:cNvSpPr/>
            <p:nvPr/>
          </p:nvSpPr>
          <p:spPr>
            <a:xfrm>
              <a:off x="751" y="2266"/>
              <a:ext cx="493" cy="313"/>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5661" name="Text Box 247"/>
            <p:cNvSpPr txBox="1"/>
            <p:nvPr/>
          </p:nvSpPr>
          <p:spPr>
            <a:xfrm>
              <a:off x="835" y="2235"/>
              <a:ext cx="336" cy="366"/>
            </a:xfrm>
            <a:prstGeom prst="rect">
              <a:avLst/>
            </a:prstGeom>
            <a:noFill/>
            <a:ln w="9525">
              <a:noFill/>
            </a:ln>
          </p:spPr>
          <p:txBody>
            <a:bodyPr wrap="none" anchor="t" anchorCtr="0">
              <a:spAutoFit/>
            </a:bodyPr>
            <a:p>
              <a:pPr algn="ctr" eaLnBrk="0" hangingPunct="0">
                <a:buClrTx/>
                <a:buFontTx/>
              </a:pPr>
              <a:r>
                <a:rPr lang="en-US" altLang="zh-CN" sz="1600" i="0" dirty="0">
                  <a:latin typeface="Arial" panose="020B0604020202020204" pitchFamily="34" charset="0"/>
                  <a:ea typeface="宋体" panose="02010600030101010101" pitchFamily="2" charset="-122"/>
                </a:rPr>
                <a:t>Eth</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Phy</a:t>
              </a:r>
              <a:endParaRPr lang="en-US" altLang="zh-CN" sz="1600" i="0" dirty="0">
                <a:latin typeface="Arial" panose="020B0604020202020204" pitchFamily="34" charset="0"/>
                <a:ea typeface="宋体" panose="02010600030101010101" pitchFamily="2" charset="-122"/>
              </a:endParaRPr>
            </a:p>
          </p:txBody>
        </p:sp>
        <p:sp>
          <p:nvSpPr>
            <p:cNvPr id="195662" name="Line 250"/>
            <p:cNvSpPr/>
            <p:nvPr/>
          </p:nvSpPr>
          <p:spPr>
            <a:xfrm>
              <a:off x="747" y="2264"/>
              <a:ext cx="489" cy="0"/>
            </a:xfrm>
            <a:prstGeom prst="line">
              <a:avLst/>
            </a:prstGeom>
            <a:ln w="9525" cap="flat" cmpd="sng">
              <a:solidFill>
                <a:schemeClr val="tx1"/>
              </a:solidFill>
              <a:prstDash val="solid"/>
              <a:round/>
              <a:headEnd type="none" w="med" len="med"/>
              <a:tailEnd type="none" w="med" len="med"/>
            </a:ln>
          </p:spPr>
        </p:sp>
        <p:sp>
          <p:nvSpPr>
            <p:cNvPr id="195663" name="Line 251"/>
            <p:cNvSpPr/>
            <p:nvPr/>
          </p:nvSpPr>
          <p:spPr>
            <a:xfrm>
              <a:off x="744" y="2423"/>
              <a:ext cx="489" cy="0"/>
            </a:xfrm>
            <a:prstGeom prst="line">
              <a:avLst/>
            </a:prstGeom>
            <a:ln w="9525" cap="flat" cmpd="sng">
              <a:solidFill>
                <a:schemeClr val="tx1"/>
              </a:solidFill>
              <a:prstDash val="solid"/>
              <a:round/>
              <a:headEnd type="none" w="med" len="med"/>
              <a:tailEnd type="none" w="med" len="med"/>
            </a:ln>
          </p:spPr>
        </p:sp>
        <p:grpSp>
          <p:nvGrpSpPr>
            <p:cNvPr id="195664" name="Group 252"/>
            <p:cNvGrpSpPr/>
            <p:nvPr/>
          </p:nvGrpSpPr>
          <p:grpSpPr>
            <a:xfrm>
              <a:off x="719" y="2137"/>
              <a:ext cx="280" cy="154"/>
              <a:chOff x="161" y="1354"/>
              <a:chExt cx="280" cy="154"/>
            </a:xfrm>
          </p:grpSpPr>
          <p:sp>
            <p:nvSpPr>
              <p:cNvPr id="195665" name="Rectangle 253"/>
              <p:cNvSpPr/>
              <p:nvPr/>
            </p:nvSpPr>
            <p:spPr>
              <a:xfrm>
                <a:off x="192" y="1365"/>
                <a:ext cx="228" cy="141"/>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5666" name="Text Box 254"/>
              <p:cNvSpPr txBox="1"/>
              <p:nvPr/>
            </p:nvSpPr>
            <p:spPr>
              <a:xfrm>
                <a:off x="161" y="1354"/>
                <a:ext cx="280" cy="154"/>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ARP</a:t>
                </a:r>
                <a:endParaRPr lang="en-US" altLang="zh-CN" sz="1000" i="0" dirty="0">
                  <a:latin typeface="Arial" panose="020B0604020202020204" pitchFamily="34" charset="0"/>
                  <a:ea typeface="宋体" panose="02010600030101010101" pitchFamily="2" charset="-122"/>
                </a:endParaRPr>
              </a:p>
            </p:txBody>
          </p:sp>
        </p:grpSp>
      </p:grpSp>
      <p:grpSp>
        <p:nvGrpSpPr>
          <p:cNvPr id="704754" name="Group 242"/>
          <p:cNvGrpSpPr/>
          <p:nvPr/>
        </p:nvGrpSpPr>
        <p:grpSpPr>
          <a:xfrm>
            <a:off x="1150938" y="1720850"/>
            <a:ext cx="444500" cy="244475"/>
            <a:chOff x="161" y="1354"/>
            <a:chExt cx="280" cy="154"/>
          </a:xfrm>
        </p:grpSpPr>
        <p:sp>
          <p:nvSpPr>
            <p:cNvPr id="195668" name="Rectangle 241"/>
            <p:cNvSpPr/>
            <p:nvPr/>
          </p:nvSpPr>
          <p:spPr>
            <a:xfrm>
              <a:off x="192" y="1365"/>
              <a:ext cx="228" cy="141"/>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5669" name="Text Box 240"/>
            <p:cNvSpPr txBox="1"/>
            <p:nvPr/>
          </p:nvSpPr>
          <p:spPr>
            <a:xfrm>
              <a:off x="161" y="1354"/>
              <a:ext cx="280" cy="154"/>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ARP</a:t>
              </a:r>
              <a:endParaRPr lang="en-US" altLang="zh-CN" sz="1000" i="0" dirty="0">
                <a:latin typeface="Arial" panose="020B0604020202020204" pitchFamily="34" charset="0"/>
                <a:ea typeface="宋体" panose="02010600030101010101" pitchFamily="2" charset="-122"/>
              </a:endParaRPr>
            </a:p>
          </p:txBody>
        </p:sp>
      </p:grpSp>
      <p:grpSp>
        <p:nvGrpSpPr>
          <p:cNvPr id="704782" name="Group 270"/>
          <p:cNvGrpSpPr/>
          <p:nvPr/>
        </p:nvGrpSpPr>
        <p:grpSpPr>
          <a:xfrm>
            <a:off x="1177925" y="3187700"/>
            <a:ext cx="1081088" cy="244475"/>
            <a:chOff x="76" y="2296"/>
            <a:chExt cx="681" cy="154"/>
          </a:xfrm>
        </p:grpSpPr>
        <p:sp>
          <p:nvSpPr>
            <p:cNvPr id="195671" name="Rectangle 271"/>
            <p:cNvSpPr/>
            <p:nvPr/>
          </p:nvSpPr>
          <p:spPr>
            <a:xfrm>
              <a:off x="76" y="2305"/>
              <a:ext cx="681" cy="13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5672" name="Rectangle 272"/>
            <p:cNvSpPr/>
            <p:nvPr/>
          </p:nvSpPr>
          <p:spPr>
            <a:xfrm>
              <a:off x="89" y="2321"/>
              <a:ext cx="94"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5673" name="Rectangle 273"/>
            <p:cNvSpPr/>
            <p:nvPr/>
          </p:nvSpPr>
          <p:spPr>
            <a:xfrm>
              <a:off x="687" y="2320"/>
              <a:ext cx="60"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5674" name="Rectangle 274"/>
            <p:cNvSpPr/>
            <p:nvPr/>
          </p:nvSpPr>
          <p:spPr>
            <a:xfrm>
              <a:off x="195" y="2319"/>
              <a:ext cx="480" cy="112"/>
            </a:xfrm>
            <a:prstGeom prst="rect">
              <a:avLst/>
            </a:prstGeom>
            <a:solidFill>
              <a:srgbClr val="FFFF00"/>
            </a:solidFill>
            <a:ln w="9525" cap="flat" cmpd="sng">
              <a:solidFill>
                <a:srgbClr val="FFFF00"/>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5675" name="Text Box 275"/>
            <p:cNvSpPr txBox="1"/>
            <p:nvPr/>
          </p:nvSpPr>
          <p:spPr>
            <a:xfrm>
              <a:off x="182" y="2296"/>
              <a:ext cx="475" cy="154"/>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ARP reply</a:t>
              </a:r>
              <a:endParaRPr lang="en-US" altLang="zh-CN" sz="1000" i="0" dirty="0">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04557"/>
                                        </p:tgtEl>
                                        <p:attrNameLst>
                                          <p:attrName>style.visibility</p:attrName>
                                        </p:attrNameLst>
                                      </p:cBhvr>
                                      <p:to>
                                        <p:strVal val="visible"/>
                                      </p:to>
                                    </p:set>
                                    <p:animEffect transition="in" filter="wipe(down)">
                                      <p:cBhvr>
                                        <p:cTn id="7" dur="500"/>
                                        <p:tgtEl>
                                          <p:spTgt spid="70455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04788"/>
                                        </p:tgtEl>
                                        <p:attrNameLst>
                                          <p:attrName>style.visibility</p:attrName>
                                        </p:attrNameLst>
                                      </p:cBhvr>
                                      <p:to>
                                        <p:strVal val="visible"/>
                                      </p:to>
                                    </p:set>
                                    <p:animEffect transition="in" filter="wipe(up)">
                                      <p:cBhvr>
                                        <p:cTn id="12" dur="500"/>
                                        <p:tgtEl>
                                          <p:spTgt spid="704788"/>
                                        </p:tgtEl>
                                      </p:cBhvr>
                                    </p:animEffect>
                                  </p:childTnLst>
                                </p:cTn>
                              </p:par>
                              <p:par>
                                <p:cTn id="13" presetID="9" presetClass="entr" presetSubtype="0" fill="hold" nodeType="withEffect">
                                  <p:stCondLst>
                                    <p:cond delay="0"/>
                                  </p:stCondLst>
                                  <p:childTnLst>
                                    <p:set>
                                      <p:cBhvr>
                                        <p:cTn id="14" dur="1" fill="hold">
                                          <p:stCondLst>
                                            <p:cond delay="0"/>
                                          </p:stCondLst>
                                        </p:cTn>
                                        <p:tgtEl>
                                          <p:spTgt spid="704754"/>
                                        </p:tgtEl>
                                        <p:attrNameLst>
                                          <p:attrName>style.visibility</p:attrName>
                                        </p:attrNameLst>
                                      </p:cBhvr>
                                      <p:to>
                                        <p:strVal val="visible"/>
                                      </p:to>
                                    </p:set>
                                    <p:animEffect transition="in" filter="dissolve">
                                      <p:cBhvr>
                                        <p:cTn id="15" dur="500"/>
                                        <p:tgtEl>
                                          <p:spTgt spid="704754"/>
                                        </p:tgtEl>
                                      </p:cBhvr>
                                    </p:animEffect>
                                  </p:childTnLst>
                                </p:cTn>
                              </p:par>
                              <p:par>
                                <p:cTn id="16" presetID="1" presetClass="entr" presetSubtype="0" fill="hold" grpId="0" nodeType="withEffect">
                                  <p:stCondLst>
                                    <p:cond delay="0"/>
                                  </p:stCondLst>
                                  <p:childTnLst>
                                    <p:set>
                                      <p:cBhvr>
                                        <p:cTn id="17" dur="1" fill="hold">
                                          <p:stCondLst>
                                            <p:cond delay="0"/>
                                          </p:stCondLst>
                                        </p:cTn>
                                        <p:tgtEl>
                                          <p:spTgt spid="70466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04775"/>
                                        </p:tgtEl>
                                        <p:attrNameLst>
                                          <p:attrName>style.visibility</p:attrName>
                                        </p:attrNameLst>
                                      </p:cBhvr>
                                      <p:to>
                                        <p:strVal val="visible"/>
                                      </p:to>
                                    </p:set>
                                    <p:animEffect transition="in" filter="dissolve">
                                      <p:cBhvr>
                                        <p:cTn id="22" dur="500"/>
                                        <p:tgtEl>
                                          <p:spTgt spid="704775"/>
                                        </p:tgtEl>
                                      </p:cBhvr>
                                    </p:animEffect>
                                  </p:childTnLst>
                                </p:cTn>
                              </p:par>
                            </p:childTnLst>
                          </p:cTn>
                        </p:par>
                        <p:par>
                          <p:cTn id="23" fill="hold">
                            <p:stCondLst>
                              <p:cond delay="500"/>
                            </p:stCondLst>
                            <p:childTnLst>
                              <p:par>
                                <p:cTn id="24" presetID="0" presetClass="path" presetSubtype="0" accel="50000" decel="50000" fill="hold" nodeType="afterEffect">
                                  <p:stCondLst>
                                    <p:cond delay="0"/>
                                  </p:stCondLst>
                                  <p:childTnLst>
                                    <p:animMotion origin="layout" path="M -2.77778E-6 2.22222E-6 L -0.00052 0.08056 L 0.4151 0.075 L 0.26701 0.2757 L 0.1151 0.27431 L 0.1151 0.18889 " pathEditMode="relative" ptsTypes="AAAAAA">
                                      <p:cBhvr>
                                        <p:cTn id="25" dur="2000" fill="hold"/>
                                        <p:tgtEl>
                                          <p:spTgt spid="704775"/>
                                        </p:tgtEl>
                                        <p:attrNameLst>
                                          <p:attrName>ppt_x</p:attrName>
                                          <p:attrName>ppt_y</p:attrName>
                                        </p:attrNameLst>
                                      </p:cBhvr>
                                    </p:animMotion>
                                  </p:childTnLst>
                                </p:cTn>
                              </p:par>
                            </p:childTnLst>
                          </p:cTn>
                        </p:par>
                        <p:par>
                          <p:cTn id="26" fill="hold">
                            <p:stCondLst>
                              <p:cond delay="2500"/>
                            </p:stCondLst>
                            <p:childTnLst>
                              <p:par>
                                <p:cTn id="27" presetID="22" presetClass="entr" presetSubtype="4" fill="hold" nodeType="afterEffect">
                                  <p:stCondLst>
                                    <p:cond delay="0"/>
                                  </p:stCondLst>
                                  <p:childTnLst>
                                    <p:set>
                                      <p:cBhvr>
                                        <p:cTn id="28" dur="1" fill="hold">
                                          <p:stCondLst>
                                            <p:cond delay="0"/>
                                          </p:stCondLst>
                                        </p:cTn>
                                        <p:tgtEl>
                                          <p:spTgt spid="704767"/>
                                        </p:tgtEl>
                                        <p:attrNameLst>
                                          <p:attrName>style.visibility</p:attrName>
                                        </p:attrNameLst>
                                      </p:cBhvr>
                                      <p:to>
                                        <p:strVal val="visible"/>
                                      </p:to>
                                    </p:set>
                                    <p:animEffect transition="in" filter="wipe(down)">
                                      <p:cBhvr>
                                        <p:cTn id="29" dur="500"/>
                                        <p:tgtEl>
                                          <p:spTgt spid="704767"/>
                                        </p:tgtEl>
                                      </p:cBhvr>
                                    </p:animEffect>
                                  </p:childTnLst>
                                </p:cTn>
                              </p:par>
                            </p:childTnLst>
                          </p:cTn>
                        </p:par>
                        <p:par>
                          <p:cTn id="30" fill="hold">
                            <p:stCondLst>
                              <p:cond delay="3000"/>
                            </p:stCondLst>
                            <p:childTnLst>
                              <p:par>
                                <p:cTn id="31" presetID="1" presetClass="entr" presetSubtype="0" fill="hold" grpId="0" nodeType="afterEffect">
                                  <p:stCondLst>
                                    <p:cond delay="0"/>
                                  </p:stCondLst>
                                  <p:childTnLst>
                                    <p:set>
                                      <p:cBhvr>
                                        <p:cTn id="32" dur="1" fill="hold">
                                          <p:stCondLst>
                                            <p:cond delay="0"/>
                                          </p:stCondLst>
                                        </p:cTn>
                                        <p:tgtEl>
                                          <p:spTgt spid="70466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9" presetClass="exit" presetSubtype="0" fill="hold" nodeType="clickEffect">
                                  <p:stCondLst>
                                    <p:cond delay="0"/>
                                  </p:stCondLst>
                                  <p:childTnLst>
                                    <p:animEffect transition="out" filter="dissolve">
                                      <p:cBhvr>
                                        <p:cTn id="36" dur="500"/>
                                        <p:tgtEl>
                                          <p:spTgt spid="704775"/>
                                        </p:tgtEl>
                                      </p:cBhvr>
                                    </p:animEffect>
                                    <p:set>
                                      <p:cBhvr>
                                        <p:cTn id="37" dur="1" fill="hold">
                                          <p:stCondLst>
                                            <p:cond delay="499"/>
                                          </p:stCondLst>
                                        </p:cTn>
                                        <p:tgtEl>
                                          <p:spTgt spid="704775"/>
                                        </p:tgtEl>
                                        <p:attrNameLst>
                                          <p:attrName>style.visibility</p:attrName>
                                        </p:attrNameLst>
                                      </p:cBhvr>
                                      <p:to>
                                        <p:strVal val="hidden"/>
                                      </p:to>
                                    </p:set>
                                  </p:childTnLst>
                                </p:cTn>
                              </p:par>
                              <p:par>
                                <p:cTn id="38" presetID="9" presetClass="entr" presetSubtype="0" fill="hold" nodeType="withEffect">
                                  <p:stCondLst>
                                    <p:cond delay="0"/>
                                  </p:stCondLst>
                                  <p:childTnLst>
                                    <p:set>
                                      <p:cBhvr>
                                        <p:cTn id="39" dur="1" fill="hold">
                                          <p:stCondLst>
                                            <p:cond delay="0"/>
                                          </p:stCondLst>
                                        </p:cTn>
                                        <p:tgtEl>
                                          <p:spTgt spid="704782"/>
                                        </p:tgtEl>
                                        <p:attrNameLst>
                                          <p:attrName>style.visibility</p:attrName>
                                        </p:attrNameLst>
                                      </p:cBhvr>
                                      <p:to>
                                        <p:strVal val="visible"/>
                                      </p:to>
                                    </p:set>
                                    <p:animEffect transition="in" filter="dissolve">
                                      <p:cBhvr>
                                        <p:cTn id="40" dur="500"/>
                                        <p:tgtEl>
                                          <p:spTgt spid="704782"/>
                                        </p:tgtEl>
                                      </p:cBhvr>
                                    </p:animEffect>
                                  </p:childTnLst>
                                </p:cTn>
                              </p:par>
                            </p:childTnLst>
                          </p:cTn>
                        </p:par>
                        <p:par>
                          <p:cTn id="41" fill="hold">
                            <p:stCondLst>
                              <p:cond delay="500"/>
                            </p:stCondLst>
                            <p:childTnLst>
                              <p:par>
                                <p:cTn id="42" presetID="0" presetClass="path" presetSubtype="0" accel="50000" decel="50000" fill="hold" nodeType="afterEffect">
                                  <p:stCondLst>
                                    <p:cond delay="0"/>
                                  </p:stCondLst>
                                  <p:childTnLst>
                                    <p:animMotion origin="layout" path="M 2.77778E-6 1.11111E-6 L 0.00052 0.0794 L 0.1467 0.08009 L 0.29444 -0.12222 L -0.11597 -0.12014 L -0.11597 -0.16181 L -0.11754 -0.1882 " pathEditMode="relative" rAng="0" ptsTypes="AAAAAAA">
                                      <p:cBhvr>
                                        <p:cTn id="43" dur="2000" fill="hold"/>
                                        <p:tgtEl>
                                          <p:spTgt spid="704782"/>
                                        </p:tgtEl>
                                        <p:attrNameLst>
                                          <p:attrName>ppt_x</p:attrName>
                                          <p:attrName>ppt_y</p:attrName>
                                        </p:attrNameLst>
                                      </p:cBhvr>
                                      <p:rCtr x="8800" y="-5400"/>
                                    </p:animMotion>
                                  </p:childTnLst>
                                </p:cTn>
                              </p:par>
                            </p:childTnLst>
                          </p:cTn>
                        </p:par>
                      </p:childTnLst>
                    </p:cTn>
                  </p:par>
                  <p:par>
                    <p:cTn id="44" fill="hold">
                      <p:stCondLst>
                        <p:cond delay="indefinite"/>
                      </p:stCondLst>
                      <p:childTnLst>
                        <p:par>
                          <p:cTn id="45" fill="hold">
                            <p:stCondLst>
                              <p:cond delay="0"/>
                            </p:stCondLst>
                            <p:childTnLst>
                              <p:par>
                                <p:cTn id="46" presetID="9" presetClass="exit" presetSubtype="0" fill="hold" nodeType="clickEffect">
                                  <p:stCondLst>
                                    <p:cond delay="0"/>
                                  </p:stCondLst>
                                  <p:childTnLst>
                                    <p:animEffect transition="out" filter="dissolve">
                                      <p:cBhvr>
                                        <p:cTn id="47" dur="500"/>
                                        <p:tgtEl>
                                          <p:spTgt spid="704782"/>
                                        </p:tgtEl>
                                      </p:cBhvr>
                                    </p:animEffect>
                                    <p:set>
                                      <p:cBhvr>
                                        <p:cTn id="48" dur="1" fill="hold">
                                          <p:stCondLst>
                                            <p:cond delay="499"/>
                                          </p:stCondLst>
                                        </p:cTn>
                                        <p:tgtEl>
                                          <p:spTgt spid="704782"/>
                                        </p:tgtEl>
                                        <p:attrNameLst>
                                          <p:attrName>style.visibility</p:attrName>
                                        </p:attrNameLst>
                                      </p:cBhvr>
                                      <p:to>
                                        <p:strVal val="hidden"/>
                                      </p:to>
                                    </p:set>
                                  </p:childTnLst>
                                </p:cTn>
                              </p:par>
                              <p:par>
                                <p:cTn id="49" presetID="9" presetClass="exit" presetSubtype="0" fill="hold" nodeType="withEffect">
                                  <p:stCondLst>
                                    <p:cond delay="0"/>
                                  </p:stCondLst>
                                  <p:childTnLst>
                                    <p:animEffect transition="out" filter="dissolve">
                                      <p:cBhvr>
                                        <p:cTn id="50" dur="500"/>
                                        <p:tgtEl>
                                          <p:spTgt spid="704767"/>
                                        </p:tgtEl>
                                      </p:cBhvr>
                                    </p:animEffect>
                                    <p:set>
                                      <p:cBhvr>
                                        <p:cTn id="51" dur="1" fill="hold">
                                          <p:stCondLst>
                                            <p:cond delay="499"/>
                                          </p:stCondLst>
                                        </p:cTn>
                                        <p:tgtEl>
                                          <p:spTgt spid="704767"/>
                                        </p:tgtEl>
                                        <p:attrNameLst>
                                          <p:attrName>style.visibility</p:attrName>
                                        </p:attrNameLst>
                                      </p:cBhvr>
                                      <p:to>
                                        <p:strVal val="hidden"/>
                                      </p:to>
                                    </p:set>
                                  </p:childTnLst>
                                </p:cTn>
                              </p:par>
                              <p:par>
                                <p:cTn id="52" presetID="9" presetClass="exit" presetSubtype="0" fill="hold" nodeType="withEffect">
                                  <p:stCondLst>
                                    <p:cond delay="0"/>
                                  </p:stCondLst>
                                  <p:childTnLst>
                                    <p:animEffect transition="out" filter="dissolve">
                                      <p:cBhvr>
                                        <p:cTn id="53" dur="500"/>
                                        <p:tgtEl>
                                          <p:spTgt spid="704754"/>
                                        </p:tgtEl>
                                      </p:cBhvr>
                                    </p:animEffect>
                                    <p:set>
                                      <p:cBhvr>
                                        <p:cTn id="54" dur="1" fill="hold">
                                          <p:stCondLst>
                                            <p:cond delay="499"/>
                                          </p:stCondLst>
                                        </p:cTn>
                                        <p:tgtEl>
                                          <p:spTgt spid="704754"/>
                                        </p:tgtEl>
                                        <p:attrNameLst>
                                          <p:attrName>style.visibility</p:attrName>
                                        </p:attrNameLst>
                                      </p:cBhvr>
                                      <p:to>
                                        <p:strVal val="hidden"/>
                                      </p:to>
                                    </p:set>
                                  </p:childTnLst>
                                </p:cTn>
                              </p:par>
                            </p:childTnLst>
                          </p:cTn>
                        </p:par>
                        <p:par>
                          <p:cTn id="55" fill="hold">
                            <p:stCondLst>
                              <p:cond delay="500"/>
                            </p:stCondLst>
                            <p:childTnLst>
                              <p:par>
                                <p:cTn id="56" presetID="1" presetClass="entr" presetSubtype="0" fill="hold" grpId="0" nodeType="afterEffect">
                                  <p:stCondLst>
                                    <p:cond delay="0"/>
                                  </p:stCondLst>
                                  <p:childTnLst>
                                    <p:set>
                                      <p:cBhvr>
                                        <p:cTn id="57" dur="1" fill="hold">
                                          <p:stCondLst>
                                            <p:cond delay="0"/>
                                          </p:stCondLst>
                                        </p:cTn>
                                        <p:tgtEl>
                                          <p:spTgt spid="7046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4664" grpId="0"/>
      <p:bldP spid="704665" grpId="0"/>
      <p:bldP spid="704666"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0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9661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96611" name="Freeform 236"/>
          <p:cNvSpPr/>
          <p:nvPr/>
        </p:nvSpPr>
        <p:spPr>
          <a:xfrm>
            <a:off x="4751388" y="706438"/>
            <a:ext cx="3759200" cy="247332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368" h="1558">
                <a:moveTo>
                  <a:pt x="84" y="632"/>
                </a:moveTo>
                <a:cubicBezTo>
                  <a:pt x="51" y="704"/>
                  <a:pt x="28" y="747"/>
                  <a:pt x="16" y="809"/>
                </a:cubicBezTo>
                <a:cubicBezTo>
                  <a:pt x="4" y="871"/>
                  <a:pt x="0" y="949"/>
                  <a:pt x="9" y="1005"/>
                </a:cubicBezTo>
                <a:cubicBezTo>
                  <a:pt x="18" y="1061"/>
                  <a:pt x="44" y="1087"/>
                  <a:pt x="70" y="1147"/>
                </a:cubicBezTo>
                <a:cubicBezTo>
                  <a:pt x="96" y="1207"/>
                  <a:pt x="130" y="1314"/>
                  <a:pt x="165" y="1364"/>
                </a:cubicBezTo>
                <a:cubicBezTo>
                  <a:pt x="200" y="1414"/>
                  <a:pt x="223" y="1428"/>
                  <a:pt x="280" y="1446"/>
                </a:cubicBezTo>
                <a:cubicBezTo>
                  <a:pt x="337" y="1464"/>
                  <a:pt x="397" y="1472"/>
                  <a:pt x="510" y="1473"/>
                </a:cubicBezTo>
                <a:cubicBezTo>
                  <a:pt x="623" y="1474"/>
                  <a:pt x="854" y="1457"/>
                  <a:pt x="958" y="1452"/>
                </a:cubicBezTo>
                <a:cubicBezTo>
                  <a:pt x="1062" y="1447"/>
                  <a:pt x="1065" y="1440"/>
                  <a:pt x="1134" y="1446"/>
                </a:cubicBezTo>
                <a:cubicBezTo>
                  <a:pt x="1203" y="1452"/>
                  <a:pt x="1293" y="1468"/>
                  <a:pt x="1371" y="1486"/>
                </a:cubicBezTo>
                <a:cubicBezTo>
                  <a:pt x="1449" y="1504"/>
                  <a:pt x="1495" y="1550"/>
                  <a:pt x="1601" y="1554"/>
                </a:cubicBezTo>
                <a:cubicBezTo>
                  <a:pt x="1707" y="1558"/>
                  <a:pt x="1893" y="1556"/>
                  <a:pt x="2008" y="1513"/>
                </a:cubicBezTo>
                <a:cubicBezTo>
                  <a:pt x="2123" y="1470"/>
                  <a:pt x="2236" y="1409"/>
                  <a:pt x="2293" y="1297"/>
                </a:cubicBezTo>
                <a:cubicBezTo>
                  <a:pt x="2350" y="1185"/>
                  <a:pt x="2339" y="950"/>
                  <a:pt x="2347" y="843"/>
                </a:cubicBezTo>
                <a:cubicBezTo>
                  <a:pt x="2355" y="736"/>
                  <a:pt x="2368" y="717"/>
                  <a:pt x="2340" y="653"/>
                </a:cubicBezTo>
                <a:cubicBezTo>
                  <a:pt x="2312" y="589"/>
                  <a:pt x="2247" y="537"/>
                  <a:pt x="2177" y="456"/>
                </a:cubicBezTo>
                <a:cubicBezTo>
                  <a:pt x="2107" y="375"/>
                  <a:pt x="2016" y="235"/>
                  <a:pt x="1920" y="165"/>
                </a:cubicBezTo>
                <a:cubicBezTo>
                  <a:pt x="1824" y="95"/>
                  <a:pt x="1716" y="61"/>
                  <a:pt x="1601" y="36"/>
                </a:cubicBezTo>
                <a:cubicBezTo>
                  <a:pt x="1486" y="11"/>
                  <a:pt x="1343" y="0"/>
                  <a:pt x="1229" y="16"/>
                </a:cubicBezTo>
                <a:cubicBezTo>
                  <a:pt x="1115" y="32"/>
                  <a:pt x="1042" y="90"/>
                  <a:pt x="917" y="131"/>
                </a:cubicBezTo>
                <a:cubicBezTo>
                  <a:pt x="792" y="172"/>
                  <a:pt x="595" y="219"/>
                  <a:pt x="477" y="260"/>
                </a:cubicBezTo>
                <a:cubicBezTo>
                  <a:pt x="359" y="301"/>
                  <a:pt x="280" y="311"/>
                  <a:pt x="212" y="375"/>
                </a:cubicBezTo>
                <a:cubicBezTo>
                  <a:pt x="144" y="439"/>
                  <a:pt x="117" y="560"/>
                  <a:pt x="84" y="632"/>
                </a:cubicBezTo>
                <a:close/>
              </a:path>
            </a:pathLst>
          </a:custGeom>
          <a:solidFill>
            <a:srgbClr val="00FFFF"/>
          </a:solidFill>
          <a:ln w="9525">
            <a:noFill/>
          </a:ln>
        </p:spPr>
        <p:txBody>
          <a:bodyPr/>
          <a:p>
            <a:endParaRPr lang="zh-CN" altLang="en-US"/>
          </a:p>
        </p:txBody>
      </p:sp>
      <p:sp>
        <p:nvSpPr>
          <p:cNvPr id="196612" name="Rectangle 3"/>
          <p:cNvSpPr>
            <a:spLocks noGrp="1"/>
          </p:cNvSpPr>
          <p:nvPr>
            <p:ph type="title"/>
          </p:nvPr>
        </p:nvSpPr>
        <p:spPr>
          <a:xfrm>
            <a:off x="323850" y="0"/>
            <a:ext cx="8034338" cy="1143000"/>
          </a:xfrm>
          <a:ln/>
        </p:spPr>
        <p:txBody>
          <a:bodyPr vert="horz" wrap="square" lIns="91440" tIns="45720" rIns="91440" bIns="45720" anchor="ctr" anchorCtr="0"/>
          <a:p>
            <a:r>
              <a:rPr lang="en-US" altLang="zh-CN" sz="2800" u="none" dirty="0">
                <a:ea typeface="宋体" panose="02010600030101010101" pitchFamily="2" charset="-122"/>
              </a:rPr>
              <a:t>A day in the life… using DNS</a:t>
            </a:r>
            <a:endParaRPr lang="en-US" altLang="zh-CN" sz="2800" u="none" dirty="0">
              <a:ea typeface="宋体" panose="02010600030101010101" pitchFamily="2" charset="-122"/>
            </a:endParaRPr>
          </a:p>
        </p:txBody>
      </p:sp>
      <p:sp>
        <p:nvSpPr>
          <p:cNvPr id="196613" name="Freeform 3"/>
          <p:cNvSpPr/>
          <p:nvPr/>
        </p:nvSpPr>
        <p:spPr>
          <a:xfrm>
            <a:off x="773113" y="1273175"/>
            <a:ext cx="3554412" cy="27543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00FFFF"/>
          </a:solidFill>
          <a:ln w="9525">
            <a:noFill/>
          </a:ln>
        </p:spPr>
        <p:txBody>
          <a:bodyPr/>
          <a:p>
            <a:endParaRPr lang="zh-CN" altLang="en-US"/>
          </a:p>
        </p:txBody>
      </p:sp>
      <p:sp>
        <p:nvSpPr>
          <p:cNvPr id="196614" name="Line 36"/>
          <p:cNvSpPr/>
          <p:nvPr/>
        </p:nvSpPr>
        <p:spPr>
          <a:xfrm flipV="1">
            <a:off x="3775075" y="2344738"/>
            <a:ext cx="155575" cy="142875"/>
          </a:xfrm>
          <a:prstGeom prst="line">
            <a:avLst/>
          </a:prstGeom>
          <a:ln w="9525" cap="flat" cmpd="sng">
            <a:solidFill>
              <a:srgbClr val="000000"/>
            </a:solidFill>
            <a:prstDash val="solid"/>
            <a:round/>
            <a:headEnd type="none" w="med" len="med"/>
            <a:tailEnd type="none" w="med" len="med"/>
          </a:ln>
        </p:spPr>
      </p:sp>
      <p:grpSp>
        <p:nvGrpSpPr>
          <p:cNvPr id="196615" name="Group 38"/>
          <p:cNvGrpSpPr/>
          <p:nvPr/>
        </p:nvGrpSpPr>
        <p:grpSpPr>
          <a:xfrm>
            <a:off x="3255963" y="2459038"/>
            <a:ext cx="742950" cy="311150"/>
            <a:chOff x="1935" y="960"/>
            <a:chExt cx="468" cy="196"/>
          </a:xfrm>
        </p:grpSpPr>
        <p:sp>
          <p:nvSpPr>
            <p:cNvPr id="196616" name="Line 39"/>
            <p:cNvSpPr/>
            <p:nvPr/>
          </p:nvSpPr>
          <p:spPr>
            <a:xfrm>
              <a:off x="2368" y="960"/>
              <a:ext cx="0" cy="0"/>
            </a:xfrm>
            <a:prstGeom prst="line">
              <a:avLst/>
            </a:prstGeom>
            <a:ln w="9525" cap="flat" cmpd="sng">
              <a:solidFill>
                <a:srgbClr val="000000"/>
              </a:solidFill>
              <a:prstDash val="solid"/>
              <a:round/>
              <a:headEnd type="none" w="med" len="med"/>
              <a:tailEnd type="none" w="med" len="med"/>
            </a:ln>
          </p:spPr>
        </p:sp>
        <p:sp>
          <p:nvSpPr>
            <p:cNvPr id="196617" name="Rectangle 40"/>
            <p:cNvSpPr/>
            <p:nvPr/>
          </p:nvSpPr>
          <p:spPr>
            <a:xfrm>
              <a:off x="1935" y="1065"/>
              <a:ext cx="465" cy="91"/>
            </a:xfrm>
            <a:prstGeom prst="rect">
              <a:avLst/>
            </a:prstGeom>
            <a:solidFill>
              <a:srgbClr val="BBE0E3"/>
            </a:solidFill>
            <a:ln w="9525"/>
            <a:scene3d>
              <a:camera prst="legacyObliqueTopRight">
                <a:rot lat="0" lon="0" rev="0"/>
              </a:camera>
              <a:lightRig rig="legacyFlat3" dir="l"/>
            </a:scene3d>
            <a:sp3d extrusionH="430200" prstMaterial="legacyMatte">
              <a:bevelT w="13500" h="13500" prst="angle"/>
              <a:bevelB w="13500" h="13500" prst="angle"/>
              <a:extrusionClr>
                <a:schemeClr val="accent1"/>
              </a:extrusionClr>
            </a:sp3d>
          </p:spPr>
          <p:txBody>
            <a:bodyPr wrap="none" anchor="ctr" anchorCtr="0">
              <a:flatTx/>
            </a:bodyPr>
            <a:p>
              <a:pPr>
                <a:buClrTx/>
                <a:buFontTx/>
              </a:pPr>
              <a:endParaRPr lang="zh-CN" altLang="zh-CN" i="0" dirty="0">
                <a:latin typeface="Arial" panose="020B0604020202020204" pitchFamily="34" charset="0"/>
                <a:ea typeface="宋体" panose="02010600030101010101" pitchFamily="2" charset="-122"/>
              </a:endParaRPr>
            </a:p>
          </p:txBody>
        </p:sp>
        <p:sp>
          <p:nvSpPr>
            <p:cNvPr id="196618" name="Freeform 41"/>
            <p:cNvSpPr/>
            <p:nvPr/>
          </p:nvSpPr>
          <p:spPr>
            <a:xfrm>
              <a:off x="2069" y="975"/>
              <a:ext cx="307" cy="63"/>
            </a:xfrm>
            <a:custGeom>
              <a:avLst/>
              <a:gdLst/>
              <a:ahLst/>
              <a:cxnLst>
                <a:cxn ang="0">
                  <a:pos x="0" y="0"/>
                </a:cxn>
                <a:cxn ang="0">
                  <a:pos x="16" y="0"/>
                </a:cxn>
                <a:cxn ang="0">
                  <a:pos x="55" y="8"/>
                </a:cxn>
                <a:cxn ang="0">
                  <a:pos x="78" y="8"/>
                </a:cxn>
              </a:cxnLst>
              <a:pathLst>
                <a:path w="432" h="105">
                  <a:moveTo>
                    <a:pt x="0" y="0"/>
                  </a:moveTo>
                  <a:lnTo>
                    <a:pt x="85" y="0"/>
                  </a:lnTo>
                  <a:lnTo>
                    <a:pt x="307" y="105"/>
                  </a:lnTo>
                  <a:lnTo>
                    <a:pt x="432" y="105"/>
                  </a:lnTo>
                </a:path>
              </a:pathLst>
            </a:custGeom>
            <a:noFill/>
            <a:ln w="28575" cap="flat" cmpd="sng">
              <a:solidFill>
                <a:srgbClr val="000000"/>
              </a:solidFill>
              <a:prstDash val="solid"/>
              <a:round/>
              <a:headEnd type="none" w="med" len="med"/>
              <a:tailEnd type="none" w="med" len="med"/>
            </a:ln>
          </p:spPr>
          <p:txBody>
            <a:bodyPr/>
            <a:p>
              <a:endParaRPr lang="zh-CN" altLang="en-US"/>
            </a:p>
          </p:txBody>
        </p:sp>
        <p:sp>
          <p:nvSpPr>
            <p:cNvPr id="196619" name="Freeform 42"/>
            <p:cNvSpPr/>
            <p:nvPr/>
          </p:nvSpPr>
          <p:spPr>
            <a:xfrm flipV="1">
              <a:off x="2051" y="981"/>
              <a:ext cx="352" cy="63"/>
            </a:xfrm>
            <a:custGeom>
              <a:avLst/>
              <a:gdLst/>
              <a:ahLst/>
              <a:cxnLst>
                <a:cxn ang="0">
                  <a:pos x="0" y="0"/>
                </a:cxn>
                <a:cxn ang="0">
                  <a:pos x="30" y="0"/>
                </a:cxn>
                <a:cxn ang="0">
                  <a:pos x="110" y="8"/>
                </a:cxn>
                <a:cxn ang="0">
                  <a:pos x="156" y="8"/>
                </a:cxn>
              </a:cxnLst>
              <a:pathLst>
                <a:path w="432" h="105">
                  <a:moveTo>
                    <a:pt x="0" y="0"/>
                  </a:moveTo>
                  <a:lnTo>
                    <a:pt x="85" y="0"/>
                  </a:lnTo>
                  <a:lnTo>
                    <a:pt x="307" y="105"/>
                  </a:lnTo>
                  <a:lnTo>
                    <a:pt x="432" y="105"/>
                  </a:lnTo>
                </a:path>
              </a:pathLst>
            </a:custGeom>
            <a:noFill/>
            <a:ln w="28575" cap="flat" cmpd="sng">
              <a:solidFill>
                <a:srgbClr val="000000"/>
              </a:solidFill>
              <a:prstDash val="solid"/>
              <a:round/>
              <a:headEnd type="none" w="med" len="med"/>
              <a:tailEnd type="none" w="med" len="med"/>
            </a:ln>
          </p:spPr>
          <p:txBody>
            <a:bodyPr/>
            <a:p>
              <a:endParaRPr lang="zh-CN" altLang="en-US"/>
            </a:p>
          </p:txBody>
        </p:sp>
      </p:grpSp>
      <p:sp>
        <p:nvSpPr>
          <p:cNvPr id="196620" name="Line 43"/>
          <p:cNvSpPr/>
          <p:nvPr/>
        </p:nvSpPr>
        <p:spPr>
          <a:xfrm flipV="1">
            <a:off x="2665413" y="2517775"/>
            <a:ext cx="695325" cy="0"/>
          </a:xfrm>
          <a:prstGeom prst="line">
            <a:avLst/>
          </a:prstGeom>
          <a:ln w="9525" cap="flat" cmpd="sng">
            <a:solidFill>
              <a:srgbClr val="000000"/>
            </a:solidFill>
            <a:prstDash val="solid"/>
            <a:round/>
            <a:headEnd type="none" w="med" len="med"/>
            <a:tailEnd type="none" w="med" len="med"/>
          </a:ln>
        </p:spPr>
      </p:sp>
      <p:sp>
        <p:nvSpPr>
          <p:cNvPr id="196621" name="Line 44"/>
          <p:cNvSpPr/>
          <p:nvPr/>
        </p:nvSpPr>
        <p:spPr>
          <a:xfrm flipV="1">
            <a:off x="3924300" y="2201863"/>
            <a:ext cx="138113" cy="142875"/>
          </a:xfrm>
          <a:prstGeom prst="line">
            <a:avLst/>
          </a:prstGeom>
          <a:ln w="9525" cap="flat" cmpd="sng">
            <a:solidFill>
              <a:srgbClr val="000000"/>
            </a:solidFill>
            <a:prstDash val="dash"/>
            <a:round/>
            <a:headEnd type="none" w="med" len="med"/>
            <a:tailEnd type="none" w="med" len="med"/>
          </a:ln>
        </p:spPr>
      </p:sp>
      <p:sp>
        <p:nvSpPr>
          <p:cNvPr id="196622" name="Rectangle 45"/>
          <p:cNvSpPr/>
          <p:nvPr/>
        </p:nvSpPr>
        <p:spPr>
          <a:xfrm>
            <a:off x="2403475" y="2479675"/>
            <a:ext cx="257175" cy="69850"/>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6623" name="Line 48"/>
          <p:cNvSpPr/>
          <p:nvPr/>
        </p:nvSpPr>
        <p:spPr>
          <a:xfrm flipV="1">
            <a:off x="3279775" y="2736850"/>
            <a:ext cx="512763" cy="612775"/>
          </a:xfrm>
          <a:prstGeom prst="line">
            <a:avLst/>
          </a:prstGeom>
          <a:ln w="9525" cap="flat" cmpd="sng">
            <a:solidFill>
              <a:srgbClr val="000000"/>
            </a:solidFill>
            <a:prstDash val="solid"/>
            <a:round/>
            <a:headEnd type="none" w="med" len="med"/>
            <a:tailEnd type="none" w="med" len="med"/>
          </a:ln>
        </p:spPr>
      </p:sp>
      <p:grpSp>
        <p:nvGrpSpPr>
          <p:cNvPr id="196624" name="Group 49"/>
          <p:cNvGrpSpPr/>
          <p:nvPr/>
        </p:nvGrpSpPr>
        <p:grpSpPr>
          <a:xfrm>
            <a:off x="2760663" y="3365500"/>
            <a:ext cx="987425" cy="479425"/>
            <a:chOff x="1118" y="1621"/>
            <a:chExt cx="622" cy="302"/>
          </a:xfrm>
        </p:grpSpPr>
        <p:sp>
          <p:nvSpPr>
            <p:cNvPr id="196625" name="Rectangle 50"/>
            <p:cNvSpPr/>
            <p:nvPr/>
          </p:nvSpPr>
          <p:spPr>
            <a:xfrm>
              <a:off x="1578" y="1789"/>
              <a:ext cx="162" cy="44"/>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6626" name="Rectangle 51"/>
            <p:cNvSpPr/>
            <p:nvPr/>
          </p:nvSpPr>
          <p:spPr>
            <a:xfrm rot="-2700000">
              <a:off x="1336" y="1621"/>
              <a:ext cx="162" cy="44"/>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6627" name="Group 52"/>
            <p:cNvGrpSpPr/>
            <p:nvPr/>
          </p:nvGrpSpPr>
          <p:grpSpPr>
            <a:xfrm>
              <a:off x="1118" y="1684"/>
              <a:ext cx="477" cy="239"/>
              <a:chOff x="2466" y="2026"/>
              <a:chExt cx="477" cy="282"/>
            </a:xfrm>
          </p:grpSpPr>
          <p:sp>
            <p:nvSpPr>
              <p:cNvPr id="196628" name="Oval 53"/>
              <p:cNvSpPr/>
              <p:nvPr/>
            </p:nvSpPr>
            <p:spPr>
              <a:xfrm>
                <a:off x="2466" y="2168"/>
                <a:ext cx="476" cy="14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6629" name="Line 54"/>
              <p:cNvSpPr/>
              <p:nvPr/>
            </p:nvSpPr>
            <p:spPr>
              <a:xfrm>
                <a:off x="2470" y="2125"/>
                <a:ext cx="1" cy="85"/>
              </a:xfrm>
              <a:prstGeom prst="line">
                <a:avLst/>
              </a:prstGeom>
              <a:ln w="12700" cap="flat" cmpd="sng">
                <a:solidFill>
                  <a:srgbClr val="000000"/>
                </a:solidFill>
                <a:prstDash val="solid"/>
                <a:round/>
                <a:headEnd type="none" w="med" len="med"/>
                <a:tailEnd type="none" w="med" len="med"/>
              </a:ln>
            </p:spPr>
          </p:sp>
          <p:sp>
            <p:nvSpPr>
              <p:cNvPr id="196630" name="Rectangle 55"/>
              <p:cNvSpPr/>
              <p:nvPr/>
            </p:nvSpPr>
            <p:spPr>
              <a:xfrm>
                <a:off x="2470" y="2125"/>
                <a:ext cx="472" cy="111"/>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96631" name="Oval 56"/>
              <p:cNvSpPr/>
              <p:nvPr/>
            </p:nvSpPr>
            <p:spPr>
              <a:xfrm>
                <a:off x="2466" y="2026"/>
                <a:ext cx="476" cy="16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6632" name="Group 57"/>
              <p:cNvGrpSpPr/>
              <p:nvPr/>
            </p:nvGrpSpPr>
            <p:grpSpPr>
              <a:xfrm>
                <a:off x="2581" y="2061"/>
                <a:ext cx="236" cy="94"/>
                <a:chOff x="2848" y="848"/>
                <a:chExt cx="140" cy="98"/>
              </a:xfrm>
            </p:grpSpPr>
            <p:sp>
              <p:nvSpPr>
                <p:cNvPr id="196633" name="Line 58"/>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6634" name="Line 59"/>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6635" name="Line 60"/>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96636" name="Group 61"/>
              <p:cNvGrpSpPr/>
              <p:nvPr/>
            </p:nvGrpSpPr>
            <p:grpSpPr>
              <a:xfrm flipV="1">
                <a:off x="2581" y="2060"/>
                <a:ext cx="236" cy="94"/>
                <a:chOff x="2848" y="848"/>
                <a:chExt cx="140" cy="98"/>
              </a:xfrm>
            </p:grpSpPr>
            <p:sp>
              <p:nvSpPr>
                <p:cNvPr id="196637" name="Line 62"/>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6638" name="Line 63"/>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6639" name="Line 64"/>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sp>
            <p:nvSpPr>
              <p:cNvPr id="196640" name="Line 65"/>
              <p:cNvSpPr/>
              <p:nvPr/>
            </p:nvSpPr>
            <p:spPr>
              <a:xfrm flipH="1">
                <a:off x="2942" y="2109"/>
                <a:ext cx="1" cy="127"/>
              </a:xfrm>
              <a:prstGeom prst="line">
                <a:avLst/>
              </a:prstGeom>
              <a:ln w="12700" cap="flat" cmpd="sng">
                <a:solidFill>
                  <a:srgbClr val="000000"/>
                </a:solidFill>
                <a:prstDash val="solid"/>
                <a:round/>
                <a:headEnd type="none" w="med" len="med"/>
                <a:tailEnd type="none" w="med" len="med"/>
              </a:ln>
            </p:spPr>
          </p:sp>
          <p:sp>
            <p:nvSpPr>
              <p:cNvPr id="196641" name="Line 66"/>
              <p:cNvSpPr/>
              <p:nvPr/>
            </p:nvSpPr>
            <p:spPr>
              <a:xfrm flipH="1">
                <a:off x="2466" y="2117"/>
                <a:ext cx="1" cy="127"/>
              </a:xfrm>
              <a:prstGeom prst="line">
                <a:avLst/>
              </a:prstGeom>
              <a:ln w="12700" cap="flat" cmpd="sng">
                <a:solidFill>
                  <a:srgbClr val="000000"/>
                </a:solidFill>
                <a:prstDash val="solid"/>
                <a:round/>
                <a:headEnd type="none" w="med" len="med"/>
                <a:tailEnd type="none" w="med" len="med"/>
              </a:ln>
            </p:spPr>
          </p:sp>
        </p:grpSp>
      </p:grpSp>
      <p:graphicFrame>
        <p:nvGraphicFramePr>
          <p:cNvPr id="196642" name="Object 142"/>
          <p:cNvGraphicFramePr>
            <a:graphicFrameLocks noChangeAspect="1"/>
          </p:cNvGraphicFramePr>
          <p:nvPr/>
        </p:nvGraphicFramePr>
        <p:xfrm>
          <a:off x="1790700" y="2141538"/>
          <a:ext cx="652463" cy="658812"/>
        </p:xfrm>
        <a:graphic>
          <a:graphicData uri="http://schemas.openxmlformats.org/presentationml/2006/ole">
            <mc:AlternateContent xmlns:mc="http://schemas.openxmlformats.org/markup-compatibility/2006">
              <mc:Choice xmlns:v="urn:schemas-microsoft-com:vml" Requires="v">
                <p:oleObj spid="_x0000_s3215" name="" r:id="rId1" imgW="1268095" imgH="1199515" progId="MS_ClipArt_Gallery.2">
                  <p:embed/>
                </p:oleObj>
              </mc:Choice>
              <mc:Fallback>
                <p:oleObj name="" r:id="rId1" imgW="1268095" imgH="1199515" progId="MS_ClipArt_Gallery.2">
                  <p:embed/>
                  <p:pic>
                    <p:nvPicPr>
                      <p:cNvPr id="0" name="图片 3214"/>
                      <p:cNvPicPr/>
                      <p:nvPr/>
                    </p:nvPicPr>
                    <p:blipFill>
                      <a:blip r:embed="rId2"/>
                      <a:stretch>
                        <a:fillRect/>
                      </a:stretch>
                    </p:blipFill>
                    <p:spPr>
                      <a:xfrm>
                        <a:off x="1790700" y="2141538"/>
                        <a:ext cx="652463" cy="658812"/>
                      </a:xfrm>
                      <a:prstGeom prst="rect">
                        <a:avLst/>
                      </a:prstGeom>
                      <a:noFill/>
                      <a:ln w="38100">
                        <a:noFill/>
                        <a:miter/>
                      </a:ln>
                    </p:spPr>
                  </p:pic>
                </p:oleObj>
              </mc:Fallback>
            </mc:AlternateContent>
          </a:graphicData>
        </a:graphic>
      </p:graphicFrame>
      <p:grpSp>
        <p:nvGrpSpPr>
          <p:cNvPr id="196643" name="Group 84"/>
          <p:cNvGrpSpPr/>
          <p:nvPr/>
        </p:nvGrpSpPr>
        <p:grpSpPr>
          <a:xfrm>
            <a:off x="2554288" y="3170238"/>
            <a:ext cx="306387" cy="647700"/>
            <a:chOff x="4180" y="783"/>
            <a:chExt cx="150" cy="307"/>
          </a:xfrm>
        </p:grpSpPr>
        <p:sp>
          <p:nvSpPr>
            <p:cNvPr id="196644" name="AutoShape 85"/>
            <p:cNvSpPr/>
            <p:nvPr/>
          </p:nvSpPr>
          <p:spPr>
            <a:xfrm>
              <a:off x="4180" y="1019"/>
              <a:ext cx="150" cy="71"/>
            </a:xfrm>
            <a:prstGeom prst="parallelogram">
              <a:avLst>
                <a:gd name="adj" fmla="val 81386"/>
              </a:avLst>
            </a:prstGeom>
            <a:solidFill>
              <a:srgbClr val="33CCCC"/>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6645" name="Rectangle 86"/>
            <p:cNvSpPr/>
            <p:nvPr/>
          </p:nvSpPr>
          <p:spPr>
            <a:xfrm>
              <a:off x="4256" y="785"/>
              <a:ext cx="69" cy="236"/>
            </a:xfrm>
            <a:prstGeom prst="rect">
              <a:avLst/>
            </a:prstGeom>
            <a:solidFill>
              <a:srgbClr val="33CCCC"/>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6646" name="Rectangle 87"/>
            <p:cNvSpPr/>
            <p:nvPr/>
          </p:nvSpPr>
          <p:spPr>
            <a:xfrm>
              <a:off x="4181" y="852"/>
              <a:ext cx="95" cy="236"/>
            </a:xfrm>
            <a:prstGeom prst="rect">
              <a:avLst/>
            </a:prstGeom>
            <a:solidFill>
              <a:srgbClr val="33CCCC"/>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6647" name="AutoShape 88"/>
            <p:cNvSpPr/>
            <p:nvPr/>
          </p:nvSpPr>
          <p:spPr>
            <a:xfrm>
              <a:off x="4180" y="783"/>
              <a:ext cx="150" cy="71"/>
            </a:xfrm>
            <a:prstGeom prst="parallelogram">
              <a:avLst>
                <a:gd name="adj" fmla="val 81386"/>
              </a:avLst>
            </a:prstGeom>
            <a:solidFill>
              <a:srgbClr val="33CCCC"/>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6648" name="Line 89"/>
            <p:cNvSpPr/>
            <p:nvPr/>
          </p:nvSpPr>
          <p:spPr>
            <a:xfrm>
              <a:off x="4330" y="788"/>
              <a:ext cx="0" cy="231"/>
            </a:xfrm>
            <a:prstGeom prst="line">
              <a:avLst/>
            </a:prstGeom>
            <a:ln w="9525" cap="flat" cmpd="sng">
              <a:solidFill>
                <a:srgbClr val="000000"/>
              </a:solidFill>
              <a:prstDash val="solid"/>
              <a:round/>
              <a:headEnd type="none" w="med" len="med"/>
              <a:tailEnd type="none" w="med" len="med"/>
            </a:ln>
          </p:spPr>
        </p:sp>
        <p:sp>
          <p:nvSpPr>
            <p:cNvPr id="196649" name="Line 90"/>
            <p:cNvSpPr/>
            <p:nvPr/>
          </p:nvSpPr>
          <p:spPr>
            <a:xfrm flipH="1">
              <a:off x="4276" y="1019"/>
              <a:ext cx="54" cy="69"/>
            </a:xfrm>
            <a:prstGeom prst="line">
              <a:avLst/>
            </a:prstGeom>
            <a:ln w="9525" cap="flat" cmpd="sng">
              <a:solidFill>
                <a:srgbClr val="000000"/>
              </a:solidFill>
              <a:prstDash val="solid"/>
              <a:round/>
              <a:headEnd type="none" w="med" len="med"/>
              <a:tailEnd type="none" w="med" len="med"/>
            </a:ln>
          </p:spPr>
        </p:sp>
        <p:sp>
          <p:nvSpPr>
            <p:cNvPr id="196650" name="Rectangle 91"/>
            <p:cNvSpPr/>
            <p:nvPr/>
          </p:nvSpPr>
          <p:spPr>
            <a:xfrm>
              <a:off x="4193" y="883"/>
              <a:ext cx="63" cy="136"/>
            </a:xfrm>
            <a:prstGeom prst="rect">
              <a:avLst/>
            </a:prstGeom>
            <a:solidFill>
              <a:srgbClr val="333399"/>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6651" name="Rectangle 92"/>
            <p:cNvSpPr/>
            <p:nvPr/>
          </p:nvSpPr>
          <p:spPr>
            <a:xfrm>
              <a:off x="4202" y="924"/>
              <a:ext cx="48" cy="48"/>
            </a:xfrm>
            <a:prstGeom prst="rect">
              <a:avLst/>
            </a:prstGeom>
            <a:solidFill>
              <a:srgbClr val="FFFFFF"/>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grpSp>
        <p:nvGrpSpPr>
          <p:cNvPr id="196652" name="Group 44"/>
          <p:cNvGrpSpPr/>
          <p:nvPr/>
        </p:nvGrpSpPr>
        <p:grpSpPr>
          <a:xfrm>
            <a:off x="1195388" y="1081088"/>
            <a:ext cx="976312" cy="1460500"/>
            <a:chOff x="651" y="681"/>
            <a:chExt cx="615" cy="920"/>
          </a:xfrm>
        </p:grpSpPr>
        <p:sp>
          <p:nvSpPr>
            <p:cNvPr id="196653" name="Freeform 45"/>
            <p:cNvSpPr/>
            <p:nvPr/>
          </p:nvSpPr>
          <p:spPr>
            <a:xfrm>
              <a:off x="662" y="698"/>
              <a:ext cx="604" cy="903"/>
            </a:xfrm>
            <a:custGeom>
              <a:avLst/>
              <a:gdLst/>
              <a:ahLst/>
              <a:cxnLst>
                <a:cxn ang="0">
                  <a:pos x="496" y="0"/>
                </a:cxn>
                <a:cxn ang="0">
                  <a:pos x="604" y="903"/>
                </a:cxn>
                <a:cxn ang="0">
                  <a:pos x="0" y="788"/>
                </a:cxn>
                <a:cxn ang="0">
                  <a:pos x="456" y="750"/>
                </a:cxn>
                <a:cxn ang="0">
                  <a:pos x="496" y="0"/>
                </a:cxn>
              </a:cxnLst>
              <a:pathLst>
                <a:path w="604" h="903">
                  <a:moveTo>
                    <a:pt x="496" y="0"/>
                  </a:moveTo>
                  <a:lnTo>
                    <a:pt x="604" y="903"/>
                  </a:lnTo>
                  <a:lnTo>
                    <a:pt x="0" y="788"/>
                  </a:lnTo>
                  <a:lnTo>
                    <a:pt x="456" y="750"/>
                  </a:lnTo>
                  <a:lnTo>
                    <a:pt x="496" y="0"/>
                  </a:lnTo>
                  <a:close/>
                </a:path>
              </a:pathLst>
            </a:custGeom>
            <a:gradFill rotWithShape="1">
              <a:gsLst>
                <a:gs pos="0">
                  <a:schemeClr val="bg1"/>
                </a:gs>
                <a:gs pos="100000">
                  <a:srgbClr val="FF0000"/>
                </a:gs>
              </a:gsLst>
              <a:lin ang="2700000" scaled="1"/>
              <a:tileRect/>
            </a:gradFill>
            <a:ln w="9525">
              <a:noFill/>
            </a:ln>
          </p:spPr>
          <p:txBody>
            <a:bodyPr/>
            <a:p>
              <a:endParaRPr lang="zh-CN" altLang="en-US"/>
            </a:p>
          </p:txBody>
        </p:sp>
        <p:grpSp>
          <p:nvGrpSpPr>
            <p:cNvPr id="196654" name="Group 46"/>
            <p:cNvGrpSpPr/>
            <p:nvPr/>
          </p:nvGrpSpPr>
          <p:grpSpPr>
            <a:xfrm>
              <a:off x="651" y="681"/>
              <a:ext cx="500" cy="828"/>
              <a:chOff x="569" y="2954"/>
              <a:chExt cx="500" cy="828"/>
            </a:xfrm>
          </p:grpSpPr>
          <p:sp>
            <p:nvSpPr>
              <p:cNvPr id="196655" name="Rectangle 47"/>
              <p:cNvSpPr/>
              <p:nvPr/>
            </p:nvSpPr>
            <p:spPr>
              <a:xfrm>
                <a:off x="576" y="2973"/>
                <a:ext cx="493" cy="79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656" name="Text Box 48"/>
              <p:cNvSpPr txBox="1"/>
              <p:nvPr/>
            </p:nvSpPr>
            <p:spPr>
              <a:xfrm>
                <a:off x="639" y="2954"/>
                <a:ext cx="385" cy="828"/>
              </a:xfrm>
              <a:prstGeom prst="rect">
                <a:avLst/>
              </a:prstGeom>
              <a:noFill/>
              <a:ln w="9525">
                <a:noFill/>
              </a:ln>
            </p:spPr>
            <p:txBody>
              <a:bodyPr wrap="none" anchor="t" anchorCtr="0">
                <a:spAutoFit/>
              </a:bodyPr>
              <a:p>
                <a:pPr algn="ctr" eaLnBrk="0" hangingPunct="0">
                  <a:buClrTx/>
                  <a:buFontTx/>
                </a:pPr>
                <a:r>
                  <a:rPr lang="en-US" altLang="zh-CN" sz="1600" i="0" dirty="0">
                    <a:latin typeface="Arial" panose="020B0604020202020204" pitchFamily="34" charset="0"/>
                    <a:ea typeface="宋体" panose="02010600030101010101" pitchFamily="2" charset="-122"/>
                  </a:rPr>
                  <a:t>DNS</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UDP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IP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Eth</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Phy</a:t>
                </a:r>
                <a:endParaRPr lang="en-US" altLang="zh-CN" sz="1600" i="0" dirty="0">
                  <a:latin typeface="Arial" panose="020B0604020202020204" pitchFamily="34" charset="0"/>
                  <a:ea typeface="宋体" panose="02010600030101010101" pitchFamily="2" charset="-122"/>
                </a:endParaRPr>
              </a:p>
            </p:txBody>
          </p:sp>
          <p:sp>
            <p:nvSpPr>
              <p:cNvPr id="196657" name="Line 49"/>
              <p:cNvSpPr/>
              <p:nvPr/>
            </p:nvSpPr>
            <p:spPr>
              <a:xfrm>
                <a:off x="578" y="3130"/>
                <a:ext cx="489" cy="0"/>
              </a:xfrm>
              <a:prstGeom prst="line">
                <a:avLst/>
              </a:prstGeom>
              <a:ln w="9525" cap="flat" cmpd="sng">
                <a:solidFill>
                  <a:schemeClr val="tx1"/>
                </a:solidFill>
                <a:prstDash val="solid"/>
                <a:round/>
                <a:headEnd type="none" w="med" len="med"/>
                <a:tailEnd type="none" w="med" len="med"/>
              </a:ln>
            </p:spPr>
          </p:sp>
          <p:sp>
            <p:nvSpPr>
              <p:cNvPr id="196658" name="Line 50"/>
              <p:cNvSpPr/>
              <p:nvPr/>
            </p:nvSpPr>
            <p:spPr>
              <a:xfrm>
                <a:off x="575" y="3289"/>
                <a:ext cx="489" cy="0"/>
              </a:xfrm>
              <a:prstGeom prst="line">
                <a:avLst/>
              </a:prstGeom>
              <a:ln w="9525" cap="flat" cmpd="sng">
                <a:solidFill>
                  <a:schemeClr val="tx1"/>
                </a:solidFill>
                <a:prstDash val="solid"/>
                <a:round/>
                <a:headEnd type="none" w="med" len="med"/>
                <a:tailEnd type="none" w="med" len="med"/>
              </a:ln>
            </p:spPr>
          </p:sp>
          <p:sp>
            <p:nvSpPr>
              <p:cNvPr id="196659" name="Line 51"/>
              <p:cNvSpPr/>
              <p:nvPr/>
            </p:nvSpPr>
            <p:spPr>
              <a:xfrm>
                <a:off x="572" y="3448"/>
                <a:ext cx="489" cy="0"/>
              </a:xfrm>
              <a:prstGeom prst="line">
                <a:avLst/>
              </a:prstGeom>
              <a:ln w="9525" cap="flat" cmpd="sng">
                <a:solidFill>
                  <a:schemeClr val="tx1"/>
                </a:solidFill>
                <a:prstDash val="solid"/>
                <a:round/>
                <a:headEnd type="none" w="med" len="med"/>
                <a:tailEnd type="none" w="med" len="med"/>
              </a:ln>
            </p:spPr>
          </p:sp>
          <p:sp>
            <p:nvSpPr>
              <p:cNvPr id="196660" name="Line 52"/>
              <p:cNvSpPr/>
              <p:nvPr/>
            </p:nvSpPr>
            <p:spPr>
              <a:xfrm>
                <a:off x="569" y="3607"/>
                <a:ext cx="489" cy="0"/>
              </a:xfrm>
              <a:prstGeom prst="line">
                <a:avLst/>
              </a:prstGeom>
              <a:ln w="9525" cap="flat" cmpd="sng">
                <a:solidFill>
                  <a:schemeClr val="tx1"/>
                </a:solidFill>
                <a:prstDash val="solid"/>
                <a:round/>
                <a:headEnd type="none" w="med" len="med"/>
                <a:tailEnd type="none" w="med" len="med"/>
              </a:ln>
            </p:spPr>
          </p:sp>
        </p:grpSp>
      </p:grpSp>
      <p:grpSp>
        <p:nvGrpSpPr>
          <p:cNvPr id="705589" name="Group 53"/>
          <p:cNvGrpSpPr/>
          <p:nvPr/>
        </p:nvGrpSpPr>
        <p:grpSpPr>
          <a:xfrm>
            <a:off x="520700" y="1162050"/>
            <a:ext cx="460375" cy="244475"/>
            <a:chOff x="844" y="3337"/>
            <a:chExt cx="290" cy="154"/>
          </a:xfrm>
        </p:grpSpPr>
        <p:sp>
          <p:nvSpPr>
            <p:cNvPr id="196662" name="Rectangle 54"/>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663" name="Text Box 55"/>
            <p:cNvSpPr txBox="1"/>
            <p:nvPr/>
          </p:nvSpPr>
          <p:spPr>
            <a:xfrm>
              <a:off x="844" y="3337"/>
              <a:ext cx="28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DNS</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6664" name="Group 58"/>
          <p:cNvGrpSpPr/>
          <p:nvPr/>
        </p:nvGrpSpPr>
        <p:grpSpPr>
          <a:xfrm>
            <a:off x="460375" y="1387475"/>
            <a:ext cx="561975" cy="244475"/>
            <a:chOff x="740" y="3209"/>
            <a:chExt cx="354" cy="154"/>
          </a:xfrm>
        </p:grpSpPr>
        <p:grpSp>
          <p:nvGrpSpPr>
            <p:cNvPr id="196665" name="Group 59"/>
            <p:cNvGrpSpPr/>
            <p:nvPr/>
          </p:nvGrpSpPr>
          <p:grpSpPr>
            <a:xfrm>
              <a:off x="794" y="3209"/>
              <a:ext cx="290" cy="154"/>
              <a:chOff x="844" y="3337"/>
              <a:chExt cx="290" cy="154"/>
            </a:xfrm>
          </p:grpSpPr>
          <p:sp>
            <p:nvSpPr>
              <p:cNvPr id="196666" name="Rectangle 60"/>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667" name="Text Box 61"/>
              <p:cNvSpPr txBox="1"/>
              <p:nvPr/>
            </p:nvSpPr>
            <p:spPr>
              <a:xfrm>
                <a:off x="844" y="3337"/>
                <a:ext cx="28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DNS</a:t>
                </a:r>
                <a:endParaRPr lang="en-US" altLang="zh-CN" sz="1000" i="0" dirty="0">
                  <a:solidFill>
                    <a:schemeClr val="bg1"/>
                  </a:solidFill>
                  <a:latin typeface="Arial" panose="020B0604020202020204" pitchFamily="34" charset="0"/>
                  <a:ea typeface="宋体" panose="02010600030101010101" pitchFamily="2" charset="-122"/>
                </a:endParaRPr>
              </a:p>
            </p:txBody>
          </p:sp>
        </p:grpSp>
        <p:sp>
          <p:nvSpPr>
            <p:cNvPr id="196668" name="Rectangle 62"/>
            <p:cNvSpPr/>
            <p:nvPr/>
          </p:nvSpPr>
          <p:spPr>
            <a:xfrm>
              <a:off x="750" y="3244"/>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669" name="Rectangle 63"/>
            <p:cNvSpPr/>
            <p:nvPr/>
          </p:nvSpPr>
          <p:spPr>
            <a:xfrm>
              <a:off x="740" y="3238"/>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96670" name="Group 64"/>
          <p:cNvGrpSpPr/>
          <p:nvPr/>
        </p:nvGrpSpPr>
        <p:grpSpPr>
          <a:xfrm>
            <a:off x="460375" y="1622425"/>
            <a:ext cx="561975" cy="244475"/>
            <a:chOff x="836" y="3305"/>
            <a:chExt cx="354" cy="154"/>
          </a:xfrm>
        </p:grpSpPr>
        <p:grpSp>
          <p:nvGrpSpPr>
            <p:cNvPr id="196671" name="Group 65"/>
            <p:cNvGrpSpPr/>
            <p:nvPr/>
          </p:nvGrpSpPr>
          <p:grpSpPr>
            <a:xfrm>
              <a:off x="890" y="3305"/>
              <a:ext cx="290" cy="154"/>
              <a:chOff x="844" y="3337"/>
              <a:chExt cx="290" cy="154"/>
            </a:xfrm>
          </p:grpSpPr>
          <p:sp>
            <p:nvSpPr>
              <p:cNvPr id="196672" name="Rectangle 66"/>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673" name="Text Box 67"/>
              <p:cNvSpPr txBox="1"/>
              <p:nvPr/>
            </p:nvSpPr>
            <p:spPr>
              <a:xfrm>
                <a:off x="844" y="3337"/>
                <a:ext cx="28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DNS</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6674" name="Group 68"/>
            <p:cNvGrpSpPr/>
            <p:nvPr/>
          </p:nvGrpSpPr>
          <p:grpSpPr>
            <a:xfrm>
              <a:off x="836" y="3334"/>
              <a:ext cx="354" cy="94"/>
              <a:chOff x="836" y="3334"/>
              <a:chExt cx="354" cy="94"/>
            </a:xfrm>
          </p:grpSpPr>
          <p:sp>
            <p:nvSpPr>
              <p:cNvPr id="196675" name="Rectangle 69"/>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676" name="Rectangle 70"/>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grpSp>
        <p:nvGrpSpPr>
          <p:cNvPr id="196677" name="Group 71"/>
          <p:cNvGrpSpPr/>
          <p:nvPr/>
        </p:nvGrpSpPr>
        <p:grpSpPr>
          <a:xfrm>
            <a:off x="280988" y="1654175"/>
            <a:ext cx="762000" cy="177800"/>
            <a:chOff x="627" y="3377"/>
            <a:chExt cx="480" cy="112"/>
          </a:xfrm>
        </p:grpSpPr>
        <p:sp>
          <p:nvSpPr>
            <p:cNvPr id="196678" name="Rectangle 72"/>
            <p:cNvSpPr/>
            <p:nvPr/>
          </p:nvSpPr>
          <p:spPr>
            <a:xfrm>
              <a:off x="636" y="3388"/>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679" name="Rectangle 73"/>
            <p:cNvSpPr/>
            <p:nvPr/>
          </p:nvSpPr>
          <p:spPr>
            <a:xfrm>
              <a:off x="627" y="3377"/>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96680" name="Group 74"/>
          <p:cNvGrpSpPr/>
          <p:nvPr/>
        </p:nvGrpSpPr>
        <p:grpSpPr>
          <a:xfrm>
            <a:off x="85725" y="1885950"/>
            <a:ext cx="1081088" cy="244475"/>
            <a:chOff x="504" y="3523"/>
            <a:chExt cx="681" cy="154"/>
          </a:xfrm>
        </p:grpSpPr>
        <p:grpSp>
          <p:nvGrpSpPr>
            <p:cNvPr id="196681" name="Group 75"/>
            <p:cNvGrpSpPr/>
            <p:nvPr/>
          </p:nvGrpSpPr>
          <p:grpSpPr>
            <a:xfrm>
              <a:off x="623" y="3523"/>
              <a:ext cx="480" cy="154"/>
              <a:chOff x="723" y="3453"/>
              <a:chExt cx="480" cy="154"/>
            </a:xfrm>
          </p:grpSpPr>
          <p:grpSp>
            <p:nvGrpSpPr>
              <p:cNvPr id="196682" name="Group 76"/>
              <p:cNvGrpSpPr/>
              <p:nvPr/>
            </p:nvGrpSpPr>
            <p:grpSpPr>
              <a:xfrm>
                <a:off x="836" y="3453"/>
                <a:ext cx="354" cy="154"/>
                <a:chOff x="836" y="3305"/>
                <a:chExt cx="354" cy="154"/>
              </a:xfrm>
            </p:grpSpPr>
            <p:grpSp>
              <p:nvGrpSpPr>
                <p:cNvPr id="196683" name="Group 77"/>
                <p:cNvGrpSpPr/>
                <p:nvPr/>
              </p:nvGrpSpPr>
              <p:grpSpPr>
                <a:xfrm>
                  <a:off x="890" y="3305"/>
                  <a:ext cx="290" cy="154"/>
                  <a:chOff x="844" y="3337"/>
                  <a:chExt cx="290" cy="154"/>
                </a:xfrm>
              </p:grpSpPr>
              <p:sp>
                <p:nvSpPr>
                  <p:cNvPr id="196684" name="Rectangle 78"/>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685" name="Text Box 79"/>
                  <p:cNvSpPr txBox="1"/>
                  <p:nvPr/>
                </p:nvSpPr>
                <p:spPr>
                  <a:xfrm>
                    <a:off x="844" y="3337"/>
                    <a:ext cx="28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DNS</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6686" name="Group 80"/>
                <p:cNvGrpSpPr/>
                <p:nvPr/>
              </p:nvGrpSpPr>
              <p:grpSpPr>
                <a:xfrm>
                  <a:off x="836" y="3334"/>
                  <a:ext cx="354" cy="94"/>
                  <a:chOff x="836" y="3334"/>
                  <a:chExt cx="354" cy="94"/>
                </a:xfrm>
              </p:grpSpPr>
              <p:sp>
                <p:nvSpPr>
                  <p:cNvPr id="196687" name="Rectangle 81"/>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688" name="Rectangle 82"/>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sp>
            <p:nvSpPr>
              <p:cNvPr id="196689" name="Rectangle 83"/>
              <p:cNvSpPr/>
              <p:nvPr/>
            </p:nvSpPr>
            <p:spPr>
              <a:xfrm>
                <a:off x="732" y="3484"/>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690" name="Rectangle 84"/>
              <p:cNvSpPr/>
              <p:nvPr/>
            </p:nvSpPr>
            <p:spPr>
              <a:xfrm>
                <a:off x="723" y="3473"/>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96691" name="Rectangle 85"/>
            <p:cNvSpPr/>
            <p:nvPr/>
          </p:nvSpPr>
          <p:spPr>
            <a:xfrm>
              <a:off x="517" y="3545"/>
              <a:ext cx="94"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692" name="Rectangle 86"/>
            <p:cNvSpPr/>
            <p:nvPr/>
          </p:nvSpPr>
          <p:spPr>
            <a:xfrm>
              <a:off x="1115" y="3544"/>
              <a:ext cx="60"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693" name="Rectangle 87"/>
            <p:cNvSpPr/>
            <p:nvPr/>
          </p:nvSpPr>
          <p:spPr>
            <a:xfrm>
              <a:off x="504" y="3529"/>
              <a:ext cx="681" cy="138"/>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96694" name="AutoShape 88"/>
          <p:cNvSpPr/>
          <p:nvPr/>
        </p:nvSpPr>
        <p:spPr>
          <a:xfrm>
            <a:off x="628650" y="1162050"/>
            <a:ext cx="381000" cy="1166813"/>
          </a:xfrm>
          <a:prstGeom prst="downArrow">
            <a:avLst>
              <a:gd name="adj1" fmla="val 54166"/>
              <a:gd name="adj2" fmla="val 49099"/>
            </a:avLst>
          </a:prstGeom>
          <a:gradFill rotWithShape="1">
            <a:gsLst>
              <a:gs pos="0">
                <a:srgbClr val="FF0000">
                  <a:alpha val="25000"/>
                </a:srgbClr>
              </a:gs>
              <a:gs pos="100000">
                <a:srgbClr val="FF0000">
                  <a:alpha val="25000"/>
                </a:srgbClr>
              </a:gs>
            </a:gsLst>
            <a:lin ang="5400000" scaled="1"/>
            <a:tileRect/>
          </a:gra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705625" name="Group 89"/>
          <p:cNvGrpSpPr/>
          <p:nvPr/>
        </p:nvGrpSpPr>
        <p:grpSpPr>
          <a:xfrm>
            <a:off x="650875" y="2389188"/>
            <a:ext cx="1081088" cy="244475"/>
            <a:chOff x="504" y="3523"/>
            <a:chExt cx="681" cy="154"/>
          </a:xfrm>
        </p:grpSpPr>
        <p:grpSp>
          <p:nvGrpSpPr>
            <p:cNvPr id="196696" name="Group 90"/>
            <p:cNvGrpSpPr/>
            <p:nvPr/>
          </p:nvGrpSpPr>
          <p:grpSpPr>
            <a:xfrm>
              <a:off x="623" y="3523"/>
              <a:ext cx="480" cy="154"/>
              <a:chOff x="723" y="3453"/>
              <a:chExt cx="480" cy="154"/>
            </a:xfrm>
          </p:grpSpPr>
          <p:grpSp>
            <p:nvGrpSpPr>
              <p:cNvPr id="196697" name="Group 91"/>
              <p:cNvGrpSpPr/>
              <p:nvPr/>
            </p:nvGrpSpPr>
            <p:grpSpPr>
              <a:xfrm>
                <a:off x="836" y="3453"/>
                <a:ext cx="354" cy="154"/>
                <a:chOff x="836" y="3305"/>
                <a:chExt cx="354" cy="154"/>
              </a:xfrm>
            </p:grpSpPr>
            <p:grpSp>
              <p:nvGrpSpPr>
                <p:cNvPr id="196698" name="Group 92"/>
                <p:cNvGrpSpPr/>
                <p:nvPr/>
              </p:nvGrpSpPr>
              <p:grpSpPr>
                <a:xfrm>
                  <a:off x="890" y="3305"/>
                  <a:ext cx="290" cy="154"/>
                  <a:chOff x="844" y="3337"/>
                  <a:chExt cx="290" cy="154"/>
                </a:xfrm>
              </p:grpSpPr>
              <p:sp>
                <p:nvSpPr>
                  <p:cNvPr id="196699" name="Rectangle 93"/>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700" name="Text Box 94"/>
                  <p:cNvSpPr txBox="1"/>
                  <p:nvPr/>
                </p:nvSpPr>
                <p:spPr>
                  <a:xfrm>
                    <a:off x="844" y="3337"/>
                    <a:ext cx="28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DNS</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6701" name="Group 95"/>
                <p:cNvGrpSpPr/>
                <p:nvPr/>
              </p:nvGrpSpPr>
              <p:grpSpPr>
                <a:xfrm>
                  <a:off x="836" y="3334"/>
                  <a:ext cx="354" cy="94"/>
                  <a:chOff x="836" y="3334"/>
                  <a:chExt cx="354" cy="94"/>
                </a:xfrm>
              </p:grpSpPr>
              <p:sp>
                <p:nvSpPr>
                  <p:cNvPr id="196702" name="Rectangle 96"/>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703" name="Rectangle 97"/>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sp>
            <p:nvSpPr>
              <p:cNvPr id="196704" name="Rectangle 98"/>
              <p:cNvSpPr/>
              <p:nvPr/>
            </p:nvSpPr>
            <p:spPr>
              <a:xfrm>
                <a:off x="732" y="3484"/>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705" name="Rectangle 99"/>
              <p:cNvSpPr/>
              <p:nvPr/>
            </p:nvSpPr>
            <p:spPr>
              <a:xfrm>
                <a:off x="723" y="3473"/>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96706" name="Rectangle 100"/>
            <p:cNvSpPr/>
            <p:nvPr/>
          </p:nvSpPr>
          <p:spPr>
            <a:xfrm>
              <a:off x="517" y="3545"/>
              <a:ext cx="94"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707" name="Rectangle 101"/>
            <p:cNvSpPr/>
            <p:nvPr/>
          </p:nvSpPr>
          <p:spPr>
            <a:xfrm>
              <a:off x="1115" y="3544"/>
              <a:ext cx="60"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708" name="Rectangle 102"/>
            <p:cNvSpPr/>
            <p:nvPr/>
          </p:nvSpPr>
          <p:spPr>
            <a:xfrm>
              <a:off x="504" y="3529"/>
              <a:ext cx="681" cy="138"/>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705639" name="Rectangle 103"/>
          <p:cNvSpPr/>
          <p:nvPr/>
        </p:nvSpPr>
        <p:spPr>
          <a:xfrm>
            <a:off x="549275" y="4376738"/>
            <a:ext cx="3892550" cy="1306512"/>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i="0" dirty="0">
                <a:latin typeface="Comic Sans MS" panose="030F0702030302020204" pitchFamily="66" charset="0"/>
                <a:ea typeface="宋体" panose="02010600030101010101" pitchFamily="2" charset="-122"/>
              </a:rPr>
              <a:t>IP datagram containing DNS query forwarded via LAN switch from client to 1</a:t>
            </a:r>
            <a:r>
              <a:rPr lang="en-US" altLang="zh-CN" sz="2000" i="0" baseline="30000" dirty="0">
                <a:latin typeface="Comic Sans MS" panose="030F0702030302020204" pitchFamily="66" charset="0"/>
                <a:ea typeface="宋体" panose="02010600030101010101" pitchFamily="2" charset="-122"/>
              </a:rPr>
              <a:t>st</a:t>
            </a:r>
            <a:r>
              <a:rPr lang="en-US" altLang="zh-CN" sz="2000" i="0" dirty="0">
                <a:latin typeface="Comic Sans MS" panose="030F0702030302020204" pitchFamily="66" charset="0"/>
                <a:ea typeface="宋体" panose="02010600030101010101" pitchFamily="2" charset="-122"/>
              </a:rPr>
              <a:t> hop router</a:t>
            </a:r>
            <a:endParaRPr lang="en-US" altLang="zh-CN" sz="2000" i="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pPr>
            <a:endParaRPr lang="en-US" altLang="zh-CN" sz="2000" i="0" dirty="0">
              <a:latin typeface="Comic Sans MS" panose="030F0702030302020204" pitchFamily="66" charset="0"/>
              <a:ea typeface="宋体" panose="02010600030101010101" pitchFamily="2" charset="-122"/>
            </a:endParaRPr>
          </a:p>
        </p:txBody>
      </p:sp>
      <p:sp>
        <p:nvSpPr>
          <p:cNvPr id="705640" name="Rectangle 104"/>
          <p:cNvSpPr/>
          <p:nvPr/>
        </p:nvSpPr>
        <p:spPr>
          <a:xfrm>
            <a:off x="4659313" y="3663950"/>
            <a:ext cx="4386262" cy="1563688"/>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i="0" dirty="0">
                <a:latin typeface="Comic Sans MS" panose="030F0702030302020204" pitchFamily="66" charset="0"/>
                <a:ea typeface="宋体" panose="02010600030101010101" pitchFamily="2" charset="-122"/>
              </a:rPr>
              <a:t>IP datagram forwarded from campus network into comcast network, routed (tables created by </a:t>
            </a:r>
            <a:r>
              <a:rPr lang="en-US" altLang="zh-CN" sz="2000" b="1" dirty="0">
                <a:solidFill>
                  <a:srgbClr val="FF0000"/>
                </a:solidFill>
                <a:latin typeface="Comic Sans MS" panose="030F0702030302020204" pitchFamily="66" charset="0"/>
                <a:ea typeface="宋体" panose="02010600030101010101" pitchFamily="2" charset="-122"/>
              </a:rPr>
              <a:t>RIP, OSPF, IS-IS</a:t>
            </a:r>
            <a:r>
              <a:rPr lang="en-US" altLang="zh-CN" sz="2000" i="0" dirty="0">
                <a:latin typeface="Comic Sans MS" panose="030F0702030302020204" pitchFamily="66" charset="0"/>
                <a:ea typeface="宋体" panose="02010600030101010101" pitchFamily="2" charset="-122"/>
              </a:rPr>
              <a:t> and/or </a:t>
            </a:r>
            <a:r>
              <a:rPr lang="en-US" altLang="zh-CN" sz="2000" b="1" dirty="0">
                <a:solidFill>
                  <a:srgbClr val="FF0000"/>
                </a:solidFill>
                <a:latin typeface="Comic Sans MS" panose="030F0702030302020204" pitchFamily="66" charset="0"/>
                <a:ea typeface="宋体" panose="02010600030101010101" pitchFamily="2" charset="-122"/>
              </a:rPr>
              <a:t>BGP</a:t>
            </a:r>
            <a:r>
              <a:rPr lang="en-US" altLang="zh-CN" sz="2000" i="0" dirty="0">
                <a:latin typeface="Comic Sans MS" panose="030F0702030302020204" pitchFamily="66" charset="0"/>
                <a:ea typeface="宋体" panose="02010600030101010101" pitchFamily="2" charset="-122"/>
              </a:rPr>
              <a:t> routing protocols) to DNS server</a:t>
            </a:r>
            <a:endParaRPr lang="en-US" altLang="zh-CN" sz="2000" i="0" dirty="0">
              <a:latin typeface="Comic Sans MS" panose="030F0702030302020204" pitchFamily="66" charset="0"/>
              <a:ea typeface="宋体" panose="02010600030101010101" pitchFamily="2" charset="-122"/>
            </a:endParaRPr>
          </a:p>
        </p:txBody>
      </p:sp>
      <p:sp>
        <p:nvSpPr>
          <p:cNvPr id="705641" name="Rectangle 105"/>
          <p:cNvSpPr/>
          <p:nvPr/>
        </p:nvSpPr>
        <p:spPr>
          <a:xfrm>
            <a:off x="4657725" y="5394325"/>
            <a:ext cx="3802063" cy="1292225"/>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i="0" dirty="0">
                <a:latin typeface="Comic Sans MS" panose="030F0702030302020204" pitchFamily="66" charset="0"/>
                <a:ea typeface="宋体" panose="02010600030101010101" pitchFamily="2" charset="-122"/>
              </a:rPr>
              <a:t>demux’ed to DNS server</a:t>
            </a:r>
            <a:endParaRPr lang="en-US" altLang="zh-CN" sz="2000" i="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i="0" dirty="0">
                <a:latin typeface="Comic Sans MS" panose="030F0702030302020204" pitchFamily="66" charset="0"/>
                <a:ea typeface="宋体" panose="02010600030101010101" pitchFamily="2" charset="-122"/>
              </a:rPr>
              <a:t>DNS server replies to client with IP address of www.google.com </a:t>
            </a:r>
            <a:endParaRPr lang="en-US" altLang="zh-CN" sz="2000" i="0" dirty="0">
              <a:latin typeface="Comic Sans MS" panose="030F0702030302020204" pitchFamily="66" charset="0"/>
              <a:ea typeface="宋体" panose="02010600030101010101" pitchFamily="2" charset="-122"/>
            </a:endParaRPr>
          </a:p>
        </p:txBody>
      </p:sp>
      <p:grpSp>
        <p:nvGrpSpPr>
          <p:cNvPr id="196712" name="Group 4"/>
          <p:cNvGrpSpPr/>
          <p:nvPr/>
        </p:nvGrpSpPr>
        <p:grpSpPr>
          <a:xfrm>
            <a:off x="5173663" y="2041525"/>
            <a:ext cx="757237" cy="379413"/>
            <a:chOff x="2466" y="2026"/>
            <a:chExt cx="477" cy="282"/>
          </a:xfrm>
        </p:grpSpPr>
        <p:sp>
          <p:nvSpPr>
            <p:cNvPr id="196713" name="Oval 5"/>
            <p:cNvSpPr/>
            <p:nvPr/>
          </p:nvSpPr>
          <p:spPr>
            <a:xfrm>
              <a:off x="2466" y="2168"/>
              <a:ext cx="476" cy="14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6714" name="Line 6"/>
            <p:cNvSpPr/>
            <p:nvPr/>
          </p:nvSpPr>
          <p:spPr>
            <a:xfrm>
              <a:off x="2470" y="2125"/>
              <a:ext cx="1" cy="85"/>
            </a:xfrm>
            <a:prstGeom prst="line">
              <a:avLst/>
            </a:prstGeom>
            <a:ln w="12700" cap="flat" cmpd="sng">
              <a:solidFill>
                <a:srgbClr val="000000"/>
              </a:solidFill>
              <a:prstDash val="solid"/>
              <a:round/>
              <a:headEnd type="none" w="med" len="med"/>
              <a:tailEnd type="none" w="med" len="med"/>
            </a:ln>
          </p:spPr>
        </p:sp>
        <p:sp>
          <p:nvSpPr>
            <p:cNvPr id="196715" name="Rectangle 7"/>
            <p:cNvSpPr/>
            <p:nvPr/>
          </p:nvSpPr>
          <p:spPr>
            <a:xfrm>
              <a:off x="2470" y="2125"/>
              <a:ext cx="472" cy="111"/>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96716" name="Oval 8"/>
            <p:cNvSpPr/>
            <p:nvPr/>
          </p:nvSpPr>
          <p:spPr>
            <a:xfrm>
              <a:off x="2466" y="2026"/>
              <a:ext cx="476" cy="16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6717" name="Group 9"/>
            <p:cNvGrpSpPr/>
            <p:nvPr/>
          </p:nvGrpSpPr>
          <p:grpSpPr>
            <a:xfrm>
              <a:off x="2581" y="2061"/>
              <a:ext cx="236" cy="94"/>
              <a:chOff x="2848" y="848"/>
              <a:chExt cx="140" cy="98"/>
            </a:xfrm>
          </p:grpSpPr>
          <p:sp>
            <p:nvSpPr>
              <p:cNvPr id="196718" name="Line 10"/>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6719" name="Line 11"/>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6720" name="Line 12"/>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96721" name="Group 13"/>
            <p:cNvGrpSpPr/>
            <p:nvPr/>
          </p:nvGrpSpPr>
          <p:grpSpPr>
            <a:xfrm flipV="1">
              <a:off x="2581" y="2060"/>
              <a:ext cx="236" cy="94"/>
              <a:chOff x="2848" y="848"/>
              <a:chExt cx="140" cy="98"/>
            </a:xfrm>
          </p:grpSpPr>
          <p:sp>
            <p:nvSpPr>
              <p:cNvPr id="196722" name="Line 14"/>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6723" name="Line 15"/>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6724" name="Line 16"/>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sp>
          <p:nvSpPr>
            <p:cNvPr id="196725" name="Line 17"/>
            <p:cNvSpPr/>
            <p:nvPr/>
          </p:nvSpPr>
          <p:spPr>
            <a:xfrm flipH="1">
              <a:off x="2942" y="2109"/>
              <a:ext cx="1" cy="127"/>
            </a:xfrm>
            <a:prstGeom prst="line">
              <a:avLst/>
            </a:prstGeom>
            <a:ln w="12700" cap="flat" cmpd="sng">
              <a:solidFill>
                <a:srgbClr val="000000"/>
              </a:solidFill>
              <a:prstDash val="solid"/>
              <a:round/>
              <a:headEnd type="none" w="med" len="med"/>
              <a:tailEnd type="none" w="med" len="med"/>
            </a:ln>
          </p:spPr>
        </p:sp>
        <p:sp>
          <p:nvSpPr>
            <p:cNvPr id="196726" name="Line 18"/>
            <p:cNvSpPr/>
            <p:nvPr/>
          </p:nvSpPr>
          <p:spPr>
            <a:xfrm flipH="1">
              <a:off x="2466" y="2117"/>
              <a:ext cx="1" cy="127"/>
            </a:xfrm>
            <a:prstGeom prst="line">
              <a:avLst/>
            </a:prstGeom>
            <a:ln w="12700" cap="flat" cmpd="sng">
              <a:solidFill>
                <a:srgbClr val="000000"/>
              </a:solidFill>
              <a:prstDash val="solid"/>
              <a:round/>
              <a:headEnd type="none" w="med" len="med"/>
              <a:tailEnd type="none" w="med" len="med"/>
            </a:ln>
          </p:spPr>
        </p:sp>
      </p:grpSp>
      <p:grpSp>
        <p:nvGrpSpPr>
          <p:cNvPr id="196727" name="Group 19"/>
          <p:cNvGrpSpPr/>
          <p:nvPr/>
        </p:nvGrpSpPr>
        <p:grpSpPr>
          <a:xfrm>
            <a:off x="6538913" y="1787525"/>
            <a:ext cx="757237" cy="379413"/>
            <a:chOff x="2466" y="2026"/>
            <a:chExt cx="477" cy="282"/>
          </a:xfrm>
        </p:grpSpPr>
        <p:sp>
          <p:nvSpPr>
            <p:cNvPr id="196728" name="Oval 20"/>
            <p:cNvSpPr/>
            <p:nvPr/>
          </p:nvSpPr>
          <p:spPr>
            <a:xfrm>
              <a:off x="2466" y="2168"/>
              <a:ext cx="476" cy="14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6729" name="Line 21"/>
            <p:cNvSpPr/>
            <p:nvPr/>
          </p:nvSpPr>
          <p:spPr>
            <a:xfrm>
              <a:off x="2470" y="2125"/>
              <a:ext cx="1" cy="85"/>
            </a:xfrm>
            <a:prstGeom prst="line">
              <a:avLst/>
            </a:prstGeom>
            <a:ln w="12700" cap="flat" cmpd="sng">
              <a:solidFill>
                <a:srgbClr val="000000"/>
              </a:solidFill>
              <a:prstDash val="solid"/>
              <a:round/>
              <a:headEnd type="none" w="med" len="med"/>
              <a:tailEnd type="none" w="med" len="med"/>
            </a:ln>
          </p:spPr>
        </p:sp>
        <p:sp>
          <p:nvSpPr>
            <p:cNvPr id="196730" name="Rectangle 22"/>
            <p:cNvSpPr/>
            <p:nvPr/>
          </p:nvSpPr>
          <p:spPr>
            <a:xfrm>
              <a:off x="2470" y="2125"/>
              <a:ext cx="472" cy="111"/>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96731" name="Oval 23"/>
            <p:cNvSpPr/>
            <p:nvPr/>
          </p:nvSpPr>
          <p:spPr>
            <a:xfrm>
              <a:off x="2466" y="2026"/>
              <a:ext cx="476" cy="16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6732" name="Group 24"/>
            <p:cNvGrpSpPr/>
            <p:nvPr/>
          </p:nvGrpSpPr>
          <p:grpSpPr>
            <a:xfrm>
              <a:off x="2581" y="2061"/>
              <a:ext cx="236" cy="94"/>
              <a:chOff x="2848" y="848"/>
              <a:chExt cx="140" cy="98"/>
            </a:xfrm>
          </p:grpSpPr>
          <p:sp>
            <p:nvSpPr>
              <p:cNvPr id="196733" name="Line 25"/>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6734" name="Line 26"/>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6735" name="Line 27"/>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96736" name="Group 28"/>
            <p:cNvGrpSpPr/>
            <p:nvPr/>
          </p:nvGrpSpPr>
          <p:grpSpPr>
            <a:xfrm flipV="1">
              <a:off x="2581" y="2060"/>
              <a:ext cx="236" cy="94"/>
              <a:chOff x="2848" y="848"/>
              <a:chExt cx="140" cy="98"/>
            </a:xfrm>
          </p:grpSpPr>
          <p:sp>
            <p:nvSpPr>
              <p:cNvPr id="196737" name="Line 29"/>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6738" name="Line 30"/>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6739" name="Line 31"/>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sp>
          <p:nvSpPr>
            <p:cNvPr id="196740" name="Line 32"/>
            <p:cNvSpPr/>
            <p:nvPr/>
          </p:nvSpPr>
          <p:spPr>
            <a:xfrm flipH="1">
              <a:off x="2942" y="2109"/>
              <a:ext cx="1" cy="127"/>
            </a:xfrm>
            <a:prstGeom prst="line">
              <a:avLst/>
            </a:prstGeom>
            <a:ln w="12700" cap="flat" cmpd="sng">
              <a:solidFill>
                <a:srgbClr val="000000"/>
              </a:solidFill>
              <a:prstDash val="solid"/>
              <a:round/>
              <a:headEnd type="none" w="med" len="med"/>
              <a:tailEnd type="none" w="med" len="med"/>
            </a:ln>
          </p:spPr>
        </p:sp>
        <p:sp>
          <p:nvSpPr>
            <p:cNvPr id="196741" name="Line 33"/>
            <p:cNvSpPr/>
            <p:nvPr/>
          </p:nvSpPr>
          <p:spPr>
            <a:xfrm flipH="1">
              <a:off x="2466" y="2117"/>
              <a:ext cx="1" cy="127"/>
            </a:xfrm>
            <a:prstGeom prst="line">
              <a:avLst/>
            </a:prstGeom>
            <a:ln w="12700" cap="flat" cmpd="sng">
              <a:solidFill>
                <a:srgbClr val="000000"/>
              </a:solidFill>
              <a:prstDash val="solid"/>
              <a:round/>
              <a:headEnd type="none" w="med" len="med"/>
              <a:tailEnd type="none" w="med" len="med"/>
            </a:ln>
          </p:spPr>
        </p:sp>
      </p:grpSp>
      <p:sp>
        <p:nvSpPr>
          <p:cNvPr id="196742" name="Text Box 34"/>
          <p:cNvSpPr txBox="1"/>
          <p:nvPr/>
        </p:nvSpPr>
        <p:spPr>
          <a:xfrm>
            <a:off x="5335588" y="2511425"/>
            <a:ext cx="1811337" cy="581025"/>
          </a:xfrm>
          <a:prstGeom prst="rect">
            <a:avLst/>
          </a:prstGeom>
          <a:noFill/>
          <a:ln w="9525">
            <a:noFill/>
          </a:ln>
        </p:spPr>
        <p:txBody>
          <a:bodyPr wrap="none" anchor="t" anchorCtr="0">
            <a:spAutoFit/>
          </a:bodyPr>
          <a:p>
            <a:pPr>
              <a:buClrTx/>
              <a:buFontTx/>
            </a:pPr>
            <a:r>
              <a:rPr lang="en-US" altLang="zh-CN" sz="1600" i="0" dirty="0">
                <a:solidFill>
                  <a:srgbClr val="000000"/>
                </a:solidFill>
                <a:latin typeface="Arial" panose="020B0604020202020204" pitchFamily="34" charset="0"/>
                <a:ea typeface="宋体" panose="02010600030101010101" pitchFamily="2" charset="-122"/>
              </a:rPr>
              <a:t>Comcast network </a:t>
            </a:r>
            <a:endParaRPr lang="en-US" altLang="zh-CN" sz="1600" i="0" dirty="0">
              <a:solidFill>
                <a:srgbClr val="000000"/>
              </a:solidFill>
              <a:latin typeface="Arial" panose="020B0604020202020204" pitchFamily="34" charset="0"/>
              <a:ea typeface="宋体" panose="02010600030101010101" pitchFamily="2" charset="-122"/>
            </a:endParaRPr>
          </a:p>
          <a:p>
            <a:pPr>
              <a:buClrTx/>
              <a:buFontTx/>
            </a:pPr>
            <a:r>
              <a:rPr lang="en-US" altLang="zh-CN" sz="1600" i="0" dirty="0">
                <a:solidFill>
                  <a:srgbClr val="000000"/>
                </a:solidFill>
                <a:latin typeface="Arial" panose="020B0604020202020204" pitchFamily="34" charset="0"/>
                <a:ea typeface="宋体" panose="02010600030101010101" pitchFamily="2" charset="-122"/>
              </a:rPr>
              <a:t>68.80.0.0/13</a:t>
            </a:r>
            <a:endParaRPr lang="en-US" altLang="zh-CN" sz="1600" i="0" dirty="0">
              <a:solidFill>
                <a:srgbClr val="000000"/>
              </a:solidFill>
              <a:latin typeface="Arial" panose="020B0604020202020204" pitchFamily="34" charset="0"/>
              <a:ea typeface="宋体" panose="02010600030101010101" pitchFamily="2" charset="-122"/>
            </a:endParaRPr>
          </a:p>
        </p:txBody>
      </p:sp>
      <p:grpSp>
        <p:nvGrpSpPr>
          <p:cNvPr id="196743" name="Group 69"/>
          <p:cNvGrpSpPr/>
          <p:nvPr/>
        </p:nvGrpSpPr>
        <p:grpSpPr>
          <a:xfrm>
            <a:off x="7196138" y="2703513"/>
            <a:ext cx="757237" cy="379412"/>
            <a:chOff x="2466" y="2026"/>
            <a:chExt cx="477" cy="282"/>
          </a:xfrm>
        </p:grpSpPr>
        <p:sp>
          <p:nvSpPr>
            <p:cNvPr id="196744" name="Oval 70"/>
            <p:cNvSpPr/>
            <p:nvPr/>
          </p:nvSpPr>
          <p:spPr>
            <a:xfrm>
              <a:off x="2466" y="2168"/>
              <a:ext cx="476" cy="14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6745" name="Line 71"/>
            <p:cNvSpPr/>
            <p:nvPr/>
          </p:nvSpPr>
          <p:spPr>
            <a:xfrm>
              <a:off x="2470" y="2125"/>
              <a:ext cx="1" cy="85"/>
            </a:xfrm>
            <a:prstGeom prst="line">
              <a:avLst/>
            </a:prstGeom>
            <a:ln w="12700" cap="flat" cmpd="sng">
              <a:solidFill>
                <a:srgbClr val="000000"/>
              </a:solidFill>
              <a:prstDash val="solid"/>
              <a:round/>
              <a:headEnd type="none" w="med" len="med"/>
              <a:tailEnd type="none" w="med" len="med"/>
            </a:ln>
          </p:spPr>
        </p:sp>
        <p:sp>
          <p:nvSpPr>
            <p:cNvPr id="196746" name="Rectangle 72"/>
            <p:cNvSpPr/>
            <p:nvPr/>
          </p:nvSpPr>
          <p:spPr>
            <a:xfrm>
              <a:off x="2470" y="2125"/>
              <a:ext cx="472" cy="111"/>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96747" name="Oval 73"/>
            <p:cNvSpPr/>
            <p:nvPr/>
          </p:nvSpPr>
          <p:spPr>
            <a:xfrm>
              <a:off x="2466" y="2026"/>
              <a:ext cx="476" cy="16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6748" name="Group 74"/>
            <p:cNvGrpSpPr/>
            <p:nvPr/>
          </p:nvGrpSpPr>
          <p:grpSpPr>
            <a:xfrm>
              <a:off x="2581" y="2061"/>
              <a:ext cx="236" cy="94"/>
              <a:chOff x="2848" y="848"/>
              <a:chExt cx="140" cy="98"/>
            </a:xfrm>
          </p:grpSpPr>
          <p:sp>
            <p:nvSpPr>
              <p:cNvPr id="196749" name="Line 75"/>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6750" name="Line 76"/>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6751" name="Line 77"/>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96752" name="Group 78"/>
            <p:cNvGrpSpPr/>
            <p:nvPr/>
          </p:nvGrpSpPr>
          <p:grpSpPr>
            <a:xfrm flipV="1">
              <a:off x="2581" y="2060"/>
              <a:ext cx="236" cy="94"/>
              <a:chOff x="2848" y="848"/>
              <a:chExt cx="140" cy="98"/>
            </a:xfrm>
          </p:grpSpPr>
          <p:sp>
            <p:nvSpPr>
              <p:cNvPr id="196753" name="Line 79"/>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6754" name="Line 80"/>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6755" name="Line 81"/>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sp>
          <p:nvSpPr>
            <p:cNvPr id="196756" name="Line 82"/>
            <p:cNvSpPr/>
            <p:nvPr/>
          </p:nvSpPr>
          <p:spPr>
            <a:xfrm flipH="1">
              <a:off x="2942" y="2109"/>
              <a:ext cx="1" cy="127"/>
            </a:xfrm>
            <a:prstGeom prst="line">
              <a:avLst/>
            </a:prstGeom>
            <a:ln w="12700" cap="flat" cmpd="sng">
              <a:solidFill>
                <a:srgbClr val="000000"/>
              </a:solidFill>
              <a:prstDash val="solid"/>
              <a:round/>
              <a:headEnd type="none" w="med" len="med"/>
              <a:tailEnd type="none" w="med" len="med"/>
            </a:ln>
          </p:spPr>
        </p:sp>
        <p:sp>
          <p:nvSpPr>
            <p:cNvPr id="196757" name="Line 83"/>
            <p:cNvSpPr/>
            <p:nvPr/>
          </p:nvSpPr>
          <p:spPr>
            <a:xfrm flipH="1">
              <a:off x="2466" y="2117"/>
              <a:ext cx="1" cy="127"/>
            </a:xfrm>
            <a:prstGeom prst="line">
              <a:avLst/>
            </a:prstGeom>
            <a:ln w="12700" cap="flat" cmpd="sng">
              <a:solidFill>
                <a:srgbClr val="000000"/>
              </a:solidFill>
              <a:prstDash val="solid"/>
              <a:round/>
              <a:headEnd type="none" w="med" len="med"/>
              <a:tailEnd type="none" w="med" len="med"/>
            </a:ln>
          </p:spPr>
        </p:sp>
      </p:grpSp>
      <p:grpSp>
        <p:nvGrpSpPr>
          <p:cNvPr id="196758" name="Group 84"/>
          <p:cNvGrpSpPr/>
          <p:nvPr/>
        </p:nvGrpSpPr>
        <p:grpSpPr>
          <a:xfrm>
            <a:off x="7097713" y="873125"/>
            <a:ext cx="306387" cy="647700"/>
            <a:chOff x="4180" y="783"/>
            <a:chExt cx="150" cy="307"/>
          </a:xfrm>
        </p:grpSpPr>
        <p:sp>
          <p:nvSpPr>
            <p:cNvPr id="196759" name="AutoShape 85"/>
            <p:cNvSpPr/>
            <p:nvPr/>
          </p:nvSpPr>
          <p:spPr>
            <a:xfrm>
              <a:off x="4180" y="1019"/>
              <a:ext cx="150" cy="71"/>
            </a:xfrm>
            <a:prstGeom prst="parallelogram">
              <a:avLst>
                <a:gd name="adj" fmla="val 81386"/>
              </a:avLst>
            </a:prstGeom>
            <a:solidFill>
              <a:srgbClr val="33CCCC"/>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6760" name="Rectangle 86"/>
            <p:cNvSpPr/>
            <p:nvPr/>
          </p:nvSpPr>
          <p:spPr>
            <a:xfrm>
              <a:off x="4256" y="785"/>
              <a:ext cx="69" cy="236"/>
            </a:xfrm>
            <a:prstGeom prst="rect">
              <a:avLst/>
            </a:prstGeom>
            <a:solidFill>
              <a:srgbClr val="33CCCC"/>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6761" name="Rectangle 87"/>
            <p:cNvSpPr/>
            <p:nvPr/>
          </p:nvSpPr>
          <p:spPr>
            <a:xfrm>
              <a:off x="4181" y="852"/>
              <a:ext cx="95" cy="236"/>
            </a:xfrm>
            <a:prstGeom prst="rect">
              <a:avLst/>
            </a:prstGeom>
            <a:solidFill>
              <a:srgbClr val="33CCCC"/>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6762" name="AutoShape 88"/>
            <p:cNvSpPr/>
            <p:nvPr/>
          </p:nvSpPr>
          <p:spPr>
            <a:xfrm>
              <a:off x="4180" y="783"/>
              <a:ext cx="150" cy="71"/>
            </a:xfrm>
            <a:prstGeom prst="parallelogram">
              <a:avLst>
                <a:gd name="adj" fmla="val 81386"/>
              </a:avLst>
            </a:prstGeom>
            <a:solidFill>
              <a:srgbClr val="33CCCC"/>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6763" name="Line 89"/>
            <p:cNvSpPr/>
            <p:nvPr/>
          </p:nvSpPr>
          <p:spPr>
            <a:xfrm>
              <a:off x="4330" y="788"/>
              <a:ext cx="0" cy="231"/>
            </a:xfrm>
            <a:prstGeom prst="line">
              <a:avLst/>
            </a:prstGeom>
            <a:ln w="9525" cap="flat" cmpd="sng">
              <a:solidFill>
                <a:srgbClr val="000000"/>
              </a:solidFill>
              <a:prstDash val="solid"/>
              <a:round/>
              <a:headEnd type="none" w="med" len="med"/>
              <a:tailEnd type="none" w="med" len="med"/>
            </a:ln>
          </p:spPr>
        </p:sp>
        <p:sp>
          <p:nvSpPr>
            <p:cNvPr id="196764" name="Line 90"/>
            <p:cNvSpPr/>
            <p:nvPr/>
          </p:nvSpPr>
          <p:spPr>
            <a:xfrm flipH="1">
              <a:off x="4276" y="1019"/>
              <a:ext cx="54" cy="69"/>
            </a:xfrm>
            <a:prstGeom prst="line">
              <a:avLst/>
            </a:prstGeom>
            <a:ln w="9525" cap="flat" cmpd="sng">
              <a:solidFill>
                <a:srgbClr val="000000"/>
              </a:solidFill>
              <a:prstDash val="solid"/>
              <a:round/>
              <a:headEnd type="none" w="med" len="med"/>
              <a:tailEnd type="none" w="med" len="med"/>
            </a:ln>
          </p:spPr>
        </p:sp>
        <p:sp>
          <p:nvSpPr>
            <p:cNvPr id="196765" name="Rectangle 91"/>
            <p:cNvSpPr/>
            <p:nvPr/>
          </p:nvSpPr>
          <p:spPr>
            <a:xfrm>
              <a:off x="4193" y="883"/>
              <a:ext cx="63" cy="136"/>
            </a:xfrm>
            <a:prstGeom prst="rect">
              <a:avLst/>
            </a:prstGeom>
            <a:solidFill>
              <a:srgbClr val="333399"/>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6766" name="Rectangle 92"/>
            <p:cNvSpPr/>
            <p:nvPr/>
          </p:nvSpPr>
          <p:spPr>
            <a:xfrm>
              <a:off x="4202" y="924"/>
              <a:ext cx="48" cy="48"/>
            </a:xfrm>
            <a:prstGeom prst="rect">
              <a:avLst/>
            </a:prstGeom>
            <a:solidFill>
              <a:srgbClr val="FFFFFF"/>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sp>
        <p:nvSpPr>
          <p:cNvPr id="196767" name="Line 93"/>
          <p:cNvSpPr/>
          <p:nvPr/>
        </p:nvSpPr>
        <p:spPr>
          <a:xfrm flipH="1">
            <a:off x="6915150" y="1528763"/>
            <a:ext cx="260350" cy="258762"/>
          </a:xfrm>
          <a:prstGeom prst="line">
            <a:avLst/>
          </a:prstGeom>
          <a:ln w="9525" cap="flat" cmpd="sng">
            <a:solidFill>
              <a:srgbClr val="000000"/>
            </a:solidFill>
            <a:prstDash val="solid"/>
            <a:round/>
            <a:headEnd type="none" w="med" len="med"/>
            <a:tailEnd type="none" w="med" len="med"/>
          </a:ln>
        </p:spPr>
      </p:sp>
      <p:sp>
        <p:nvSpPr>
          <p:cNvPr id="196768" name="Text Box 139"/>
          <p:cNvSpPr txBox="1"/>
          <p:nvPr/>
        </p:nvSpPr>
        <p:spPr>
          <a:xfrm>
            <a:off x="7367588" y="746125"/>
            <a:ext cx="1233487" cy="581025"/>
          </a:xfrm>
          <a:prstGeom prst="rect">
            <a:avLst/>
          </a:prstGeom>
          <a:noFill/>
          <a:ln w="9525">
            <a:noFill/>
          </a:ln>
        </p:spPr>
        <p:txBody>
          <a:bodyPr wrap="none" anchor="t" anchorCtr="0">
            <a:spAutoFit/>
          </a:bodyPr>
          <a:p>
            <a:pPr>
              <a:buClrTx/>
              <a:buFontTx/>
            </a:pPr>
            <a:r>
              <a:rPr lang="en-US" altLang="zh-CN" sz="1600" i="0" dirty="0">
                <a:solidFill>
                  <a:srgbClr val="000000"/>
                </a:solidFill>
                <a:latin typeface="Arial" panose="020B0604020202020204" pitchFamily="34" charset="0"/>
                <a:ea typeface="宋体" panose="02010600030101010101" pitchFamily="2" charset="-122"/>
              </a:rPr>
              <a:t>DNS server</a:t>
            </a:r>
            <a:endParaRPr lang="en-US" altLang="zh-CN" sz="1600" i="0" dirty="0">
              <a:solidFill>
                <a:srgbClr val="000000"/>
              </a:solidFill>
              <a:latin typeface="Arial" panose="020B0604020202020204" pitchFamily="34" charset="0"/>
              <a:ea typeface="宋体" panose="02010600030101010101" pitchFamily="2" charset="-122"/>
            </a:endParaRPr>
          </a:p>
          <a:p>
            <a:pPr>
              <a:buClrTx/>
              <a:buFontTx/>
            </a:pPr>
            <a:endParaRPr lang="en-US" altLang="zh-CN" sz="1600" i="0" dirty="0">
              <a:solidFill>
                <a:srgbClr val="000000"/>
              </a:solidFill>
              <a:latin typeface="Arial" panose="020B0604020202020204" pitchFamily="34" charset="0"/>
              <a:ea typeface="宋体" panose="02010600030101010101" pitchFamily="2" charset="-122"/>
            </a:endParaRPr>
          </a:p>
        </p:txBody>
      </p:sp>
      <p:grpSp>
        <p:nvGrpSpPr>
          <p:cNvPr id="196769" name="Group 166"/>
          <p:cNvGrpSpPr/>
          <p:nvPr/>
        </p:nvGrpSpPr>
        <p:grpSpPr>
          <a:xfrm>
            <a:off x="3795713" y="2409825"/>
            <a:ext cx="1576387" cy="1287463"/>
            <a:chOff x="3228" y="1776"/>
            <a:chExt cx="252" cy="96"/>
          </a:xfrm>
        </p:grpSpPr>
        <p:sp>
          <p:nvSpPr>
            <p:cNvPr id="196770" name="Line 164"/>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6771" name="Line 165"/>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6772" name="Group 167"/>
          <p:cNvGrpSpPr/>
          <p:nvPr/>
        </p:nvGrpSpPr>
        <p:grpSpPr>
          <a:xfrm flipH="1">
            <a:off x="5600700" y="2424113"/>
            <a:ext cx="400050" cy="152400"/>
            <a:chOff x="3228" y="1776"/>
            <a:chExt cx="252" cy="96"/>
          </a:xfrm>
        </p:grpSpPr>
        <p:sp>
          <p:nvSpPr>
            <p:cNvPr id="196773" name="Line 168"/>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6774" name="Line 169"/>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6775" name="Group 170"/>
          <p:cNvGrpSpPr/>
          <p:nvPr/>
        </p:nvGrpSpPr>
        <p:grpSpPr>
          <a:xfrm flipH="1" flipV="1">
            <a:off x="5753100" y="1900238"/>
            <a:ext cx="400050" cy="152400"/>
            <a:chOff x="3228" y="1776"/>
            <a:chExt cx="252" cy="96"/>
          </a:xfrm>
        </p:grpSpPr>
        <p:sp>
          <p:nvSpPr>
            <p:cNvPr id="196776" name="Line 171"/>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6777" name="Line 172"/>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6778" name="Group 173"/>
          <p:cNvGrpSpPr/>
          <p:nvPr/>
        </p:nvGrpSpPr>
        <p:grpSpPr>
          <a:xfrm flipH="1" flipV="1">
            <a:off x="7853363" y="2590800"/>
            <a:ext cx="400050" cy="152400"/>
            <a:chOff x="3228" y="1776"/>
            <a:chExt cx="252" cy="96"/>
          </a:xfrm>
        </p:grpSpPr>
        <p:sp>
          <p:nvSpPr>
            <p:cNvPr id="196779" name="Line 174"/>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6780" name="Line 175"/>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6781" name="Group 176"/>
          <p:cNvGrpSpPr/>
          <p:nvPr/>
        </p:nvGrpSpPr>
        <p:grpSpPr>
          <a:xfrm flipV="1">
            <a:off x="7029450" y="2609850"/>
            <a:ext cx="295275" cy="114300"/>
            <a:chOff x="3228" y="1776"/>
            <a:chExt cx="252" cy="96"/>
          </a:xfrm>
        </p:grpSpPr>
        <p:sp>
          <p:nvSpPr>
            <p:cNvPr id="196782" name="Line 177"/>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6783" name="Line 178"/>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6784" name="Group 179"/>
          <p:cNvGrpSpPr/>
          <p:nvPr/>
        </p:nvGrpSpPr>
        <p:grpSpPr>
          <a:xfrm rot="409689" flipH="1" flipV="1">
            <a:off x="7300913" y="1952625"/>
            <a:ext cx="452437" cy="57150"/>
            <a:chOff x="3228" y="1776"/>
            <a:chExt cx="252" cy="96"/>
          </a:xfrm>
        </p:grpSpPr>
        <p:sp>
          <p:nvSpPr>
            <p:cNvPr id="196785" name="Line 180"/>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6786" name="Line 181"/>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6787" name="Group 182"/>
          <p:cNvGrpSpPr/>
          <p:nvPr/>
        </p:nvGrpSpPr>
        <p:grpSpPr>
          <a:xfrm>
            <a:off x="6443663" y="2157413"/>
            <a:ext cx="295275" cy="114300"/>
            <a:chOff x="3228" y="1776"/>
            <a:chExt cx="252" cy="96"/>
          </a:xfrm>
        </p:grpSpPr>
        <p:sp>
          <p:nvSpPr>
            <p:cNvPr id="196788" name="Line 183"/>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6789" name="Line 184"/>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6790" name="Group 185"/>
          <p:cNvGrpSpPr/>
          <p:nvPr/>
        </p:nvGrpSpPr>
        <p:grpSpPr>
          <a:xfrm flipH="1">
            <a:off x="7081838" y="2157413"/>
            <a:ext cx="295275" cy="114300"/>
            <a:chOff x="3228" y="1776"/>
            <a:chExt cx="252" cy="96"/>
          </a:xfrm>
        </p:grpSpPr>
        <p:sp>
          <p:nvSpPr>
            <p:cNvPr id="196791" name="Line 186"/>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6792" name="Line 187"/>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705723" name="Group 187"/>
          <p:cNvGrpSpPr/>
          <p:nvPr/>
        </p:nvGrpSpPr>
        <p:grpSpPr>
          <a:xfrm>
            <a:off x="5980113" y="438150"/>
            <a:ext cx="1316037" cy="1314450"/>
            <a:chOff x="931" y="1941"/>
            <a:chExt cx="829" cy="828"/>
          </a:xfrm>
        </p:grpSpPr>
        <p:sp>
          <p:nvSpPr>
            <p:cNvPr id="196794" name="Freeform 188"/>
            <p:cNvSpPr/>
            <p:nvPr/>
          </p:nvSpPr>
          <p:spPr>
            <a:xfrm>
              <a:off x="1424" y="1965"/>
              <a:ext cx="336" cy="801"/>
            </a:xfrm>
            <a:custGeom>
              <a:avLst/>
              <a:gdLst/>
              <a:ahLst/>
              <a:cxnLst>
                <a:cxn ang="0">
                  <a:pos x="1" y="0"/>
                </a:cxn>
                <a:cxn ang="0">
                  <a:pos x="46" y="402"/>
                </a:cxn>
                <a:cxn ang="0">
                  <a:pos x="1" y="801"/>
                </a:cxn>
                <a:cxn ang="0">
                  <a:pos x="1" y="535"/>
                </a:cxn>
                <a:cxn ang="0">
                  <a:pos x="0" y="371"/>
                </a:cxn>
                <a:cxn ang="0">
                  <a:pos x="1" y="0"/>
                </a:cxn>
              </a:cxnLst>
              <a:pathLst>
                <a:path w="551" h="801">
                  <a:moveTo>
                    <a:pt x="14" y="0"/>
                  </a:moveTo>
                  <a:lnTo>
                    <a:pt x="551" y="402"/>
                  </a:lnTo>
                  <a:lnTo>
                    <a:pt x="6" y="801"/>
                  </a:lnTo>
                  <a:lnTo>
                    <a:pt x="13" y="535"/>
                  </a:lnTo>
                  <a:lnTo>
                    <a:pt x="0" y="371"/>
                  </a:lnTo>
                  <a:lnTo>
                    <a:pt x="14" y="0"/>
                  </a:lnTo>
                  <a:close/>
                </a:path>
              </a:pathLst>
            </a:custGeom>
            <a:gradFill rotWithShape="1">
              <a:gsLst>
                <a:gs pos="0">
                  <a:schemeClr val="bg1"/>
                </a:gs>
                <a:gs pos="100000">
                  <a:srgbClr val="FF0000"/>
                </a:gs>
              </a:gsLst>
              <a:lin ang="2700000" scaled="1"/>
              <a:tileRect/>
            </a:gradFill>
            <a:ln w="9525">
              <a:noFill/>
            </a:ln>
          </p:spPr>
          <p:txBody>
            <a:bodyPr/>
            <a:p>
              <a:endParaRPr lang="zh-CN" altLang="en-US"/>
            </a:p>
          </p:txBody>
        </p:sp>
        <p:grpSp>
          <p:nvGrpSpPr>
            <p:cNvPr id="196795" name="Group 189"/>
            <p:cNvGrpSpPr/>
            <p:nvPr/>
          </p:nvGrpSpPr>
          <p:grpSpPr>
            <a:xfrm>
              <a:off x="931" y="1941"/>
              <a:ext cx="500" cy="828"/>
              <a:chOff x="569" y="2954"/>
              <a:chExt cx="500" cy="828"/>
            </a:xfrm>
          </p:grpSpPr>
          <p:sp>
            <p:nvSpPr>
              <p:cNvPr id="196796" name="Rectangle 190"/>
              <p:cNvSpPr/>
              <p:nvPr/>
            </p:nvSpPr>
            <p:spPr>
              <a:xfrm>
                <a:off x="576" y="2973"/>
                <a:ext cx="493" cy="79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797" name="Text Box 191"/>
              <p:cNvSpPr txBox="1"/>
              <p:nvPr/>
            </p:nvSpPr>
            <p:spPr>
              <a:xfrm>
                <a:off x="639" y="2954"/>
                <a:ext cx="385" cy="828"/>
              </a:xfrm>
              <a:prstGeom prst="rect">
                <a:avLst/>
              </a:prstGeom>
              <a:noFill/>
              <a:ln w="9525">
                <a:noFill/>
              </a:ln>
            </p:spPr>
            <p:txBody>
              <a:bodyPr wrap="none" anchor="t" anchorCtr="0">
                <a:spAutoFit/>
              </a:bodyPr>
              <a:p>
                <a:pPr algn="ctr" eaLnBrk="0" hangingPunct="0">
                  <a:buClrTx/>
                  <a:buFontTx/>
                </a:pPr>
                <a:r>
                  <a:rPr lang="en-US" altLang="zh-CN" sz="1600" i="0" dirty="0">
                    <a:latin typeface="Arial" panose="020B0604020202020204" pitchFamily="34" charset="0"/>
                    <a:ea typeface="宋体" panose="02010600030101010101" pitchFamily="2" charset="-122"/>
                  </a:rPr>
                  <a:t>DNS</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UDP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IP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Eth</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Phy</a:t>
                </a:r>
                <a:endParaRPr lang="en-US" altLang="zh-CN" sz="1600" i="0" dirty="0">
                  <a:latin typeface="Arial" panose="020B0604020202020204" pitchFamily="34" charset="0"/>
                  <a:ea typeface="宋体" panose="02010600030101010101" pitchFamily="2" charset="-122"/>
                </a:endParaRPr>
              </a:p>
            </p:txBody>
          </p:sp>
          <p:sp>
            <p:nvSpPr>
              <p:cNvPr id="196798" name="Line 192"/>
              <p:cNvSpPr/>
              <p:nvPr/>
            </p:nvSpPr>
            <p:spPr>
              <a:xfrm>
                <a:off x="578" y="3130"/>
                <a:ext cx="489" cy="0"/>
              </a:xfrm>
              <a:prstGeom prst="line">
                <a:avLst/>
              </a:prstGeom>
              <a:ln w="9525" cap="flat" cmpd="sng">
                <a:solidFill>
                  <a:schemeClr val="tx1"/>
                </a:solidFill>
                <a:prstDash val="solid"/>
                <a:round/>
                <a:headEnd type="none" w="med" len="med"/>
                <a:tailEnd type="none" w="med" len="med"/>
              </a:ln>
            </p:spPr>
          </p:sp>
          <p:sp>
            <p:nvSpPr>
              <p:cNvPr id="196799" name="Line 193"/>
              <p:cNvSpPr/>
              <p:nvPr/>
            </p:nvSpPr>
            <p:spPr>
              <a:xfrm>
                <a:off x="575" y="3289"/>
                <a:ext cx="489" cy="0"/>
              </a:xfrm>
              <a:prstGeom prst="line">
                <a:avLst/>
              </a:prstGeom>
              <a:ln w="9525" cap="flat" cmpd="sng">
                <a:solidFill>
                  <a:schemeClr val="tx1"/>
                </a:solidFill>
                <a:prstDash val="solid"/>
                <a:round/>
                <a:headEnd type="none" w="med" len="med"/>
                <a:tailEnd type="none" w="med" len="med"/>
              </a:ln>
            </p:spPr>
          </p:sp>
          <p:sp>
            <p:nvSpPr>
              <p:cNvPr id="196800" name="Line 194"/>
              <p:cNvSpPr/>
              <p:nvPr/>
            </p:nvSpPr>
            <p:spPr>
              <a:xfrm>
                <a:off x="572" y="3448"/>
                <a:ext cx="489" cy="0"/>
              </a:xfrm>
              <a:prstGeom prst="line">
                <a:avLst/>
              </a:prstGeom>
              <a:ln w="9525" cap="flat" cmpd="sng">
                <a:solidFill>
                  <a:schemeClr val="tx1"/>
                </a:solidFill>
                <a:prstDash val="solid"/>
                <a:round/>
                <a:headEnd type="none" w="med" len="med"/>
                <a:tailEnd type="none" w="med" len="med"/>
              </a:ln>
            </p:spPr>
          </p:sp>
          <p:sp>
            <p:nvSpPr>
              <p:cNvPr id="196801" name="Line 195"/>
              <p:cNvSpPr/>
              <p:nvPr/>
            </p:nvSpPr>
            <p:spPr>
              <a:xfrm>
                <a:off x="569" y="3607"/>
                <a:ext cx="489" cy="0"/>
              </a:xfrm>
              <a:prstGeom prst="line">
                <a:avLst/>
              </a:prstGeom>
              <a:ln w="9525" cap="flat" cmpd="sng">
                <a:solidFill>
                  <a:schemeClr val="tx1"/>
                </a:solidFill>
                <a:prstDash val="solid"/>
                <a:round/>
                <a:headEnd type="none" w="med" len="med"/>
                <a:tailEnd type="none" w="med" len="med"/>
              </a:ln>
            </p:spPr>
          </p:sp>
        </p:grpSp>
      </p:grpSp>
      <p:grpSp>
        <p:nvGrpSpPr>
          <p:cNvPr id="705732" name="Group 196"/>
          <p:cNvGrpSpPr/>
          <p:nvPr/>
        </p:nvGrpSpPr>
        <p:grpSpPr>
          <a:xfrm>
            <a:off x="4881563" y="558800"/>
            <a:ext cx="1081087" cy="1217613"/>
            <a:chOff x="1404" y="3105"/>
            <a:chExt cx="681" cy="767"/>
          </a:xfrm>
        </p:grpSpPr>
        <p:grpSp>
          <p:nvGrpSpPr>
            <p:cNvPr id="196803" name="Group 197"/>
            <p:cNvGrpSpPr/>
            <p:nvPr/>
          </p:nvGrpSpPr>
          <p:grpSpPr>
            <a:xfrm>
              <a:off x="1404" y="3355"/>
              <a:ext cx="681" cy="468"/>
              <a:chOff x="42" y="886"/>
              <a:chExt cx="681" cy="468"/>
            </a:xfrm>
          </p:grpSpPr>
          <p:grpSp>
            <p:nvGrpSpPr>
              <p:cNvPr id="196804" name="Group 198"/>
              <p:cNvGrpSpPr/>
              <p:nvPr/>
            </p:nvGrpSpPr>
            <p:grpSpPr>
              <a:xfrm>
                <a:off x="278" y="886"/>
                <a:ext cx="354" cy="154"/>
                <a:chOff x="740" y="3209"/>
                <a:chExt cx="354" cy="154"/>
              </a:xfrm>
            </p:grpSpPr>
            <p:grpSp>
              <p:nvGrpSpPr>
                <p:cNvPr id="196805" name="Group 199"/>
                <p:cNvGrpSpPr/>
                <p:nvPr/>
              </p:nvGrpSpPr>
              <p:grpSpPr>
                <a:xfrm>
                  <a:off x="794" y="3209"/>
                  <a:ext cx="290" cy="154"/>
                  <a:chOff x="844" y="3337"/>
                  <a:chExt cx="290" cy="154"/>
                </a:xfrm>
              </p:grpSpPr>
              <p:sp>
                <p:nvSpPr>
                  <p:cNvPr id="196806" name="Rectangle 200"/>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807" name="Text Box 201"/>
                  <p:cNvSpPr txBox="1"/>
                  <p:nvPr/>
                </p:nvSpPr>
                <p:spPr>
                  <a:xfrm>
                    <a:off x="844" y="3337"/>
                    <a:ext cx="28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DNS</a:t>
                    </a:r>
                    <a:endParaRPr lang="en-US" altLang="zh-CN" sz="1000" i="0" dirty="0">
                      <a:solidFill>
                        <a:schemeClr val="bg1"/>
                      </a:solidFill>
                      <a:latin typeface="Arial" panose="020B0604020202020204" pitchFamily="34" charset="0"/>
                      <a:ea typeface="宋体" panose="02010600030101010101" pitchFamily="2" charset="-122"/>
                    </a:endParaRPr>
                  </a:p>
                </p:txBody>
              </p:sp>
            </p:grpSp>
            <p:sp>
              <p:nvSpPr>
                <p:cNvPr id="196808" name="Rectangle 202"/>
                <p:cNvSpPr/>
                <p:nvPr/>
              </p:nvSpPr>
              <p:spPr>
                <a:xfrm>
                  <a:off x="750" y="3244"/>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809" name="Rectangle 203"/>
                <p:cNvSpPr/>
                <p:nvPr/>
              </p:nvSpPr>
              <p:spPr>
                <a:xfrm>
                  <a:off x="740" y="3238"/>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96810" name="Group 204"/>
              <p:cNvGrpSpPr/>
              <p:nvPr/>
            </p:nvGrpSpPr>
            <p:grpSpPr>
              <a:xfrm>
                <a:off x="278" y="1034"/>
                <a:ext cx="354" cy="154"/>
                <a:chOff x="836" y="3305"/>
                <a:chExt cx="354" cy="154"/>
              </a:xfrm>
            </p:grpSpPr>
            <p:grpSp>
              <p:nvGrpSpPr>
                <p:cNvPr id="196811" name="Group 205"/>
                <p:cNvGrpSpPr/>
                <p:nvPr/>
              </p:nvGrpSpPr>
              <p:grpSpPr>
                <a:xfrm>
                  <a:off x="890" y="3305"/>
                  <a:ext cx="290" cy="154"/>
                  <a:chOff x="844" y="3337"/>
                  <a:chExt cx="290" cy="154"/>
                </a:xfrm>
              </p:grpSpPr>
              <p:sp>
                <p:nvSpPr>
                  <p:cNvPr id="196812" name="Rectangle 206"/>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813" name="Text Box 207"/>
                  <p:cNvSpPr txBox="1"/>
                  <p:nvPr/>
                </p:nvSpPr>
                <p:spPr>
                  <a:xfrm>
                    <a:off x="844" y="3337"/>
                    <a:ext cx="28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DNS</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6814" name="Group 208"/>
                <p:cNvGrpSpPr/>
                <p:nvPr/>
              </p:nvGrpSpPr>
              <p:grpSpPr>
                <a:xfrm>
                  <a:off x="836" y="3334"/>
                  <a:ext cx="354" cy="94"/>
                  <a:chOff x="836" y="3334"/>
                  <a:chExt cx="354" cy="94"/>
                </a:xfrm>
              </p:grpSpPr>
              <p:sp>
                <p:nvSpPr>
                  <p:cNvPr id="196815" name="Rectangle 209"/>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816" name="Rectangle 210"/>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grpSp>
            <p:nvGrpSpPr>
              <p:cNvPr id="196817" name="Group 211"/>
              <p:cNvGrpSpPr/>
              <p:nvPr/>
            </p:nvGrpSpPr>
            <p:grpSpPr>
              <a:xfrm>
                <a:off x="165" y="1054"/>
                <a:ext cx="480" cy="112"/>
                <a:chOff x="627" y="3377"/>
                <a:chExt cx="480" cy="112"/>
              </a:xfrm>
            </p:grpSpPr>
            <p:sp>
              <p:nvSpPr>
                <p:cNvPr id="196818" name="Rectangle 212"/>
                <p:cNvSpPr/>
                <p:nvPr/>
              </p:nvSpPr>
              <p:spPr>
                <a:xfrm>
                  <a:off x="636" y="3388"/>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819" name="Rectangle 213"/>
                <p:cNvSpPr/>
                <p:nvPr/>
              </p:nvSpPr>
              <p:spPr>
                <a:xfrm>
                  <a:off x="627" y="3377"/>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96820" name="Group 214"/>
              <p:cNvGrpSpPr/>
              <p:nvPr/>
            </p:nvGrpSpPr>
            <p:grpSpPr>
              <a:xfrm>
                <a:off x="42" y="1200"/>
                <a:ext cx="681" cy="154"/>
                <a:chOff x="504" y="3523"/>
                <a:chExt cx="681" cy="154"/>
              </a:xfrm>
            </p:grpSpPr>
            <p:grpSp>
              <p:nvGrpSpPr>
                <p:cNvPr id="196821" name="Group 215"/>
                <p:cNvGrpSpPr/>
                <p:nvPr/>
              </p:nvGrpSpPr>
              <p:grpSpPr>
                <a:xfrm>
                  <a:off x="623" y="3523"/>
                  <a:ext cx="480" cy="154"/>
                  <a:chOff x="723" y="3453"/>
                  <a:chExt cx="480" cy="154"/>
                </a:xfrm>
              </p:grpSpPr>
              <p:grpSp>
                <p:nvGrpSpPr>
                  <p:cNvPr id="196822" name="Group 216"/>
                  <p:cNvGrpSpPr/>
                  <p:nvPr/>
                </p:nvGrpSpPr>
                <p:grpSpPr>
                  <a:xfrm>
                    <a:off x="836" y="3453"/>
                    <a:ext cx="354" cy="154"/>
                    <a:chOff x="836" y="3305"/>
                    <a:chExt cx="354" cy="154"/>
                  </a:xfrm>
                </p:grpSpPr>
                <p:grpSp>
                  <p:nvGrpSpPr>
                    <p:cNvPr id="196823" name="Group 217"/>
                    <p:cNvGrpSpPr/>
                    <p:nvPr/>
                  </p:nvGrpSpPr>
                  <p:grpSpPr>
                    <a:xfrm>
                      <a:off x="890" y="3305"/>
                      <a:ext cx="290" cy="154"/>
                      <a:chOff x="844" y="3337"/>
                      <a:chExt cx="290" cy="154"/>
                    </a:xfrm>
                  </p:grpSpPr>
                  <p:sp>
                    <p:nvSpPr>
                      <p:cNvPr id="196824" name="Rectangle 218"/>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825" name="Text Box 219"/>
                      <p:cNvSpPr txBox="1"/>
                      <p:nvPr/>
                    </p:nvSpPr>
                    <p:spPr>
                      <a:xfrm>
                        <a:off x="844" y="3337"/>
                        <a:ext cx="28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DNS</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6826" name="Group 220"/>
                    <p:cNvGrpSpPr/>
                    <p:nvPr/>
                  </p:nvGrpSpPr>
                  <p:grpSpPr>
                    <a:xfrm>
                      <a:off x="836" y="3334"/>
                      <a:ext cx="354" cy="94"/>
                      <a:chOff x="836" y="3334"/>
                      <a:chExt cx="354" cy="94"/>
                    </a:xfrm>
                  </p:grpSpPr>
                  <p:sp>
                    <p:nvSpPr>
                      <p:cNvPr id="196827" name="Rectangle 221"/>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828" name="Rectangle 222"/>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sp>
                <p:nvSpPr>
                  <p:cNvPr id="196829" name="Rectangle 223"/>
                  <p:cNvSpPr/>
                  <p:nvPr/>
                </p:nvSpPr>
                <p:spPr>
                  <a:xfrm>
                    <a:off x="732" y="3484"/>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830" name="Rectangle 224"/>
                  <p:cNvSpPr/>
                  <p:nvPr/>
                </p:nvSpPr>
                <p:spPr>
                  <a:xfrm>
                    <a:off x="723" y="3473"/>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96831" name="Rectangle 225"/>
                <p:cNvSpPr/>
                <p:nvPr/>
              </p:nvSpPr>
              <p:spPr>
                <a:xfrm>
                  <a:off x="517" y="3545"/>
                  <a:ext cx="94"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832" name="Rectangle 226"/>
                <p:cNvSpPr/>
                <p:nvPr/>
              </p:nvSpPr>
              <p:spPr>
                <a:xfrm>
                  <a:off x="1115" y="3544"/>
                  <a:ext cx="60"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833" name="Rectangle 227"/>
                <p:cNvSpPr/>
                <p:nvPr/>
              </p:nvSpPr>
              <p:spPr>
                <a:xfrm>
                  <a:off x="504" y="3529"/>
                  <a:ext cx="681" cy="138"/>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sp>
          <p:nvSpPr>
            <p:cNvPr id="196834" name="AutoShape 228"/>
            <p:cNvSpPr/>
            <p:nvPr/>
          </p:nvSpPr>
          <p:spPr>
            <a:xfrm rot="10800000">
              <a:off x="1727" y="3105"/>
              <a:ext cx="240" cy="767"/>
            </a:xfrm>
            <a:prstGeom prst="downArrow">
              <a:avLst>
                <a:gd name="adj1" fmla="val 54166"/>
                <a:gd name="adj2" fmla="val 51236"/>
              </a:avLst>
            </a:prstGeom>
            <a:gradFill rotWithShape="1">
              <a:gsLst>
                <a:gs pos="0">
                  <a:srgbClr val="FF0000">
                    <a:alpha val="25000"/>
                  </a:srgbClr>
                </a:gs>
                <a:gs pos="100000">
                  <a:srgbClr val="FF0000">
                    <a:alpha val="25000"/>
                  </a:srgbClr>
                </a:gs>
              </a:gsLst>
              <a:lin ang="5400000" scaled="1"/>
              <a:tileRect/>
            </a:gra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96835" name="Group 229"/>
            <p:cNvGrpSpPr/>
            <p:nvPr/>
          </p:nvGrpSpPr>
          <p:grpSpPr>
            <a:xfrm>
              <a:off x="1695" y="3227"/>
              <a:ext cx="290" cy="154"/>
              <a:chOff x="844" y="3337"/>
              <a:chExt cx="290" cy="154"/>
            </a:xfrm>
          </p:grpSpPr>
          <p:sp>
            <p:nvSpPr>
              <p:cNvPr id="196836" name="Rectangle 230"/>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6837" name="Text Box 231"/>
              <p:cNvSpPr txBox="1"/>
              <p:nvPr/>
            </p:nvSpPr>
            <p:spPr>
              <a:xfrm>
                <a:off x="844" y="3337"/>
                <a:ext cx="28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DNS</a:t>
                </a:r>
                <a:endParaRPr lang="en-US" altLang="zh-CN" sz="1000" i="0" dirty="0">
                  <a:solidFill>
                    <a:schemeClr val="bg1"/>
                  </a:solidFill>
                  <a:latin typeface="Arial" panose="020B0604020202020204" pitchFamily="34" charset="0"/>
                  <a:ea typeface="宋体" panose="0201060003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05589"/>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705625"/>
                                        </p:tgtEl>
                                        <p:attrNameLst>
                                          <p:attrName>style.visibility</p:attrName>
                                        </p:attrNameLst>
                                      </p:cBhvr>
                                      <p:to>
                                        <p:strVal val="visible"/>
                                      </p:to>
                                    </p:set>
                                  </p:childTnLst>
                                </p:cTn>
                              </p:par>
                            </p:childTnLst>
                          </p:cTn>
                        </p:par>
                        <p:par>
                          <p:cTn id="10" fill="hold">
                            <p:stCondLst>
                              <p:cond delay="0"/>
                            </p:stCondLst>
                            <p:childTnLst>
                              <p:par>
                                <p:cTn id="11" presetID="0" presetClass="path" presetSubtype="0" accel="50000" decel="50000" fill="hold" nodeType="afterEffect">
                                  <p:stCondLst>
                                    <p:cond delay="0"/>
                                  </p:stCondLst>
                                  <p:childTnLst>
                                    <p:animMotion origin="layout" path="M 1.66667E-6 -0.00995 L 0.32587 -0.01018 L 0.22726 0.14666 " pathEditMode="relative" rAng="0" ptsTypes="AAA">
                                      <p:cBhvr>
                                        <p:cTn id="12" dur="2000" fill="hold"/>
                                        <p:tgtEl>
                                          <p:spTgt spid="705625"/>
                                        </p:tgtEl>
                                        <p:attrNameLst>
                                          <p:attrName>ppt_x</p:attrName>
                                          <p:attrName>ppt_y</p:attrName>
                                        </p:attrNameLst>
                                      </p:cBhvr>
                                      <p:rCtr x="16300" y="7800"/>
                                    </p:animMotion>
                                  </p:childTnLst>
                                </p:cTn>
                              </p:par>
                              <p:par>
                                <p:cTn id="13" presetID="1" presetClass="entr" presetSubtype="0" fill="hold" grpId="0" nodeType="withEffect">
                                  <p:stCondLst>
                                    <p:cond delay="0"/>
                                  </p:stCondLst>
                                  <p:childTnLst>
                                    <p:set>
                                      <p:cBhvr>
                                        <p:cTn id="14" dur="1" fill="hold">
                                          <p:stCondLst>
                                            <p:cond delay="0"/>
                                          </p:stCondLst>
                                        </p:cTn>
                                        <p:tgtEl>
                                          <p:spTgt spid="7056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nodeType="clickEffect">
                                  <p:stCondLst>
                                    <p:cond delay="0"/>
                                  </p:stCondLst>
                                  <p:childTnLst>
                                    <p:animMotion origin="layout" path="M 0.22726 0.14666 L 0.29844 0.14527 L 0.46528 -0.03516 L 0.46406 -0.16678 " pathEditMode="relative" rAng="0" ptsTypes="AAAA">
                                      <p:cBhvr>
                                        <p:cTn id="18" dur="2000" fill="hold"/>
                                        <p:tgtEl>
                                          <p:spTgt spid="705625"/>
                                        </p:tgtEl>
                                        <p:attrNameLst>
                                          <p:attrName>ppt_x</p:attrName>
                                          <p:attrName>ppt_y</p:attrName>
                                        </p:attrNameLst>
                                      </p:cBhvr>
                                      <p:rCtr x="11900" y="-15700"/>
                                    </p:animMotion>
                                  </p:childTnLst>
                                </p:cTn>
                              </p:par>
                              <p:par>
                                <p:cTn id="19" presetID="1" presetClass="entr" presetSubtype="0" fill="hold" grpId="0" nodeType="withEffect">
                                  <p:stCondLst>
                                    <p:cond delay="0"/>
                                  </p:stCondLst>
                                  <p:childTnLst>
                                    <p:set>
                                      <p:cBhvr>
                                        <p:cTn id="20" dur="1" fill="hold">
                                          <p:stCondLst>
                                            <p:cond delay="0"/>
                                          </p:stCondLst>
                                        </p:cTn>
                                        <p:tgtEl>
                                          <p:spTgt spid="705640"/>
                                        </p:tgtEl>
                                        <p:attrNameLst>
                                          <p:attrName>style.visibility</p:attrName>
                                        </p:attrNameLst>
                                      </p:cBhvr>
                                      <p:to>
                                        <p:strVal val="visible"/>
                                      </p:to>
                                    </p:set>
                                  </p:childTnLst>
                                </p:cTn>
                              </p:par>
                            </p:childTnLst>
                          </p:cTn>
                        </p:par>
                        <p:par>
                          <p:cTn id="21" fill="hold">
                            <p:stCondLst>
                              <p:cond delay="2000"/>
                            </p:stCondLst>
                            <p:childTnLst>
                              <p:par>
                                <p:cTn id="22" presetID="22" presetClass="entr" presetSubtype="2" fill="hold" nodeType="afterEffect">
                                  <p:stCondLst>
                                    <p:cond delay="0"/>
                                  </p:stCondLst>
                                  <p:childTnLst>
                                    <p:set>
                                      <p:cBhvr>
                                        <p:cTn id="23" dur="1" fill="hold">
                                          <p:stCondLst>
                                            <p:cond delay="0"/>
                                          </p:stCondLst>
                                        </p:cTn>
                                        <p:tgtEl>
                                          <p:spTgt spid="705723"/>
                                        </p:tgtEl>
                                        <p:attrNameLst>
                                          <p:attrName>style.visibility</p:attrName>
                                        </p:attrNameLst>
                                      </p:cBhvr>
                                      <p:to>
                                        <p:strVal val="visible"/>
                                      </p:to>
                                    </p:set>
                                    <p:animEffect transition="in" filter="wipe(right)">
                                      <p:cBhvr>
                                        <p:cTn id="24" dur="500"/>
                                        <p:tgtEl>
                                          <p:spTgt spid="705723"/>
                                        </p:tgtEl>
                                      </p:cBhvr>
                                    </p:animEffect>
                                  </p:childTnLst>
                                </p:cTn>
                              </p:par>
                              <p:par>
                                <p:cTn id="25" presetID="1" presetClass="exit" presetSubtype="0" fill="hold" nodeType="withEffect">
                                  <p:stCondLst>
                                    <p:cond delay="0"/>
                                  </p:stCondLst>
                                  <p:childTnLst>
                                    <p:set>
                                      <p:cBhvr>
                                        <p:cTn id="26" dur="1" fill="hold">
                                          <p:stCondLst>
                                            <p:cond delay="0"/>
                                          </p:stCondLst>
                                        </p:cTn>
                                        <p:tgtEl>
                                          <p:spTgt spid="705625"/>
                                        </p:tgtEl>
                                        <p:attrNameLst>
                                          <p:attrName>style.visibility</p:attrName>
                                        </p:attrNameLst>
                                      </p:cBhvr>
                                      <p:to>
                                        <p:strVal val="hidden"/>
                                      </p:to>
                                    </p:set>
                                  </p:childTnLst>
                                </p:cTn>
                              </p:par>
                            </p:childTnLst>
                          </p:cTn>
                        </p:par>
                        <p:par>
                          <p:cTn id="27" fill="hold">
                            <p:stCondLst>
                              <p:cond delay="2500"/>
                            </p:stCondLst>
                            <p:childTnLst>
                              <p:par>
                                <p:cTn id="28" presetID="22" presetClass="entr" presetSubtype="4" fill="hold" nodeType="afterEffect">
                                  <p:stCondLst>
                                    <p:cond delay="0"/>
                                  </p:stCondLst>
                                  <p:childTnLst>
                                    <p:set>
                                      <p:cBhvr>
                                        <p:cTn id="29" dur="1" fill="hold">
                                          <p:stCondLst>
                                            <p:cond delay="0"/>
                                          </p:stCondLst>
                                        </p:cTn>
                                        <p:tgtEl>
                                          <p:spTgt spid="705732"/>
                                        </p:tgtEl>
                                        <p:attrNameLst>
                                          <p:attrName>style.visibility</p:attrName>
                                        </p:attrNameLst>
                                      </p:cBhvr>
                                      <p:to>
                                        <p:strVal val="visible"/>
                                      </p:to>
                                    </p:set>
                                    <p:animEffect transition="in" filter="wipe(down)">
                                      <p:cBhvr>
                                        <p:cTn id="30" dur="1000"/>
                                        <p:tgtEl>
                                          <p:spTgt spid="705732"/>
                                        </p:tgtEl>
                                      </p:cBhvr>
                                    </p:animEffect>
                                  </p:childTnLst>
                                </p:cTn>
                              </p:par>
                              <p:par>
                                <p:cTn id="31" presetID="1" presetClass="entr" presetSubtype="0" fill="hold" grpId="0" nodeType="withEffect">
                                  <p:stCondLst>
                                    <p:cond delay="0"/>
                                  </p:stCondLst>
                                  <p:childTnLst>
                                    <p:set>
                                      <p:cBhvr>
                                        <p:cTn id="32" dur="1" fill="hold">
                                          <p:stCondLst>
                                            <p:cond delay="0"/>
                                          </p:stCondLst>
                                        </p:cTn>
                                        <p:tgtEl>
                                          <p:spTgt spid="7056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5639" grpId="0"/>
      <p:bldP spid="705640" grpId="0"/>
      <p:bldP spid="705641"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7633"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9763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97635" name="Freeform 293"/>
          <p:cNvSpPr/>
          <p:nvPr/>
        </p:nvSpPr>
        <p:spPr>
          <a:xfrm>
            <a:off x="322263" y="4619625"/>
            <a:ext cx="3963987" cy="1716088"/>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497" h="1081">
                <a:moveTo>
                  <a:pt x="475" y="274"/>
                </a:moveTo>
                <a:cubicBezTo>
                  <a:pt x="381" y="316"/>
                  <a:pt x="280" y="389"/>
                  <a:pt x="204" y="437"/>
                </a:cubicBezTo>
                <a:cubicBezTo>
                  <a:pt x="128" y="485"/>
                  <a:pt x="42" y="503"/>
                  <a:pt x="21" y="559"/>
                </a:cubicBezTo>
                <a:cubicBezTo>
                  <a:pt x="0" y="615"/>
                  <a:pt x="56" y="734"/>
                  <a:pt x="75" y="776"/>
                </a:cubicBezTo>
                <a:cubicBezTo>
                  <a:pt x="94" y="818"/>
                  <a:pt x="116" y="789"/>
                  <a:pt x="136" y="810"/>
                </a:cubicBezTo>
                <a:cubicBezTo>
                  <a:pt x="156" y="831"/>
                  <a:pt x="167" y="876"/>
                  <a:pt x="197" y="905"/>
                </a:cubicBezTo>
                <a:cubicBezTo>
                  <a:pt x="227" y="934"/>
                  <a:pt x="231" y="970"/>
                  <a:pt x="319" y="986"/>
                </a:cubicBezTo>
                <a:cubicBezTo>
                  <a:pt x="407" y="1002"/>
                  <a:pt x="554" y="1003"/>
                  <a:pt x="726" y="1000"/>
                </a:cubicBezTo>
                <a:cubicBezTo>
                  <a:pt x="898" y="997"/>
                  <a:pt x="1146" y="961"/>
                  <a:pt x="1349" y="966"/>
                </a:cubicBezTo>
                <a:cubicBezTo>
                  <a:pt x="1552" y="971"/>
                  <a:pt x="1785" y="1028"/>
                  <a:pt x="1945" y="1033"/>
                </a:cubicBezTo>
                <a:cubicBezTo>
                  <a:pt x="2105" y="1038"/>
                  <a:pt x="2225" y="1081"/>
                  <a:pt x="2311" y="993"/>
                </a:cubicBezTo>
                <a:cubicBezTo>
                  <a:pt x="2397" y="905"/>
                  <a:pt x="2497" y="662"/>
                  <a:pt x="2460" y="506"/>
                </a:cubicBezTo>
                <a:cubicBezTo>
                  <a:pt x="2423" y="350"/>
                  <a:pt x="2280" y="116"/>
                  <a:pt x="2088" y="58"/>
                </a:cubicBezTo>
                <a:cubicBezTo>
                  <a:pt x="1896" y="0"/>
                  <a:pt x="1528" y="138"/>
                  <a:pt x="1308" y="159"/>
                </a:cubicBezTo>
                <a:cubicBezTo>
                  <a:pt x="1088" y="180"/>
                  <a:pt x="906" y="167"/>
                  <a:pt x="766" y="186"/>
                </a:cubicBezTo>
                <a:cubicBezTo>
                  <a:pt x="626" y="205"/>
                  <a:pt x="569" y="232"/>
                  <a:pt x="475" y="274"/>
                </a:cubicBezTo>
                <a:close/>
              </a:path>
            </a:pathLst>
          </a:custGeom>
          <a:gradFill rotWithShape="1">
            <a:gsLst>
              <a:gs pos="0">
                <a:srgbClr val="00FFFF"/>
              </a:gs>
              <a:gs pos="100000">
                <a:srgbClr val="FFFFFF"/>
              </a:gs>
            </a:gsLst>
            <a:lin ang="0" scaled="1"/>
            <a:tileRect/>
          </a:gradFill>
          <a:ln w="9525">
            <a:noFill/>
          </a:ln>
        </p:spPr>
        <p:txBody>
          <a:bodyPr/>
          <a:p>
            <a:endParaRPr lang="zh-CN" altLang="en-US"/>
          </a:p>
        </p:txBody>
      </p:sp>
      <p:sp>
        <p:nvSpPr>
          <p:cNvPr id="197636" name="Freeform 292"/>
          <p:cNvSpPr/>
          <p:nvPr/>
        </p:nvSpPr>
        <p:spPr>
          <a:xfrm>
            <a:off x="4751388" y="871538"/>
            <a:ext cx="1919287" cy="222726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09" h="1403">
                <a:moveTo>
                  <a:pt x="84" y="528"/>
                </a:moveTo>
                <a:cubicBezTo>
                  <a:pt x="51" y="600"/>
                  <a:pt x="28" y="643"/>
                  <a:pt x="16" y="705"/>
                </a:cubicBezTo>
                <a:cubicBezTo>
                  <a:pt x="4" y="767"/>
                  <a:pt x="0" y="845"/>
                  <a:pt x="9" y="901"/>
                </a:cubicBezTo>
                <a:cubicBezTo>
                  <a:pt x="18" y="957"/>
                  <a:pt x="44" y="983"/>
                  <a:pt x="70" y="1043"/>
                </a:cubicBezTo>
                <a:cubicBezTo>
                  <a:pt x="96" y="1103"/>
                  <a:pt x="130" y="1210"/>
                  <a:pt x="165" y="1260"/>
                </a:cubicBezTo>
                <a:cubicBezTo>
                  <a:pt x="200" y="1310"/>
                  <a:pt x="223" y="1324"/>
                  <a:pt x="280" y="1342"/>
                </a:cubicBezTo>
                <a:cubicBezTo>
                  <a:pt x="337" y="1360"/>
                  <a:pt x="393" y="1368"/>
                  <a:pt x="510" y="1369"/>
                </a:cubicBezTo>
                <a:cubicBezTo>
                  <a:pt x="627" y="1370"/>
                  <a:pt x="775" y="1403"/>
                  <a:pt x="985" y="1348"/>
                </a:cubicBezTo>
                <a:cubicBezTo>
                  <a:pt x="1195" y="1293"/>
                  <a:pt x="1209" y="54"/>
                  <a:pt x="985" y="27"/>
                </a:cubicBezTo>
                <a:cubicBezTo>
                  <a:pt x="761" y="0"/>
                  <a:pt x="606" y="115"/>
                  <a:pt x="477" y="156"/>
                </a:cubicBezTo>
                <a:cubicBezTo>
                  <a:pt x="348" y="197"/>
                  <a:pt x="280" y="207"/>
                  <a:pt x="212" y="271"/>
                </a:cubicBezTo>
                <a:cubicBezTo>
                  <a:pt x="144" y="335"/>
                  <a:pt x="117" y="456"/>
                  <a:pt x="84" y="528"/>
                </a:cubicBezTo>
                <a:close/>
              </a:path>
            </a:pathLst>
          </a:custGeom>
          <a:gradFill rotWithShape="1">
            <a:gsLst>
              <a:gs pos="0">
                <a:srgbClr val="00FFFF"/>
              </a:gs>
              <a:gs pos="100000">
                <a:srgbClr val="FFFFFF"/>
              </a:gs>
            </a:gsLst>
            <a:lin ang="0" scaled="1"/>
            <a:tileRect/>
          </a:gradFill>
          <a:ln w="9525">
            <a:noFill/>
          </a:ln>
        </p:spPr>
        <p:txBody>
          <a:bodyPr/>
          <a:p>
            <a:endParaRPr lang="zh-CN" altLang="en-US"/>
          </a:p>
        </p:txBody>
      </p:sp>
      <p:sp>
        <p:nvSpPr>
          <p:cNvPr id="197637" name="Rectangle 3"/>
          <p:cNvSpPr>
            <a:spLocks noGrp="1"/>
          </p:cNvSpPr>
          <p:nvPr>
            <p:ph type="title"/>
          </p:nvPr>
        </p:nvSpPr>
        <p:spPr>
          <a:xfrm>
            <a:off x="323850" y="0"/>
            <a:ext cx="8361363" cy="1143000"/>
          </a:xfrm>
          <a:ln/>
        </p:spPr>
        <p:txBody>
          <a:bodyPr vert="horz" wrap="square" lIns="91440" tIns="45720" rIns="91440" bIns="45720" anchor="ctr" anchorCtr="0"/>
          <a:p>
            <a:r>
              <a:rPr lang="en-US" altLang="zh-CN" sz="2800" u="none" dirty="0">
                <a:ea typeface="宋体" panose="02010600030101010101" pitchFamily="2" charset="-122"/>
              </a:rPr>
              <a:t>A day in the life… TCP connection carrying HTTP</a:t>
            </a:r>
            <a:endParaRPr lang="en-US" altLang="zh-CN" sz="2800" u="none" dirty="0">
              <a:ea typeface="宋体" panose="02010600030101010101" pitchFamily="2" charset="-122"/>
            </a:endParaRPr>
          </a:p>
        </p:txBody>
      </p:sp>
      <p:sp>
        <p:nvSpPr>
          <p:cNvPr id="197638" name="Freeform 3"/>
          <p:cNvSpPr/>
          <p:nvPr/>
        </p:nvSpPr>
        <p:spPr>
          <a:xfrm>
            <a:off x="773113" y="1273175"/>
            <a:ext cx="3554412" cy="27543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00FFFF"/>
          </a:solidFill>
          <a:ln w="9525">
            <a:noFill/>
          </a:ln>
        </p:spPr>
        <p:txBody>
          <a:bodyPr/>
          <a:p>
            <a:endParaRPr lang="zh-CN" altLang="en-US"/>
          </a:p>
        </p:txBody>
      </p:sp>
      <p:sp>
        <p:nvSpPr>
          <p:cNvPr id="197639" name="Line 36"/>
          <p:cNvSpPr/>
          <p:nvPr/>
        </p:nvSpPr>
        <p:spPr>
          <a:xfrm flipV="1">
            <a:off x="3775075" y="2344738"/>
            <a:ext cx="155575" cy="142875"/>
          </a:xfrm>
          <a:prstGeom prst="line">
            <a:avLst/>
          </a:prstGeom>
          <a:ln w="9525" cap="flat" cmpd="sng">
            <a:solidFill>
              <a:srgbClr val="000000"/>
            </a:solidFill>
            <a:prstDash val="solid"/>
            <a:round/>
            <a:headEnd type="none" w="med" len="med"/>
            <a:tailEnd type="none" w="med" len="med"/>
          </a:ln>
        </p:spPr>
      </p:sp>
      <p:grpSp>
        <p:nvGrpSpPr>
          <p:cNvPr id="197640" name="Group 38"/>
          <p:cNvGrpSpPr/>
          <p:nvPr/>
        </p:nvGrpSpPr>
        <p:grpSpPr>
          <a:xfrm>
            <a:off x="3255963" y="2459038"/>
            <a:ext cx="742950" cy="311150"/>
            <a:chOff x="1935" y="960"/>
            <a:chExt cx="468" cy="196"/>
          </a:xfrm>
        </p:grpSpPr>
        <p:sp>
          <p:nvSpPr>
            <p:cNvPr id="197641" name="Line 39"/>
            <p:cNvSpPr/>
            <p:nvPr/>
          </p:nvSpPr>
          <p:spPr>
            <a:xfrm>
              <a:off x="2368" y="960"/>
              <a:ext cx="0" cy="0"/>
            </a:xfrm>
            <a:prstGeom prst="line">
              <a:avLst/>
            </a:prstGeom>
            <a:ln w="9525" cap="flat" cmpd="sng">
              <a:solidFill>
                <a:srgbClr val="000000"/>
              </a:solidFill>
              <a:prstDash val="solid"/>
              <a:round/>
              <a:headEnd type="none" w="med" len="med"/>
              <a:tailEnd type="none" w="med" len="med"/>
            </a:ln>
          </p:spPr>
        </p:sp>
        <p:sp>
          <p:nvSpPr>
            <p:cNvPr id="197642" name="Rectangle 40"/>
            <p:cNvSpPr/>
            <p:nvPr/>
          </p:nvSpPr>
          <p:spPr>
            <a:xfrm>
              <a:off x="1935" y="1065"/>
              <a:ext cx="465" cy="91"/>
            </a:xfrm>
            <a:prstGeom prst="rect">
              <a:avLst/>
            </a:prstGeom>
            <a:solidFill>
              <a:srgbClr val="BBE0E3"/>
            </a:solidFill>
            <a:ln w="9525"/>
            <a:scene3d>
              <a:camera prst="legacyObliqueTopRight">
                <a:rot lat="0" lon="0" rev="0"/>
              </a:camera>
              <a:lightRig rig="legacyFlat3" dir="l"/>
            </a:scene3d>
            <a:sp3d extrusionH="430200" prstMaterial="legacyMatte">
              <a:bevelT w="13500" h="13500" prst="angle"/>
              <a:bevelB w="13500" h="13500" prst="angle"/>
              <a:extrusionClr>
                <a:schemeClr val="accent1"/>
              </a:extrusionClr>
            </a:sp3d>
          </p:spPr>
          <p:txBody>
            <a:bodyPr wrap="none" anchor="ctr" anchorCtr="0">
              <a:flatTx/>
            </a:bodyPr>
            <a:p>
              <a:pPr>
                <a:buClrTx/>
                <a:buFontTx/>
              </a:pPr>
              <a:endParaRPr lang="zh-CN" altLang="zh-CN" i="0" dirty="0">
                <a:latin typeface="Arial" panose="020B0604020202020204" pitchFamily="34" charset="0"/>
                <a:ea typeface="宋体" panose="02010600030101010101" pitchFamily="2" charset="-122"/>
              </a:endParaRPr>
            </a:p>
          </p:txBody>
        </p:sp>
        <p:sp>
          <p:nvSpPr>
            <p:cNvPr id="197643" name="Freeform 41"/>
            <p:cNvSpPr/>
            <p:nvPr/>
          </p:nvSpPr>
          <p:spPr>
            <a:xfrm>
              <a:off x="2069" y="975"/>
              <a:ext cx="307" cy="63"/>
            </a:xfrm>
            <a:custGeom>
              <a:avLst/>
              <a:gdLst/>
              <a:ahLst/>
              <a:cxnLst>
                <a:cxn ang="0">
                  <a:pos x="0" y="0"/>
                </a:cxn>
                <a:cxn ang="0">
                  <a:pos x="16" y="0"/>
                </a:cxn>
                <a:cxn ang="0">
                  <a:pos x="55" y="8"/>
                </a:cxn>
                <a:cxn ang="0">
                  <a:pos x="78" y="8"/>
                </a:cxn>
              </a:cxnLst>
              <a:pathLst>
                <a:path w="432" h="105">
                  <a:moveTo>
                    <a:pt x="0" y="0"/>
                  </a:moveTo>
                  <a:lnTo>
                    <a:pt x="85" y="0"/>
                  </a:lnTo>
                  <a:lnTo>
                    <a:pt x="307" y="105"/>
                  </a:lnTo>
                  <a:lnTo>
                    <a:pt x="432" y="105"/>
                  </a:lnTo>
                </a:path>
              </a:pathLst>
            </a:custGeom>
            <a:noFill/>
            <a:ln w="28575" cap="flat" cmpd="sng">
              <a:solidFill>
                <a:srgbClr val="000000"/>
              </a:solidFill>
              <a:prstDash val="solid"/>
              <a:round/>
              <a:headEnd type="none" w="med" len="med"/>
              <a:tailEnd type="none" w="med" len="med"/>
            </a:ln>
          </p:spPr>
          <p:txBody>
            <a:bodyPr/>
            <a:p>
              <a:endParaRPr lang="zh-CN" altLang="en-US"/>
            </a:p>
          </p:txBody>
        </p:sp>
        <p:sp>
          <p:nvSpPr>
            <p:cNvPr id="197644" name="Freeform 42"/>
            <p:cNvSpPr/>
            <p:nvPr/>
          </p:nvSpPr>
          <p:spPr>
            <a:xfrm flipV="1">
              <a:off x="2051" y="981"/>
              <a:ext cx="352" cy="63"/>
            </a:xfrm>
            <a:custGeom>
              <a:avLst/>
              <a:gdLst/>
              <a:ahLst/>
              <a:cxnLst>
                <a:cxn ang="0">
                  <a:pos x="0" y="0"/>
                </a:cxn>
                <a:cxn ang="0">
                  <a:pos x="30" y="0"/>
                </a:cxn>
                <a:cxn ang="0">
                  <a:pos x="110" y="8"/>
                </a:cxn>
                <a:cxn ang="0">
                  <a:pos x="156" y="8"/>
                </a:cxn>
              </a:cxnLst>
              <a:pathLst>
                <a:path w="432" h="105">
                  <a:moveTo>
                    <a:pt x="0" y="0"/>
                  </a:moveTo>
                  <a:lnTo>
                    <a:pt x="85" y="0"/>
                  </a:lnTo>
                  <a:lnTo>
                    <a:pt x="307" y="105"/>
                  </a:lnTo>
                  <a:lnTo>
                    <a:pt x="432" y="105"/>
                  </a:lnTo>
                </a:path>
              </a:pathLst>
            </a:custGeom>
            <a:noFill/>
            <a:ln w="28575" cap="flat" cmpd="sng">
              <a:solidFill>
                <a:srgbClr val="000000"/>
              </a:solidFill>
              <a:prstDash val="solid"/>
              <a:round/>
              <a:headEnd type="none" w="med" len="med"/>
              <a:tailEnd type="none" w="med" len="med"/>
            </a:ln>
          </p:spPr>
          <p:txBody>
            <a:bodyPr/>
            <a:p>
              <a:endParaRPr lang="zh-CN" altLang="en-US"/>
            </a:p>
          </p:txBody>
        </p:sp>
      </p:grpSp>
      <p:sp>
        <p:nvSpPr>
          <p:cNvPr id="197645" name="Line 43"/>
          <p:cNvSpPr/>
          <p:nvPr/>
        </p:nvSpPr>
        <p:spPr>
          <a:xfrm flipV="1">
            <a:off x="2665413" y="2517775"/>
            <a:ext cx="695325" cy="0"/>
          </a:xfrm>
          <a:prstGeom prst="line">
            <a:avLst/>
          </a:prstGeom>
          <a:ln w="9525" cap="flat" cmpd="sng">
            <a:solidFill>
              <a:srgbClr val="000000"/>
            </a:solidFill>
            <a:prstDash val="solid"/>
            <a:round/>
            <a:headEnd type="none" w="med" len="med"/>
            <a:tailEnd type="none" w="med" len="med"/>
          </a:ln>
        </p:spPr>
      </p:sp>
      <p:sp>
        <p:nvSpPr>
          <p:cNvPr id="197646" name="Line 44"/>
          <p:cNvSpPr/>
          <p:nvPr/>
        </p:nvSpPr>
        <p:spPr>
          <a:xfrm flipV="1">
            <a:off x="3924300" y="2201863"/>
            <a:ext cx="138113" cy="142875"/>
          </a:xfrm>
          <a:prstGeom prst="line">
            <a:avLst/>
          </a:prstGeom>
          <a:ln w="9525" cap="flat" cmpd="sng">
            <a:solidFill>
              <a:srgbClr val="000000"/>
            </a:solidFill>
            <a:prstDash val="dash"/>
            <a:round/>
            <a:headEnd type="none" w="med" len="med"/>
            <a:tailEnd type="none" w="med" len="med"/>
          </a:ln>
        </p:spPr>
      </p:sp>
      <p:sp>
        <p:nvSpPr>
          <p:cNvPr id="197647" name="Rectangle 45"/>
          <p:cNvSpPr/>
          <p:nvPr/>
        </p:nvSpPr>
        <p:spPr>
          <a:xfrm>
            <a:off x="2403475" y="2479675"/>
            <a:ext cx="257175" cy="69850"/>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7648" name="Line 48"/>
          <p:cNvSpPr/>
          <p:nvPr/>
        </p:nvSpPr>
        <p:spPr>
          <a:xfrm flipV="1">
            <a:off x="3279775" y="2736850"/>
            <a:ext cx="512763" cy="612775"/>
          </a:xfrm>
          <a:prstGeom prst="line">
            <a:avLst/>
          </a:prstGeom>
          <a:ln w="9525" cap="flat" cmpd="sng">
            <a:solidFill>
              <a:srgbClr val="000000"/>
            </a:solidFill>
            <a:prstDash val="solid"/>
            <a:round/>
            <a:headEnd type="none" w="med" len="med"/>
            <a:tailEnd type="none" w="med" len="med"/>
          </a:ln>
        </p:spPr>
      </p:sp>
      <p:grpSp>
        <p:nvGrpSpPr>
          <p:cNvPr id="197649" name="Group 49"/>
          <p:cNvGrpSpPr/>
          <p:nvPr/>
        </p:nvGrpSpPr>
        <p:grpSpPr>
          <a:xfrm>
            <a:off x="2760663" y="3365500"/>
            <a:ext cx="987425" cy="479425"/>
            <a:chOff x="1118" y="1621"/>
            <a:chExt cx="622" cy="302"/>
          </a:xfrm>
        </p:grpSpPr>
        <p:sp>
          <p:nvSpPr>
            <p:cNvPr id="197650" name="Rectangle 50"/>
            <p:cNvSpPr/>
            <p:nvPr/>
          </p:nvSpPr>
          <p:spPr>
            <a:xfrm>
              <a:off x="1578" y="1789"/>
              <a:ext cx="162" cy="44"/>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7651" name="Rectangle 51"/>
            <p:cNvSpPr/>
            <p:nvPr/>
          </p:nvSpPr>
          <p:spPr>
            <a:xfrm rot="-2700000">
              <a:off x="1336" y="1621"/>
              <a:ext cx="162" cy="44"/>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7652" name="Group 52"/>
            <p:cNvGrpSpPr/>
            <p:nvPr/>
          </p:nvGrpSpPr>
          <p:grpSpPr>
            <a:xfrm>
              <a:off x="1118" y="1684"/>
              <a:ext cx="477" cy="239"/>
              <a:chOff x="2466" y="2026"/>
              <a:chExt cx="477" cy="282"/>
            </a:xfrm>
          </p:grpSpPr>
          <p:sp>
            <p:nvSpPr>
              <p:cNvPr id="197653" name="Oval 53"/>
              <p:cNvSpPr/>
              <p:nvPr/>
            </p:nvSpPr>
            <p:spPr>
              <a:xfrm>
                <a:off x="2466" y="2168"/>
                <a:ext cx="476" cy="14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7654" name="Line 54"/>
              <p:cNvSpPr/>
              <p:nvPr/>
            </p:nvSpPr>
            <p:spPr>
              <a:xfrm>
                <a:off x="2470" y="2125"/>
                <a:ext cx="1" cy="85"/>
              </a:xfrm>
              <a:prstGeom prst="line">
                <a:avLst/>
              </a:prstGeom>
              <a:ln w="12700" cap="flat" cmpd="sng">
                <a:solidFill>
                  <a:srgbClr val="000000"/>
                </a:solidFill>
                <a:prstDash val="solid"/>
                <a:round/>
                <a:headEnd type="none" w="med" len="med"/>
                <a:tailEnd type="none" w="med" len="med"/>
              </a:ln>
            </p:spPr>
          </p:sp>
          <p:sp>
            <p:nvSpPr>
              <p:cNvPr id="197655" name="Rectangle 55"/>
              <p:cNvSpPr/>
              <p:nvPr/>
            </p:nvSpPr>
            <p:spPr>
              <a:xfrm>
                <a:off x="2470" y="2125"/>
                <a:ext cx="472" cy="111"/>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97656" name="Oval 56"/>
              <p:cNvSpPr/>
              <p:nvPr/>
            </p:nvSpPr>
            <p:spPr>
              <a:xfrm>
                <a:off x="2466" y="2026"/>
                <a:ext cx="476" cy="16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7657" name="Group 57"/>
              <p:cNvGrpSpPr/>
              <p:nvPr/>
            </p:nvGrpSpPr>
            <p:grpSpPr>
              <a:xfrm>
                <a:off x="2581" y="2061"/>
                <a:ext cx="236" cy="94"/>
                <a:chOff x="2848" y="848"/>
                <a:chExt cx="140" cy="98"/>
              </a:xfrm>
            </p:grpSpPr>
            <p:sp>
              <p:nvSpPr>
                <p:cNvPr id="197658" name="Line 58"/>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7659" name="Line 59"/>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7660" name="Line 60"/>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97661" name="Group 61"/>
              <p:cNvGrpSpPr/>
              <p:nvPr/>
            </p:nvGrpSpPr>
            <p:grpSpPr>
              <a:xfrm flipV="1">
                <a:off x="2581" y="2060"/>
                <a:ext cx="236" cy="94"/>
                <a:chOff x="2848" y="848"/>
                <a:chExt cx="140" cy="98"/>
              </a:xfrm>
            </p:grpSpPr>
            <p:sp>
              <p:nvSpPr>
                <p:cNvPr id="197662" name="Line 62"/>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7663" name="Line 63"/>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7664" name="Line 64"/>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sp>
            <p:nvSpPr>
              <p:cNvPr id="197665" name="Line 65"/>
              <p:cNvSpPr/>
              <p:nvPr/>
            </p:nvSpPr>
            <p:spPr>
              <a:xfrm flipH="1">
                <a:off x="2942" y="2109"/>
                <a:ext cx="1" cy="127"/>
              </a:xfrm>
              <a:prstGeom prst="line">
                <a:avLst/>
              </a:prstGeom>
              <a:ln w="12700" cap="flat" cmpd="sng">
                <a:solidFill>
                  <a:srgbClr val="000000"/>
                </a:solidFill>
                <a:prstDash val="solid"/>
                <a:round/>
                <a:headEnd type="none" w="med" len="med"/>
                <a:tailEnd type="none" w="med" len="med"/>
              </a:ln>
            </p:spPr>
          </p:sp>
          <p:sp>
            <p:nvSpPr>
              <p:cNvPr id="197666" name="Line 66"/>
              <p:cNvSpPr/>
              <p:nvPr/>
            </p:nvSpPr>
            <p:spPr>
              <a:xfrm flipH="1">
                <a:off x="2466" y="2117"/>
                <a:ext cx="1" cy="127"/>
              </a:xfrm>
              <a:prstGeom prst="line">
                <a:avLst/>
              </a:prstGeom>
              <a:ln w="12700" cap="flat" cmpd="sng">
                <a:solidFill>
                  <a:srgbClr val="000000"/>
                </a:solidFill>
                <a:prstDash val="solid"/>
                <a:round/>
                <a:headEnd type="none" w="med" len="med"/>
                <a:tailEnd type="none" w="med" len="med"/>
              </a:ln>
            </p:spPr>
          </p:sp>
        </p:grpSp>
      </p:grpSp>
      <p:graphicFrame>
        <p:nvGraphicFramePr>
          <p:cNvPr id="197667" name="Object 142"/>
          <p:cNvGraphicFramePr>
            <a:graphicFrameLocks noChangeAspect="1"/>
          </p:cNvGraphicFramePr>
          <p:nvPr/>
        </p:nvGraphicFramePr>
        <p:xfrm>
          <a:off x="1790700" y="2141538"/>
          <a:ext cx="652463" cy="658812"/>
        </p:xfrm>
        <a:graphic>
          <a:graphicData uri="http://schemas.openxmlformats.org/presentationml/2006/ole">
            <mc:AlternateContent xmlns:mc="http://schemas.openxmlformats.org/markup-compatibility/2006">
              <mc:Choice xmlns:v="urn:schemas-microsoft-com:vml" Requires="v">
                <p:oleObj spid="_x0000_s3216" name="" r:id="rId1" imgW="1268095" imgH="1199515" progId="MS_ClipArt_Gallery.2">
                  <p:embed/>
                </p:oleObj>
              </mc:Choice>
              <mc:Fallback>
                <p:oleObj name="" r:id="rId1" imgW="1268095" imgH="1199515" progId="MS_ClipArt_Gallery.2">
                  <p:embed/>
                  <p:pic>
                    <p:nvPicPr>
                      <p:cNvPr id="0" name="图片 3215"/>
                      <p:cNvPicPr/>
                      <p:nvPr/>
                    </p:nvPicPr>
                    <p:blipFill>
                      <a:blip r:embed="rId2"/>
                      <a:stretch>
                        <a:fillRect/>
                      </a:stretch>
                    </p:blipFill>
                    <p:spPr>
                      <a:xfrm>
                        <a:off x="1790700" y="2141538"/>
                        <a:ext cx="652463" cy="658812"/>
                      </a:xfrm>
                      <a:prstGeom prst="rect">
                        <a:avLst/>
                      </a:prstGeom>
                      <a:noFill/>
                      <a:ln w="38100">
                        <a:noFill/>
                        <a:miter/>
                      </a:ln>
                    </p:spPr>
                  </p:pic>
                </p:oleObj>
              </mc:Fallback>
            </mc:AlternateContent>
          </a:graphicData>
        </a:graphic>
      </p:graphicFrame>
      <p:grpSp>
        <p:nvGrpSpPr>
          <p:cNvPr id="706603" name="Group 43"/>
          <p:cNvGrpSpPr/>
          <p:nvPr/>
        </p:nvGrpSpPr>
        <p:grpSpPr>
          <a:xfrm>
            <a:off x="1195388" y="1081088"/>
            <a:ext cx="976312" cy="1460500"/>
            <a:chOff x="651" y="681"/>
            <a:chExt cx="615" cy="920"/>
          </a:xfrm>
        </p:grpSpPr>
        <p:sp>
          <p:nvSpPr>
            <p:cNvPr id="197669" name="Freeform 44"/>
            <p:cNvSpPr/>
            <p:nvPr/>
          </p:nvSpPr>
          <p:spPr>
            <a:xfrm>
              <a:off x="662" y="698"/>
              <a:ext cx="604" cy="903"/>
            </a:xfrm>
            <a:custGeom>
              <a:avLst/>
              <a:gdLst/>
              <a:ahLst/>
              <a:cxnLst>
                <a:cxn ang="0">
                  <a:pos x="496" y="0"/>
                </a:cxn>
                <a:cxn ang="0">
                  <a:pos x="604" y="903"/>
                </a:cxn>
                <a:cxn ang="0">
                  <a:pos x="0" y="788"/>
                </a:cxn>
                <a:cxn ang="0">
                  <a:pos x="456" y="750"/>
                </a:cxn>
                <a:cxn ang="0">
                  <a:pos x="496" y="0"/>
                </a:cxn>
              </a:cxnLst>
              <a:pathLst>
                <a:path w="604" h="903">
                  <a:moveTo>
                    <a:pt x="496" y="0"/>
                  </a:moveTo>
                  <a:lnTo>
                    <a:pt x="604" y="903"/>
                  </a:lnTo>
                  <a:lnTo>
                    <a:pt x="0" y="788"/>
                  </a:lnTo>
                  <a:lnTo>
                    <a:pt x="456" y="750"/>
                  </a:lnTo>
                  <a:lnTo>
                    <a:pt x="496" y="0"/>
                  </a:lnTo>
                  <a:close/>
                </a:path>
              </a:pathLst>
            </a:custGeom>
            <a:gradFill rotWithShape="1">
              <a:gsLst>
                <a:gs pos="0">
                  <a:schemeClr val="bg1"/>
                </a:gs>
                <a:gs pos="100000">
                  <a:srgbClr val="FF0000"/>
                </a:gs>
              </a:gsLst>
              <a:lin ang="2700000" scaled="1"/>
              <a:tileRect/>
            </a:gradFill>
            <a:ln w="9525">
              <a:noFill/>
            </a:ln>
          </p:spPr>
          <p:txBody>
            <a:bodyPr/>
            <a:p>
              <a:endParaRPr lang="zh-CN" altLang="en-US"/>
            </a:p>
          </p:txBody>
        </p:sp>
        <p:grpSp>
          <p:nvGrpSpPr>
            <p:cNvPr id="197670" name="Group 45"/>
            <p:cNvGrpSpPr/>
            <p:nvPr/>
          </p:nvGrpSpPr>
          <p:grpSpPr>
            <a:xfrm>
              <a:off x="651" y="681"/>
              <a:ext cx="500" cy="828"/>
              <a:chOff x="569" y="2954"/>
              <a:chExt cx="500" cy="828"/>
            </a:xfrm>
          </p:grpSpPr>
          <p:sp>
            <p:nvSpPr>
              <p:cNvPr id="197671" name="Rectangle 46"/>
              <p:cNvSpPr/>
              <p:nvPr/>
            </p:nvSpPr>
            <p:spPr>
              <a:xfrm>
                <a:off x="576" y="2973"/>
                <a:ext cx="493" cy="79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672" name="Text Box 47"/>
              <p:cNvSpPr txBox="1"/>
              <p:nvPr/>
            </p:nvSpPr>
            <p:spPr>
              <a:xfrm>
                <a:off x="607" y="2954"/>
                <a:ext cx="449" cy="828"/>
              </a:xfrm>
              <a:prstGeom prst="rect">
                <a:avLst/>
              </a:prstGeom>
              <a:noFill/>
              <a:ln w="9525">
                <a:noFill/>
              </a:ln>
            </p:spPr>
            <p:txBody>
              <a:bodyPr wrap="none" anchor="t" anchorCtr="0">
                <a:spAutoFit/>
              </a:bodyPr>
              <a:p>
                <a:pPr algn="ctr" eaLnBrk="0" hangingPunct="0">
                  <a:buClrTx/>
                  <a:buFontTx/>
                </a:pPr>
                <a:r>
                  <a:rPr lang="en-US" altLang="zh-CN" sz="1600" i="0" dirty="0">
                    <a:latin typeface="Arial" panose="020B0604020202020204" pitchFamily="34" charset="0"/>
                    <a:ea typeface="宋体" panose="02010600030101010101" pitchFamily="2" charset="-122"/>
                  </a:rPr>
                  <a:t>HTTP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TCP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IP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Eth</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Phy</a:t>
                </a:r>
                <a:endParaRPr lang="en-US" altLang="zh-CN" sz="1600" i="0" dirty="0">
                  <a:latin typeface="Arial" panose="020B0604020202020204" pitchFamily="34" charset="0"/>
                  <a:ea typeface="宋体" panose="02010600030101010101" pitchFamily="2" charset="-122"/>
                </a:endParaRPr>
              </a:p>
            </p:txBody>
          </p:sp>
          <p:sp>
            <p:nvSpPr>
              <p:cNvPr id="197673" name="Line 48"/>
              <p:cNvSpPr/>
              <p:nvPr/>
            </p:nvSpPr>
            <p:spPr>
              <a:xfrm>
                <a:off x="578" y="3130"/>
                <a:ext cx="489" cy="0"/>
              </a:xfrm>
              <a:prstGeom prst="line">
                <a:avLst/>
              </a:prstGeom>
              <a:ln w="9525" cap="flat" cmpd="sng">
                <a:solidFill>
                  <a:schemeClr val="tx1"/>
                </a:solidFill>
                <a:prstDash val="solid"/>
                <a:round/>
                <a:headEnd type="none" w="med" len="med"/>
                <a:tailEnd type="none" w="med" len="med"/>
              </a:ln>
            </p:spPr>
          </p:sp>
          <p:sp>
            <p:nvSpPr>
              <p:cNvPr id="197674" name="Line 49"/>
              <p:cNvSpPr/>
              <p:nvPr/>
            </p:nvSpPr>
            <p:spPr>
              <a:xfrm>
                <a:off x="575" y="3289"/>
                <a:ext cx="489" cy="0"/>
              </a:xfrm>
              <a:prstGeom prst="line">
                <a:avLst/>
              </a:prstGeom>
              <a:ln w="9525" cap="flat" cmpd="sng">
                <a:solidFill>
                  <a:schemeClr val="tx1"/>
                </a:solidFill>
                <a:prstDash val="solid"/>
                <a:round/>
                <a:headEnd type="none" w="med" len="med"/>
                <a:tailEnd type="none" w="med" len="med"/>
              </a:ln>
            </p:spPr>
          </p:sp>
          <p:sp>
            <p:nvSpPr>
              <p:cNvPr id="197675" name="Line 50"/>
              <p:cNvSpPr/>
              <p:nvPr/>
            </p:nvSpPr>
            <p:spPr>
              <a:xfrm>
                <a:off x="572" y="3448"/>
                <a:ext cx="489" cy="0"/>
              </a:xfrm>
              <a:prstGeom prst="line">
                <a:avLst/>
              </a:prstGeom>
              <a:ln w="9525" cap="flat" cmpd="sng">
                <a:solidFill>
                  <a:schemeClr val="tx1"/>
                </a:solidFill>
                <a:prstDash val="solid"/>
                <a:round/>
                <a:headEnd type="none" w="med" len="med"/>
                <a:tailEnd type="none" w="med" len="med"/>
              </a:ln>
            </p:spPr>
          </p:sp>
          <p:sp>
            <p:nvSpPr>
              <p:cNvPr id="197676" name="Line 51"/>
              <p:cNvSpPr/>
              <p:nvPr/>
            </p:nvSpPr>
            <p:spPr>
              <a:xfrm>
                <a:off x="569" y="3607"/>
                <a:ext cx="489" cy="0"/>
              </a:xfrm>
              <a:prstGeom prst="line">
                <a:avLst/>
              </a:prstGeom>
              <a:ln w="9525" cap="flat" cmpd="sng">
                <a:solidFill>
                  <a:schemeClr val="tx1"/>
                </a:solidFill>
                <a:prstDash val="solid"/>
                <a:round/>
                <a:headEnd type="none" w="med" len="med"/>
                <a:tailEnd type="none" w="med" len="med"/>
              </a:ln>
            </p:spPr>
          </p:sp>
        </p:grpSp>
      </p:grpSp>
      <p:grpSp>
        <p:nvGrpSpPr>
          <p:cNvPr id="706885" name="Group 325"/>
          <p:cNvGrpSpPr/>
          <p:nvPr/>
        </p:nvGrpSpPr>
        <p:grpSpPr>
          <a:xfrm>
            <a:off x="442913" y="1054100"/>
            <a:ext cx="515937" cy="333375"/>
            <a:chOff x="328" y="678"/>
            <a:chExt cx="325" cy="210"/>
          </a:xfrm>
        </p:grpSpPr>
        <p:grpSp>
          <p:nvGrpSpPr>
            <p:cNvPr id="197678" name="Group 52"/>
            <p:cNvGrpSpPr/>
            <p:nvPr/>
          </p:nvGrpSpPr>
          <p:grpSpPr>
            <a:xfrm>
              <a:off x="328" y="693"/>
              <a:ext cx="325" cy="154"/>
              <a:chOff x="844" y="3337"/>
              <a:chExt cx="325" cy="154"/>
            </a:xfrm>
          </p:grpSpPr>
          <p:sp>
            <p:nvSpPr>
              <p:cNvPr id="197679" name="Rectangle 53"/>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680" name="Text Box 54"/>
              <p:cNvSpPr txBox="1"/>
              <p:nvPr/>
            </p:nvSpPr>
            <p:spPr>
              <a:xfrm>
                <a:off x="844" y="3337"/>
                <a:ext cx="32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HTTP</a:t>
                </a:r>
                <a:endParaRPr lang="en-US" altLang="zh-CN" sz="1000" i="0" dirty="0">
                  <a:solidFill>
                    <a:schemeClr val="bg1"/>
                  </a:solidFill>
                  <a:latin typeface="Arial" panose="020B0604020202020204" pitchFamily="34" charset="0"/>
                  <a:ea typeface="宋体" panose="02010600030101010101" pitchFamily="2" charset="-122"/>
                </a:endParaRPr>
              </a:p>
            </p:txBody>
          </p:sp>
        </p:grpSp>
        <p:sp>
          <p:nvSpPr>
            <p:cNvPr id="197681" name="AutoShape 85"/>
            <p:cNvSpPr/>
            <p:nvPr/>
          </p:nvSpPr>
          <p:spPr>
            <a:xfrm>
              <a:off x="396" y="678"/>
              <a:ext cx="240" cy="210"/>
            </a:xfrm>
            <a:prstGeom prst="downArrow">
              <a:avLst>
                <a:gd name="adj1" fmla="val 49166"/>
                <a:gd name="adj2" fmla="val 24268"/>
              </a:avLst>
            </a:prstGeom>
            <a:gradFill rotWithShape="1">
              <a:gsLst>
                <a:gs pos="0">
                  <a:srgbClr val="FF0000">
                    <a:alpha val="25000"/>
                  </a:srgbClr>
                </a:gs>
                <a:gs pos="100000">
                  <a:srgbClr val="FF0000">
                    <a:alpha val="25000"/>
                  </a:srgbClr>
                </a:gs>
              </a:gsLst>
              <a:lin ang="5400000" scaled="1"/>
              <a:tileRect/>
            </a:gra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706660" name="Rectangle 100"/>
          <p:cNvSpPr/>
          <p:nvPr/>
        </p:nvSpPr>
        <p:spPr>
          <a:xfrm>
            <a:off x="5183188" y="2914650"/>
            <a:ext cx="3441700" cy="950913"/>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i="0" dirty="0">
                <a:latin typeface="Comic Sans MS" panose="030F0702030302020204" pitchFamily="66" charset="0"/>
                <a:ea typeface="宋体" panose="02010600030101010101" pitchFamily="2" charset="-122"/>
              </a:rPr>
              <a:t>to send HTTP request, client first opens </a:t>
            </a:r>
            <a:r>
              <a:rPr lang="en-US" altLang="zh-CN" sz="2000" b="1" dirty="0">
                <a:solidFill>
                  <a:srgbClr val="FF0000"/>
                </a:solidFill>
                <a:latin typeface="Comic Sans MS" panose="030F0702030302020204" pitchFamily="66" charset="0"/>
                <a:ea typeface="宋体" panose="02010600030101010101" pitchFamily="2" charset="-122"/>
              </a:rPr>
              <a:t>TCP socket</a:t>
            </a:r>
            <a:r>
              <a:rPr lang="en-US" altLang="zh-CN" sz="2000" i="0" dirty="0">
                <a:latin typeface="Comic Sans MS" panose="030F0702030302020204" pitchFamily="66" charset="0"/>
                <a:ea typeface="宋体" panose="02010600030101010101" pitchFamily="2" charset="-122"/>
              </a:rPr>
              <a:t> to web server</a:t>
            </a:r>
            <a:endParaRPr lang="en-US" altLang="zh-CN" sz="2000" i="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pPr>
            <a:endParaRPr lang="en-US" altLang="zh-CN" sz="2000" i="0" dirty="0">
              <a:latin typeface="Comic Sans MS" panose="030F0702030302020204" pitchFamily="66" charset="0"/>
              <a:ea typeface="宋体" panose="02010600030101010101" pitchFamily="2" charset="-122"/>
            </a:endParaRPr>
          </a:p>
        </p:txBody>
      </p:sp>
      <p:sp>
        <p:nvSpPr>
          <p:cNvPr id="706661" name="Rectangle 101"/>
          <p:cNvSpPr/>
          <p:nvPr/>
        </p:nvSpPr>
        <p:spPr>
          <a:xfrm>
            <a:off x="5186363" y="3825875"/>
            <a:ext cx="3778250" cy="985838"/>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i="0" dirty="0">
                <a:latin typeface="Comic Sans MS" panose="030F0702030302020204" pitchFamily="66" charset="0"/>
                <a:ea typeface="宋体" panose="02010600030101010101" pitchFamily="2" charset="-122"/>
              </a:rPr>
              <a:t>TCP </a:t>
            </a:r>
            <a:r>
              <a:rPr lang="en-US" altLang="zh-CN" sz="2000" b="1" dirty="0">
                <a:solidFill>
                  <a:srgbClr val="FF0000"/>
                </a:solidFill>
                <a:latin typeface="Comic Sans MS" panose="030F0702030302020204" pitchFamily="66" charset="0"/>
                <a:ea typeface="宋体" panose="02010600030101010101" pitchFamily="2" charset="-122"/>
              </a:rPr>
              <a:t>SYN segment</a:t>
            </a:r>
            <a:r>
              <a:rPr lang="en-US" altLang="zh-CN" sz="2000" i="0" dirty="0">
                <a:latin typeface="Comic Sans MS" panose="030F0702030302020204" pitchFamily="66" charset="0"/>
                <a:ea typeface="宋体" panose="02010600030101010101" pitchFamily="2" charset="-122"/>
              </a:rPr>
              <a:t> (step 1 in 3-way handshake) </a:t>
            </a:r>
            <a:r>
              <a:rPr lang="en-US" altLang="zh-CN" sz="2000" b="1" dirty="0">
                <a:latin typeface="Comic Sans MS" panose="030F0702030302020204" pitchFamily="66" charset="0"/>
                <a:ea typeface="宋体" panose="02010600030101010101" pitchFamily="2" charset="-122"/>
              </a:rPr>
              <a:t>inter-domain routed</a:t>
            </a:r>
            <a:r>
              <a:rPr lang="en-US" altLang="zh-CN" sz="2000" i="0" dirty="0">
                <a:latin typeface="Comic Sans MS" panose="030F0702030302020204" pitchFamily="66" charset="0"/>
                <a:ea typeface="宋体" panose="02010600030101010101" pitchFamily="2" charset="-122"/>
              </a:rPr>
              <a:t> to web server</a:t>
            </a:r>
            <a:endParaRPr lang="en-US" altLang="zh-CN" sz="2000" i="0" dirty="0">
              <a:latin typeface="Comic Sans MS" panose="030F0702030302020204" pitchFamily="66" charset="0"/>
              <a:ea typeface="宋体" panose="02010600030101010101" pitchFamily="2" charset="-122"/>
            </a:endParaRPr>
          </a:p>
        </p:txBody>
      </p:sp>
      <p:sp>
        <p:nvSpPr>
          <p:cNvPr id="706662" name="Rectangle 102"/>
          <p:cNvSpPr/>
          <p:nvPr/>
        </p:nvSpPr>
        <p:spPr>
          <a:xfrm>
            <a:off x="5189538" y="5892800"/>
            <a:ext cx="4068762" cy="536575"/>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i="0" dirty="0">
                <a:latin typeface="Comic Sans MS" panose="030F0702030302020204" pitchFamily="66" charset="0"/>
                <a:ea typeface="宋体" panose="02010600030101010101" pitchFamily="2" charset="-122"/>
              </a:rPr>
              <a:t>TCP </a:t>
            </a:r>
            <a:r>
              <a:rPr lang="en-US" altLang="zh-CN" sz="2000" b="1" dirty="0">
                <a:solidFill>
                  <a:srgbClr val="FF0000"/>
                </a:solidFill>
                <a:latin typeface="Comic Sans MS" panose="030F0702030302020204" pitchFamily="66" charset="0"/>
                <a:ea typeface="宋体" panose="02010600030101010101" pitchFamily="2" charset="-122"/>
              </a:rPr>
              <a:t>connection established!</a:t>
            </a:r>
            <a:endParaRPr lang="en-US" altLang="zh-CN" sz="2000" b="1" dirty="0">
              <a:solidFill>
                <a:srgbClr val="FF0000"/>
              </a:solidFill>
              <a:latin typeface="Comic Sans MS" panose="030F0702030302020204" pitchFamily="66" charset="0"/>
              <a:ea typeface="宋体" panose="02010600030101010101" pitchFamily="2" charset="-122"/>
            </a:endParaRPr>
          </a:p>
        </p:txBody>
      </p:sp>
      <p:grpSp>
        <p:nvGrpSpPr>
          <p:cNvPr id="197685" name="Group 4"/>
          <p:cNvGrpSpPr/>
          <p:nvPr/>
        </p:nvGrpSpPr>
        <p:grpSpPr>
          <a:xfrm>
            <a:off x="5173663" y="2041525"/>
            <a:ext cx="757237" cy="379413"/>
            <a:chOff x="2466" y="2026"/>
            <a:chExt cx="477" cy="282"/>
          </a:xfrm>
        </p:grpSpPr>
        <p:sp>
          <p:nvSpPr>
            <p:cNvPr id="197686" name="Oval 5"/>
            <p:cNvSpPr/>
            <p:nvPr/>
          </p:nvSpPr>
          <p:spPr>
            <a:xfrm>
              <a:off x="2466" y="2168"/>
              <a:ext cx="476" cy="14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7687" name="Line 6"/>
            <p:cNvSpPr/>
            <p:nvPr/>
          </p:nvSpPr>
          <p:spPr>
            <a:xfrm>
              <a:off x="2470" y="2125"/>
              <a:ext cx="1" cy="85"/>
            </a:xfrm>
            <a:prstGeom prst="line">
              <a:avLst/>
            </a:prstGeom>
            <a:ln w="12700" cap="flat" cmpd="sng">
              <a:solidFill>
                <a:srgbClr val="000000"/>
              </a:solidFill>
              <a:prstDash val="solid"/>
              <a:round/>
              <a:headEnd type="none" w="med" len="med"/>
              <a:tailEnd type="none" w="med" len="med"/>
            </a:ln>
          </p:spPr>
        </p:sp>
        <p:sp>
          <p:nvSpPr>
            <p:cNvPr id="197688" name="Rectangle 7"/>
            <p:cNvSpPr/>
            <p:nvPr/>
          </p:nvSpPr>
          <p:spPr>
            <a:xfrm>
              <a:off x="2470" y="2125"/>
              <a:ext cx="472" cy="111"/>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97689" name="Oval 8"/>
            <p:cNvSpPr/>
            <p:nvPr/>
          </p:nvSpPr>
          <p:spPr>
            <a:xfrm>
              <a:off x="2466" y="2026"/>
              <a:ext cx="476" cy="16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7690" name="Group 9"/>
            <p:cNvGrpSpPr/>
            <p:nvPr/>
          </p:nvGrpSpPr>
          <p:grpSpPr>
            <a:xfrm>
              <a:off x="2581" y="2061"/>
              <a:ext cx="236" cy="94"/>
              <a:chOff x="2848" y="848"/>
              <a:chExt cx="140" cy="98"/>
            </a:xfrm>
          </p:grpSpPr>
          <p:sp>
            <p:nvSpPr>
              <p:cNvPr id="197691" name="Line 10"/>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7692" name="Line 11"/>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7693" name="Line 12"/>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97694" name="Group 13"/>
            <p:cNvGrpSpPr/>
            <p:nvPr/>
          </p:nvGrpSpPr>
          <p:grpSpPr>
            <a:xfrm flipV="1">
              <a:off x="2581" y="2060"/>
              <a:ext cx="236" cy="94"/>
              <a:chOff x="2848" y="848"/>
              <a:chExt cx="140" cy="98"/>
            </a:xfrm>
          </p:grpSpPr>
          <p:sp>
            <p:nvSpPr>
              <p:cNvPr id="197695" name="Line 14"/>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7696" name="Line 15"/>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7697" name="Line 16"/>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sp>
          <p:nvSpPr>
            <p:cNvPr id="197698" name="Line 17"/>
            <p:cNvSpPr/>
            <p:nvPr/>
          </p:nvSpPr>
          <p:spPr>
            <a:xfrm flipH="1">
              <a:off x="2942" y="2109"/>
              <a:ext cx="1" cy="127"/>
            </a:xfrm>
            <a:prstGeom prst="line">
              <a:avLst/>
            </a:prstGeom>
            <a:ln w="12700" cap="flat" cmpd="sng">
              <a:solidFill>
                <a:srgbClr val="000000"/>
              </a:solidFill>
              <a:prstDash val="solid"/>
              <a:round/>
              <a:headEnd type="none" w="med" len="med"/>
              <a:tailEnd type="none" w="med" len="med"/>
            </a:ln>
          </p:spPr>
        </p:sp>
        <p:sp>
          <p:nvSpPr>
            <p:cNvPr id="197699" name="Line 18"/>
            <p:cNvSpPr/>
            <p:nvPr/>
          </p:nvSpPr>
          <p:spPr>
            <a:xfrm flipH="1">
              <a:off x="2466" y="2117"/>
              <a:ext cx="1" cy="127"/>
            </a:xfrm>
            <a:prstGeom prst="line">
              <a:avLst/>
            </a:prstGeom>
            <a:ln w="12700" cap="flat" cmpd="sng">
              <a:solidFill>
                <a:srgbClr val="000000"/>
              </a:solidFill>
              <a:prstDash val="solid"/>
              <a:round/>
              <a:headEnd type="none" w="med" len="med"/>
              <a:tailEnd type="none" w="med" len="med"/>
            </a:ln>
          </p:spPr>
        </p:sp>
      </p:grpSp>
      <p:grpSp>
        <p:nvGrpSpPr>
          <p:cNvPr id="197700" name="Group 166"/>
          <p:cNvGrpSpPr/>
          <p:nvPr/>
        </p:nvGrpSpPr>
        <p:grpSpPr>
          <a:xfrm>
            <a:off x="3795713" y="2409825"/>
            <a:ext cx="1576387" cy="1287463"/>
            <a:chOff x="3228" y="1776"/>
            <a:chExt cx="252" cy="96"/>
          </a:xfrm>
        </p:grpSpPr>
        <p:sp>
          <p:nvSpPr>
            <p:cNvPr id="197701" name="Line 164"/>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7702" name="Line 165"/>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7703" name="Group 167"/>
          <p:cNvGrpSpPr/>
          <p:nvPr/>
        </p:nvGrpSpPr>
        <p:grpSpPr>
          <a:xfrm flipH="1">
            <a:off x="5600700" y="2424113"/>
            <a:ext cx="400050" cy="152400"/>
            <a:chOff x="3228" y="1776"/>
            <a:chExt cx="252" cy="96"/>
          </a:xfrm>
        </p:grpSpPr>
        <p:sp>
          <p:nvSpPr>
            <p:cNvPr id="197704" name="Line 168"/>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7705" name="Line 169"/>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7706" name="Group 170"/>
          <p:cNvGrpSpPr/>
          <p:nvPr/>
        </p:nvGrpSpPr>
        <p:grpSpPr>
          <a:xfrm flipH="1" flipV="1">
            <a:off x="5753100" y="1900238"/>
            <a:ext cx="400050" cy="152400"/>
            <a:chOff x="3228" y="1776"/>
            <a:chExt cx="252" cy="96"/>
          </a:xfrm>
        </p:grpSpPr>
        <p:sp>
          <p:nvSpPr>
            <p:cNvPr id="197707" name="Line 171"/>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7708" name="Line 172"/>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7709" name="Group 110"/>
          <p:cNvGrpSpPr/>
          <p:nvPr/>
        </p:nvGrpSpPr>
        <p:grpSpPr>
          <a:xfrm>
            <a:off x="3057525" y="5273675"/>
            <a:ext cx="757238" cy="379413"/>
            <a:chOff x="2466" y="2026"/>
            <a:chExt cx="477" cy="282"/>
          </a:xfrm>
        </p:grpSpPr>
        <p:sp>
          <p:nvSpPr>
            <p:cNvPr id="197710" name="Oval 111"/>
            <p:cNvSpPr/>
            <p:nvPr/>
          </p:nvSpPr>
          <p:spPr>
            <a:xfrm>
              <a:off x="2466" y="2168"/>
              <a:ext cx="476" cy="14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7711" name="Line 112"/>
            <p:cNvSpPr/>
            <p:nvPr/>
          </p:nvSpPr>
          <p:spPr>
            <a:xfrm>
              <a:off x="2470" y="2125"/>
              <a:ext cx="1" cy="85"/>
            </a:xfrm>
            <a:prstGeom prst="line">
              <a:avLst/>
            </a:prstGeom>
            <a:ln w="12700" cap="flat" cmpd="sng">
              <a:solidFill>
                <a:srgbClr val="000000"/>
              </a:solidFill>
              <a:prstDash val="solid"/>
              <a:round/>
              <a:headEnd type="none" w="med" len="med"/>
              <a:tailEnd type="none" w="med" len="med"/>
            </a:ln>
          </p:spPr>
        </p:sp>
        <p:sp>
          <p:nvSpPr>
            <p:cNvPr id="197712" name="Rectangle 113"/>
            <p:cNvSpPr/>
            <p:nvPr/>
          </p:nvSpPr>
          <p:spPr>
            <a:xfrm>
              <a:off x="2470" y="2125"/>
              <a:ext cx="472" cy="111"/>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97713" name="Oval 114"/>
            <p:cNvSpPr/>
            <p:nvPr/>
          </p:nvSpPr>
          <p:spPr>
            <a:xfrm>
              <a:off x="2466" y="2026"/>
              <a:ext cx="476" cy="16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7714" name="Group 115"/>
            <p:cNvGrpSpPr/>
            <p:nvPr/>
          </p:nvGrpSpPr>
          <p:grpSpPr>
            <a:xfrm>
              <a:off x="2581" y="2061"/>
              <a:ext cx="236" cy="94"/>
              <a:chOff x="2848" y="848"/>
              <a:chExt cx="140" cy="98"/>
            </a:xfrm>
          </p:grpSpPr>
          <p:sp>
            <p:nvSpPr>
              <p:cNvPr id="197715" name="Line 116"/>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7716" name="Line 117"/>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7717" name="Line 118"/>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97718" name="Group 119"/>
            <p:cNvGrpSpPr/>
            <p:nvPr/>
          </p:nvGrpSpPr>
          <p:grpSpPr>
            <a:xfrm flipV="1">
              <a:off x="2581" y="2060"/>
              <a:ext cx="236" cy="94"/>
              <a:chOff x="2848" y="848"/>
              <a:chExt cx="140" cy="98"/>
            </a:xfrm>
          </p:grpSpPr>
          <p:sp>
            <p:nvSpPr>
              <p:cNvPr id="197719" name="Line 120"/>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7720" name="Line 121"/>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7721" name="Line 122"/>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sp>
          <p:nvSpPr>
            <p:cNvPr id="197722" name="Line 123"/>
            <p:cNvSpPr/>
            <p:nvPr/>
          </p:nvSpPr>
          <p:spPr>
            <a:xfrm flipH="1">
              <a:off x="2942" y="2109"/>
              <a:ext cx="1" cy="127"/>
            </a:xfrm>
            <a:prstGeom prst="line">
              <a:avLst/>
            </a:prstGeom>
            <a:ln w="12700" cap="flat" cmpd="sng">
              <a:solidFill>
                <a:srgbClr val="000000"/>
              </a:solidFill>
              <a:prstDash val="solid"/>
              <a:round/>
              <a:headEnd type="none" w="med" len="med"/>
              <a:tailEnd type="none" w="med" len="med"/>
            </a:ln>
          </p:spPr>
        </p:sp>
        <p:sp>
          <p:nvSpPr>
            <p:cNvPr id="197723" name="Line 124"/>
            <p:cNvSpPr/>
            <p:nvPr/>
          </p:nvSpPr>
          <p:spPr>
            <a:xfrm flipH="1">
              <a:off x="2466" y="2117"/>
              <a:ext cx="1" cy="127"/>
            </a:xfrm>
            <a:prstGeom prst="line">
              <a:avLst/>
            </a:prstGeom>
            <a:ln w="12700" cap="flat" cmpd="sng">
              <a:solidFill>
                <a:srgbClr val="000000"/>
              </a:solidFill>
              <a:prstDash val="solid"/>
              <a:round/>
              <a:headEnd type="none" w="med" len="med"/>
              <a:tailEnd type="none" w="med" len="med"/>
            </a:ln>
          </p:spPr>
        </p:sp>
      </p:grpSp>
      <p:grpSp>
        <p:nvGrpSpPr>
          <p:cNvPr id="197724" name="Group 125"/>
          <p:cNvGrpSpPr/>
          <p:nvPr/>
        </p:nvGrpSpPr>
        <p:grpSpPr>
          <a:xfrm>
            <a:off x="2338388" y="4953000"/>
            <a:ext cx="306387" cy="647700"/>
            <a:chOff x="4180" y="783"/>
            <a:chExt cx="150" cy="307"/>
          </a:xfrm>
        </p:grpSpPr>
        <p:sp>
          <p:nvSpPr>
            <p:cNvPr id="197725" name="AutoShape 126"/>
            <p:cNvSpPr/>
            <p:nvPr/>
          </p:nvSpPr>
          <p:spPr>
            <a:xfrm>
              <a:off x="4180" y="1019"/>
              <a:ext cx="150" cy="71"/>
            </a:xfrm>
            <a:prstGeom prst="parallelogram">
              <a:avLst>
                <a:gd name="adj" fmla="val 81386"/>
              </a:avLst>
            </a:prstGeom>
            <a:solidFill>
              <a:srgbClr val="33CCCC"/>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7726" name="Rectangle 127"/>
            <p:cNvSpPr/>
            <p:nvPr/>
          </p:nvSpPr>
          <p:spPr>
            <a:xfrm>
              <a:off x="4256" y="785"/>
              <a:ext cx="69" cy="236"/>
            </a:xfrm>
            <a:prstGeom prst="rect">
              <a:avLst/>
            </a:prstGeom>
            <a:solidFill>
              <a:srgbClr val="33CCCC"/>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7727" name="Rectangle 128"/>
            <p:cNvSpPr/>
            <p:nvPr/>
          </p:nvSpPr>
          <p:spPr>
            <a:xfrm>
              <a:off x="4181" y="852"/>
              <a:ext cx="95" cy="236"/>
            </a:xfrm>
            <a:prstGeom prst="rect">
              <a:avLst/>
            </a:prstGeom>
            <a:solidFill>
              <a:srgbClr val="33CCCC"/>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7728" name="AutoShape 129"/>
            <p:cNvSpPr/>
            <p:nvPr/>
          </p:nvSpPr>
          <p:spPr>
            <a:xfrm>
              <a:off x="4180" y="783"/>
              <a:ext cx="150" cy="71"/>
            </a:xfrm>
            <a:prstGeom prst="parallelogram">
              <a:avLst>
                <a:gd name="adj" fmla="val 81386"/>
              </a:avLst>
            </a:prstGeom>
            <a:solidFill>
              <a:srgbClr val="33CCCC"/>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7729" name="Line 130"/>
            <p:cNvSpPr/>
            <p:nvPr/>
          </p:nvSpPr>
          <p:spPr>
            <a:xfrm>
              <a:off x="4330" y="788"/>
              <a:ext cx="0" cy="231"/>
            </a:xfrm>
            <a:prstGeom prst="line">
              <a:avLst/>
            </a:prstGeom>
            <a:ln w="9525" cap="flat" cmpd="sng">
              <a:solidFill>
                <a:srgbClr val="000000"/>
              </a:solidFill>
              <a:prstDash val="solid"/>
              <a:round/>
              <a:headEnd type="none" w="med" len="med"/>
              <a:tailEnd type="none" w="med" len="med"/>
            </a:ln>
          </p:spPr>
        </p:sp>
        <p:sp>
          <p:nvSpPr>
            <p:cNvPr id="197730" name="Line 131"/>
            <p:cNvSpPr/>
            <p:nvPr/>
          </p:nvSpPr>
          <p:spPr>
            <a:xfrm flipH="1">
              <a:off x="4276" y="1019"/>
              <a:ext cx="54" cy="69"/>
            </a:xfrm>
            <a:prstGeom prst="line">
              <a:avLst/>
            </a:prstGeom>
            <a:ln w="9525" cap="flat" cmpd="sng">
              <a:solidFill>
                <a:srgbClr val="000000"/>
              </a:solidFill>
              <a:prstDash val="solid"/>
              <a:round/>
              <a:headEnd type="none" w="med" len="med"/>
              <a:tailEnd type="none" w="med" len="med"/>
            </a:ln>
          </p:spPr>
        </p:sp>
        <p:sp>
          <p:nvSpPr>
            <p:cNvPr id="197731" name="Rectangle 132"/>
            <p:cNvSpPr/>
            <p:nvPr/>
          </p:nvSpPr>
          <p:spPr>
            <a:xfrm>
              <a:off x="4193" y="883"/>
              <a:ext cx="63" cy="136"/>
            </a:xfrm>
            <a:prstGeom prst="rect">
              <a:avLst/>
            </a:prstGeom>
            <a:solidFill>
              <a:srgbClr val="333399"/>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7732" name="Rectangle 133"/>
            <p:cNvSpPr/>
            <p:nvPr/>
          </p:nvSpPr>
          <p:spPr>
            <a:xfrm>
              <a:off x="4202" y="924"/>
              <a:ext cx="48" cy="48"/>
            </a:xfrm>
            <a:prstGeom prst="rect">
              <a:avLst/>
            </a:prstGeom>
            <a:solidFill>
              <a:srgbClr val="FFFFFF"/>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sp>
        <p:nvSpPr>
          <p:cNvPr id="197733" name="Line 136"/>
          <p:cNvSpPr/>
          <p:nvPr/>
        </p:nvSpPr>
        <p:spPr>
          <a:xfrm flipV="1">
            <a:off x="2543175" y="5443538"/>
            <a:ext cx="490538" cy="1587"/>
          </a:xfrm>
          <a:prstGeom prst="line">
            <a:avLst/>
          </a:prstGeom>
          <a:ln w="9525" cap="flat" cmpd="sng">
            <a:solidFill>
              <a:srgbClr val="000000"/>
            </a:solidFill>
            <a:prstDash val="solid"/>
            <a:round/>
            <a:headEnd type="none" w="med" len="med"/>
            <a:tailEnd type="none" w="med" len="med"/>
          </a:ln>
        </p:spPr>
      </p:sp>
      <p:sp>
        <p:nvSpPr>
          <p:cNvPr id="197734" name="Text Box 137"/>
          <p:cNvSpPr txBox="1"/>
          <p:nvPr/>
        </p:nvSpPr>
        <p:spPr>
          <a:xfrm>
            <a:off x="1003300" y="5835650"/>
            <a:ext cx="1595438" cy="336550"/>
          </a:xfrm>
          <a:prstGeom prst="rect">
            <a:avLst/>
          </a:prstGeom>
          <a:noFill/>
          <a:ln w="9525">
            <a:noFill/>
          </a:ln>
        </p:spPr>
        <p:txBody>
          <a:bodyPr wrap="none" anchor="t" anchorCtr="0">
            <a:spAutoFit/>
          </a:bodyPr>
          <a:p>
            <a:pPr>
              <a:buClrTx/>
              <a:buFontTx/>
            </a:pPr>
            <a:r>
              <a:rPr lang="en-US" altLang="zh-CN" sz="1600" i="0" dirty="0">
                <a:solidFill>
                  <a:srgbClr val="000000"/>
                </a:solidFill>
                <a:latin typeface="Arial" panose="020B0604020202020204" pitchFamily="34" charset="0"/>
                <a:ea typeface="宋体" panose="02010600030101010101" pitchFamily="2" charset="-122"/>
              </a:rPr>
              <a:t>64.233.169.105</a:t>
            </a:r>
            <a:endParaRPr lang="en-US" altLang="zh-CN" sz="1600" i="0" dirty="0">
              <a:solidFill>
                <a:srgbClr val="000000"/>
              </a:solidFill>
              <a:latin typeface="Arial" panose="020B0604020202020204" pitchFamily="34" charset="0"/>
              <a:ea typeface="宋体" panose="02010600030101010101" pitchFamily="2" charset="-122"/>
            </a:endParaRPr>
          </a:p>
        </p:txBody>
      </p:sp>
      <p:sp>
        <p:nvSpPr>
          <p:cNvPr id="197735" name="Text Box 138"/>
          <p:cNvSpPr txBox="1"/>
          <p:nvPr/>
        </p:nvSpPr>
        <p:spPr>
          <a:xfrm>
            <a:off x="971550" y="5541963"/>
            <a:ext cx="1177925" cy="336550"/>
          </a:xfrm>
          <a:prstGeom prst="rect">
            <a:avLst/>
          </a:prstGeom>
          <a:noFill/>
          <a:ln w="9525">
            <a:noFill/>
          </a:ln>
        </p:spPr>
        <p:txBody>
          <a:bodyPr wrap="none" anchor="t" anchorCtr="0">
            <a:spAutoFit/>
          </a:bodyPr>
          <a:p>
            <a:pPr>
              <a:buClrTx/>
              <a:buFontTx/>
            </a:pPr>
            <a:r>
              <a:rPr lang="en-US" altLang="zh-CN" sz="1600" i="0" dirty="0">
                <a:solidFill>
                  <a:srgbClr val="000000"/>
                </a:solidFill>
                <a:latin typeface="Arial" panose="020B0604020202020204" pitchFamily="34" charset="0"/>
                <a:ea typeface="宋体" panose="02010600030101010101" pitchFamily="2" charset="-122"/>
              </a:rPr>
              <a:t>web server</a:t>
            </a:r>
            <a:endParaRPr lang="en-US" altLang="zh-CN" sz="1600" i="0" dirty="0">
              <a:solidFill>
                <a:srgbClr val="000000"/>
              </a:solidFill>
              <a:latin typeface="Arial" panose="020B0604020202020204" pitchFamily="34" charset="0"/>
              <a:ea typeface="宋体" panose="02010600030101010101" pitchFamily="2" charset="-122"/>
            </a:endParaRPr>
          </a:p>
        </p:txBody>
      </p:sp>
      <p:grpSp>
        <p:nvGrpSpPr>
          <p:cNvPr id="197736" name="Group 194"/>
          <p:cNvGrpSpPr/>
          <p:nvPr/>
        </p:nvGrpSpPr>
        <p:grpSpPr>
          <a:xfrm>
            <a:off x="2970213" y="5649913"/>
            <a:ext cx="295275" cy="114300"/>
            <a:chOff x="3228" y="1776"/>
            <a:chExt cx="252" cy="96"/>
          </a:xfrm>
        </p:grpSpPr>
        <p:sp>
          <p:nvSpPr>
            <p:cNvPr id="197737" name="Line 195"/>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7738" name="Line 196"/>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7739" name="Group 197"/>
          <p:cNvGrpSpPr/>
          <p:nvPr/>
        </p:nvGrpSpPr>
        <p:grpSpPr>
          <a:xfrm flipH="1">
            <a:off x="3608388" y="5649913"/>
            <a:ext cx="295275" cy="114300"/>
            <a:chOff x="3228" y="1776"/>
            <a:chExt cx="252" cy="96"/>
          </a:xfrm>
        </p:grpSpPr>
        <p:sp>
          <p:nvSpPr>
            <p:cNvPr id="197740" name="Line 198"/>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7741" name="Line 199"/>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7742" name="Group 200"/>
          <p:cNvGrpSpPr/>
          <p:nvPr/>
        </p:nvGrpSpPr>
        <p:grpSpPr>
          <a:xfrm flipH="1" flipV="1">
            <a:off x="3813175" y="5354638"/>
            <a:ext cx="295275" cy="114300"/>
            <a:chOff x="3228" y="1776"/>
            <a:chExt cx="252" cy="96"/>
          </a:xfrm>
        </p:grpSpPr>
        <p:sp>
          <p:nvSpPr>
            <p:cNvPr id="197743" name="Line 201"/>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7744" name="Line 202"/>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sp>
        <p:nvSpPr>
          <p:cNvPr id="197745" name="Line 290"/>
          <p:cNvSpPr/>
          <p:nvPr/>
        </p:nvSpPr>
        <p:spPr>
          <a:xfrm flipH="1">
            <a:off x="3594100" y="2432050"/>
            <a:ext cx="1882775" cy="2892425"/>
          </a:xfrm>
          <a:prstGeom prst="line">
            <a:avLst/>
          </a:prstGeom>
          <a:ln w="9525" cap="flat" cmpd="sng">
            <a:solidFill>
              <a:schemeClr val="tx1"/>
            </a:solidFill>
            <a:prstDash val="solid"/>
            <a:round/>
            <a:headEnd type="none" w="med" len="med"/>
            <a:tailEnd type="none" w="med" len="med"/>
          </a:ln>
        </p:spPr>
      </p:sp>
      <p:grpSp>
        <p:nvGrpSpPr>
          <p:cNvPr id="706874" name="Group 314"/>
          <p:cNvGrpSpPr/>
          <p:nvPr/>
        </p:nvGrpSpPr>
        <p:grpSpPr>
          <a:xfrm>
            <a:off x="79375" y="1900238"/>
            <a:ext cx="1081088" cy="244475"/>
            <a:chOff x="410" y="1508"/>
            <a:chExt cx="681" cy="154"/>
          </a:xfrm>
        </p:grpSpPr>
        <p:sp>
          <p:nvSpPr>
            <p:cNvPr id="197747" name="Rectangle 99"/>
            <p:cNvSpPr/>
            <p:nvPr/>
          </p:nvSpPr>
          <p:spPr>
            <a:xfrm>
              <a:off x="410" y="1511"/>
              <a:ext cx="681" cy="13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748" name="Rectangle 95"/>
            <p:cNvSpPr/>
            <p:nvPr/>
          </p:nvSpPr>
          <p:spPr>
            <a:xfrm>
              <a:off x="538" y="1536"/>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749" name="Rectangle 96"/>
            <p:cNvSpPr/>
            <p:nvPr/>
          </p:nvSpPr>
          <p:spPr>
            <a:xfrm>
              <a:off x="529" y="1525"/>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750" name="Rectangle 97"/>
            <p:cNvSpPr/>
            <p:nvPr/>
          </p:nvSpPr>
          <p:spPr>
            <a:xfrm>
              <a:off x="423" y="1527"/>
              <a:ext cx="94"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751" name="Rectangle 98"/>
            <p:cNvSpPr/>
            <p:nvPr/>
          </p:nvSpPr>
          <p:spPr>
            <a:xfrm>
              <a:off x="1021" y="1526"/>
              <a:ext cx="60"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97752" name="Group 310"/>
            <p:cNvGrpSpPr/>
            <p:nvPr/>
          </p:nvGrpSpPr>
          <p:grpSpPr>
            <a:xfrm>
              <a:off x="647" y="1508"/>
              <a:ext cx="354" cy="154"/>
              <a:chOff x="290" y="875"/>
              <a:chExt cx="354" cy="154"/>
            </a:xfrm>
          </p:grpSpPr>
          <p:sp>
            <p:nvSpPr>
              <p:cNvPr id="197753" name="Rectangle 311"/>
              <p:cNvSpPr/>
              <p:nvPr/>
            </p:nvSpPr>
            <p:spPr>
              <a:xfrm>
                <a:off x="306" y="909"/>
                <a:ext cx="32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754" name="Rectangle 312"/>
              <p:cNvSpPr/>
              <p:nvPr/>
            </p:nvSpPr>
            <p:spPr>
              <a:xfrm>
                <a:off x="290" y="903"/>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755" name="Text Box 313"/>
              <p:cNvSpPr txBox="1"/>
              <p:nvPr/>
            </p:nvSpPr>
            <p:spPr>
              <a:xfrm>
                <a:off x="332" y="875"/>
                <a:ext cx="280" cy="154"/>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SYN</a:t>
                </a:r>
                <a:endParaRPr lang="en-US" altLang="zh-CN" sz="1000" i="0" dirty="0">
                  <a:latin typeface="Arial" panose="020B0604020202020204" pitchFamily="34" charset="0"/>
                  <a:ea typeface="宋体" panose="02010600030101010101" pitchFamily="2" charset="-122"/>
                </a:endParaRPr>
              </a:p>
            </p:txBody>
          </p:sp>
        </p:grpSp>
      </p:grpSp>
      <p:grpSp>
        <p:nvGrpSpPr>
          <p:cNvPr id="706886" name="Group 326"/>
          <p:cNvGrpSpPr/>
          <p:nvPr/>
        </p:nvGrpSpPr>
        <p:grpSpPr>
          <a:xfrm>
            <a:off x="307975" y="4241800"/>
            <a:ext cx="1081088" cy="782638"/>
            <a:chOff x="59" y="863"/>
            <a:chExt cx="681" cy="493"/>
          </a:xfrm>
        </p:grpSpPr>
        <p:grpSp>
          <p:nvGrpSpPr>
            <p:cNvPr id="197757" name="Group 68"/>
            <p:cNvGrpSpPr/>
            <p:nvPr/>
          </p:nvGrpSpPr>
          <p:grpSpPr>
            <a:xfrm>
              <a:off x="177" y="1042"/>
              <a:ext cx="480" cy="112"/>
              <a:chOff x="627" y="3377"/>
              <a:chExt cx="480" cy="112"/>
            </a:xfrm>
          </p:grpSpPr>
          <p:sp>
            <p:nvSpPr>
              <p:cNvPr id="197758" name="Rectangle 69"/>
              <p:cNvSpPr/>
              <p:nvPr/>
            </p:nvSpPr>
            <p:spPr>
              <a:xfrm>
                <a:off x="636" y="3388"/>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759" name="Rectangle 70"/>
              <p:cNvSpPr/>
              <p:nvPr/>
            </p:nvSpPr>
            <p:spPr>
              <a:xfrm>
                <a:off x="627" y="3377"/>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97760" name="Group 301"/>
            <p:cNvGrpSpPr/>
            <p:nvPr/>
          </p:nvGrpSpPr>
          <p:grpSpPr>
            <a:xfrm>
              <a:off x="290" y="863"/>
              <a:ext cx="354" cy="154"/>
              <a:chOff x="290" y="875"/>
              <a:chExt cx="354" cy="154"/>
            </a:xfrm>
          </p:grpSpPr>
          <p:sp>
            <p:nvSpPr>
              <p:cNvPr id="197761" name="Rectangle 59"/>
              <p:cNvSpPr/>
              <p:nvPr/>
            </p:nvSpPr>
            <p:spPr>
              <a:xfrm>
                <a:off x="306" y="909"/>
                <a:ext cx="32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762" name="Rectangle 60"/>
              <p:cNvSpPr/>
              <p:nvPr/>
            </p:nvSpPr>
            <p:spPr>
              <a:xfrm>
                <a:off x="290" y="903"/>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763" name="Text Box 297"/>
              <p:cNvSpPr txBox="1"/>
              <p:nvPr/>
            </p:nvSpPr>
            <p:spPr>
              <a:xfrm>
                <a:off x="332" y="875"/>
                <a:ext cx="280" cy="154"/>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SYN</a:t>
                </a:r>
                <a:endParaRPr lang="en-US" altLang="zh-CN" sz="1000" i="0" dirty="0">
                  <a:latin typeface="Arial" panose="020B0604020202020204" pitchFamily="34" charset="0"/>
                  <a:ea typeface="宋体" panose="02010600030101010101" pitchFamily="2" charset="-122"/>
                </a:endParaRPr>
              </a:p>
            </p:txBody>
          </p:sp>
        </p:grpSp>
        <p:grpSp>
          <p:nvGrpSpPr>
            <p:cNvPr id="197764" name="Group 302"/>
            <p:cNvGrpSpPr/>
            <p:nvPr/>
          </p:nvGrpSpPr>
          <p:grpSpPr>
            <a:xfrm>
              <a:off x="284" y="1022"/>
              <a:ext cx="354" cy="154"/>
              <a:chOff x="290" y="875"/>
              <a:chExt cx="354" cy="154"/>
            </a:xfrm>
          </p:grpSpPr>
          <p:sp>
            <p:nvSpPr>
              <p:cNvPr id="197765" name="Rectangle 303"/>
              <p:cNvSpPr/>
              <p:nvPr/>
            </p:nvSpPr>
            <p:spPr>
              <a:xfrm>
                <a:off x="306" y="909"/>
                <a:ext cx="32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766" name="Rectangle 304"/>
              <p:cNvSpPr/>
              <p:nvPr/>
            </p:nvSpPr>
            <p:spPr>
              <a:xfrm>
                <a:off x="290" y="903"/>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767" name="Text Box 305"/>
              <p:cNvSpPr txBox="1"/>
              <p:nvPr/>
            </p:nvSpPr>
            <p:spPr>
              <a:xfrm>
                <a:off x="332" y="875"/>
                <a:ext cx="280" cy="154"/>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SYN</a:t>
                </a:r>
                <a:endParaRPr lang="en-US" altLang="zh-CN" sz="1000" i="0" dirty="0">
                  <a:latin typeface="Arial" panose="020B0604020202020204" pitchFamily="34" charset="0"/>
                  <a:ea typeface="宋体" panose="02010600030101010101" pitchFamily="2" charset="-122"/>
                </a:endParaRPr>
              </a:p>
            </p:txBody>
          </p:sp>
        </p:grpSp>
        <p:grpSp>
          <p:nvGrpSpPr>
            <p:cNvPr id="197768" name="Group 315"/>
            <p:cNvGrpSpPr/>
            <p:nvPr/>
          </p:nvGrpSpPr>
          <p:grpSpPr>
            <a:xfrm>
              <a:off x="59" y="1202"/>
              <a:ext cx="681" cy="154"/>
              <a:chOff x="410" y="1508"/>
              <a:chExt cx="681" cy="154"/>
            </a:xfrm>
          </p:grpSpPr>
          <p:sp>
            <p:nvSpPr>
              <p:cNvPr id="197769" name="Rectangle 316"/>
              <p:cNvSpPr/>
              <p:nvPr/>
            </p:nvSpPr>
            <p:spPr>
              <a:xfrm>
                <a:off x="410" y="1511"/>
                <a:ext cx="681" cy="13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770" name="Rectangle 317"/>
              <p:cNvSpPr/>
              <p:nvPr/>
            </p:nvSpPr>
            <p:spPr>
              <a:xfrm>
                <a:off x="538" y="1536"/>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771" name="Rectangle 318"/>
              <p:cNvSpPr/>
              <p:nvPr/>
            </p:nvSpPr>
            <p:spPr>
              <a:xfrm>
                <a:off x="529" y="1525"/>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772" name="Rectangle 319"/>
              <p:cNvSpPr/>
              <p:nvPr/>
            </p:nvSpPr>
            <p:spPr>
              <a:xfrm>
                <a:off x="423" y="1527"/>
                <a:ext cx="94"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773" name="Rectangle 320"/>
              <p:cNvSpPr/>
              <p:nvPr/>
            </p:nvSpPr>
            <p:spPr>
              <a:xfrm>
                <a:off x="1021" y="1526"/>
                <a:ext cx="60"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97774" name="Group 321"/>
              <p:cNvGrpSpPr/>
              <p:nvPr/>
            </p:nvGrpSpPr>
            <p:grpSpPr>
              <a:xfrm>
                <a:off x="647" y="1508"/>
                <a:ext cx="354" cy="154"/>
                <a:chOff x="290" y="875"/>
                <a:chExt cx="354" cy="154"/>
              </a:xfrm>
            </p:grpSpPr>
            <p:sp>
              <p:nvSpPr>
                <p:cNvPr id="197775" name="Rectangle 322"/>
                <p:cNvSpPr/>
                <p:nvPr/>
              </p:nvSpPr>
              <p:spPr>
                <a:xfrm>
                  <a:off x="306" y="909"/>
                  <a:ext cx="32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776" name="Rectangle 323"/>
                <p:cNvSpPr/>
                <p:nvPr/>
              </p:nvSpPr>
              <p:spPr>
                <a:xfrm>
                  <a:off x="290" y="903"/>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777" name="Text Box 324"/>
                <p:cNvSpPr txBox="1"/>
                <p:nvPr/>
              </p:nvSpPr>
              <p:spPr>
                <a:xfrm>
                  <a:off x="332" y="875"/>
                  <a:ext cx="280" cy="154"/>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SYN</a:t>
                  </a:r>
                  <a:endParaRPr lang="en-US" altLang="zh-CN" sz="1000" i="0" dirty="0">
                    <a:latin typeface="Arial" panose="020B0604020202020204" pitchFamily="34" charset="0"/>
                    <a:ea typeface="宋体" panose="02010600030101010101" pitchFamily="2" charset="-122"/>
                  </a:endParaRPr>
                </a:p>
              </p:txBody>
            </p:sp>
          </p:grpSp>
        </p:grpSp>
      </p:grpSp>
      <p:grpSp>
        <p:nvGrpSpPr>
          <p:cNvPr id="706896" name="Group 336"/>
          <p:cNvGrpSpPr/>
          <p:nvPr/>
        </p:nvGrpSpPr>
        <p:grpSpPr>
          <a:xfrm>
            <a:off x="1509713" y="3965575"/>
            <a:ext cx="976312" cy="1460500"/>
            <a:chOff x="4000" y="1895"/>
            <a:chExt cx="615" cy="920"/>
          </a:xfrm>
        </p:grpSpPr>
        <p:sp>
          <p:nvSpPr>
            <p:cNvPr id="197779" name="Freeform 328"/>
            <p:cNvSpPr/>
            <p:nvPr/>
          </p:nvSpPr>
          <p:spPr>
            <a:xfrm>
              <a:off x="4011" y="1912"/>
              <a:ext cx="604" cy="903"/>
            </a:xfrm>
            <a:custGeom>
              <a:avLst/>
              <a:gdLst/>
              <a:ahLst/>
              <a:cxnLst>
                <a:cxn ang="0">
                  <a:pos x="496" y="0"/>
                </a:cxn>
                <a:cxn ang="0">
                  <a:pos x="604" y="903"/>
                </a:cxn>
                <a:cxn ang="0">
                  <a:pos x="0" y="788"/>
                </a:cxn>
                <a:cxn ang="0">
                  <a:pos x="456" y="750"/>
                </a:cxn>
                <a:cxn ang="0">
                  <a:pos x="496" y="0"/>
                </a:cxn>
              </a:cxnLst>
              <a:pathLst>
                <a:path w="604" h="903">
                  <a:moveTo>
                    <a:pt x="496" y="0"/>
                  </a:moveTo>
                  <a:lnTo>
                    <a:pt x="604" y="903"/>
                  </a:lnTo>
                  <a:lnTo>
                    <a:pt x="0" y="788"/>
                  </a:lnTo>
                  <a:lnTo>
                    <a:pt x="456" y="750"/>
                  </a:lnTo>
                  <a:lnTo>
                    <a:pt x="496" y="0"/>
                  </a:lnTo>
                  <a:close/>
                </a:path>
              </a:pathLst>
            </a:custGeom>
            <a:gradFill rotWithShape="1">
              <a:gsLst>
                <a:gs pos="0">
                  <a:schemeClr val="bg1"/>
                </a:gs>
                <a:gs pos="100000">
                  <a:srgbClr val="FF0000"/>
                </a:gs>
              </a:gsLst>
              <a:lin ang="2700000" scaled="1"/>
              <a:tileRect/>
            </a:gradFill>
            <a:ln w="9525">
              <a:noFill/>
            </a:ln>
          </p:spPr>
          <p:txBody>
            <a:bodyPr/>
            <a:p>
              <a:endParaRPr lang="zh-CN" altLang="en-US"/>
            </a:p>
          </p:txBody>
        </p:sp>
        <p:grpSp>
          <p:nvGrpSpPr>
            <p:cNvPr id="197780" name="Group 329"/>
            <p:cNvGrpSpPr/>
            <p:nvPr/>
          </p:nvGrpSpPr>
          <p:grpSpPr>
            <a:xfrm>
              <a:off x="4000" y="1895"/>
              <a:ext cx="500" cy="828"/>
              <a:chOff x="569" y="2954"/>
              <a:chExt cx="500" cy="828"/>
            </a:xfrm>
          </p:grpSpPr>
          <p:sp>
            <p:nvSpPr>
              <p:cNvPr id="197781" name="Rectangle 330"/>
              <p:cNvSpPr/>
              <p:nvPr/>
            </p:nvSpPr>
            <p:spPr>
              <a:xfrm>
                <a:off x="576" y="2973"/>
                <a:ext cx="493" cy="79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782" name="Text Box 331"/>
              <p:cNvSpPr txBox="1"/>
              <p:nvPr/>
            </p:nvSpPr>
            <p:spPr>
              <a:xfrm>
                <a:off x="646" y="2954"/>
                <a:ext cx="371" cy="828"/>
              </a:xfrm>
              <a:prstGeom prst="rect">
                <a:avLst/>
              </a:prstGeom>
              <a:noFill/>
              <a:ln w="9525">
                <a:noFill/>
              </a:ln>
            </p:spPr>
            <p:txBody>
              <a:bodyPr wrap="none" anchor="t" anchorCtr="0">
                <a:spAutoFit/>
              </a:bodyPr>
              <a:p>
                <a:pPr algn="ctr" eaLnBrk="0" hangingPunct="0">
                  <a:buClrTx/>
                  <a:buFontTx/>
                </a:pP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TCP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IP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Eth</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Phy</a:t>
                </a:r>
                <a:endParaRPr lang="en-US" altLang="zh-CN" sz="1600" i="0" dirty="0">
                  <a:latin typeface="Arial" panose="020B0604020202020204" pitchFamily="34" charset="0"/>
                  <a:ea typeface="宋体" panose="02010600030101010101" pitchFamily="2" charset="-122"/>
                </a:endParaRPr>
              </a:p>
            </p:txBody>
          </p:sp>
          <p:sp>
            <p:nvSpPr>
              <p:cNvPr id="197783" name="Line 332"/>
              <p:cNvSpPr/>
              <p:nvPr/>
            </p:nvSpPr>
            <p:spPr>
              <a:xfrm>
                <a:off x="578" y="3130"/>
                <a:ext cx="489" cy="0"/>
              </a:xfrm>
              <a:prstGeom prst="line">
                <a:avLst/>
              </a:prstGeom>
              <a:ln w="9525" cap="flat" cmpd="sng">
                <a:solidFill>
                  <a:schemeClr val="tx1"/>
                </a:solidFill>
                <a:prstDash val="solid"/>
                <a:round/>
                <a:headEnd type="none" w="med" len="med"/>
                <a:tailEnd type="none" w="med" len="med"/>
              </a:ln>
            </p:spPr>
          </p:sp>
          <p:sp>
            <p:nvSpPr>
              <p:cNvPr id="197784" name="Line 333"/>
              <p:cNvSpPr/>
              <p:nvPr/>
            </p:nvSpPr>
            <p:spPr>
              <a:xfrm>
                <a:off x="575" y="3289"/>
                <a:ext cx="489" cy="0"/>
              </a:xfrm>
              <a:prstGeom prst="line">
                <a:avLst/>
              </a:prstGeom>
              <a:ln w="9525" cap="flat" cmpd="sng">
                <a:solidFill>
                  <a:schemeClr val="tx1"/>
                </a:solidFill>
                <a:prstDash val="solid"/>
                <a:round/>
                <a:headEnd type="none" w="med" len="med"/>
                <a:tailEnd type="none" w="med" len="med"/>
              </a:ln>
            </p:spPr>
          </p:sp>
          <p:sp>
            <p:nvSpPr>
              <p:cNvPr id="197785" name="Line 334"/>
              <p:cNvSpPr/>
              <p:nvPr/>
            </p:nvSpPr>
            <p:spPr>
              <a:xfrm>
                <a:off x="572" y="3448"/>
                <a:ext cx="489" cy="0"/>
              </a:xfrm>
              <a:prstGeom prst="line">
                <a:avLst/>
              </a:prstGeom>
              <a:ln w="9525" cap="flat" cmpd="sng">
                <a:solidFill>
                  <a:schemeClr val="tx1"/>
                </a:solidFill>
                <a:prstDash val="solid"/>
                <a:round/>
                <a:headEnd type="none" w="med" len="med"/>
                <a:tailEnd type="none" w="med" len="med"/>
              </a:ln>
            </p:spPr>
          </p:sp>
          <p:sp>
            <p:nvSpPr>
              <p:cNvPr id="197786" name="Line 335"/>
              <p:cNvSpPr/>
              <p:nvPr/>
            </p:nvSpPr>
            <p:spPr>
              <a:xfrm>
                <a:off x="569" y="3607"/>
                <a:ext cx="489" cy="0"/>
              </a:xfrm>
              <a:prstGeom prst="line">
                <a:avLst/>
              </a:prstGeom>
              <a:ln w="9525" cap="flat" cmpd="sng">
                <a:solidFill>
                  <a:schemeClr val="tx1"/>
                </a:solidFill>
                <a:prstDash val="solid"/>
                <a:round/>
                <a:headEnd type="none" w="med" len="med"/>
                <a:tailEnd type="none" w="med" len="med"/>
              </a:ln>
            </p:spPr>
          </p:sp>
        </p:grpSp>
      </p:grpSp>
      <p:grpSp>
        <p:nvGrpSpPr>
          <p:cNvPr id="706897" name="Group 337"/>
          <p:cNvGrpSpPr/>
          <p:nvPr/>
        </p:nvGrpSpPr>
        <p:grpSpPr>
          <a:xfrm>
            <a:off x="79375" y="1355725"/>
            <a:ext cx="1081088" cy="782638"/>
            <a:chOff x="59" y="863"/>
            <a:chExt cx="681" cy="493"/>
          </a:xfrm>
        </p:grpSpPr>
        <p:grpSp>
          <p:nvGrpSpPr>
            <p:cNvPr id="197788" name="Group 338"/>
            <p:cNvGrpSpPr/>
            <p:nvPr/>
          </p:nvGrpSpPr>
          <p:grpSpPr>
            <a:xfrm>
              <a:off x="177" y="1042"/>
              <a:ext cx="480" cy="112"/>
              <a:chOff x="627" y="3377"/>
              <a:chExt cx="480" cy="112"/>
            </a:xfrm>
          </p:grpSpPr>
          <p:sp>
            <p:nvSpPr>
              <p:cNvPr id="197789" name="Rectangle 339"/>
              <p:cNvSpPr/>
              <p:nvPr/>
            </p:nvSpPr>
            <p:spPr>
              <a:xfrm>
                <a:off x="636" y="3388"/>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790" name="Rectangle 340"/>
              <p:cNvSpPr/>
              <p:nvPr/>
            </p:nvSpPr>
            <p:spPr>
              <a:xfrm>
                <a:off x="627" y="3377"/>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97791" name="Group 341"/>
            <p:cNvGrpSpPr/>
            <p:nvPr/>
          </p:nvGrpSpPr>
          <p:grpSpPr>
            <a:xfrm>
              <a:off x="290" y="863"/>
              <a:ext cx="354" cy="154"/>
              <a:chOff x="290" y="875"/>
              <a:chExt cx="354" cy="154"/>
            </a:xfrm>
          </p:grpSpPr>
          <p:sp>
            <p:nvSpPr>
              <p:cNvPr id="197792" name="Rectangle 342"/>
              <p:cNvSpPr/>
              <p:nvPr/>
            </p:nvSpPr>
            <p:spPr>
              <a:xfrm>
                <a:off x="306" y="909"/>
                <a:ext cx="32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793" name="Rectangle 343"/>
              <p:cNvSpPr/>
              <p:nvPr/>
            </p:nvSpPr>
            <p:spPr>
              <a:xfrm>
                <a:off x="290" y="903"/>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794" name="Text Box 344"/>
              <p:cNvSpPr txBox="1"/>
              <p:nvPr/>
            </p:nvSpPr>
            <p:spPr>
              <a:xfrm>
                <a:off x="332" y="875"/>
                <a:ext cx="280" cy="154"/>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SYN</a:t>
                </a:r>
                <a:endParaRPr lang="en-US" altLang="zh-CN" sz="1000" i="0" dirty="0">
                  <a:latin typeface="Arial" panose="020B0604020202020204" pitchFamily="34" charset="0"/>
                  <a:ea typeface="宋体" panose="02010600030101010101" pitchFamily="2" charset="-122"/>
                </a:endParaRPr>
              </a:p>
            </p:txBody>
          </p:sp>
        </p:grpSp>
        <p:grpSp>
          <p:nvGrpSpPr>
            <p:cNvPr id="197795" name="Group 345"/>
            <p:cNvGrpSpPr/>
            <p:nvPr/>
          </p:nvGrpSpPr>
          <p:grpSpPr>
            <a:xfrm>
              <a:off x="284" y="1022"/>
              <a:ext cx="354" cy="154"/>
              <a:chOff x="290" y="875"/>
              <a:chExt cx="354" cy="154"/>
            </a:xfrm>
          </p:grpSpPr>
          <p:sp>
            <p:nvSpPr>
              <p:cNvPr id="197796" name="Rectangle 346"/>
              <p:cNvSpPr/>
              <p:nvPr/>
            </p:nvSpPr>
            <p:spPr>
              <a:xfrm>
                <a:off x="306" y="909"/>
                <a:ext cx="32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797" name="Rectangle 347"/>
              <p:cNvSpPr/>
              <p:nvPr/>
            </p:nvSpPr>
            <p:spPr>
              <a:xfrm>
                <a:off x="290" y="903"/>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798" name="Text Box 348"/>
              <p:cNvSpPr txBox="1"/>
              <p:nvPr/>
            </p:nvSpPr>
            <p:spPr>
              <a:xfrm>
                <a:off x="332" y="875"/>
                <a:ext cx="280" cy="154"/>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SYN</a:t>
                </a:r>
                <a:endParaRPr lang="en-US" altLang="zh-CN" sz="1000" i="0" dirty="0">
                  <a:latin typeface="Arial" panose="020B0604020202020204" pitchFamily="34" charset="0"/>
                  <a:ea typeface="宋体" panose="02010600030101010101" pitchFamily="2" charset="-122"/>
                </a:endParaRPr>
              </a:p>
            </p:txBody>
          </p:sp>
        </p:grpSp>
        <p:grpSp>
          <p:nvGrpSpPr>
            <p:cNvPr id="197799" name="Group 349"/>
            <p:cNvGrpSpPr/>
            <p:nvPr/>
          </p:nvGrpSpPr>
          <p:grpSpPr>
            <a:xfrm>
              <a:off x="59" y="1202"/>
              <a:ext cx="681" cy="154"/>
              <a:chOff x="410" y="1508"/>
              <a:chExt cx="681" cy="154"/>
            </a:xfrm>
          </p:grpSpPr>
          <p:sp>
            <p:nvSpPr>
              <p:cNvPr id="197800" name="Rectangle 350"/>
              <p:cNvSpPr/>
              <p:nvPr/>
            </p:nvSpPr>
            <p:spPr>
              <a:xfrm>
                <a:off x="410" y="1511"/>
                <a:ext cx="681" cy="13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01" name="Rectangle 351"/>
              <p:cNvSpPr/>
              <p:nvPr/>
            </p:nvSpPr>
            <p:spPr>
              <a:xfrm>
                <a:off x="538" y="1536"/>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02" name="Rectangle 352"/>
              <p:cNvSpPr/>
              <p:nvPr/>
            </p:nvSpPr>
            <p:spPr>
              <a:xfrm>
                <a:off x="529" y="1525"/>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03" name="Rectangle 353"/>
              <p:cNvSpPr/>
              <p:nvPr/>
            </p:nvSpPr>
            <p:spPr>
              <a:xfrm>
                <a:off x="423" y="1527"/>
                <a:ext cx="94"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04" name="Rectangle 354"/>
              <p:cNvSpPr/>
              <p:nvPr/>
            </p:nvSpPr>
            <p:spPr>
              <a:xfrm>
                <a:off x="1021" y="1526"/>
                <a:ext cx="60"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97805" name="Group 355"/>
              <p:cNvGrpSpPr/>
              <p:nvPr/>
            </p:nvGrpSpPr>
            <p:grpSpPr>
              <a:xfrm>
                <a:off x="647" y="1508"/>
                <a:ext cx="354" cy="154"/>
                <a:chOff x="290" y="875"/>
                <a:chExt cx="354" cy="154"/>
              </a:xfrm>
            </p:grpSpPr>
            <p:sp>
              <p:nvSpPr>
                <p:cNvPr id="197806" name="Rectangle 356"/>
                <p:cNvSpPr/>
                <p:nvPr/>
              </p:nvSpPr>
              <p:spPr>
                <a:xfrm>
                  <a:off x="306" y="909"/>
                  <a:ext cx="32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07" name="Rectangle 357"/>
                <p:cNvSpPr/>
                <p:nvPr/>
              </p:nvSpPr>
              <p:spPr>
                <a:xfrm>
                  <a:off x="290" y="903"/>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08" name="Text Box 358"/>
                <p:cNvSpPr txBox="1"/>
                <p:nvPr/>
              </p:nvSpPr>
              <p:spPr>
                <a:xfrm>
                  <a:off x="332" y="875"/>
                  <a:ext cx="280" cy="154"/>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SYN</a:t>
                  </a:r>
                  <a:endParaRPr lang="en-US" altLang="zh-CN" sz="1000" i="0" dirty="0">
                    <a:latin typeface="Arial" panose="020B0604020202020204" pitchFamily="34" charset="0"/>
                    <a:ea typeface="宋体" panose="02010600030101010101" pitchFamily="2" charset="-122"/>
                  </a:endParaRPr>
                </a:p>
              </p:txBody>
            </p:sp>
          </p:grpSp>
        </p:grpSp>
      </p:grpSp>
      <p:sp>
        <p:nvSpPr>
          <p:cNvPr id="197809" name="Rectangle 359"/>
          <p:cNvSpPr/>
          <p:nvPr/>
        </p:nvSpPr>
        <p:spPr>
          <a:xfrm>
            <a:off x="979488" y="4452938"/>
            <a:ext cx="184150" cy="244475"/>
          </a:xfrm>
          <a:prstGeom prst="rect">
            <a:avLst/>
          </a:prstGeom>
          <a:noFill/>
          <a:ln w="9525">
            <a:noFill/>
          </a:ln>
        </p:spPr>
        <p:txBody>
          <a:bodyPr wrap="none" anchor="t" anchorCtr="0">
            <a:spAutoFit/>
          </a:bodyPr>
          <a:p>
            <a:pPr eaLnBrk="0" hangingPunct="0">
              <a:buClrTx/>
              <a:buFontTx/>
            </a:pPr>
            <a:endParaRPr lang="zh-CN" altLang="zh-CN" sz="1000" i="0" dirty="0">
              <a:latin typeface="Arial" panose="020B0604020202020204" pitchFamily="34" charset="0"/>
              <a:ea typeface="宋体" panose="02010600030101010101" pitchFamily="2" charset="-122"/>
            </a:endParaRPr>
          </a:p>
        </p:txBody>
      </p:sp>
      <p:grpSp>
        <p:nvGrpSpPr>
          <p:cNvPr id="706951" name="Group 391"/>
          <p:cNvGrpSpPr/>
          <p:nvPr/>
        </p:nvGrpSpPr>
        <p:grpSpPr>
          <a:xfrm>
            <a:off x="306388" y="4241800"/>
            <a:ext cx="1081087" cy="782638"/>
            <a:chOff x="2675" y="3676"/>
            <a:chExt cx="681" cy="493"/>
          </a:xfrm>
        </p:grpSpPr>
        <p:grpSp>
          <p:nvGrpSpPr>
            <p:cNvPr id="197811" name="Group 361"/>
            <p:cNvGrpSpPr/>
            <p:nvPr/>
          </p:nvGrpSpPr>
          <p:grpSpPr>
            <a:xfrm>
              <a:off x="2793" y="3855"/>
              <a:ext cx="480" cy="112"/>
              <a:chOff x="627" y="3377"/>
              <a:chExt cx="480" cy="112"/>
            </a:xfrm>
          </p:grpSpPr>
          <p:sp>
            <p:nvSpPr>
              <p:cNvPr id="197812" name="Rectangle 362"/>
              <p:cNvSpPr/>
              <p:nvPr/>
            </p:nvSpPr>
            <p:spPr>
              <a:xfrm>
                <a:off x="636" y="3388"/>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13" name="Rectangle 363"/>
              <p:cNvSpPr/>
              <p:nvPr/>
            </p:nvSpPr>
            <p:spPr>
              <a:xfrm>
                <a:off x="627" y="3377"/>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97814" name="Group 382"/>
            <p:cNvGrpSpPr/>
            <p:nvPr/>
          </p:nvGrpSpPr>
          <p:grpSpPr>
            <a:xfrm>
              <a:off x="2855" y="3676"/>
              <a:ext cx="444" cy="154"/>
              <a:chOff x="2717" y="3676"/>
              <a:chExt cx="444" cy="154"/>
            </a:xfrm>
          </p:grpSpPr>
          <p:sp>
            <p:nvSpPr>
              <p:cNvPr id="197815" name="Rectangle 365"/>
              <p:cNvSpPr/>
              <p:nvPr/>
            </p:nvSpPr>
            <p:spPr>
              <a:xfrm>
                <a:off x="2775" y="3710"/>
                <a:ext cx="32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16" name="Rectangle 366"/>
              <p:cNvSpPr/>
              <p:nvPr/>
            </p:nvSpPr>
            <p:spPr>
              <a:xfrm>
                <a:off x="2759" y="370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17" name="Text Box 367"/>
              <p:cNvSpPr txBox="1"/>
              <p:nvPr/>
            </p:nvSpPr>
            <p:spPr>
              <a:xfrm>
                <a:off x="2717" y="3676"/>
                <a:ext cx="444" cy="154"/>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SYNACK</a:t>
                </a:r>
                <a:endParaRPr lang="en-US" altLang="zh-CN" sz="1000" i="0" dirty="0">
                  <a:latin typeface="Arial" panose="020B0604020202020204" pitchFamily="34" charset="0"/>
                  <a:ea typeface="宋体" panose="02010600030101010101" pitchFamily="2" charset="-122"/>
                </a:endParaRPr>
              </a:p>
            </p:txBody>
          </p:sp>
        </p:grpSp>
        <p:sp>
          <p:nvSpPr>
            <p:cNvPr id="197818" name="Rectangle 373"/>
            <p:cNvSpPr/>
            <p:nvPr/>
          </p:nvSpPr>
          <p:spPr>
            <a:xfrm>
              <a:off x="2675" y="4018"/>
              <a:ext cx="681" cy="13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19" name="Rectangle 374"/>
            <p:cNvSpPr/>
            <p:nvPr/>
          </p:nvSpPr>
          <p:spPr>
            <a:xfrm>
              <a:off x="2803" y="4043"/>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20" name="Rectangle 375"/>
            <p:cNvSpPr/>
            <p:nvPr/>
          </p:nvSpPr>
          <p:spPr>
            <a:xfrm>
              <a:off x="2794" y="4032"/>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21" name="Rectangle 376"/>
            <p:cNvSpPr/>
            <p:nvPr/>
          </p:nvSpPr>
          <p:spPr>
            <a:xfrm>
              <a:off x="2688" y="4034"/>
              <a:ext cx="94"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22" name="Rectangle 377"/>
            <p:cNvSpPr/>
            <p:nvPr/>
          </p:nvSpPr>
          <p:spPr>
            <a:xfrm>
              <a:off x="3286" y="4033"/>
              <a:ext cx="60"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97823" name="Group 383"/>
            <p:cNvGrpSpPr/>
            <p:nvPr/>
          </p:nvGrpSpPr>
          <p:grpSpPr>
            <a:xfrm>
              <a:off x="2864" y="3835"/>
              <a:ext cx="444" cy="154"/>
              <a:chOff x="2717" y="3676"/>
              <a:chExt cx="444" cy="154"/>
            </a:xfrm>
          </p:grpSpPr>
          <p:sp>
            <p:nvSpPr>
              <p:cNvPr id="197824" name="Rectangle 384"/>
              <p:cNvSpPr/>
              <p:nvPr/>
            </p:nvSpPr>
            <p:spPr>
              <a:xfrm>
                <a:off x="2775" y="3710"/>
                <a:ext cx="32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25" name="Rectangle 385"/>
              <p:cNvSpPr/>
              <p:nvPr/>
            </p:nvSpPr>
            <p:spPr>
              <a:xfrm>
                <a:off x="2759" y="370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26" name="Text Box 386"/>
              <p:cNvSpPr txBox="1"/>
              <p:nvPr/>
            </p:nvSpPr>
            <p:spPr>
              <a:xfrm>
                <a:off x="2717" y="3676"/>
                <a:ext cx="444" cy="154"/>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SYNACK</a:t>
                </a:r>
                <a:endParaRPr lang="en-US" altLang="zh-CN" sz="1000" i="0" dirty="0">
                  <a:latin typeface="Arial" panose="020B0604020202020204" pitchFamily="34" charset="0"/>
                  <a:ea typeface="宋体" panose="02010600030101010101" pitchFamily="2" charset="-122"/>
                </a:endParaRPr>
              </a:p>
            </p:txBody>
          </p:sp>
        </p:grpSp>
        <p:grpSp>
          <p:nvGrpSpPr>
            <p:cNvPr id="197827" name="Group 387"/>
            <p:cNvGrpSpPr/>
            <p:nvPr/>
          </p:nvGrpSpPr>
          <p:grpSpPr>
            <a:xfrm>
              <a:off x="2867" y="4015"/>
              <a:ext cx="444" cy="154"/>
              <a:chOff x="2717" y="3676"/>
              <a:chExt cx="444" cy="154"/>
            </a:xfrm>
          </p:grpSpPr>
          <p:sp>
            <p:nvSpPr>
              <p:cNvPr id="197828" name="Rectangle 388"/>
              <p:cNvSpPr/>
              <p:nvPr/>
            </p:nvSpPr>
            <p:spPr>
              <a:xfrm>
                <a:off x="2775" y="3710"/>
                <a:ext cx="32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29" name="Rectangle 389"/>
              <p:cNvSpPr/>
              <p:nvPr/>
            </p:nvSpPr>
            <p:spPr>
              <a:xfrm>
                <a:off x="2759" y="370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30" name="Text Box 390"/>
              <p:cNvSpPr txBox="1"/>
              <p:nvPr/>
            </p:nvSpPr>
            <p:spPr>
              <a:xfrm>
                <a:off x="2717" y="3676"/>
                <a:ext cx="444" cy="154"/>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SYNACK</a:t>
                </a:r>
                <a:endParaRPr lang="en-US" altLang="zh-CN" sz="1000" i="0" dirty="0">
                  <a:latin typeface="Arial" panose="020B0604020202020204" pitchFamily="34" charset="0"/>
                  <a:ea typeface="宋体" panose="02010600030101010101" pitchFamily="2" charset="-122"/>
                </a:endParaRPr>
              </a:p>
            </p:txBody>
          </p:sp>
        </p:grpSp>
      </p:grpSp>
      <p:grpSp>
        <p:nvGrpSpPr>
          <p:cNvPr id="706983" name="Group 423"/>
          <p:cNvGrpSpPr/>
          <p:nvPr/>
        </p:nvGrpSpPr>
        <p:grpSpPr>
          <a:xfrm>
            <a:off x="82550" y="1354138"/>
            <a:ext cx="1081088" cy="782637"/>
            <a:chOff x="2613" y="3554"/>
            <a:chExt cx="681" cy="493"/>
          </a:xfrm>
        </p:grpSpPr>
        <p:grpSp>
          <p:nvGrpSpPr>
            <p:cNvPr id="197832" name="Group 393"/>
            <p:cNvGrpSpPr/>
            <p:nvPr/>
          </p:nvGrpSpPr>
          <p:grpSpPr>
            <a:xfrm>
              <a:off x="2731" y="3733"/>
              <a:ext cx="480" cy="112"/>
              <a:chOff x="627" y="3377"/>
              <a:chExt cx="480" cy="112"/>
            </a:xfrm>
          </p:grpSpPr>
          <p:sp>
            <p:nvSpPr>
              <p:cNvPr id="197833" name="Rectangle 394"/>
              <p:cNvSpPr/>
              <p:nvPr/>
            </p:nvSpPr>
            <p:spPr>
              <a:xfrm>
                <a:off x="636" y="3388"/>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34" name="Rectangle 395"/>
              <p:cNvSpPr/>
              <p:nvPr/>
            </p:nvSpPr>
            <p:spPr>
              <a:xfrm>
                <a:off x="627" y="3377"/>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97835" name="Group 396"/>
            <p:cNvGrpSpPr/>
            <p:nvPr/>
          </p:nvGrpSpPr>
          <p:grpSpPr>
            <a:xfrm>
              <a:off x="2793" y="3554"/>
              <a:ext cx="444" cy="154"/>
              <a:chOff x="2717" y="3676"/>
              <a:chExt cx="444" cy="154"/>
            </a:xfrm>
          </p:grpSpPr>
          <p:sp>
            <p:nvSpPr>
              <p:cNvPr id="197836" name="Rectangle 397"/>
              <p:cNvSpPr/>
              <p:nvPr/>
            </p:nvSpPr>
            <p:spPr>
              <a:xfrm>
                <a:off x="2775" y="3710"/>
                <a:ext cx="32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37" name="Rectangle 398"/>
              <p:cNvSpPr/>
              <p:nvPr/>
            </p:nvSpPr>
            <p:spPr>
              <a:xfrm>
                <a:off x="2759" y="370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38" name="Text Box 399"/>
              <p:cNvSpPr txBox="1"/>
              <p:nvPr/>
            </p:nvSpPr>
            <p:spPr>
              <a:xfrm>
                <a:off x="2717" y="3676"/>
                <a:ext cx="444" cy="154"/>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SYNACK</a:t>
                </a:r>
                <a:endParaRPr lang="en-US" altLang="zh-CN" sz="1000" i="0" dirty="0">
                  <a:latin typeface="Arial" panose="020B0604020202020204" pitchFamily="34" charset="0"/>
                  <a:ea typeface="宋体" panose="02010600030101010101" pitchFamily="2" charset="-122"/>
                </a:endParaRPr>
              </a:p>
            </p:txBody>
          </p:sp>
        </p:grpSp>
        <p:sp>
          <p:nvSpPr>
            <p:cNvPr id="197839" name="Rectangle 400"/>
            <p:cNvSpPr/>
            <p:nvPr/>
          </p:nvSpPr>
          <p:spPr>
            <a:xfrm>
              <a:off x="2613" y="3896"/>
              <a:ext cx="681" cy="13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40" name="Rectangle 401"/>
            <p:cNvSpPr/>
            <p:nvPr/>
          </p:nvSpPr>
          <p:spPr>
            <a:xfrm>
              <a:off x="2741" y="3921"/>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41" name="Rectangle 402"/>
            <p:cNvSpPr/>
            <p:nvPr/>
          </p:nvSpPr>
          <p:spPr>
            <a:xfrm>
              <a:off x="2732" y="3910"/>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42" name="Rectangle 403"/>
            <p:cNvSpPr/>
            <p:nvPr/>
          </p:nvSpPr>
          <p:spPr>
            <a:xfrm>
              <a:off x="2626" y="3912"/>
              <a:ext cx="94"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43" name="Rectangle 404"/>
            <p:cNvSpPr/>
            <p:nvPr/>
          </p:nvSpPr>
          <p:spPr>
            <a:xfrm>
              <a:off x="3224" y="3911"/>
              <a:ext cx="60"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97844" name="Group 405"/>
            <p:cNvGrpSpPr/>
            <p:nvPr/>
          </p:nvGrpSpPr>
          <p:grpSpPr>
            <a:xfrm>
              <a:off x="2802" y="3713"/>
              <a:ext cx="444" cy="154"/>
              <a:chOff x="2717" y="3676"/>
              <a:chExt cx="444" cy="154"/>
            </a:xfrm>
          </p:grpSpPr>
          <p:sp>
            <p:nvSpPr>
              <p:cNvPr id="197845" name="Rectangle 406"/>
              <p:cNvSpPr/>
              <p:nvPr/>
            </p:nvSpPr>
            <p:spPr>
              <a:xfrm>
                <a:off x="2775" y="3710"/>
                <a:ext cx="32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46" name="Rectangle 407"/>
              <p:cNvSpPr/>
              <p:nvPr/>
            </p:nvSpPr>
            <p:spPr>
              <a:xfrm>
                <a:off x="2759" y="370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47" name="Text Box 408"/>
              <p:cNvSpPr txBox="1"/>
              <p:nvPr/>
            </p:nvSpPr>
            <p:spPr>
              <a:xfrm>
                <a:off x="2717" y="3676"/>
                <a:ext cx="444" cy="154"/>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SYNACK</a:t>
                </a:r>
                <a:endParaRPr lang="en-US" altLang="zh-CN" sz="1000" i="0" dirty="0">
                  <a:latin typeface="Arial" panose="020B0604020202020204" pitchFamily="34" charset="0"/>
                  <a:ea typeface="宋体" panose="02010600030101010101" pitchFamily="2" charset="-122"/>
                </a:endParaRPr>
              </a:p>
            </p:txBody>
          </p:sp>
        </p:grpSp>
        <p:grpSp>
          <p:nvGrpSpPr>
            <p:cNvPr id="197848" name="Group 409"/>
            <p:cNvGrpSpPr/>
            <p:nvPr/>
          </p:nvGrpSpPr>
          <p:grpSpPr>
            <a:xfrm>
              <a:off x="2805" y="3893"/>
              <a:ext cx="444" cy="154"/>
              <a:chOff x="2717" y="3676"/>
              <a:chExt cx="444" cy="154"/>
            </a:xfrm>
          </p:grpSpPr>
          <p:sp>
            <p:nvSpPr>
              <p:cNvPr id="197849" name="Rectangle 410"/>
              <p:cNvSpPr/>
              <p:nvPr/>
            </p:nvSpPr>
            <p:spPr>
              <a:xfrm>
                <a:off x="2775" y="3710"/>
                <a:ext cx="32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50" name="Rectangle 411"/>
              <p:cNvSpPr/>
              <p:nvPr/>
            </p:nvSpPr>
            <p:spPr>
              <a:xfrm>
                <a:off x="2759" y="370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51" name="Text Box 412"/>
              <p:cNvSpPr txBox="1"/>
              <p:nvPr/>
            </p:nvSpPr>
            <p:spPr>
              <a:xfrm>
                <a:off x="2717" y="3676"/>
                <a:ext cx="444" cy="154"/>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SYNACK</a:t>
                </a:r>
                <a:endParaRPr lang="en-US" altLang="zh-CN" sz="1000" i="0" dirty="0">
                  <a:latin typeface="Arial" panose="020B0604020202020204" pitchFamily="34" charset="0"/>
                  <a:ea typeface="宋体" panose="02010600030101010101" pitchFamily="2" charset="-122"/>
                </a:endParaRPr>
              </a:p>
            </p:txBody>
          </p:sp>
        </p:grpSp>
      </p:grpSp>
      <p:grpSp>
        <p:nvGrpSpPr>
          <p:cNvPr id="706982" name="Group 422"/>
          <p:cNvGrpSpPr/>
          <p:nvPr/>
        </p:nvGrpSpPr>
        <p:grpSpPr>
          <a:xfrm>
            <a:off x="311150" y="4772025"/>
            <a:ext cx="1081088" cy="244475"/>
            <a:chOff x="2709" y="3989"/>
            <a:chExt cx="681" cy="154"/>
          </a:xfrm>
        </p:grpSpPr>
        <p:sp>
          <p:nvSpPr>
            <p:cNvPr id="197853" name="Rectangle 413"/>
            <p:cNvSpPr/>
            <p:nvPr/>
          </p:nvSpPr>
          <p:spPr>
            <a:xfrm>
              <a:off x="2709" y="3992"/>
              <a:ext cx="681" cy="13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54" name="Rectangle 414"/>
            <p:cNvSpPr/>
            <p:nvPr/>
          </p:nvSpPr>
          <p:spPr>
            <a:xfrm>
              <a:off x="2837" y="4017"/>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55" name="Rectangle 415"/>
            <p:cNvSpPr/>
            <p:nvPr/>
          </p:nvSpPr>
          <p:spPr>
            <a:xfrm>
              <a:off x="2828" y="4006"/>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56" name="Rectangle 416"/>
            <p:cNvSpPr/>
            <p:nvPr/>
          </p:nvSpPr>
          <p:spPr>
            <a:xfrm>
              <a:off x="2722" y="4008"/>
              <a:ext cx="94"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57" name="Rectangle 417"/>
            <p:cNvSpPr/>
            <p:nvPr/>
          </p:nvSpPr>
          <p:spPr>
            <a:xfrm>
              <a:off x="3320" y="4007"/>
              <a:ext cx="60"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97858" name="Group 418"/>
            <p:cNvGrpSpPr/>
            <p:nvPr/>
          </p:nvGrpSpPr>
          <p:grpSpPr>
            <a:xfrm>
              <a:off x="2901" y="3989"/>
              <a:ext cx="444" cy="154"/>
              <a:chOff x="2717" y="3676"/>
              <a:chExt cx="444" cy="154"/>
            </a:xfrm>
          </p:grpSpPr>
          <p:sp>
            <p:nvSpPr>
              <p:cNvPr id="197859" name="Rectangle 419"/>
              <p:cNvSpPr/>
              <p:nvPr/>
            </p:nvSpPr>
            <p:spPr>
              <a:xfrm>
                <a:off x="2775" y="3710"/>
                <a:ext cx="32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60" name="Rectangle 420"/>
              <p:cNvSpPr/>
              <p:nvPr/>
            </p:nvSpPr>
            <p:spPr>
              <a:xfrm>
                <a:off x="2759" y="370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7861" name="Text Box 421"/>
              <p:cNvSpPr txBox="1"/>
              <p:nvPr/>
            </p:nvSpPr>
            <p:spPr>
              <a:xfrm>
                <a:off x="2717" y="3676"/>
                <a:ext cx="444" cy="154"/>
              </a:xfrm>
              <a:prstGeom prst="rect">
                <a:avLst/>
              </a:prstGeom>
              <a:noFill/>
              <a:ln w="9525">
                <a:noFill/>
              </a:ln>
            </p:spPr>
            <p:txBody>
              <a:bodyPr wrap="none" anchor="t" anchorCtr="0">
                <a:spAutoFit/>
              </a:bodyPr>
              <a:p>
                <a:pPr eaLnBrk="0" hangingPunct="0">
                  <a:buClrTx/>
                  <a:buFontTx/>
                </a:pPr>
                <a:r>
                  <a:rPr lang="en-US" altLang="zh-CN" sz="1000" i="0" dirty="0">
                    <a:latin typeface="Arial" panose="020B0604020202020204" pitchFamily="34" charset="0"/>
                    <a:ea typeface="宋体" panose="02010600030101010101" pitchFamily="2" charset="-122"/>
                  </a:rPr>
                  <a:t>SYNACK</a:t>
                </a:r>
                <a:endParaRPr lang="en-US" altLang="zh-CN" sz="1000" i="0" dirty="0">
                  <a:latin typeface="Arial" panose="020B0604020202020204" pitchFamily="34" charset="0"/>
                  <a:ea typeface="宋体" panose="02010600030101010101" pitchFamily="2" charset="-122"/>
                </a:endParaRPr>
              </a:p>
            </p:txBody>
          </p:sp>
        </p:grpSp>
      </p:grpSp>
      <p:sp>
        <p:nvSpPr>
          <p:cNvPr id="706984" name="Rectangle 424"/>
          <p:cNvSpPr/>
          <p:nvPr/>
        </p:nvSpPr>
        <p:spPr>
          <a:xfrm>
            <a:off x="5183188" y="4916488"/>
            <a:ext cx="3787775" cy="985837"/>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i="0" dirty="0">
                <a:latin typeface="Comic Sans MS" panose="030F0702030302020204" pitchFamily="66" charset="0"/>
                <a:ea typeface="宋体" panose="02010600030101010101" pitchFamily="2" charset="-122"/>
              </a:rPr>
              <a:t>web server responds with </a:t>
            </a:r>
            <a:r>
              <a:rPr lang="en-US" altLang="zh-CN" sz="2000" b="1" dirty="0">
                <a:solidFill>
                  <a:srgbClr val="FF0000"/>
                </a:solidFill>
                <a:latin typeface="Comic Sans MS" panose="030F0702030302020204" pitchFamily="66" charset="0"/>
                <a:ea typeface="宋体" panose="02010600030101010101" pitchFamily="2" charset="-122"/>
              </a:rPr>
              <a:t>TCP SYNACK</a:t>
            </a:r>
            <a:r>
              <a:rPr lang="en-US" altLang="zh-CN" sz="2000" i="0" dirty="0">
                <a:latin typeface="Comic Sans MS" panose="030F0702030302020204" pitchFamily="66" charset="0"/>
                <a:ea typeface="宋体" panose="02010600030101010101" pitchFamily="2" charset="-122"/>
              </a:rPr>
              <a:t> (step 2 in 3-way handshake)</a:t>
            </a:r>
            <a:endParaRPr lang="en-US" altLang="zh-CN" sz="2000" i="0" dirty="0">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06603"/>
                                        </p:tgtEl>
                                        <p:attrNameLst>
                                          <p:attrName>style.visibility</p:attrName>
                                        </p:attrNameLst>
                                      </p:cBhvr>
                                      <p:to>
                                        <p:strVal val="visible"/>
                                      </p:to>
                                    </p:set>
                                    <p:animEffect transition="in" filter="wipe(down)">
                                      <p:cBhvr>
                                        <p:cTn id="7" dur="500"/>
                                        <p:tgtEl>
                                          <p:spTgt spid="706603"/>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706885"/>
                                        </p:tgtEl>
                                        <p:attrNameLst>
                                          <p:attrName>style.visibility</p:attrName>
                                        </p:attrNameLst>
                                      </p:cBhvr>
                                      <p:to>
                                        <p:strVal val="visible"/>
                                      </p:to>
                                    </p:set>
                                    <p:animEffect transition="in" filter="wipe(up)">
                                      <p:cBhvr>
                                        <p:cTn id="11" dur="1000"/>
                                        <p:tgtEl>
                                          <p:spTgt spid="70688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06660"/>
                                        </p:tgtEl>
                                        <p:attrNameLst>
                                          <p:attrName>style.visibility</p:attrName>
                                        </p:attrNameLst>
                                      </p:cBhvr>
                                      <p:to>
                                        <p:strVal val="visible"/>
                                      </p:to>
                                    </p:set>
                                  </p:childTnLst>
                                </p:cTn>
                              </p:par>
                              <p:par>
                                <p:cTn id="16" presetID="22" presetClass="entr" presetSubtype="1" fill="hold" nodeType="withEffect">
                                  <p:stCondLst>
                                    <p:cond delay="0"/>
                                  </p:stCondLst>
                                  <p:childTnLst>
                                    <p:set>
                                      <p:cBhvr>
                                        <p:cTn id="17" dur="1" fill="hold">
                                          <p:stCondLst>
                                            <p:cond delay="0"/>
                                          </p:stCondLst>
                                        </p:cTn>
                                        <p:tgtEl>
                                          <p:spTgt spid="706897"/>
                                        </p:tgtEl>
                                        <p:attrNameLst>
                                          <p:attrName>style.visibility</p:attrName>
                                        </p:attrNameLst>
                                      </p:cBhvr>
                                      <p:to>
                                        <p:strVal val="visible"/>
                                      </p:to>
                                    </p:set>
                                    <p:animEffect transition="in" filter="wipe(up)">
                                      <p:cBhvr>
                                        <p:cTn id="18" dur="1000"/>
                                        <p:tgtEl>
                                          <p:spTgt spid="706897"/>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0687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06661"/>
                                        </p:tgtEl>
                                        <p:attrNameLst>
                                          <p:attrName>style.visibility</p:attrName>
                                        </p:attrNameLst>
                                      </p:cBhvr>
                                      <p:to>
                                        <p:strVal val="visible"/>
                                      </p:to>
                                    </p:set>
                                  </p:childTnLst>
                                </p:cTn>
                              </p:par>
                            </p:childTnLst>
                          </p:cTn>
                        </p:par>
                        <p:par>
                          <p:cTn id="25" fill="hold">
                            <p:stCondLst>
                              <p:cond delay="0"/>
                            </p:stCondLst>
                            <p:childTnLst>
                              <p:par>
                                <p:cTn id="26" presetID="0" presetClass="path" presetSubtype="0" accel="50000" decel="50000" fill="hold" nodeType="afterEffect">
                                  <p:stCondLst>
                                    <p:cond delay="0"/>
                                  </p:stCondLst>
                                  <p:childTnLst>
                                    <p:animMotion origin="layout" path="M 0.00642 0.00625 L 0.00764 0.08467 L 0.36285 0.08767 L 0.26996 0.22878 L 0.33698 0.22739 L 0.55069 0.01874 L 0.29583 0.52209 L 0.02882 0.5251 L 0.02882 0.41545 " pathEditMode="relative" rAng="0" ptsTypes="AAAAAAAAA">
                                      <p:cBhvr>
                                        <p:cTn id="27" dur="2000" fill="hold"/>
                                        <p:tgtEl>
                                          <p:spTgt spid="706874"/>
                                        </p:tgtEl>
                                        <p:attrNameLst>
                                          <p:attrName>ppt_x</p:attrName>
                                          <p:attrName>ppt_y</p:attrName>
                                        </p:attrNameLst>
                                      </p:cBhvr>
                                      <p:rCtr x="27200" y="25900"/>
                                    </p:animMotion>
                                  </p:childTnLst>
                                </p:cTn>
                              </p:par>
                              <p:par>
                                <p:cTn id="28" presetID="9" presetClass="exit" presetSubtype="0" fill="hold" nodeType="withEffect">
                                  <p:stCondLst>
                                    <p:cond delay="0"/>
                                  </p:stCondLst>
                                  <p:childTnLst>
                                    <p:animEffect transition="out" filter="dissolve">
                                      <p:cBhvr>
                                        <p:cTn id="29" dur="500"/>
                                        <p:tgtEl>
                                          <p:spTgt spid="706897"/>
                                        </p:tgtEl>
                                      </p:cBhvr>
                                    </p:animEffect>
                                    <p:set>
                                      <p:cBhvr>
                                        <p:cTn id="30" dur="1" fill="hold">
                                          <p:stCondLst>
                                            <p:cond delay="499"/>
                                          </p:stCondLst>
                                        </p:cTn>
                                        <p:tgtEl>
                                          <p:spTgt spid="706897"/>
                                        </p:tgtEl>
                                        <p:attrNameLst>
                                          <p:attrName>style.visibility</p:attrName>
                                        </p:attrNameLst>
                                      </p:cBhvr>
                                      <p:to>
                                        <p:strVal val="hidden"/>
                                      </p:to>
                                    </p:set>
                                  </p:childTnLst>
                                </p:cTn>
                              </p:par>
                            </p:childTnLst>
                          </p:cTn>
                        </p:par>
                        <p:par>
                          <p:cTn id="31" fill="hold">
                            <p:stCondLst>
                              <p:cond delay="2000"/>
                            </p:stCondLst>
                            <p:childTnLst>
                              <p:par>
                                <p:cTn id="32" presetID="22" presetClass="entr" presetSubtype="4" fill="hold" nodeType="afterEffect">
                                  <p:stCondLst>
                                    <p:cond delay="0"/>
                                  </p:stCondLst>
                                  <p:childTnLst>
                                    <p:set>
                                      <p:cBhvr>
                                        <p:cTn id="33" dur="1" fill="hold">
                                          <p:stCondLst>
                                            <p:cond delay="0"/>
                                          </p:stCondLst>
                                        </p:cTn>
                                        <p:tgtEl>
                                          <p:spTgt spid="706896"/>
                                        </p:tgtEl>
                                        <p:attrNameLst>
                                          <p:attrName>style.visibility</p:attrName>
                                        </p:attrNameLst>
                                      </p:cBhvr>
                                      <p:to>
                                        <p:strVal val="visible"/>
                                      </p:to>
                                    </p:set>
                                    <p:animEffect transition="in" filter="wipe(down)">
                                      <p:cBhvr>
                                        <p:cTn id="34" dur="1000"/>
                                        <p:tgtEl>
                                          <p:spTgt spid="70689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706886"/>
                                        </p:tgtEl>
                                        <p:attrNameLst>
                                          <p:attrName>style.visibility</p:attrName>
                                        </p:attrNameLst>
                                      </p:cBhvr>
                                      <p:to>
                                        <p:strVal val="visible"/>
                                      </p:to>
                                    </p:set>
                                    <p:animEffect transition="in" filter="wipe(down)">
                                      <p:cBhvr>
                                        <p:cTn id="39" dur="500"/>
                                        <p:tgtEl>
                                          <p:spTgt spid="706886"/>
                                        </p:tgtEl>
                                      </p:cBhvr>
                                    </p:animEffect>
                                  </p:childTnLst>
                                </p:cTn>
                              </p:par>
                              <p:par>
                                <p:cTn id="40" presetID="9" presetClass="exit" presetSubtype="0" fill="hold" nodeType="withEffect">
                                  <p:stCondLst>
                                    <p:cond delay="0"/>
                                  </p:stCondLst>
                                  <p:childTnLst>
                                    <p:animEffect transition="out" filter="dissolve">
                                      <p:cBhvr>
                                        <p:cTn id="41" dur="500"/>
                                        <p:tgtEl>
                                          <p:spTgt spid="706874"/>
                                        </p:tgtEl>
                                      </p:cBhvr>
                                    </p:animEffect>
                                    <p:set>
                                      <p:cBhvr>
                                        <p:cTn id="42" dur="1" fill="hold">
                                          <p:stCondLst>
                                            <p:cond delay="499"/>
                                          </p:stCondLst>
                                        </p:cTn>
                                        <p:tgtEl>
                                          <p:spTgt spid="706874"/>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9" presetClass="exit" presetSubtype="0" fill="hold" nodeType="clickEffect">
                                  <p:stCondLst>
                                    <p:cond delay="0"/>
                                  </p:stCondLst>
                                  <p:childTnLst>
                                    <p:animEffect transition="out" filter="dissolve">
                                      <p:cBhvr>
                                        <p:cTn id="46" dur="500"/>
                                        <p:tgtEl>
                                          <p:spTgt spid="706886"/>
                                        </p:tgtEl>
                                      </p:cBhvr>
                                    </p:animEffect>
                                    <p:set>
                                      <p:cBhvr>
                                        <p:cTn id="47" dur="1" fill="hold">
                                          <p:stCondLst>
                                            <p:cond delay="499"/>
                                          </p:stCondLst>
                                        </p:cTn>
                                        <p:tgtEl>
                                          <p:spTgt spid="706886"/>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706951"/>
                                        </p:tgtEl>
                                        <p:attrNameLst>
                                          <p:attrName>style.visibility</p:attrName>
                                        </p:attrNameLst>
                                      </p:cBhvr>
                                      <p:to>
                                        <p:strVal val="visible"/>
                                      </p:to>
                                    </p:set>
                                    <p:animEffect transition="in" filter="wipe(up)">
                                      <p:cBhvr>
                                        <p:cTn id="52" dur="500"/>
                                        <p:tgtEl>
                                          <p:spTgt spid="706951"/>
                                        </p:tgtEl>
                                      </p:cBhvr>
                                    </p:animEffect>
                                  </p:childTnLst>
                                </p:cTn>
                              </p:par>
                            </p:childTnLst>
                          </p:cTn>
                        </p:par>
                        <p:par>
                          <p:cTn id="53" fill="hold">
                            <p:stCondLst>
                              <p:cond delay="500"/>
                            </p:stCondLst>
                            <p:childTnLst>
                              <p:par>
                                <p:cTn id="54" presetID="1" presetClass="entr" presetSubtype="0" fill="hold" grpId="0" nodeType="afterEffect">
                                  <p:stCondLst>
                                    <p:cond delay="0"/>
                                  </p:stCondLst>
                                  <p:childTnLst>
                                    <p:set>
                                      <p:cBhvr>
                                        <p:cTn id="55" dur="1" fill="hold">
                                          <p:stCondLst>
                                            <p:cond delay="0"/>
                                          </p:stCondLst>
                                        </p:cTn>
                                        <p:tgtEl>
                                          <p:spTgt spid="706984"/>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nodeType="clickEffect">
                                  <p:stCondLst>
                                    <p:cond delay="0"/>
                                  </p:stCondLst>
                                  <p:childTnLst>
                                    <p:set>
                                      <p:cBhvr>
                                        <p:cTn id="59" dur="1" fill="hold">
                                          <p:stCondLst>
                                            <p:cond delay="0"/>
                                          </p:stCondLst>
                                        </p:cTn>
                                        <p:tgtEl>
                                          <p:spTgt spid="706982"/>
                                        </p:tgtEl>
                                        <p:attrNameLst>
                                          <p:attrName>style.visibility</p:attrName>
                                        </p:attrNameLst>
                                      </p:cBhvr>
                                      <p:to>
                                        <p:strVal val="visible"/>
                                      </p:to>
                                    </p:set>
                                    <p:animEffect transition="in" filter="dissolve">
                                      <p:cBhvr>
                                        <p:cTn id="60" dur="500"/>
                                        <p:tgtEl>
                                          <p:spTgt spid="706982"/>
                                        </p:tgtEl>
                                      </p:cBhvr>
                                    </p:animEffect>
                                  </p:childTnLst>
                                </p:cTn>
                              </p:par>
                            </p:childTnLst>
                          </p:cTn>
                        </p:par>
                        <p:par>
                          <p:cTn id="61" fill="hold">
                            <p:stCondLst>
                              <p:cond delay="500"/>
                            </p:stCondLst>
                            <p:childTnLst>
                              <p:par>
                                <p:cTn id="62" presetID="0" presetClass="path" presetSubtype="0" accel="50000" decel="50000" fill="hold" nodeType="afterEffect">
                                  <p:stCondLst>
                                    <p:cond delay="0"/>
                                  </p:stCondLst>
                                  <p:childTnLst>
                                    <p:animMotion origin="layout" path="M -1.66667E-6 -2.15591E-6 L -1.66667E-6 0.09415 L 0.28593 0.09091 L 0.52934 -0.40111 L 0.30937 -0.18182 L 0.23403 -0.19755 L 0.32118 -0.33079 L -0.01997 -0.33079 L -0.01875 -0.41846 " pathEditMode="relative" ptsTypes="AAAAAAAAA">
                                      <p:cBhvr>
                                        <p:cTn id="63" dur="2000" fill="hold"/>
                                        <p:tgtEl>
                                          <p:spTgt spid="706982"/>
                                        </p:tgtEl>
                                        <p:attrNameLst>
                                          <p:attrName>ppt_x</p:attrName>
                                          <p:attrName>ppt_y</p:attrName>
                                        </p:attrNameLst>
                                      </p:cBhvr>
                                    </p:animMotion>
                                  </p:childTnLst>
                                </p:cTn>
                              </p:par>
                            </p:childTnLst>
                          </p:cTn>
                        </p:par>
                        <p:par>
                          <p:cTn id="64" fill="hold">
                            <p:stCondLst>
                              <p:cond delay="2500"/>
                            </p:stCondLst>
                            <p:childTnLst>
                              <p:par>
                                <p:cTn id="65" presetID="9" presetClass="exit" presetSubtype="0" fill="hold" nodeType="afterEffect">
                                  <p:stCondLst>
                                    <p:cond delay="0"/>
                                  </p:stCondLst>
                                  <p:childTnLst>
                                    <p:animEffect transition="out" filter="dissolve">
                                      <p:cBhvr>
                                        <p:cTn id="66" dur="500"/>
                                        <p:tgtEl>
                                          <p:spTgt spid="706951"/>
                                        </p:tgtEl>
                                      </p:cBhvr>
                                    </p:animEffect>
                                    <p:set>
                                      <p:cBhvr>
                                        <p:cTn id="67" dur="1" fill="hold">
                                          <p:stCondLst>
                                            <p:cond delay="499"/>
                                          </p:stCondLst>
                                        </p:cTn>
                                        <p:tgtEl>
                                          <p:spTgt spid="706951"/>
                                        </p:tgtEl>
                                        <p:attrNameLst>
                                          <p:attrName>style.visibility</p:attrName>
                                        </p:attrNameLst>
                                      </p:cBhvr>
                                      <p:to>
                                        <p:strVal val="hidden"/>
                                      </p:to>
                                    </p:set>
                                  </p:childTnLst>
                                </p:cTn>
                              </p:par>
                              <p:par>
                                <p:cTn id="68" presetID="9" presetClass="exit" presetSubtype="0" fill="hold" nodeType="withEffect">
                                  <p:stCondLst>
                                    <p:cond delay="0"/>
                                  </p:stCondLst>
                                  <p:childTnLst>
                                    <p:animEffect transition="out" filter="dissolve">
                                      <p:cBhvr>
                                        <p:cTn id="69" dur="500"/>
                                        <p:tgtEl>
                                          <p:spTgt spid="706886"/>
                                        </p:tgtEl>
                                      </p:cBhvr>
                                    </p:animEffect>
                                    <p:set>
                                      <p:cBhvr>
                                        <p:cTn id="70" dur="1" fill="hold">
                                          <p:stCondLst>
                                            <p:cond delay="499"/>
                                          </p:stCondLst>
                                        </p:cTn>
                                        <p:tgtEl>
                                          <p:spTgt spid="706886"/>
                                        </p:tgtEl>
                                        <p:attrNameLst>
                                          <p:attrName>style.visibility</p:attrName>
                                        </p:attrNameLst>
                                      </p:cBhvr>
                                      <p:to>
                                        <p:strVal val="hidden"/>
                                      </p:to>
                                    </p:set>
                                  </p:childTnLst>
                                </p:cTn>
                              </p:par>
                              <p:par>
                                <p:cTn id="71" presetID="9" presetClass="exit" presetSubtype="0" fill="hold" nodeType="withEffect">
                                  <p:stCondLst>
                                    <p:cond delay="0"/>
                                  </p:stCondLst>
                                  <p:childTnLst>
                                    <p:animEffect transition="out" filter="dissolve">
                                      <p:cBhvr>
                                        <p:cTn id="72" dur="500"/>
                                        <p:tgtEl>
                                          <p:spTgt spid="706896"/>
                                        </p:tgtEl>
                                      </p:cBhvr>
                                    </p:animEffect>
                                    <p:set>
                                      <p:cBhvr>
                                        <p:cTn id="73" dur="1" fill="hold">
                                          <p:stCondLst>
                                            <p:cond delay="499"/>
                                          </p:stCondLst>
                                        </p:cTn>
                                        <p:tgtEl>
                                          <p:spTgt spid="706896"/>
                                        </p:tgtEl>
                                        <p:attrNameLst>
                                          <p:attrName>style.visibility</p:attrName>
                                        </p:attrNameLst>
                                      </p:cBhvr>
                                      <p:to>
                                        <p:strVal val="hidden"/>
                                      </p:to>
                                    </p:set>
                                  </p:childTnLst>
                                </p:cTn>
                              </p:par>
                            </p:childTnLst>
                          </p:cTn>
                        </p:par>
                      </p:childTnLst>
                    </p:cTn>
                  </p:par>
                  <p:par>
                    <p:cTn id="74" fill="hold">
                      <p:stCondLst>
                        <p:cond delay="indefinite"/>
                      </p:stCondLst>
                      <p:childTnLst>
                        <p:par>
                          <p:cTn id="75" fill="hold">
                            <p:stCondLst>
                              <p:cond delay="0"/>
                            </p:stCondLst>
                            <p:childTnLst>
                              <p:par>
                                <p:cTn id="76" presetID="9" presetClass="exit" presetSubtype="0" fill="hold" nodeType="clickEffect">
                                  <p:stCondLst>
                                    <p:cond delay="0"/>
                                  </p:stCondLst>
                                  <p:childTnLst>
                                    <p:animEffect transition="out" filter="dissolve">
                                      <p:cBhvr>
                                        <p:cTn id="77" dur="500"/>
                                        <p:tgtEl>
                                          <p:spTgt spid="706982"/>
                                        </p:tgtEl>
                                      </p:cBhvr>
                                    </p:animEffect>
                                    <p:set>
                                      <p:cBhvr>
                                        <p:cTn id="78" dur="1" fill="hold">
                                          <p:stCondLst>
                                            <p:cond delay="499"/>
                                          </p:stCondLst>
                                        </p:cTn>
                                        <p:tgtEl>
                                          <p:spTgt spid="706982"/>
                                        </p:tgtEl>
                                        <p:attrNameLst>
                                          <p:attrName>style.visibility</p:attrName>
                                        </p:attrNameLst>
                                      </p:cBhvr>
                                      <p:to>
                                        <p:strVal val="hidden"/>
                                      </p:to>
                                    </p:set>
                                  </p:childTnLst>
                                </p:cTn>
                              </p:par>
                            </p:childTnLst>
                          </p:cTn>
                        </p:par>
                        <p:par>
                          <p:cTn id="79" fill="hold">
                            <p:stCondLst>
                              <p:cond delay="500"/>
                            </p:stCondLst>
                            <p:childTnLst>
                              <p:par>
                                <p:cTn id="80" presetID="22" presetClass="entr" presetSubtype="4" fill="hold" nodeType="afterEffect">
                                  <p:stCondLst>
                                    <p:cond delay="0"/>
                                  </p:stCondLst>
                                  <p:childTnLst>
                                    <p:set>
                                      <p:cBhvr>
                                        <p:cTn id="81" dur="1" fill="hold">
                                          <p:stCondLst>
                                            <p:cond delay="0"/>
                                          </p:stCondLst>
                                        </p:cTn>
                                        <p:tgtEl>
                                          <p:spTgt spid="706983"/>
                                        </p:tgtEl>
                                        <p:attrNameLst>
                                          <p:attrName>style.visibility</p:attrName>
                                        </p:attrNameLst>
                                      </p:cBhvr>
                                      <p:to>
                                        <p:strVal val="visible"/>
                                      </p:to>
                                    </p:set>
                                    <p:animEffect transition="in" filter="wipe(down)">
                                      <p:cBhvr>
                                        <p:cTn id="82" dur="1000"/>
                                        <p:tgtEl>
                                          <p:spTgt spid="706983"/>
                                        </p:tgtEl>
                                      </p:cBhvr>
                                    </p:animEffect>
                                  </p:childTnLst>
                                </p:cTn>
                              </p:par>
                            </p:childTnLst>
                          </p:cTn>
                        </p:par>
                        <p:par>
                          <p:cTn id="83" fill="hold">
                            <p:stCondLst>
                              <p:cond delay="1500"/>
                            </p:stCondLst>
                            <p:childTnLst>
                              <p:par>
                                <p:cTn id="84" presetID="1" presetClass="entr" presetSubtype="0" fill="hold" grpId="0" nodeType="afterEffect">
                                  <p:stCondLst>
                                    <p:cond delay="0"/>
                                  </p:stCondLst>
                                  <p:childTnLst>
                                    <p:set>
                                      <p:cBhvr>
                                        <p:cTn id="85" dur="1" fill="hold">
                                          <p:stCondLst>
                                            <p:cond delay="0"/>
                                          </p:stCondLst>
                                        </p:cTn>
                                        <p:tgtEl>
                                          <p:spTgt spid="7066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60" grpId="0"/>
      <p:bldP spid="706661" grpId="0"/>
      <p:bldP spid="706662" grpId="0"/>
      <p:bldP spid="706984"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7"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98658"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98659" name="Freeform 2"/>
          <p:cNvSpPr/>
          <p:nvPr/>
        </p:nvSpPr>
        <p:spPr>
          <a:xfrm>
            <a:off x="322263" y="4619625"/>
            <a:ext cx="3963987" cy="1716088"/>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497" h="1081">
                <a:moveTo>
                  <a:pt x="475" y="274"/>
                </a:moveTo>
                <a:cubicBezTo>
                  <a:pt x="381" y="316"/>
                  <a:pt x="280" y="389"/>
                  <a:pt x="204" y="437"/>
                </a:cubicBezTo>
                <a:cubicBezTo>
                  <a:pt x="128" y="485"/>
                  <a:pt x="42" y="503"/>
                  <a:pt x="21" y="559"/>
                </a:cubicBezTo>
                <a:cubicBezTo>
                  <a:pt x="0" y="615"/>
                  <a:pt x="56" y="734"/>
                  <a:pt x="75" y="776"/>
                </a:cubicBezTo>
                <a:cubicBezTo>
                  <a:pt x="94" y="818"/>
                  <a:pt x="116" y="789"/>
                  <a:pt x="136" y="810"/>
                </a:cubicBezTo>
                <a:cubicBezTo>
                  <a:pt x="156" y="831"/>
                  <a:pt x="167" y="876"/>
                  <a:pt x="197" y="905"/>
                </a:cubicBezTo>
                <a:cubicBezTo>
                  <a:pt x="227" y="934"/>
                  <a:pt x="231" y="970"/>
                  <a:pt x="319" y="986"/>
                </a:cubicBezTo>
                <a:cubicBezTo>
                  <a:pt x="407" y="1002"/>
                  <a:pt x="554" y="1003"/>
                  <a:pt x="726" y="1000"/>
                </a:cubicBezTo>
                <a:cubicBezTo>
                  <a:pt x="898" y="997"/>
                  <a:pt x="1146" y="961"/>
                  <a:pt x="1349" y="966"/>
                </a:cubicBezTo>
                <a:cubicBezTo>
                  <a:pt x="1552" y="971"/>
                  <a:pt x="1785" y="1028"/>
                  <a:pt x="1945" y="1033"/>
                </a:cubicBezTo>
                <a:cubicBezTo>
                  <a:pt x="2105" y="1038"/>
                  <a:pt x="2225" y="1081"/>
                  <a:pt x="2311" y="993"/>
                </a:cubicBezTo>
                <a:cubicBezTo>
                  <a:pt x="2397" y="905"/>
                  <a:pt x="2497" y="662"/>
                  <a:pt x="2460" y="506"/>
                </a:cubicBezTo>
                <a:cubicBezTo>
                  <a:pt x="2423" y="350"/>
                  <a:pt x="2280" y="116"/>
                  <a:pt x="2088" y="58"/>
                </a:cubicBezTo>
                <a:cubicBezTo>
                  <a:pt x="1896" y="0"/>
                  <a:pt x="1528" y="138"/>
                  <a:pt x="1308" y="159"/>
                </a:cubicBezTo>
                <a:cubicBezTo>
                  <a:pt x="1088" y="180"/>
                  <a:pt x="906" y="167"/>
                  <a:pt x="766" y="186"/>
                </a:cubicBezTo>
                <a:cubicBezTo>
                  <a:pt x="626" y="205"/>
                  <a:pt x="569" y="232"/>
                  <a:pt x="475" y="274"/>
                </a:cubicBezTo>
                <a:close/>
              </a:path>
            </a:pathLst>
          </a:custGeom>
          <a:gradFill rotWithShape="1">
            <a:gsLst>
              <a:gs pos="0">
                <a:srgbClr val="00FFFF"/>
              </a:gs>
              <a:gs pos="100000">
                <a:srgbClr val="FFFFFF"/>
              </a:gs>
            </a:gsLst>
            <a:lin ang="0" scaled="1"/>
            <a:tileRect/>
          </a:gradFill>
          <a:ln w="9525">
            <a:noFill/>
          </a:ln>
        </p:spPr>
        <p:txBody>
          <a:bodyPr/>
          <a:p>
            <a:endParaRPr lang="zh-CN" altLang="en-US"/>
          </a:p>
        </p:txBody>
      </p:sp>
      <p:sp>
        <p:nvSpPr>
          <p:cNvPr id="198660" name="Freeform 3"/>
          <p:cNvSpPr/>
          <p:nvPr/>
        </p:nvSpPr>
        <p:spPr>
          <a:xfrm>
            <a:off x="4751388" y="871538"/>
            <a:ext cx="1919287" cy="222726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09" h="1403">
                <a:moveTo>
                  <a:pt x="84" y="528"/>
                </a:moveTo>
                <a:cubicBezTo>
                  <a:pt x="51" y="600"/>
                  <a:pt x="28" y="643"/>
                  <a:pt x="16" y="705"/>
                </a:cubicBezTo>
                <a:cubicBezTo>
                  <a:pt x="4" y="767"/>
                  <a:pt x="0" y="845"/>
                  <a:pt x="9" y="901"/>
                </a:cubicBezTo>
                <a:cubicBezTo>
                  <a:pt x="18" y="957"/>
                  <a:pt x="44" y="983"/>
                  <a:pt x="70" y="1043"/>
                </a:cubicBezTo>
                <a:cubicBezTo>
                  <a:pt x="96" y="1103"/>
                  <a:pt x="130" y="1210"/>
                  <a:pt x="165" y="1260"/>
                </a:cubicBezTo>
                <a:cubicBezTo>
                  <a:pt x="200" y="1310"/>
                  <a:pt x="223" y="1324"/>
                  <a:pt x="280" y="1342"/>
                </a:cubicBezTo>
                <a:cubicBezTo>
                  <a:pt x="337" y="1360"/>
                  <a:pt x="393" y="1368"/>
                  <a:pt x="510" y="1369"/>
                </a:cubicBezTo>
                <a:cubicBezTo>
                  <a:pt x="627" y="1370"/>
                  <a:pt x="775" y="1403"/>
                  <a:pt x="985" y="1348"/>
                </a:cubicBezTo>
                <a:cubicBezTo>
                  <a:pt x="1195" y="1293"/>
                  <a:pt x="1209" y="54"/>
                  <a:pt x="985" y="27"/>
                </a:cubicBezTo>
                <a:cubicBezTo>
                  <a:pt x="761" y="0"/>
                  <a:pt x="606" y="115"/>
                  <a:pt x="477" y="156"/>
                </a:cubicBezTo>
                <a:cubicBezTo>
                  <a:pt x="348" y="197"/>
                  <a:pt x="280" y="207"/>
                  <a:pt x="212" y="271"/>
                </a:cubicBezTo>
                <a:cubicBezTo>
                  <a:pt x="144" y="335"/>
                  <a:pt x="117" y="456"/>
                  <a:pt x="84" y="528"/>
                </a:cubicBezTo>
                <a:close/>
              </a:path>
            </a:pathLst>
          </a:custGeom>
          <a:gradFill rotWithShape="1">
            <a:gsLst>
              <a:gs pos="0">
                <a:srgbClr val="00FFFF"/>
              </a:gs>
              <a:gs pos="100000">
                <a:srgbClr val="FFFFFF"/>
              </a:gs>
            </a:gsLst>
            <a:lin ang="0" scaled="1"/>
            <a:tileRect/>
          </a:gradFill>
          <a:ln w="9525">
            <a:noFill/>
          </a:ln>
        </p:spPr>
        <p:txBody>
          <a:bodyPr/>
          <a:p>
            <a:endParaRPr lang="zh-CN" altLang="en-US"/>
          </a:p>
        </p:txBody>
      </p:sp>
      <p:sp>
        <p:nvSpPr>
          <p:cNvPr id="198661" name="Rectangle 4"/>
          <p:cNvSpPr>
            <a:spLocks noGrp="1"/>
          </p:cNvSpPr>
          <p:nvPr>
            <p:ph type="title"/>
          </p:nvPr>
        </p:nvSpPr>
        <p:spPr>
          <a:xfrm>
            <a:off x="323850" y="0"/>
            <a:ext cx="8361363" cy="1143000"/>
          </a:xfrm>
          <a:ln/>
        </p:spPr>
        <p:txBody>
          <a:bodyPr vert="horz" wrap="square" lIns="91440" tIns="45720" rIns="91440" bIns="45720" anchor="ctr" anchorCtr="0"/>
          <a:p>
            <a:r>
              <a:rPr lang="en-US" altLang="zh-CN" sz="2800" u="none" dirty="0">
                <a:ea typeface="宋体" panose="02010600030101010101" pitchFamily="2" charset="-122"/>
              </a:rPr>
              <a:t>A day in the life… HTTP request/reply </a:t>
            </a:r>
            <a:endParaRPr lang="en-US" altLang="zh-CN" sz="2800" u="none" dirty="0">
              <a:ea typeface="宋体" panose="02010600030101010101" pitchFamily="2" charset="-122"/>
            </a:endParaRPr>
          </a:p>
        </p:txBody>
      </p:sp>
      <p:sp>
        <p:nvSpPr>
          <p:cNvPr id="198662" name="Freeform 3"/>
          <p:cNvSpPr/>
          <p:nvPr/>
        </p:nvSpPr>
        <p:spPr>
          <a:xfrm>
            <a:off x="773113" y="1273175"/>
            <a:ext cx="3554412" cy="27543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00FFFF"/>
          </a:solidFill>
          <a:ln w="9525">
            <a:noFill/>
          </a:ln>
        </p:spPr>
        <p:txBody>
          <a:bodyPr/>
          <a:p>
            <a:endParaRPr lang="zh-CN" altLang="en-US"/>
          </a:p>
        </p:txBody>
      </p:sp>
      <p:sp>
        <p:nvSpPr>
          <p:cNvPr id="198663" name="Line 36"/>
          <p:cNvSpPr/>
          <p:nvPr/>
        </p:nvSpPr>
        <p:spPr>
          <a:xfrm flipV="1">
            <a:off x="3775075" y="2344738"/>
            <a:ext cx="155575" cy="142875"/>
          </a:xfrm>
          <a:prstGeom prst="line">
            <a:avLst/>
          </a:prstGeom>
          <a:ln w="9525" cap="flat" cmpd="sng">
            <a:solidFill>
              <a:srgbClr val="000000"/>
            </a:solidFill>
            <a:prstDash val="solid"/>
            <a:round/>
            <a:headEnd type="none" w="med" len="med"/>
            <a:tailEnd type="none" w="med" len="med"/>
          </a:ln>
        </p:spPr>
      </p:sp>
      <p:grpSp>
        <p:nvGrpSpPr>
          <p:cNvPr id="198664" name="Group 38"/>
          <p:cNvGrpSpPr/>
          <p:nvPr/>
        </p:nvGrpSpPr>
        <p:grpSpPr>
          <a:xfrm>
            <a:off x="3255963" y="2459038"/>
            <a:ext cx="742950" cy="311150"/>
            <a:chOff x="1935" y="960"/>
            <a:chExt cx="468" cy="196"/>
          </a:xfrm>
        </p:grpSpPr>
        <p:sp>
          <p:nvSpPr>
            <p:cNvPr id="198665" name="Line 39"/>
            <p:cNvSpPr/>
            <p:nvPr/>
          </p:nvSpPr>
          <p:spPr>
            <a:xfrm>
              <a:off x="2368" y="960"/>
              <a:ext cx="0" cy="0"/>
            </a:xfrm>
            <a:prstGeom prst="line">
              <a:avLst/>
            </a:prstGeom>
            <a:ln w="9525" cap="flat" cmpd="sng">
              <a:solidFill>
                <a:srgbClr val="000000"/>
              </a:solidFill>
              <a:prstDash val="solid"/>
              <a:round/>
              <a:headEnd type="none" w="med" len="med"/>
              <a:tailEnd type="none" w="med" len="med"/>
            </a:ln>
          </p:spPr>
        </p:sp>
        <p:sp>
          <p:nvSpPr>
            <p:cNvPr id="198666" name="Rectangle 40"/>
            <p:cNvSpPr/>
            <p:nvPr/>
          </p:nvSpPr>
          <p:spPr>
            <a:xfrm>
              <a:off x="1935" y="1065"/>
              <a:ext cx="465" cy="91"/>
            </a:xfrm>
            <a:prstGeom prst="rect">
              <a:avLst/>
            </a:prstGeom>
            <a:solidFill>
              <a:srgbClr val="BBE0E3"/>
            </a:solidFill>
            <a:ln w="9525"/>
            <a:scene3d>
              <a:camera prst="legacyObliqueTopRight">
                <a:rot lat="0" lon="0" rev="0"/>
              </a:camera>
              <a:lightRig rig="legacyFlat3" dir="l"/>
            </a:scene3d>
            <a:sp3d extrusionH="430200" prstMaterial="legacyMatte">
              <a:bevelT w="13500" h="13500" prst="angle"/>
              <a:bevelB w="13500" h="13500" prst="angle"/>
              <a:extrusionClr>
                <a:schemeClr val="accent1"/>
              </a:extrusionClr>
            </a:sp3d>
          </p:spPr>
          <p:txBody>
            <a:bodyPr wrap="none" anchor="ctr" anchorCtr="0">
              <a:flatTx/>
            </a:bodyPr>
            <a:p>
              <a:pPr>
                <a:buClrTx/>
                <a:buFontTx/>
              </a:pPr>
              <a:endParaRPr lang="zh-CN" altLang="zh-CN" i="0" dirty="0">
                <a:latin typeface="Arial" panose="020B0604020202020204" pitchFamily="34" charset="0"/>
                <a:ea typeface="宋体" panose="02010600030101010101" pitchFamily="2" charset="-122"/>
              </a:endParaRPr>
            </a:p>
          </p:txBody>
        </p:sp>
        <p:sp>
          <p:nvSpPr>
            <p:cNvPr id="198667" name="Freeform 41"/>
            <p:cNvSpPr/>
            <p:nvPr/>
          </p:nvSpPr>
          <p:spPr>
            <a:xfrm>
              <a:off x="2069" y="975"/>
              <a:ext cx="307" cy="63"/>
            </a:xfrm>
            <a:custGeom>
              <a:avLst/>
              <a:gdLst/>
              <a:ahLst/>
              <a:cxnLst>
                <a:cxn ang="0">
                  <a:pos x="0" y="0"/>
                </a:cxn>
                <a:cxn ang="0">
                  <a:pos x="16" y="0"/>
                </a:cxn>
                <a:cxn ang="0">
                  <a:pos x="55" y="8"/>
                </a:cxn>
                <a:cxn ang="0">
                  <a:pos x="78" y="8"/>
                </a:cxn>
              </a:cxnLst>
              <a:pathLst>
                <a:path w="432" h="105">
                  <a:moveTo>
                    <a:pt x="0" y="0"/>
                  </a:moveTo>
                  <a:lnTo>
                    <a:pt x="85" y="0"/>
                  </a:lnTo>
                  <a:lnTo>
                    <a:pt x="307" y="105"/>
                  </a:lnTo>
                  <a:lnTo>
                    <a:pt x="432" y="105"/>
                  </a:lnTo>
                </a:path>
              </a:pathLst>
            </a:custGeom>
            <a:noFill/>
            <a:ln w="28575" cap="flat" cmpd="sng">
              <a:solidFill>
                <a:srgbClr val="000000"/>
              </a:solidFill>
              <a:prstDash val="solid"/>
              <a:round/>
              <a:headEnd type="none" w="med" len="med"/>
              <a:tailEnd type="none" w="med" len="med"/>
            </a:ln>
          </p:spPr>
          <p:txBody>
            <a:bodyPr/>
            <a:p>
              <a:endParaRPr lang="zh-CN" altLang="en-US"/>
            </a:p>
          </p:txBody>
        </p:sp>
        <p:sp>
          <p:nvSpPr>
            <p:cNvPr id="198668" name="Freeform 42"/>
            <p:cNvSpPr/>
            <p:nvPr/>
          </p:nvSpPr>
          <p:spPr>
            <a:xfrm flipV="1">
              <a:off x="2051" y="981"/>
              <a:ext cx="352" cy="63"/>
            </a:xfrm>
            <a:custGeom>
              <a:avLst/>
              <a:gdLst/>
              <a:ahLst/>
              <a:cxnLst>
                <a:cxn ang="0">
                  <a:pos x="0" y="0"/>
                </a:cxn>
                <a:cxn ang="0">
                  <a:pos x="30" y="0"/>
                </a:cxn>
                <a:cxn ang="0">
                  <a:pos x="110" y="8"/>
                </a:cxn>
                <a:cxn ang="0">
                  <a:pos x="156" y="8"/>
                </a:cxn>
              </a:cxnLst>
              <a:pathLst>
                <a:path w="432" h="105">
                  <a:moveTo>
                    <a:pt x="0" y="0"/>
                  </a:moveTo>
                  <a:lnTo>
                    <a:pt x="85" y="0"/>
                  </a:lnTo>
                  <a:lnTo>
                    <a:pt x="307" y="105"/>
                  </a:lnTo>
                  <a:lnTo>
                    <a:pt x="432" y="105"/>
                  </a:lnTo>
                </a:path>
              </a:pathLst>
            </a:custGeom>
            <a:noFill/>
            <a:ln w="28575" cap="flat" cmpd="sng">
              <a:solidFill>
                <a:srgbClr val="000000"/>
              </a:solidFill>
              <a:prstDash val="solid"/>
              <a:round/>
              <a:headEnd type="none" w="med" len="med"/>
              <a:tailEnd type="none" w="med" len="med"/>
            </a:ln>
          </p:spPr>
          <p:txBody>
            <a:bodyPr/>
            <a:p>
              <a:endParaRPr lang="zh-CN" altLang="en-US"/>
            </a:p>
          </p:txBody>
        </p:sp>
      </p:grpSp>
      <p:sp>
        <p:nvSpPr>
          <p:cNvPr id="198669" name="Line 43"/>
          <p:cNvSpPr/>
          <p:nvPr/>
        </p:nvSpPr>
        <p:spPr>
          <a:xfrm flipV="1">
            <a:off x="2665413" y="2517775"/>
            <a:ext cx="695325" cy="0"/>
          </a:xfrm>
          <a:prstGeom prst="line">
            <a:avLst/>
          </a:prstGeom>
          <a:ln w="9525" cap="flat" cmpd="sng">
            <a:solidFill>
              <a:srgbClr val="000000"/>
            </a:solidFill>
            <a:prstDash val="solid"/>
            <a:round/>
            <a:headEnd type="none" w="med" len="med"/>
            <a:tailEnd type="none" w="med" len="med"/>
          </a:ln>
        </p:spPr>
      </p:sp>
      <p:sp>
        <p:nvSpPr>
          <p:cNvPr id="198670" name="Line 44"/>
          <p:cNvSpPr/>
          <p:nvPr/>
        </p:nvSpPr>
        <p:spPr>
          <a:xfrm flipV="1">
            <a:off x="3924300" y="2201863"/>
            <a:ext cx="138113" cy="142875"/>
          </a:xfrm>
          <a:prstGeom prst="line">
            <a:avLst/>
          </a:prstGeom>
          <a:ln w="9525" cap="flat" cmpd="sng">
            <a:solidFill>
              <a:srgbClr val="000000"/>
            </a:solidFill>
            <a:prstDash val="dash"/>
            <a:round/>
            <a:headEnd type="none" w="med" len="med"/>
            <a:tailEnd type="none" w="med" len="med"/>
          </a:ln>
        </p:spPr>
      </p:sp>
      <p:sp>
        <p:nvSpPr>
          <p:cNvPr id="198671" name="Rectangle 45"/>
          <p:cNvSpPr/>
          <p:nvPr/>
        </p:nvSpPr>
        <p:spPr>
          <a:xfrm>
            <a:off x="2403475" y="2479675"/>
            <a:ext cx="257175" cy="69850"/>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8672" name="Line 48"/>
          <p:cNvSpPr/>
          <p:nvPr/>
        </p:nvSpPr>
        <p:spPr>
          <a:xfrm flipV="1">
            <a:off x="3279775" y="2736850"/>
            <a:ext cx="512763" cy="612775"/>
          </a:xfrm>
          <a:prstGeom prst="line">
            <a:avLst/>
          </a:prstGeom>
          <a:ln w="9525" cap="flat" cmpd="sng">
            <a:solidFill>
              <a:srgbClr val="000000"/>
            </a:solidFill>
            <a:prstDash val="solid"/>
            <a:round/>
            <a:headEnd type="none" w="med" len="med"/>
            <a:tailEnd type="none" w="med" len="med"/>
          </a:ln>
        </p:spPr>
      </p:sp>
      <p:grpSp>
        <p:nvGrpSpPr>
          <p:cNvPr id="198673" name="Group 49"/>
          <p:cNvGrpSpPr/>
          <p:nvPr/>
        </p:nvGrpSpPr>
        <p:grpSpPr>
          <a:xfrm>
            <a:off x="2760663" y="3365500"/>
            <a:ext cx="987425" cy="479425"/>
            <a:chOff x="1118" y="1621"/>
            <a:chExt cx="622" cy="302"/>
          </a:xfrm>
        </p:grpSpPr>
        <p:sp>
          <p:nvSpPr>
            <p:cNvPr id="198674" name="Rectangle 50"/>
            <p:cNvSpPr/>
            <p:nvPr/>
          </p:nvSpPr>
          <p:spPr>
            <a:xfrm>
              <a:off x="1578" y="1789"/>
              <a:ext cx="162" cy="44"/>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8675" name="Rectangle 51"/>
            <p:cNvSpPr/>
            <p:nvPr/>
          </p:nvSpPr>
          <p:spPr>
            <a:xfrm rot="-2700000">
              <a:off x="1336" y="1621"/>
              <a:ext cx="162" cy="44"/>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8676" name="Group 52"/>
            <p:cNvGrpSpPr/>
            <p:nvPr/>
          </p:nvGrpSpPr>
          <p:grpSpPr>
            <a:xfrm>
              <a:off x="1118" y="1684"/>
              <a:ext cx="477" cy="239"/>
              <a:chOff x="2466" y="2026"/>
              <a:chExt cx="477" cy="282"/>
            </a:xfrm>
          </p:grpSpPr>
          <p:sp>
            <p:nvSpPr>
              <p:cNvPr id="198677" name="Oval 53"/>
              <p:cNvSpPr/>
              <p:nvPr/>
            </p:nvSpPr>
            <p:spPr>
              <a:xfrm>
                <a:off x="2466" y="2168"/>
                <a:ext cx="476" cy="14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8678" name="Line 54"/>
              <p:cNvSpPr/>
              <p:nvPr/>
            </p:nvSpPr>
            <p:spPr>
              <a:xfrm>
                <a:off x="2470" y="2125"/>
                <a:ext cx="1" cy="85"/>
              </a:xfrm>
              <a:prstGeom prst="line">
                <a:avLst/>
              </a:prstGeom>
              <a:ln w="12700" cap="flat" cmpd="sng">
                <a:solidFill>
                  <a:srgbClr val="000000"/>
                </a:solidFill>
                <a:prstDash val="solid"/>
                <a:round/>
                <a:headEnd type="none" w="med" len="med"/>
                <a:tailEnd type="none" w="med" len="med"/>
              </a:ln>
            </p:spPr>
          </p:sp>
          <p:sp>
            <p:nvSpPr>
              <p:cNvPr id="198679" name="Rectangle 55"/>
              <p:cNvSpPr/>
              <p:nvPr/>
            </p:nvSpPr>
            <p:spPr>
              <a:xfrm>
                <a:off x="2470" y="2125"/>
                <a:ext cx="472" cy="111"/>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98680" name="Oval 56"/>
              <p:cNvSpPr/>
              <p:nvPr/>
            </p:nvSpPr>
            <p:spPr>
              <a:xfrm>
                <a:off x="2466" y="2026"/>
                <a:ext cx="476" cy="16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8681" name="Group 57"/>
              <p:cNvGrpSpPr/>
              <p:nvPr/>
            </p:nvGrpSpPr>
            <p:grpSpPr>
              <a:xfrm>
                <a:off x="2581" y="2061"/>
                <a:ext cx="236" cy="94"/>
                <a:chOff x="2848" y="848"/>
                <a:chExt cx="140" cy="98"/>
              </a:xfrm>
            </p:grpSpPr>
            <p:sp>
              <p:nvSpPr>
                <p:cNvPr id="198682" name="Line 58"/>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8683" name="Line 59"/>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8684" name="Line 60"/>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98685" name="Group 61"/>
              <p:cNvGrpSpPr/>
              <p:nvPr/>
            </p:nvGrpSpPr>
            <p:grpSpPr>
              <a:xfrm flipV="1">
                <a:off x="2581" y="2060"/>
                <a:ext cx="236" cy="94"/>
                <a:chOff x="2848" y="848"/>
                <a:chExt cx="140" cy="98"/>
              </a:xfrm>
            </p:grpSpPr>
            <p:sp>
              <p:nvSpPr>
                <p:cNvPr id="198686" name="Line 62"/>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8687" name="Line 63"/>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8688" name="Line 64"/>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sp>
            <p:nvSpPr>
              <p:cNvPr id="198689" name="Line 65"/>
              <p:cNvSpPr/>
              <p:nvPr/>
            </p:nvSpPr>
            <p:spPr>
              <a:xfrm flipH="1">
                <a:off x="2942" y="2109"/>
                <a:ext cx="1" cy="127"/>
              </a:xfrm>
              <a:prstGeom prst="line">
                <a:avLst/>
              </a:prstGeom>
              <a:ln w="12700" cap="flat" cmpd="sng">
                <a:solidFill>
                  <a:srgbClr val="000000"/>
                </a:solidFill>
                <a:prstDash val="solid"/>
                <a:round/>
                <a:headEnd type="none" w="med" len="med"/>
                <a:tailEnd type="none" w="med" len="med"/>
              </a:ln>
            </p:spPr>
          </p:sp>
          <p:sp>
            <p:nvSpPr>
              <p:cNvPr id="198690" name="Line 66"/>
              <p:cNvSpPr/>
              <p:nvPr/>
            </p:nvSpPr>
            <p:spPr>
              <a:xfrm flipH="1">
                <a:off x="2466" y="2117"/>
                <a:ext cx="1" cy="127"/>
              </a:xfrm>
              <a:prstGeom prst="line">
                <a:avLst/>
              </a:prstGeom>
              <a:ln w="12700" cap="flat" cmpd="sng">
                <a:solidFill>
                  <a:srgbClr val="000000"/>
                </a:solidFill>
                <a:prstDash val="solid"/>
                <a:round/>
                <a:headEnd type="none" w="med" len="med"/>
                <a:tailEnd type="none" w="med" len="med"/>
              </a:ln>
            </p:spPr>
          </p:sp>
        </p:grpSp>
      </p:grpSp>
      <p:graphicFrame>
        <p:nvGraphicFramePr>
          <p:cNvPr id="198691" name="Object 142"/>
          <p:cNvGraphicFramePr>
            <a:graphicFrameLocks noChangeAspect="1"/>
          </p:cNvGraphicFramePr>
          <p:nvPr/>
        </p:nvGraphicFramePr>
        <p:xfrm>
          <a:off x="1790700" y="2141538"/>
          <a:ext cx="652463" cy="658812"/>
        </p:xfrm>
        <a:graphic>
          <a:graphicData uri="http://schemas.openxmlformats.org/presentationml/2006/ole">
            <mc:AlternateContent xmlns:mc="http://schemas.openxmlformats.org/markup-compatibility/2006">
              <mc:Choice xmlns:v="urn:schemas-microsoft-com:vml" Requires="v">
                <p:oleObj spid="_x0000_s3214" name="" r:id="rId1" imgW="1268095" imgH="1199515" progId="MS_ClipArt_Gallery.2">
                  <p:embed/>
                </p:oleObj>
              </mc:Choice>
              <mc:Fallback>
                <p:oleObj name="" r:id="rId1" imgW="1268095" imgH="1199515" progId="MS_ClipArt_Gallery.2">
                  <p:embed/>
                  <p:pic>
                    <p:nvPicPr>
                      <p:cNvPr id="0" name="图片 3213"/>
                      <p:cNvPicPr/>
                      <p:nvPr/>
                    </p:nvPicPr>
                    <p:blipFill>
                      <a:blip r:embed="rId2"/>
                      <a:stretch>
                        <a:fillRect/>
                      </a:stretch>
                    </p:blipFill>
                    <p:spPr>
                      <a:xfrm>
                        <a:off x="1790700" y="2141538"/>
                        <a:ext cx="652463" cy="658812"/>
                      </a:xfrm>
                      <a:prstGeom prst="rect">
                        <a:avLst/>
                      </a:prstGeom>
                      <a:noFill/>
                      <a:ln w="38100">
                        <a:noFill/>
                        <a:miter/>
                      </a:ln>
                    </p:spPr>
                  </p:pic>
                </p:oleObj>
              </mc:Fallback>
            </mc:AlternateContent>
          </a:graphicData>
        </a:graphic>
      </p:graphicFrame>
      <p:grpSp>
        <p:nvGrpSpPr>
          <p:cNvPr id="198692" name="Group 35"/>
          <p:cNvGrpSpPr/>
          <p:nvPr/>
        </p:nvGrpSpPr>
        <p:grpSpPr>
          <a:xfrm>
            <a:off x="1195388" y="1081088"/>
            <a:ext cx="976312" cy="1460500"/>
            <a:chOff x="651" y="681"/>
            <a:chExt cx="615" cy="920"/>
          </a:xfrm>
        </p:grpSpPr>
        <p:sp>
          <p:nvSpPr>
            <p:cNvPr id="198693" name="Freeform 36"/>
            <p:cNvSpPr/>
            <p:nvPr/>
          </p:nvSpPr>
          <p:spPr>
            <a:xfrm>
              <a:off x="662" y="698"/>
              <a:ext cx="604" cy="903"/>
            </a:xfrm>
            <a:custGeom>
              <a:avLst/>
              <a:gdLst/>
              <a:ahLst/>
              <a:cxnLst>
                <a:cxn ang="0">
                  <a:pos x="496" y="0"/>
                </a:cxn>
                <a:cxn ang="0">
                  <a:pos x="604" y="903"/>
                </a:cxn>
                <a:cxn ang="0">
                  <a:pos x="0" y="788"/>
                </a:cxn>
                <a:cxn ang="0">
                  <a:pos x="456" y="750"/>
                </a:cxn>
                <a:cxn ang="0">
                  <a:pos x="496" y="0"/>
                </a:cxn>
              </a:cxnLst>
              <a:pathLst>
                <a:path w="604" h="903">
                  <a:moveTo>
                    <a:pt x="496" y="0"/>
                  </a:moveTo>
                  <a:lnTo>
                    <a:pt x="604" y="903"/>
                  </a:lnTo>
                  <a:lnTo>
                    <a:pt x="0" y="788"/>
                  </a:lnTo>
                  <a:lnTo>
                    <a:pt x="456" y="750"/>
                  </a:lnTo>
                  <a:lnTo>
                    <a:pt x="496" y="0"/>
                  </a:lnTo>
                  <a:close/>
                </a:path>
              </a:pathLst>
            </a:custGeom>
            <a:gradFill rotWithShape="1">
              <a:gsLst>
                <a:gs pos="0">
                  <a:schemeClr val="bg1"/>
                </a:gs>
                <a:gs pos="100000">
                  <a:srgbClr val="FF0000"/>
                </a:gs>
              </a:gsLst>
              <a:lin ang="2700000" scaled="1"/>
              <a:tileRect/>
            </a:gradFill>
            <a:ln w="9525">
              <a:noFill/>
            </a:ln>
          </p:spPr>
          <p:txBody>
            <a:bodyPr/>
            <a:p>
              <a:endParaRPr lang="zh-CN" altLang="en-US"/>
            </a:p>
          </p:txBody>
        </p:sp>
        <p:grpSp>
          <p:nvGrpSpPr>
            <p:cNvPr id="198694" name="Group 37"/>
            <p:cNvGrpSpPr/>
            <p:nvPr/>
          </p:nvGrpSpPr>
          <p:grpSpPr>
            <a:xfrm>
              <a:off x="651" y="681"/>
              <a:ext cx="500" cy="828"/>
              <a:chOff x="569" y="2954"/>
              <a:chExt cx="500" cy="828"/>
            </a:xfrm>
          </p:grpSpPr>
          <p:sp>
            <p:nvSpPr>
              <p:cNvPr id="198695" name="Rectangle 38"/>
              <p:cNvSpPr/>
              <p:nvPr/>
            </p:nvSpPr>
            <p:spPr>
              <a:xfrm>
                <a:off x="576" y="2973"/>
                <a:ext cx="493" cy="79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696" name="Text Box 39"/>
              <p:cNvSpPr txBox="1"/>
              <p:nvPr/>
            </p:nvSpPr>
            <p:spPr>
              <a:xfrm>
                <a:off x="607" y="2954"/>
                <a:ext cx="449" cy="828"/>
              </a:xfrm>
              <a:prstGeom prst="rect">
                <a:avLst/>
              </a:prstGeom>
              <a:noFill/>
              <a:ln w="9525">
                <a:noFill/>
              </a:ln>
            </p:spPr>
            <p:txBody>
              <a:bodyPr wrap="none" anchor="t" anchorCtr="0">
                <a:spAutoFit/>
              </a:bodyPr>
              <a:p>
                <a:pPr algn="ctr" eaLnBrk="0" hangingPunct="0">
                  <a:buClrTx/>
                  <a:buFontTx/>
                </a:pPr>
                <a:r>
                  <a:rPr lang="en-US" altLang="zh-CN" sz="1600" i="0" dirty="0">
                    <a:latin typeface="Arial" panose="020B0604020202020204" pitchFamily="34" charset="0"/>
                    <a:ea typeface="宋体" panose="02010600030101010101" pitchFamily="2" charset="-122"/>
                  </a:rPr>
                  <a:t>HTTP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TCP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IP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Eth</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Phy</a:t>
                </a:r>
                <a:endParaRPr lang="en-US" altLang="zh-CN" sz="1600" i="0" dirty="0">
                  <a:latin typeface="Arial" panose="020B0604020202020204" pitchFamily="34" charset="0"/>
                  <a:ea typeface="宋体" panose="02010600030101010101" pitchFamily="2" charset="-122"/>
                </a:endParaRPr>
              </a:p>
            </p:txBody>
          </p:sp>
          <p:sp>
            <p:nvSpPr>
              <p:cNvPr id="198697" name="Line 40"/>
              <p:cNvSpPr/>
              <p:nvPr/>
            </p:nvSpPr>
            <p:spPr>
              <a:xfrm>
                <a:off x="578" y="3130"/>
                <a:ext cx="489" cy="0"/>
              </a:xfrm>
              <a:prstGeom prst="line">
                <a:avLst/>
              </a:prstGeom>
              <a:ln w="9525" cap="flat" cmpd="sng">
                <a:solidFill>
                  <a:schemeClr val="tx1"/>
                </a:solidFill>
                <a:prstDash val="solid"/>
                <a:round/>
                <a:headEnd type="none" w="med" len="med"/>
                <a:tailEnd type="none" w="med" len="med"/>
              </a:ln>
            </p:spPr>
          </p:sp>
          <p:sp>
            <p:nvSpPr>
              <p:cNvPr id="198698" name="Line 41"/>
              <p:cNvSpPr/>
              <p:nvPr/>
            </p:nvSpPr>
            <p:spPr>
              <a:xfrm>
                <a:off x="575" y="3289"/>
                <a:ext cx="489" cy="0"/>
              </a:xfrm>
              <a:prstGeom prst="line">
                <a:avLst/>
              </a:prstGeom>
              <a:ln w="9525" cap="flat" cmpd="sng">
                <a:solidFill>
                  <a:schemeClr val="tx1"/>
                </a:solidFill>
                <a:prstDash val="solid"/>
                <a:round/>
                <a:headEnd type="none" w="med" len="med"/>
                <a:tailEnd type="none" w="med" len="med"/>
              </a:ln>
            </p:spPr>
          </p:sp>
          <p:sp>
            <p:nvSpPr>
              <p:cNvPr id="198699" name="Line 42"/>
              <p:cNvSpPr/>
              <p:nvPr/>
            </p:nvSpPr>
            <p:spPr>
              <a:xfrm>
                <a:off x="572" y="3448"/>
                <a:ext cx="489" cy="0"/>
              </a:xfrm>
              <a:prstGeom prst="line">
                <a:avLst/>
              </a:prstGeom>
              <a:ln w="9525" cap="flat" cmpd="sng">
                <a:solidFill>
                  <a:schemeClr val="tx1"/>
                </a:solidFill>
                <a:prstDash val="solid"/>
                <a:round/>
                <a:headEnd type="none" w="med" len="med"/>
                <a:tailEnd type="none" w="med" len="med"/>
              </a:ln>
            </p:spPr>
          </p:sp>
          <p:sp>
            <p:nvSpPr>
              <p:cNvPr id="198700" name="Line 43"/>
              <p:cNvSpPr/>
              <p:nvPr/>
            </p:nvSpPr>
            <p:spPr>
              <a:xfrm>
                <a:off x="569" y="3607"/>
                <a:ext cx="489" cy="0"/>
              </a:xfrm>
              <a:prstGeom prst="line">
                <a:avLst/>
              </a:prstGeom>
              <a:ln w="9525" cap="flat" cmpd="sng">
                <a:solidFill>
                  <a:schemeClr val="tx1"/>
                </a:solidFill>
                <a:prstDash val="solid"/>
                <a:round/>
                <a:headEnd type="none" w="med" len="med"/>
                <a:tailEnd type="none" w="med" len="med"/>
              </a:ln>
            </p:spPr>
          </p:sp>
        </p:grpSp>
      </p:grpSp>
      <p:grpSp>
        <p:nvGrpSpPr>
          <p:cNvPr id="707628" name="Group 44"/>
          <p:cNvGrpSpPr/>
          <p:nvPr/>
        </p:nvGrpSpPr>
        <p:grpSpPr>
          <a:xfrm>
            <a:off x="442913" y="1054100"/>
            <a:ext cx="515937" cy="333375"/>
            <a:chOff x="328" y="678"/>
            <a:chExt cx="325" cy="210"/>
          </a:xfrm>
        </p:grpSpPr>
        <p:grpSp>
          <p:nvGrpSpPr>
            <p:cNvPr id="198702" name="Group 45"/>
            <p:cNvGrpSpPr/>
            <p:nvPr/>
          </p:nvGrpSpPr>
          <p:grpSpPr>
            <a:xfrm>
              <a:off x="328" y="693"/>
              <a:ext cx="325" cy="154"/>
              <a:chOff x="844" y="3337"/>
              <a:chExt cx="325" cy="154"/>
            </a:xfrm>
          </p:grpSpPr>
          <p:sp>
            <p:nvSpPr>
              <p:cNvPr id="198703" name="Rectangle 46"/>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704" name="Text Box 47"/>
              <p:cNvSpPr txBox="1"/>
              <p:nvPr/>
            </p:nvSpPr>
            <p:spPr>
              <a:xfrm>
                <a:off x="844" y="3337"/>
                <a:ext cx="32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HTTP</a:t>
                </a:r>
                <a:endParaRPr lang="en-US" altLang="zh-CN" sz="1000" i="0" dirty="0">
                  <a:solidFill>
                    <a:schemeClr val="bg1"/>
                  </a:solidFill>
                  <a:latin typeface="Arial" panose="020B0604020202020204" pitchFamily="34" charset="0"/>
                  <a:ea typeface="宋体" panose="02010600030101010101" pitchFamily="2" charset="-122"/>
                </a:endParaRPr>
              </a:p>
            </p:txBody>
          </p:sp>
        </p:grpSp>
        <p:sp>
          <p:nvSpPr>
            <p:cNvPr id="198705" name="AutoShape 48"/>
            <p:cNvSpPr/>
            <p:nvPr/>
          </p:nvSpPr>
          <p:spPr>
            <a:xfrm>
              <a:off x="396" y="678"/>
              <a:ext cx="240" cy="210"/>
            </a:xfrm>
            <a:prstGeom prst="downArrow">
              <a:avLst>
                <a:gd name="adj1" fmla="val 49166"/>
                <a:gd name="adj2" fmla="val 24268"/>
              </a:avLst>
            </a:prstGeom>
            <a:gradFill rotWithShape="1">
              <a:gsLst>
                <a:gs pos="0">
                  <a:srgbClr val="FF0000">
                    <a:alpha val="25000"/>
                  </a:srgbClr>
                </a:gs>
                <a:gs pos="100000">
                  <a:srgbClr val="FF0000">
                    <a:alpha val="25000"/>
                  </a:srgbClr>
                </a:gs>
              </a:gsLst>
              <a:lin ang="5400000" scaled="1"/>
              <a:tileRect/>
            </a:gra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707633" name="Rectangle 49"/>
          <p:cNvSpPr/>
          <p:nvPr/>
        </p:nvSpPr>
        <p:spPr>
          <a:xfrm>
            <a:off x="5183188" y="3105150"/>
            <a:ext cx="3441700" cy="950913"/>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b="1" dirty="0">
                <a:solidFill>
                  <a:srgbClr val="FF0000"/>
                </a:solidFill>
                <a:latin typeface="Comic Sans MS" panose="030F0702030302020204" pitchFamily="66" charset="0"/>
                <a:ea typeface="宋体" panose="02010600030101010101" pitchFamily="2" charset="-122"/>
              </a:rPr>
              <a:t>HTTP request</a:t>
            </a:r>
            <a:r>
              <a:rPr lang="en-US" altLang="zh-CN" sz="2000" i="0" dirty="0">
                <a:latin typeface="Comic Sans MS" panose="030F0702030302020204" pitchFamily="66" charset="0"/>
                <a:ea typeface="宋体" panose="02010600030101010101" pitchFamily="2" charset="-122"/>
              </a:rPr>
              <a:t> sent into TCP socket</a:t>
            </a:r>
            <a:endParaRPr lang="en-US" altLang="zh-CN" sz="2000" i="0" dirty="0">
              <a:latin typeface="Comic Sans MS" panose="030F0702030302020204" pitchFamily="66" charset="0"/>
              <a:ea typeface="宋体" panose="02010600030101010101" pitchFamily="2" charset="-122"/>
            </a:endParaRPr>
          </a:p>
        </p:txBody>
      </p:sp>
      <p:sp>
        <p:nvSpPr>
          <p:cNvPr id="707634" name="Rectangle 50"/>
          <p:cNvSpPr/>
          <p:nvPr/>
        </p:nvSpPr>
        <p:spPr>
          <a:xfrm>
            <a:off x="5176838" y="3797300"/>
            <a:ext cx="3787775" cy="985838"/>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i="0" dirty="0">
                <a:latin typeface="Comic Sans MS" panose="030F0702030302020204" pitchFamily="66" charset="0"/>
                <a:ea typeface="宋体" panose="02010600030101010101" pitchFamily="2" charset="-122"/>
              </a:rPr>
              <a:t>IP datagram containing HTTP request routed to www.google.com</a:t>
            </a:r>
            <a:endParaRPr lang="en-US" altLang="zh-CN" sz="2000" i="0" dirty="0">
              <a:latin typeface="Comic Sans MS" panose="030F0702030302020204" pitchFamily="66" charset="0"/>
              <a:ea typeface="宋体" panose="02010600030101010101" pitchFamily="2" charset="-122"/>
            </a:endParaRPr>
          </a:p>
        </p:txBody>
      </p:sp>
      <p:sp>
        <p:nvSpPr>
          <p:cNvPr id="707635" name="Rectangle 51"/>
          <p:cNvSpPr/>
          <p:nvPr/>
        </p:nvSpPr>
        <p:spPr>
          <a:xfrm>
            <a:off x="5189538" y="5702300"/>
            <a:ext cx="3865562" cy="536575"/>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i="0" dirty="0">
                <a:latin typeface="Comic Sans MS" panose="030F0702030302020204" pitchFamily="66" charset="0"/>
                <a:ea typeface="宋体" panose="02010600030101010101" pitchFamily="2" charset="-122"/>
              </a:rPr>
              <a:t>IP datgram containing HTTP reply routed back to client</a:t>
            </a:r>
            <a:endParaRPr lang="en-US" altLang="zh-CN" sz="2000" i="0" dirty="0">
              <a:latin typeface="Comic Sans MS" panose="030F0702030302020204" pitchFamily="66" charset="0"/>
              <a:ea typeface="宋体" panose="02010600030101010101" pitchFamily="2" charset="-122"/>
            </a:endParaRPr>
          </a:p>
        </p:txBody>
      </p:sp>
      <p:grpSp>
        <p:nvGrpSpPr>
          <p:cNvPr id="198709" name="Group 4"/>
          <p:cNvGrpSpPr/>
          <p:nvPr/>
        </p:nvGrpSpPr>
        <p:grpSpPr>
          <a:xfrm>
            <a:off x="5173663" y="2041525"/>
            <a:ext cx="757237" cy="379413"/>
            <a:chOff x="2466" y="2026"/>
            <a:chExt cx="477" cy="282"/>
          </a:xfrm>
        </p:grpSpPr>
        <p:sp>
          <p:nvSpPr>
            <p:cNvPr id="198710" name="Oval 5"/>
            <p:cNvSpPr/>
            <p:nvPr/>
          </p:nvSpPr>
          <p:spPr>
            <a:xfrm>
              <a:off x="2466" y="2168"/>
              <a:ext cx="476" cy="14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8711" name="Line 6"/>
            <p:cNvSpPr/>
            <p:nvPr/>
          </p:nvSpPr>
          <p:spPr>
            <a:xfrm>
              <a:off x="2470" y="2125"/>
              <a:ext cx="1" cy="85"/>
            </a:xfrm>
            <a:prstGeom prst="line">
              <a:avLst/>
            </a:prstGeom>
            <a:ln w="12700" cap="flat" cmpd="sng">
              <a:solidFill>
                <a:srgbClr val="000000"/>
              </a:solidFill>
              <a:prstDash val="solid"/>
              <a:round/>
              <a:headEnd type="none" w="med" len="med"/>
              <a:tailEnd type="none" w="med" len="med"/>
            </a:ln>
          </p:spPr>
        </p:sp>
        <p:sp>
          <p:nvSpPr>
            <p:cNvPr id="198712" name="Rectangle 7"/>
            <p:cNvSpPr/>
            <p:nvPr/>
          </p:nvSpPr>
          <p:spPr>
            <a:xfrm>
              <a:off x="2470" y="2125"/>
              <a:ext cx="472" cy="111"/>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98713" name="Oval 8"/>
            <p:cNvSpPr/>
            <p:nvPr/>
          </p:nvSpPr>
          <p:spPr>
            <a:xfrm>
              <a:off x="2466" y="2026"/>
              <a:ext cx="476" cy="16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8714" name="Group 9"/>
            <p:cNvGrpSpPr/>
            <p:nvPr/>
          </p:nvGrpSpPr>
          <p:grpSpPr>
            <a:xfrm>
              <a:off x="2581" y="2061"/>
              <a:ext cx="236" cy="94"/>
              <a:chOff x="2848" y="848"/>
              <a:chExt cx="140" cy="98"/>
            </a:xfrm>
          </p:grpSpPr>
          <p:sp>
            <p:nvSpPr>
              <p:cNvPr id="198715" name="Line 10"/>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8716" name="Line 11"/>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8717" name="Line 12"/>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98718" name="Group 13"/>
            <p:cNvGrpSpPr/>
            <p:nvPr/>
          </p:nvGrpSpPr>
          <p:grpSpPr>
            <a:xfrm flipV="1">
              <a:off x="2581" y="2060"/>
              <a:ext cx="236" cy="94"/>
              <a:chOff x="2848" y="848"/>
              <a:chExt cx="140" cy="98"/>
            </a:xfrm>
          </p:grpSpPr>
          <p:sp>
            <p:nvSpPr>
              <p:cNvPr id="198719" name="Line 14"/>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8720" name="Line 15"/>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8721" name="Line 16"/>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sp>
          <p:nvSpPr>
            <p:cNvPr id="198722" name="Line 17"/>
            <p:cNvSpPr/>
            <p:nvPr/>
          </p:nvSpPr>
          <p:spPr>
            <a:xfrm flipH="1">
              <a:off x="2942" y="2109"/>
              <a:ext cx="1" cy="127"/>
            </a:xfrm>
            <a:prstGeom prst="line">
              <a:avLst/>
            </a:prstGeom>
            <a:ln w="12700" cap="flat" cmpd="sng">
              <a:solidFill>
                <a:srgbClr val="000000"/>
              </a:solidFill>
              <a:prstDash val="solid"/>
              <a:round/>
              <a:headEnd type="none" w="med" len="med"/>
              <a:tailEnd type="none" w="med" len="med"/>
            </a:ln>
          </p:spPr>
        </p:sp>
        <p:sp>
          <p:nvSpPr>
            <p:cNvPr id="198723" name="Line 18"/>
            <p:cNvSpPr/>
            <p:nvPr/>
          </p:nvSpPr>
          <p:spPr>
            <a:xfrm flipH="1">
              <a:off x="2466" y="2117"/>
              <a:ext cx="1" cy="127"/>
            </a:xfrm>
            <a:prstGeom prst="line">
              <a:avLst/>
            </a:prstGeom>
            <a:ln w="12700" cap="flat" cmpd="sng">
              <a:solidFill>
                <a:srgbClr val="000000"/>
              </a:solidFill>
              <a:prstDash val="solid"/>
              <a:round/>
              <a:headEnd type="none" w="med" len="med"/>
              <a:tailEnd type="none" w="med" len="med"/>
            </a:ln>
          </p:spPr>
        </p:sp>
      </p:grpSp>
      <p:grpSp>
        <p:nvGrpSpPr>
          <p:cNvPr id="198724" name="Group 166"/>
          <p:cNvGrpSpPr/>
          <p:nvPr/>
        </p:nvGrpSpPr>
        <p:grpSpPr>
          <a:xfrm>
            <a:off x="3795713" y="2409825"/>
            <a:ext cx="1576387" cy="1287463"/>
            <a:chOff x="3228" y="1776"/>
            <a:chExt cx="252" cy="96"/>
          </a:xfrm>
        </p:grpSpPr>
        <p:sp>
          <p:nvSpPr>
            <p:cNvPr id="198725" name="Line 164"/>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8726" name="Line 165"/>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8727" name="Group 167"/>
          <p:cNvGrpSpPr/>
          <p:nvPr/>
        </p:nvGrpSpPr>
        <p:grpSpPr>
          <a:xfrm flipH="1">
            <a:off x="5600700" y="2424113"/>
            <a:ext cx="400050" cy="152400"/>
            <a:chOff x="3228" y="1776"/>
            <a:chExt cx="252" cy="96"/>
          </a:xfrm>
        </p:grpSpPr>
        <p:sp>
          <p:nvSpPr>
            <p:cNvPr id="198728" name="Line 168"/>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8729" name="Line 169"/>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8730" name="Group 170"/>
          <p:cNvGrpSpPr/>
          <p:nvPr/>
        </p:nvGrpSpPr>
        <p:grpSpPr>
          <a:xfrm flipH="1" flipV="1">
            <a:off x="5753100" y="1900238"/>
            <a:ext cx="400050" cy="152400"/>
            <a:chOff x="3228" y="1776"/>
            <a:chExt cx="252" cy="96"/>
          </a:xfrm>
        </p:grpSpPr>
        <p:sp>
          <p:nvSpPr>
            <p:cNvPr id="198731" name="Line 171"/>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8732" name="Line 172"/>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8733" name="Group 110"/>
          <p:cNvGrpSpPr/>
          <p:nvPr/>
        </p:nvGrpSpPr>
        <p:grpSpPr>
          <a:xfrm>
            <a:off x="3057525" y="5273675"/>
            <a:ext cx="757238" cy="379413"/>
            <a:chOff x="2466" y="2026"/>
            <a:chExt cx="477" cy="282"/>
          </a:xfrm>
        </p:grpSpPr>
        <p:sp>
          <p:nvSpPr>
            <p:cNvPr id="198734" name="Oval 111"/>
            <p:cNvSpPr/>
            <p:nvPr/>
          </p:nvSpPr>
          <p:spPr>
            <a:xfrm>
              <a:off x="2466" y="2168"/>
              <a:ext cx="476" cy="14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8735" name="Line 112"/>
            <p:cNvSpPr/>
            <p:nvPr/>
          </p:nvSpPr>
          <p:spPr>
            <a:xfrm>
              <a:off x="2470" y="2125"/>
              <a:ext cx="1" cy="85"/>
            </a:xfrm>
            <a:prstGeom prst="line">
              <a:avLst/>
            </a:prstGeom>
            <a:ln w="12700" cap="flat" cmpd="sng">
              <a:solidFill>
                <a:srgbClr val="000000"/>
              </a:solidFill>
              <a:prstDash val="solid"/>
              <a:round/>
              <a:headEnd type="none" w="med" len="med"/>
              <a:tailEnd type="none" w="med" len="med"/>
            </a:ln>
          </p:spPr>
        </p:sp>
        <p:sp>
          <p:nvSpPr>
            <p:cNvPr id="198736" name="Rectangle 113"/>
            <p:cNvSpPr/>
            <p:nvPr/>
          </p:nvSpPr>
          <p:spPr>
            <a:xfrm>
              <a:off x="2470" y="2125"/>
              <a:ext cx="472" cy="111"/>
            </a:xfrm>
            <a:prstGeom prst="rect">
              <a:avLst/>
            </a:prstGeom>
            <a:solidFill>
              <a:srgbClr val="DDDDDD"/>
            </a:solidFill>
            <a:ln w="12700">
              <a:noFill/>
            </a:ln>
          </p:spPr>
          <p:txBody>
            <a:bodyPr wrap="none" anchor="ctr" anchorCtr="0"/>
            <a:p>
              <a:pPr algn="ctr" eaLnBrk="0" hangingPunct="0">
                <a:buClrTx/>
                <a:buFontTx/>
              </a:pPr>
              <a:endParaRPr lang="zh-CN" altLang="zh-CN" sz="2400" i="0" dirty="0">
                <a:latin typeface="Times New Roman" panose="02020603050405020304" pitchFamily="18" charset="0"/>
                <a:ea typeface="宋体" panose="02010600030101010101" pitchFamily="2" charset="-122"/>
              </a:endParaRPr>
            </a:p>
          </p:txBody>
        </p:sp>
        <p:sp>
          <p:nvSpPr>
            <p:cNvPr id="198737" name="Oval 114"/>
            <p:cNvSpPr/>
            <p:nvPr/>
          </p:nvSpPr>
          <p:spPr>
            <a:xfrm>
              <a:off x="2466" y="2026"/>
              <a:ext cx="476" cy="160"/>
            </a:xfrm>
            <a:prstGeom prst="ellipse">
              <a:avLst/>
            </a:prstGeom>
            <a:solidFill>
              <a:srgbClr val="DDDDDD"/>
            </a:solidFill>
            <a:ln w="12700" cap="flat" cmpd="sng">
              <a:solidFill>
                <a:srgbClr val="000000"/>
              </a:solidFill>
              <a:prstDash val="solid"/>
              <a:round/>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nvGrpSpPr>
            <p:cNvPr id="198738" name="Group 115"/>
            <p:cNvGrpSpPr/>
            <p:nvPr/>
          </p:nvGrpSpPr>
          <p:grpSpPr>
            <a:xfrm>
              <a:off x="2581" y="2061"/>
              <a:ext cx="236" cy="94"/>
              <a:chOff x="2848" y="848"/>
              <a:chExt cx="140" cy="98"/>
            </a:xfrm>
          </p:grpSpPr>
          <p:sp>
            <p:nvSpPr>
              <p:cNvPr id="198739" name="Line 116"/>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8740" name="Line 117"/>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8741" name="Line 118"/>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98742" name="Group 119"/>
            <p:cNvGrpSpPr/>
            <p:nvPr/>
          </p:nvGrpSpPr>
          <p:grpSpPr>
            <a:xfrm flipV="1">
              <a:off x="2581" y="2060"/>
              <a:ext cx="236" cy="94"/>
              <a:chOff x="2848" y="848"/>
              <a:chExt cx="140" cy="98"/>
            </a:xfrm>
          </p:grpSpPr>
          <p:sp>
            <p:nvSpPr>
              <p:cNvPr id="198743" name="Line 120"/>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98744" name="Line 121"/>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98745" name="Line 122"/>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sp>
          <p:nvSpPr>
            <p:cNvPr id="198746" name="Line 123"/>
            <p:cNvSpPr/>
            <p:nvPr/>
          </p:nvSpPr>
          <p:spPr>
            <a:xfrm flipH="1">
              <a:off x="2942" y="2109"/>
              <a:ext cx="1" cy="127"/>
            </a:xfrm>
            <a:prstGeom prst="line">
              <a:avLst/>
            </a:prstGeom>
            <a:ln w="12700" cap="flat" cmpd="sng">
              <a:solidFill>
                <a:srgbClr val="000000"/>
              </a:solidFill>
              <a:prstDash val="solid"/>
              <a:round/>
              <a:headEnd type="none" w="med" len="med"/>
              <a:tailEnd type="none" w="med" len="med"/>
            </a:ln>
          </p:spPr>
        </p:sp>
        <p:sp>
          <p:nvSpPr>
            <p:cNvPr id="198747" name="Line 124"/>
            <p:cNvSpPr/>
            <p:nvPr/>
          </p:nvSpPr>
          <p:spPr>
            <a:xfrm flipH="1">
              <a:off x="2466" y="2117"/>
              <a:ext cx="1" cy="127"/>
            </a:xfrm>
            <a:prstGeom prst="line">
              <a:avLst/>
            </a:prstGeom>
            <a:ln w="12700" cap="flat" cmpd="sng">
              <a:solidFill>
                <a:srgbClr val="000000"/>
              </a:solidFill>
              <a:prstDash val="solid"/>
              <a:round/>
              <a:headEnd type="none" w="med" len="med"/>
              <a:tailEnd type="none" w="med" len="med"/>
            </a:ln>
          </p:spPr>
        </p:sp>
      </p:grpSp>
      <p:grpSp>
        <p:nvGrpSpPr>
          <p:cNvPr id="198748" name="Group 125"/>
          <p:cNvGrpSpPr/>
          <p:nvPr/>
        </p:nvGrpSpPr>
        <p:grpSpPr>
          <a:xfrm>
            <a:off x="2338388" y="4953000"/>
            <a:ext cx="306387" cy="647700"/>
            <a:chOff x="4180" y="783"/>
            <a:chExt cx="150" cy="307"/>
          </a:xfrm>
        </p:grpSpPr>
        <p:sp>
          <p:nvSpPr>
            <p:cNvPr id="198749" name="AutoShape 126"/>
            <p:cNvSpPr/>
            <p:nvPr/>
          </p:nvSpPr>
          <p:spPr>
            <a:xfrm>
              <a:off x="4180" y="1019"/>
              <a:ext cx="150" cy="71"/>
            </a:xfrm>
            <a:prstGeom prst="parallelogram">
              <a:avLst>
                <a:gd name="adj" fmla="val 81386"/>
              </a:avLst>
            </a:prstGeom>
            <a:solidFill>
              <a:srgbClr val="33CCCC"/>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8750" name="Rectangle 127"/>
            <p:cNvSpPr/>
            <p:nvPr/>
          </p:nvSpPr>
          <p:spPr>
            <a:xfrm>
              <a:off x="4256" y="785"/>
              <a:ext cx="69" cy="236"/>
            </a:xfrm>
            <a:prstGeom prst="rect">
              <a:avLst/>
            </a:prstGeom>
            <a:solidFill>
              <a:srgbClr val="33CCCC"/>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8751" name="Rectangle 128"/>
            <p:cNvSpPr/>
            <p:nvPr/>
          </p:nvSpPr>
          <p:spPr>
            <a:xfrm>
              <a:off x="4181" y="852"/>
              <a:ext cx="95" cy="236"/>
            </a:xfrm>
            <a:prstGeom prst="rect">
              <a:avLst/>
            </a:prstGeom>
            <a:solidFill>
              <a:srgbClr val="33CCCC"/>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8752" name="AutoShape 129"/>
            <p:cNvSpPr/>
            <p:nvPr/>
          </p:nvSpPr>
          <p:spPr>
            <a:xfrm>
              <a:off x="4180" y="783"/>
              <a:ext cx="150" cy="71"/>
            </a:xfrm>
            <a:prstGeom prst="parallelogram">
              <a:avLst>
                <a:gd name="adj" fmla="val 81386"/>
              </a:avLst>
            </a:prstGeom>
            <a:solidFill>
              <a:srgbClr val="33CCCC"/>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8753" name="Line 130"/>
            <p:cNvSpPr/>
            <p:nvPr/>
          </p:nvSpPr>
          <p:spPr>
            <a:xfrm>
              <a:off x="4330" y="788"/>
              <a:ext cx="0" cy="231"/>
            </a:xfrm>
            <a:prstGeom prst="line">
              <a:avLst/>
            </a:prstGeom>
            <a:ln w="9525" cap="flat" cmpd="sng">
              <a:solidFill>
                <a:srgbClr val="000000"/>
              </a:solidFill>
              <a:prstDash val="solid"/>
              <a:round/>
              <a:headEnd type="none" w="med" len="med"/>
              <a:tailEnd type="none" w="med" len="med"/>
            </a:ln>
          </p:spPr>
        </p:sp>
        <p:sp>
          <p:nvSpPr>
            <p:cNvPr id="198754" name="Line 131"/>
            <p:cNvSpPr/>
            <p:nvPr/>
          </p:nvSpPr>
          <p:spPr>
            <a:xfrm flipH="1">
              <a:off x="4276" y="1019"/>
              <a:ext cx="54" cy="69"/>
            </a:xfrm>
            <a:prstGeom prst="line">
              <a:avLst/>
            </a:prstGeom>
            <a:ln w="9525" cap="flat" cmpd="sng">
              <a:solidFill>
                <a:srgbClr val="000000"/>
              </a:solidFill>
              <a:prstDash val="solid"/>
              <a:round/>
              <a:headEnd type="none" w="med" len="med"/>
              <a:tailEnd type="none" w="med" len="med"/>
            </a:ln>
          </p:spPr>
        </p:sp>
        <p:sp>
          <p:nvSpPr>
            <p:cNvPr id="198755" name="Rectangle 132"/>
            <p:cNvSpPr/>
            <p:nvPr/>
          </p:nvSpPr>
          <p:spPr>
            <a:xfrm>
              <a:off x="4193" y="883"/>
              <a:ext cx="63" cy="136"/>
            </a:xfrm>
            <a:prstGeom prst="rect">
              <a:avLst/>
            </a:prstGeom>
            <a:solidFill>
              <a:srgbClr val="333399"/>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sp>
          <p:nvSpPr>
            <p:cNvPr id="198756" name="Rectangle 133"/>
            <p:cNvSpPr/>
            <p:nvPr/>
          </p:nvSpPr>
          <p:spPr>
            <a:xfrm>
              <a:off x="4202" y="924"/>
              <a:ext cx="48" cy="48"/>
            </a:xfrm>
            <a:prstGeom prst="rect">
              <a:avLst/>
            </a:prstGeom>
            <a:solidFill>
              <a:srgbClr val="FFFFFF"/>
            </a:solidFill>
            <a:ln w="9525">
              <a:noFill/>
            </a:ln>
          </p:spPr>
          <p:txBody>
            <a:bodyPr wrap="none" anchor="ctr" anchorCtr="0"/>
            <a:p>
              <a:pPr>
                <a:buClrTx/>
                <a:buFontTx/>
              </a:pPr>
              <a:endParaRPr lang="zh-CN" altLang="zh-CN" i="0" dirty="0">
                <a:latin typeface="Arial" panose="020B0604020202020204" pitchFamily="34" charset="0"/>
                <a:ea typeface="宋体" panose="02010600030101010101" pitchFamily="2" charset="-122"/>
              </a:endParaRPr>
            </a:p>
          </p:txBody>
        </p:sp>
      </p:grpSp>
      <p:sp>
        <p:nvSpPr>
          <p:cNvPr id="198757" name="Line 136"/>
          <p:cNvSpPr/>
          <p:nvPr/>
        </p:nvSpPr>
        <p:spPr>
          <a:xfrm flipV="1">
            <a:off x="2543175" y="5443538"/>
            <a:ext cx="490538" cy="1587"/>
          </a:xfrm>
          <a:prstGeom prst="line">
            <a:avLst/>
          </a:prstGeom>
          <a:ln w="9525" cap="flat" cmpd="sng">
            <a:solidFill>
              <a:srgbClr val="000000"/>
            </a:solidFill>
            <a:prstDash val="solid"/>
            <a:round/>
            <a:headEnd type="none" w="med" len="med"/>
            <a:tailEnd type="none" w="med" len="med"/>
          </a:ln>
        </p:spPr>
      </p:sp>
      <p:sp>
        <p:nvSpPr>
          <p:cNvPr id="198758" name="Text Box 137"/>
          <p:cNvSpPr txBox="1"/>
          <p:nvPr/>
        </p:nvSpPr>
        <p:spPr>
          <a:xfrm>
            <a:off x="1003300" y="5835650"/>
            <a:ext cx="1595438" cy="336550"/>
          </a:xfrm>
          <a:prstGeom prst="rect">
            <a:avLst/>
          </a:prstGeom>
          <a:noFill/>
          <a:ln w="9525">
            <a:noFill/>
          </a:ln>
        </p:spPr>
        <p:txBody>
          <a:bodyPr wrap="none" anchor="t" anchorCtr="0">
            <a:spAutoFit/>
          </a:bodyPr>
          <a:p>
            <a:pPr>
              <a:buClrTx/>
              <a:buFontTx/>
            </a:pPr>
            <a:r>
              <a:rPr lang="en-US" altLang="zh-CN" sz="1600" i="0" dirty="0">
                <a:solidFill>
                  <a:srgbClr val="000000"/>
                </a:solidFill>
                <a:latin typeface="Arial" panose="020B0604020202020204" pitchFamily="34" charset="0"/>
                <a:ea typeface="宋体" panose="02010600030101010101" pitchFamily="2" charset="-122"/>
              </a:rPr>
              <a:t>64.233.169.105</a:t>
            </a:r>
            <a:endParaRPr lang="en-US" altLang="zh-CN" sz="1600" i="0" dirty="0">
              <a:solidFill>
                <a:srgbClr val="000000"/>
              </a:solidFill>
              <a:latin typeface="Arial" panose="020B0604020202020204" pitchFamily="34" charset="0"/>
              <a:ea typeface="宋体" panose="02010600030101010101" pitchFamily="2" charset="-122"/>
            </a:endParaRPr>
          </a:p>
        </p:txBody>
      </p:sp>
      <p:sp>
        <p:nvSpPr>
          <p:cNvPr id="198759" name="Text Box 138"/>
          <p:cNvSpPr txBox="1"/>
          <p:nvPr/>
        </p:nvSpPr>
        <p:spPr>
          <a:xfrm>
            <a:off x="971550" y="5541963"/>
            <a:ext cx="1177925" cy="336550"/>
          </a:xfrm>
          <a:prstGeom prst="rect">
            <a:avLst/>
          </a:prstGeom>
          <a:noFill/>
          <a:ln w="9525">
            <a:noFill/>
          </a:ln>
        </p:spPr>
        <p:txBody>
          <a:bodyPr wrap="none" anchor="t" anchorCtr="0">
            <a:spAutoFit/>
          </a:bodyPr>
          <a:p>
            <a:pPr>
              <a:buClrTx/>
              <a:buFontTx/>
            </a:pPr>
            <a:r>
              <a:rPr lang="en-US" altLang="zh-CN" sz="1600" i="0" dirty="0">
                <a:solidFill>
                  <a:srgbClr val="000000"/>
                </a:solidFill>
                <a:latin typeface="Arial" panose="020B0604020202020204" pitchFamily="34" charset="0"/>
                <a:ea typeface="宋体" panose="02010600030101010101" pitchFamily="2" charset="-122"/>
              </a:rPr>
              <a:t>web server</a:t>
            </a:r>
            <a:endParaRPr lang="en-US" altLang="zh-CN" sz="1600" i="0" dirty="0">
              <a:solidFill>
                <a:srgbClr val="000000"/>
              </a:solidFill>
              <a:latin typeface="Arial" panose="020B0604020202020204" pitchFamily="34" charset="0"/>
              <a:ea typeface="宋体" panose="02010600030101010101" pitchFamily="2" charset="-122"/>
            </a:endParaRPr>
          </a:p>
        </p:txBody>
      </p:sp>
      <p:grpSp>
        <p:nvGrpSpPr>
          <p:cNvPr id="198760" name="Group 194"/>
          <p:cNvGrpSpPr/>
          <p:nvPr/>
        </p:nvGrpSpPr>
        <p:grpSpPr>
          <a:xfrm>
            <a:off x="2970213" y="5649913"/>
            <a:ext cx="295275" cy="114300"/>
            <a:chOff x="3228" y="1776"/>
            <a:chExt cx="252" cy="96"/>
          </a:xfrm>
        </p:grpSpPr>
        <p:sp>
          <p:nvSpPr>
            <p:cNvPr id="198761" name="Line 195"/>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8762" name="Line 196"/>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grpSp>
        <p:nvGrpSpPr>
          <p:cNvPr id="198763" name="Group 200"/>
          <p:cNvGrpSpPr/>
          <p:nvPr/>
        </p:nvGrpSpPr>
        <p:grpSpPr>
          <a:xfrm flipH="1" flipV="1">
            <a:off x="3813175" y="5354638"/>
            <a:ext cx="295275" cy="114300"/>
            <a:chOff x="3228" y="1776"/>
            <a:chExt cx="252" cy="96"/>
          </a:xfrm>
        </p:grpSpPr>
        <p:sp>
          <p:nvSpPr>
            <p:cNvPr id="198764" name="Line 201"/>
            <p:cNvSpPr/>
            <p:nvPr/>
          </p:nvSpPr>
          <p:spPr>
            <a:xfrm flipV="1">
              <a:off x="3339" y="1776"/>
              <a:ext cx="141" cy="51"/>
            </a:xfrm>
            <a:prstGeom prst="line">
              <a:avLst/>
            </a:prstGeom>
            <a:ln w="9525" cap="flat" cmpd="sng">
              <a:solidFill>
                <a:srgbClr val="000000"/>
              </a:solidFill>
              <a:prstDash val="solid"/>
              <a:round/>
              <a:headEnd type="none" w="med" len="med"/>
              <a:tailEnd type="none" w="med" len="med"/>
            </a:ln>
          </p:spPr>
        </p:sp>
        <p:sp>
          <p:nvSpPr>
            <p:cNvPr id="198765" name="Line 202"/>
            <p:cNvSpPr/>
            <p:nvPr/>
          </p:nvSpPr>
          <p:spPr>
            <a:xfrm flipV="1">
              <a:off x="3228" y="1833"/>
              <a:ext cx="102" cy="39"/>
            </a:xfrm>
            <a:prstGeom prst="line">
              <a:avLst/>
            </a:prstGeom>
            <a:ln w="9525" cap="flat" cmpd="sng">
              <a:solidFill>
                <a:srgbClr val="000000"/>
              </a:solidFill>
              <a:prstDash val="dash"/>
              <a:round/>
              <a:headEnd type="none" w="med" len="med"/>
              <a:tailEnd type="none" w="med" len="med"/>
            </a:ln>
          </p:spPr>
        </p:sp>
      </p:grpSp>
      <p:sp>
        <p:nvSpPr>
          <p:cNvPr id="198766" name="Line 112"/>
          <p:cNvSpPr/>
          <p:nvPr/>
        </p:nvSpPr>
        <p:spPr>
          <a:xfrm flipH="1">
            <a:off x="3594100" y="2432050"/>
            <a:ext cx="1882775" cy="2892425"/>
          </a:xfrm>
          <a:prstGeom prst="line">
            <a:avLst/>
          </a:prstGeom>
          <a:ln w="9525" cap="flat" cmpd="sng">
            <a:solidFill>
              <a:schemeClr val="tx1"/>
            </a:solidFill>
            <a:prstDash val="solid"/>
            <a:round/>
            <a:headEnd type="none" w="med" len="med"/>
            <a:tailEnd type="none" w="med" len="med"/>
          </a:ln>
        </p:spPr>
      </p:sp>
      <p:grpSp>
        <p:nvGrpSpPr>
          <p:cNvPr id="198767" name="Group 145"/>
          <p:cNvGrpSpPr/>
          <p:nvPr/>
        </p:nvGrpSpPr>
        <p:grpSpPr>
          <a:xfrm>
            <a:off x="1509713" y="3965575"/>
            <a:ext cx="976312" cy="1460500"/>
            <a:chOff x="4000" y="1895"/>
            <a:chExt cx="615" cy="920"/>
          </a:xfrm>
        </p:grpSpPr>
        <p:sp>
          <p:nvSpPr>
            <p:cNvPr id="198768" name="Freeform 146"/>
            <p:cNvSpPr/>
            <p:nvPr/>
          </p:nvSpPr>
          <p:spPr>
            <a:xfrm>
              <a:off x="4011" y="1912"/>
              <a:ext cx="604" cy="903"/>
            </a:xfrm>
            <a:custGeom>
              <a:avLst/>
              <a:gdLst/>
              <a:ahLst/>
              <a:cxnLst>
                <a:cxn ang="0">
                  <a:pos x="496" y="0"/>
                </a:cxn>
                <a:cxn ang="0">
                  <a:pos x="604" y="903"/>
                </a:cxn>
                <a:cxn ang="0">
                  <a:pos x="0" y="788"/>
                </a:cxn>
                <a:cxn ang="0">
                  <a:pos x="456" y="750"/>
                </a:cxn>
                <a:cxn ang="0">
                  <a:pos x="496" y="0"/>
                </a:cxn>
              </a:cxnLst>
              <a:pathLst>
                <a:path w="604" h="903">
                  <a:moveTo>
                    <a:pt x="496" y="0"/>
                  </a:moveTo>
                  <a:lnTo>
                    <a:pt x="604" y="903"/>
                  </a:lnTo>
                  <a:lnTo>
                    <a:pt x="0" y="788"/>
                  </a:lnTo>
                  <a:lnTo>
                    <a:pt x="456" y="750"/>
                  </a:lnTo>
                  <a:lnTo>
                    <a:pt x="496" y="0"/>
                  </a:lnTo>
                  <a:close/>
                </a:path>
              </a:pathLst>
            </a:custGeom>
            <a:gradFill rotWithShape="1">
              <a:gsLst>
                <a:gs pos="0">
                  <a:schemeClr val="bg1"/>
                </a:gs>
                <a:gs pos="100000">
                  <a:srgbClr val="FF0000"/>
                </a:gs>
              </a:gsLst>
              <a:lin ang="2700000" scaled="1"/>
              <a:tileRect/>
            </a:gradFill>
            <a:ln w="9525">
              <a:noFill/>
            </a:ln>
          </p:spPr>
          <p:txBody>
            <a:bodyPr/>
            <a:p>
              <a:endParaRPr lang="zh-CN" altLang="en-US"/>
            </a:p>
          </p:txBody>
        </p:sp>
        <p:grpSp>
          <p:nvGrpSpPr>
            <p:cNvPr id="198769" name="Group 147"/>
            <p:cNvGrpSpPr/>
            <p:nvPr/>
          </p:nvGrpSpPr>
          <p:grpSpPr>
            <a:xfrm>
              <a:off x="4000" y="1895"/>
              <a:ext cx="500" cy="828"/>
              <a:chOff x="569" y="2954"/>
              <a:chExt cx="500" cy="828"/>
            </a:xfrm>
          </p:grpSpPr>
          <p:sp>
            <p:nvSpPr>
              <p:cNvPr id="198770" name="Rectangle 148"/>
              <p:cNvSpPr/>
              <p:nvPr/>
            </p:nvSpPr>
            <p:spPr>
              <a:xfrm>
                <a:off x="576" y="2973"/>
                <a:ext cx="493" cy="79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771" name="Text Box 149"/>
              <p:cNvSpPr txBox="1"/>
              <p:nvPr/>
            </p:nvSpPr>
            <p:spPr>
              <a:xfrm>
                <a:off x="607" y="2954"/>
                <a:ext cx="449" cy="828"/>
              </a:xfrm>
              <a:prstGeom prst="rect">
                <a:avLst/>
              </a:prstGeom>
              <a:noFill/>
              <a:ln w="9525">
                <a:noFill/>
              </a:ln>
            </p:spPr>
            <p:txBody>
              <a:bodyPr wrap="none" anchor="t" anchorCtr="0">
                <a:spAutoFit/>
              </a:bodyPr>
              <a:p>
                <a:pPr algn="ctr" eaLnBrk="0" hangingPunct="0">
                  <a:buClrTx/>
                  <a:buFontTx/>
                </a:pPr>
                <a:r>
                  <a:rPr lang="en-US" altLang="zh-CN" sz="1600" i="0" dirty="0">
                    <a:latin typeface="Arial" panose="020B0604020202020204" pitchFamily="34" charset="0"/>
                    <a:ea typeface="宋体" panose="02010600030101010101" pitchFamily="2" charset="-122"/>
                  </a:rPr>
                  <a:t>HTTP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TCP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IP</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Eth</a:t>
                </a:r>
                <a:endParaRPr lang="en-US" altLang="zh-CN" sz="1600" i="0" dirty="0">
                  <a:latin typeface="Arial" panose="020B0604020202020204" pitchFamily="34" charset="0"/>
                  <a:ea typeface="宋体" panose="02010600030101010101" pitchFamily="2" charset="-122"/>
                </a:endParaRPr>
              </a:p>
              <a:p>
                <a:pPr algn="ctr" eaLnBrk="0" hangingPunct="0">
                  <a:buClrTx/>
                  <a:buFontTx/>
                </a:pPr>
                <a:r>
                  <a:rPr lang="en-US" altLang="zh-CN" sz="1600" i="0" dirty="0">
                    <a:latin typeface="Arial" panose="020B0604020202020204" pitchFamily="34" charset="0"/>
                    <a:ea typeface="宋体" panose="02010600030101010101" pitchFamily="2" charset="-122"/>
                  </a:rPr>
                  <a:t>Phy</a:t>
                </a:r>
                <a:endParaRPr lang="en-US" altLang="zh-CN" sz="1600" i="0" dirty="0">
                  <a:latin typeface="Arial" panose="020B0604020202020204" pitchFamily="34" charset="0"/>
                  <a:ea typeface="宋体" panose="02010600030101010101" pitchFamily="2" charset="-122"/>
                </a:endParaRPr>
              </a:p>
            </p:txBody>
          </p:sp>
          <p:sp>
            <p:nvSpPr>
              <p:cNvPr id="198772" name="Line 150"/>
              <p:cNvSpPr/>
              <p:nvPr/>
            </p:nvSpPr>
            <p:spPr>
              <a:xfrm>
                <a:off x="578" y="3130"/>
                <a:ext cx="489" cy="0"/>
              </a:xfrm>
              <a:prstGeom prst="line">
                <a:avLst/>
              </a:prstGeom>
              <a:ln w="9525" cap="flat" cmpd="sng">
                <a:solidFill>
                  <a:schemeClr val="tx1"/>
                </a:solidFill>
                <a:prstDash val="solid"/>
                <a:round/>
                <a:headEnd type="none" w="med" len="med"/>
                <a:tailEnd type="none" w="med" len="med"/>
              </a:ln>
            </p:spPr>
          </p:sp>
          <p:sp>
            <p:nvSpPr>
              <p:cNvPr id="198773" name="Line 151"/>
              <p:cNvSpPr/>
              <p:nvPr/>
            </p:nvSpPr>
            <p:spPr>
              <a:xfrm>
                <a:off x="575" y="3289"/>
                <a:ext cx="489" cy="0"/>
              </a:xfrm>
              <a:prstGeom prst="line">
                <a:avLst/>
              </a:prstGeom>
              <a:ln w="9525" cap="flat" cmpd="sng">
                <a:solidFill>
                  <a:schemeClr val="tx1"/>
                </a:solidFill>
                <a:prstDash val="solid"/>
                <a:round/>
                <a:headEnd type="none" w="med" len="med"/>
                <a:tailEnd type="none" w="med" len="med"/>
              </a:ln>
            </p:spPr>
          </p:sp>
          <p:sp>
            <p:nvSpPr>
              <p:cNvPr id="198774" name="Line 152"/>
              <p:cNvSpPr/>
              <p:nvPr/>
            </p:nvSpPr>
            <p:spPr>
              <a:xfrm>
                <a:off x="572" y="3448"/>
                <a:ext cx="489" cy="0"/>
              </a:xfrm>
              <a:prstGeom prst="line">
                <a:avLst/>
              </a:prstGeom>
              <a:ln w="9525" cap="flat" cmpd="sng">
                <a:solidFill>
                  <a:schemeClr val="tx1"/>
                </a:solidFill>
                <a:prstDash val="solid"/>
                <a:round/>
                <a:headEnd type="none" w="med" len="med"/>
                <a:tailEnd type="none" w="med" len="med"/>
              </a:ln>
            </p:spPr>
          </p:sp>
          <p:sp>
            <p:nvSpPr>
              <p:cNvPr id="198775" name="Line 153"/>
              <p:cNvSpPr/>
              <p:nvPr/>
            </p:nvSpPr>
            <p:spPr>
              <a:xfrm>
                <a:off x="569" y="3607"/>
                <a:ext cx="489" cy="0"/>
              </a:xfrm>
              <a:prstGeom prst="line">
                <a:avLst/>
              </a:prstGeom>
              <a:ln w="9525" cap="flat" cmpd="sng">
                <a:solidFill>
                  <a:schemeClr val="tx1"/>
                </a:solidFill>
                <a:prstDash val="solid"/>
                <a:round/>
                <a:headEnd type="none" w="med" len="med"/>
                <a:tailEnd type="none" w="med" len="med"/>
              </a:ln>
            </p:spPr>
          </p:sp>
        </p:grpSp>
      </p:grpSp>
      <p:sp>
        <p:nvSpPr>
          <p:cNvPr id="707813" name="Rectangle 229"/>
          <p:cNvSpPr/>
          <p:nvPr/>
        </p:nvSpPr>
        <p:spPr>
          <a:xfrm>
            <a:off x="5183188" y="4735513"/>
            <a:ext cx="3787775" cy="985837"/>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i="0" dirty="0">
                <a:latin typeface="Comic Sans MS" panose="030F0702030302020204" pitchFamily="66" charset="0"/>
                <a:ea typeface="宋体" panose="02010600030101010101" pitchFamily="2" charset="-122"/>
              </a:rPr>
              <a:t>web server responds with </a:t>
            </a:r>
            <a:r>
              <a:rPr lang="en-US" altLang="zh-CN" sz="2000" b="1" dirty="0">
                <a:solidFill>
                  <a:srgbClr val="FF0000"/>
                </a:solidFill>
                <a:latin typeface="Comic Sans MS" panose="030F0702030302020204" pitchFamily="66" charset="0"/>
                <a:ea typeface="宋体" panose="02010600030101010101" pitchFamily="2" charset="-122"/>
              </a:rPr>
              <a:t>HTTP reply</a:t>
            </a:r>
            <a:r>
              <a:rPr lang="en-US" altLang="zh-CN" sz="2000" i="0" dirty="0">
                <a:latin typeface="Comic Sans MS" panose="030F0702030302020204" pitchFamily="66" charset="0"/>
                <a:ea typeface="宋体" panose="02010600030101010101" pitchFamily="2" charset="-122"/>
              </a:rPr>
              <a:t> (containing web page)</a:t>
            </a:r>
            <a:endParaRPr lang="en-US" altLang="zh-CN" sz="2000" i="0" dirty="0">
              <a:latin typeface="Comic Sans MS" panose="030F0702030302020204" pitchFamily="66" charset="0"/>
              <a:ea typeface="宋体" panose="02010600030101010101" pitchFamily="2" charset="-122"/>
            </a:endParaRPr>
          </a:p>
        </p:txBody>
      </p:sp>
      <p:grpSp>
        <p:nvGrpSpPr>
          <p:cNvPr id="707941" name="Group 357"/>
          <p:cNvGrpSpPr/>
          <p:nvPr/>
        </p:nvGrpSpPr>
        <p:grpSpPr>
          <a:xfrm>
            <a:off x="88900" y="1363663"/>
            <a:ext cx="1081088" cy="1058862"/>
            <a:chOff x="56" y="859"/>
            <a:chExt cx="681" cy="667"/>
          </a:xfrm>
        </p:grpSpPr>
        <p:grpSp>
          <p:nvGrpSpPr>
            <p:cNvPr id="198778" name="Group 230"/>
            <p:cNvGrpSpPr/>
            <p:nvPr/>
          </p:nvGrpSpPr>
          <p:grpSpPr>
            <a:xfrm>
              <a:off x="290" y="874"/>
              <a:ext cx="379" cy="154"/>
              <a:chOff x="740" y="3209"/>
              <a:chExt cx="379" cy="154"/>
            </a:xfrm>
          </p:grpSpPr>
          <p:grpSp>
            <p:nvGrpSpPr>
              <p:cNvPr id="198779" name="Group 231"/>
              <p:cNvGrpSpPr/>
              <p:nvPr/>
            </p:nvGrpSpPr>
            <p:grpSpPr>
              <a:xfrm>
                <a:off x="794" y="3209"/>
                <a:ext cx="325" cy="154"/>
                <a:chOff x="844" y="3337"/>
                <a:chExt cx="325" cy="154"/>
              </a:xfrm>
            </p:grpSpPr>
            <p:sp>
              <p:nvSpPr>
                <p:cNvPr id="198780" name="Rectangle 232"/>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781" name="Text Box 233"/>
                <p:cNvSpPr txBox="1"/>
                <p:nvPr/>
              </p:nvSpPr>
              <p:spPr>
                <a:xfrm>
                  <a:off x="844" y="3337"/>
                  <a:ext cx="32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HTTP</a:t>
                  </a:r>
                  <a:endParaRPr lang="en-US" altLang="zh-CN" sz="1000" i="0" dirty="0">
                    <a:solidFill>
                      <a:schemeClr val="bg1"/>
                    </a:solidFill>
                    <a:latin typeface="Arial" panose="020B0604020202020204" pitchFamily="34" charset="0"/>
                    <a:ea typeface="宋体" panose="02010600030101010101" pitchFamily="2" charset="-122"/>
                  </a:endParaRPr>
                </a:p>
              </p:txBody>
            </p:sp>
          </p:grpSp>
          <p:sp>
            <p:nvSpPr>
              <p:cNvPr id="198782" name="Rectangle 234"/>
              <p:cNvSpPr/>
              <p:nvPr/>
            </p:nvSpPr>
            <p:spPr>
              <a:xfrm>
                <a:off x="750" y="3244"/>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783" name="Rectangle 235"/>
              <p:cNvSpPr/>
              <p:nvPr/>
            </p:nvSpPr>
            <p:spPr>
              <a:xfrm>
                <a:off x="740" y="3238"/>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98784" name="Group 236"/>
            <p:cNvGrpSpPr/>
            <p:nvPr/>
          </p:nvGrpSpPr>
          <p:grpSpPr>
            <a:xfrm>
              <a:off x="290" y="1022"/>
              <a:ext cx="379" cy="154"/>
              <a:chOff x="836" y="3305"/>
              <a:chExt cx="379" cy="154"/>
            </a:xfrm>
          </p:grpSpPr>
          <p:grpSp>
            <p:nvGrpSpPr>
              <p:cNvPr id="198785" name="Group 237"/>
              <p:cNvGrpSpPr/>
              <p:nvPr/>
            </p:nvGrpSpPr>
            <p:grpSpPr>
              <a:xfrm>
                <a:off x="890" y="3305"/>
                <a:ext cx="325" cy="154"/>
                <a:chOff x="844" y="3337"/>
                <a:chExt cx="325" cy="154"/>
              </a:xfrm>
            </p:grpSpPr>
            <p:sp>
              <p:nvSpPr>
                <p:cNvPr id="198786" name="Rectangle 238"/>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787" name="Text Box 239"/>
                <p:cNvSpPr txBox="1"/>
                <p:nvPr/>
              </p:nvSpPr>
              <p:spPr>
                <a:xfrm>
                  <a:off x="844" y="3337"/>
                  <a:ext cx="32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HTTP</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8788" name="Group 240"/>
              <p:cNvGrpSpPr/>
              <p:nvPr/>
            </p:nvGrpSpPr>
            <p:grpSpPr>
              <a:xfrm>
                <a:off x="836" y="3334"/>
                <a:ext cx="354" cy="94"/>
                <a:chOff x="836" y="3334"/>
                <a:chExt cx="354" cy="94"/>
              </a:xfrm>
            </p:grpSpPr>
            <p:sp>
              <p:nvSpPr>
                <p:cNvPr id="198789" name="Rectangle 241"/>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790" name="Rectangle 242"/>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grpSp>
          <p:nvGrpSpPr>
            <p:cNvPr id="198791" name="Group 243"/>
            <p:cNvGrpSpPr/>
            <p:nvPr/>
          </p:nvGrpSpPr>
          <p:grpSpPr>
            <a:xfrm>
              <a:off x="177" y="1042"/>
              <a:ext cx="480" cy="112"/>
              <a:chOff x="627" y="3377"/>
              <a:chExt cx="480" cy="112"/>
            </a:xfrm>
          </p:grpSpPr>
          <p:sp>
            <p:nvSpPr>
              <p:cNvPr id="198792" name="Rectangle 244"/>
              <p:cNvSpPr/>
              <p:nvPr/>
            </p:nvSpPr>
            <p:spPr>
              <a:xfrm>
                <a:off x="636" y="3388"/>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793" name="Rectangle 245"/>
              <p:cNvSpPr/>
              <p:nvPr/>
            </p:nvSpPr>
            <p:spPr>
              <a:xfrm>
                <a:off x="627" y="3377"/>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98794" name="Group 246"/>
            <p:cNvGrpSpPr/>
            <p:nvPr/>
          </p:nvGrpSpPr>
          <p:grpSpPr>
            <a:xfrm>
              <a:off x="56" y="1189"/>
              <a:ext cx="681" cy="154"/>
              <a:chOff x="504" y="3523"/>
              <a:chExt cx="681" cy="154"/>
            </a:xfrm>
          </p:grpSpPr>
          <p:grpSp>
            <p:nvGrpSpPr>
              <p:cNvPr id="198795" name="Group 247"/>
              <p:cNvGrpSpPr/>
              <p:nvPr/>
            </p:nvGrpSpPr>
            <p:grpSpPr>
              <a:xfrm>
                <a:off x="623" y="3523"/>
                <a:ext cx="492" cy="154"/>
                <a:chOff x="723" y="3453"/>
                <a:chExt cx="492" cy="154"/>
              </a:xfrm>
            </p:grpSpPr>
            <p:grpSp>
              <p:nvGrpSpPr>
                <p:cNvPr id="198796" name="Group 248"/>
                <p:cNvGrpSpPr/>
                <p:nvPr/>
              </p:nvGrpSpPr>
              <p:grpSpPr>
                <a:xfrm>
                  <a:off x="836" y="3453"/>
                  <a:ext cx="379" cy="154"/>
                  <a:chOff x="836" y="3305"/>
                  <a:chExt cx="379" cy="154"/>
                </a:xfrm>
              </p:grpSpPr>
              <p:grpSp>
                <p:nvGrpSpPr>
                  <p:cNvPr id="198797" name="Group 249"/>
                  <p:cNvGrpSpPr/>
                  <p:nvPr/>
                </p:nvGrpSpPr>
                <p:grpSpPr>
                  <a:xfrm>
                    <a:off x="890" y="3305"/>
                    <a:ext cx="325" cy="154"/>
                    <a:chOff x="844" y="3337"/>
                    <a:chExt cx="325" cy="154"/>
                  </a:xfrm>
                </p:grpSpPr>
                <p:sp>
                  <p:nvSpPr>
                    <p:cNvPr id="198798" name="Rectangle 250"/>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799" name="Text Box 251"/>
                    <p:cNvSpPr txBox="1"/>
                    <p:nvPr/>
                  </p:nvSpPr>
                  <p:spPr>
                    <a:xfrm>
                      <a:off x="844" y="3337"/>
                      <a:ext cx="32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HTTP</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8800" name="Group 252"/>
                  <p:cNvGrpSpPr/>
                  <p:nvPr/>
                </p:nvGrpSpPr>
                <p:grpSpPr>
                  <a:xfrm>
                    <a:off x="836" y="3334"/>
                    <a:ext cx="354" cy="94"/>
                    <a:chOff x="836" y="3334"/>
                    <a:chExt cx="354" cy="94"/>
                  </a:xfrm>
                </p:grpSpPr>
                <p:sp>
                  <p:nvSpPr>
                    <p:cNvPr id="198801" name="Rectangle 253"/>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02" name="Rectangle 254"/>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sp>
              <p:nvSpPr>
                <p:cNvPr id="198803" name="Rectangle 255"/>
                <p:cNvSpPr/>
                <p:nvPr/>
              </p:nvSpPr>
              <p:spPr>
                <a:xfrm>
                  <a:off x="732" y="3484"/>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04" name="Rectangle 256"/>
                <p:cNvSpPr/>
                <p:nvPr/>
              </p:nvSpPr>
              <p:spPr>
                <a:xfrm>
                  <a:off x="723" y="3473"/>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98805" name="Rectangle 257"/>
              <p:cNvSpPr/>
              <p:nvPr/>
            </p:nvSpPr>
            <p:spPr>
              <a:xfrm>
                <a:off x="517" y="3545"/>
                <a:ext cx="94"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06" name="Rectangle 258"/>
              <p:cNvSpPr/>
              <p:nvPr/>
            </p:nvSpPr>
            <p:spPr>
              <a:xfrm>
                <a:off x="1115" y="3544"/>
                <a:ext cx="60"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07" name="Rectangle 259"/>
              <p:cNvSpPr/>
              <p:nvPr/>
            </p:nvSpPr>
            <p:spPr>
              <a:xfrm>
                <a:off x="504" y="3529"/>
                <a:ext cx="681" cy="138"/>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98808" name="AutoShape 356"/>
            <p:cNvSpPr/>
            <p:nvPr/>
          </p:nvSpPr>
          <p:spPr>
            <a:xfrm>
              <a:off x="341" y="859"/>
              <a:ext cx="240" cy="667"/>
            </a:xfrm>
            <a:prstGeom prst="downArrow">
              <a:avLst>
                <a:gd name="adj1" fmla="val 49166"/>
                <a:gd name="adj2" fmla="val 67446"/>
              </a:avLst>
            </a:prstGeom>
            <a:gradFill rotWithShape="1">
              <a:gsLst>
                <a:gs pos="0">
                  <a:srgbClr val="FF0000">
                    <a:alpha val="25000"/>
                  </a:srgbClr>
                </a:gs>
                <a:gs pos="100000">
                  <a:srgbClr val="FF0000">
                    <a:alpha val="25000"/>
                  </a:srgbClr>
                </a:gs>
              </a:gsLst>
              <a:lin ang="5400000" scaled="1"/>
              <a:tileRect/>
            </a:gra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707973" name="Group 389"/>
          <p:cNvGrpSpPr/>
          <p:nvPr/>
        </p:nvGrpSpPr>
        <p:grpSpPr>
          <a:xfrm>
            <a:off x="92075" y="1890713"/>
            <a:ext cx="1081088" cy="244475"/>
            <a:chOff x="0" y="2762"/>
            <a:chExt cx="681" cy="154"/>
          </a:xfrm>
        </p:grpSpPr>
        <p:sp>
          <p:nvSpPr>
            <p:cNvPr id="198810" name="Rectangle 388"/>
            <p:cNvSpPr/>
            <p:nvPr/>
          </p:nvSpPr>
          <p:spPr>
            <a:xfrm>
              <a:off x="0" y="2768"/>
              <a:ext cx="681" cy="13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98811" name="Group 376"/>
            <p:cNvGrpSpPr/>
            <p:nvPr/>
          </p:nvGrpSpPr>
          <p:grpSpPr>
            <a:xfrm>
              <a:off x="119" y="2762"/>
              <a:ext cx="492" cy="154"/>
              <a:chOff x="723" y="3453"/>
              <a:chExt cx="492" cy="154"/>
            </a:xfrm>
          </p:grpSpPr>
          <p:grpSp>
            <p:nvGrpSpPr>
              <p:cNvPr id="198812" name="Group 377"/>
              <p:cNvGrpSpPr/>
              <p:nvPr/>
            </p:nvGrpSpPr>
            <p:grpSpPr>
              <a:xfrm>
                <a:off x="836" y="3453"/>
                <a:ext cx="379" cy="154"/>
                <a:chOff x="836" y="3305"/>
                <a:chExt cx="379" cy="154"/>
              </a:xfrm>
            </p:grpSpPr>
            <p:grpSp>
              <p:nvGrpSpPr>
                <p:cNvPr id="198813" name="Group 378"/>
                <p:cNvGrpSpPr/>
                <p:nvPr/>
              </p:nvGrpSpPr>
              <p:grpSpPr>
                <a:xfrm>
                  <a:off x="890" y="3305"/>
                  <a:ext cx="325" cy="154"/>
                  <a:chOff x="844" y="3337"/>
                  <a:chExt cx="325" cy="154"/>
                </a:xfrm>
              </p:grpSpPr>
              <p:sp>
                <p:nvSpPr>
                  <p:cNvPr id="198814" name="Rectangle 379"/>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15" name="Text Box 380"/>
                  <p:cNvSpPr txBox="1"/>
                  <p:nvPr/>
                </p:nvSpPr>
                <p:spPr>
                  <a:xfrm>
                    <a:off x="844" y="3337"/>
                    <a:ext cx="32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HTTP</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8816" name="Group 381"/>
                <p:cNvGrpSpPr/>
                <p:nvPr/>
              </p:nvGrpSpPr>
              <p:grpSpPr>
                <a:xfrm>
                  <a:off x="836" y="3334"/>
                  <a:ext cx="354" cy="94"/>
                  <a:chOff x="836" y="3334"/>
                  <a:chExt cx="354" cy="94"/>
                </a:xfrm>
              </p:grpSpPr>
              <p:sp>
                <p:nvSpPr>
                  <p:cNvPr id="198817" name="Rectangle 382"/>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18" name="Rectangle 383"/>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sp>
            <p:nvSpPr>
              <p:cNvPr id="198819" name="Rectangle 384"/>
              <p:cNvSpPr/>
              <p:nvPr/>
            </p:nvSpPr>
            <p:spPr>
              <a:xfrm>
                <a:off x="732" y="3484"/>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20" name="Rectangle 385"/>
              <p:cNvSpPr/>
              <p:nvPr/>
            </p:nvSpPr>
            <p:spPr>
              <a:xfrm>
                <a:off x="723" y="3473"/>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98821" name="Rectangle 386"/>
            <p:cNvSpPr/>
            <p:nvPr/>
          </p:nvSpPr>
          <p:spPr>
            <a:xfrm>
              <a:off x="13" y="2784"/>
              <a:ext cx="94"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22" name="Rectangle 387"/>
            <p:cNvSpPr/>
            <p:nvPr/>
          </p:nvSpPr>
          <p:spPr>
            <a:xfrm>
              <a:off x="611" y="2783"/>
              <a:ext cx="60"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707975" name="Group 391"/>
          <p:cNvGrpSpPr/>
          <p:nvPr/>
        </p:nvGrpSpPr>
        <p:grpSpPr>
          <a:xfrm>
            <a:off x="411163" y="4051300"/>
            <a:ext cx="1081087" cy="949325"/>
            <a:chOff x="2231" y="3555"/>
            <a:chExt cx="681" cy="598"/>
          </a:xfrm>
        </p:grpSpPr>
        <p:grpSp>
          <p:nvGrpSpPr>
            <p:cNvPr id="198824" name="Group 392"/>
            <p:cNvGrpSpPr/>
            <p:nvPr/>
          </p:nvGrpSpPr>
          <p:grpSpPr>
            <a:xfrm>
              <a:off x="2231" y="3684"/>
              <a:ext cx="681" cy="469"/>
              <a:chOff x="152" y="970"/>
              <a:chExt cx="681" cy="469"/>
            </a:xfrm>
          </p:grpSpPr>
          <p:grpSp>
            <p:nvGrpSpPr>
              <p:cNvPr id="198825" name="Group 393"/>
              <p:cNvGrpSpPr/>
              <p:nvPr/>
            </p:nvGrpSpPr>
            <p:grpSpPr>
              <a:xfrm>
                <a:off x="386" y="970"/>
                <a:ext cx="379" cy="154"/>
                <a:chOff x="740" y="3209"/>
                <a:chExt cx="379" cy="154"/>
              </a:xfrm>
            </p:grpSpPr>
            <p:grpSp>
              <p:nvGrpSpPr>
                <p:cNvPr id="198826" name="Group 394"/>
                <p:cNvGrpSpPr/>
                <p:nvPr/>
              </p:nvGrpSpPr>
              <p:grpSpPr>
                <a:xfrm>
                  <a:off x="794" y="3209"/>
                  <a:ext cx="325" cy="154"/>
                  <a:chOff x="844" y="3337"/>
                  <a:chExt cx="325" cy="154"/>
                </a:xfrm>
              </p:grpSpPr>
              <p:sp>
                <p:nvSpPr>
                  <p:cNvPr id="198827" name="Rectangle 395"/>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28" name="Text Box 396"/>
                  <p:cNvSpPr txBox="1"/>
                  <p:nvPr/>
                </p:nvSpPr>
                <p:spPr>
                  <a:xfrm>
                    <a:off x="844" y="3337"/>
                    <a:ext cx="32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HTTP</a:t>
                    </a:r>
                    <a:endParaRPr lang="en-US" altLang="zh-CN" sz="1000" i="0" dirty="0">
                      <a:solidFill>
                        <a:schemeClr val="bg1"/>
                      </a:solidFill>
                      <a:latin typeface="Arial" panose="020B0604020202020204" pitchFamily="34" charset="0"/>
                      <a:ea typeface="宋体" panose="02010600030101010101" pitchFamily="2" charset="-122"/>
                    </a:endParaRPr>
                  </a:p>
                </p:txBody>
              </p:sp>
            </p:grpSp>
            <p:sp>
              <p:nvSpPr>
                <p:cNvPr id="198829" name="Rectangle 397"/>
                <p:cNvSpPr/>
                <p:nvPr/>
              </p:nvSpPr>
              <p:spPr>
                <a:xfrm>
                  <a:off x="750" y="3244"/>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30" name="Rectangle 398"/>
                <p:cNvSpPr/>
                <p:nvPr/>
              </p:nvSpPr>
              <p:spPr>
                <a:xfrm>
                  <a:off x="740" y="3238"/>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98831" name="Group 399"/>
              <p:cNvGrpSpPr/>
              <p:nvPr/>
            </p:nvGrpSpPr>
            <p:grpSpPr>
              <a:xfrm>
                <a:off x="386" y="1118"/>
                <a:ext cx="379" cy="154"/>
                <a:chOff x="836" y="3305"/>
                <a:chExt cx="379" cy="154"/>
              </a:xfrm>
            </p:grpSpPr>
            <p:grpSp>
              <p:nvGrpSpPr>
                <p:cNvPr id="198832" name="Group 400"/>
                <p:cNvGrpSpPr/>
                <p:nvPr/>
              </p:nvGrpSpPr>
              <p:grpSpPr>
                <a:xfrm>
                  <a:off x="890" y="3305"/>
                  <a:ext cx="325" cy="154"/>
                  <a:chOff x="844" y="3337"/>
                  <a:chExt cx="325" cy="154"/>
                </a:xfrm>
              </p:grpSpPr>
              <p:sp>
                <p:nvSpPr>
                  <p:cNvPr id="198833" name="Rectangle 401"/>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34" name="Text Box 402"/>
                  <p:cNvSpPr txBox="1"/>
                  <p:nvPr/>
                </p:nvSpPr>
                <p:spPr>
                  <a:xfrm>
                    <a:off x="844" y="3337"/>
                    <a:ext cx="32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HTTP</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8835" name="Group 403"/>
                <p:cNvGrpSpPr/>
                <p:nvPr/>
              </p:nvGrpSpPr>
              <p:grpSpPr>
                <a:xfrm>
                  <a:off x="836" y="3334"/>
                  <a:ext cx="354" cy="94"/>
                  <a:chOff x="836" y="3334"/>
                  <a:chExt cx="354" cy="94"/>
                </a:xfrm>
              </p:grpSpPr>
              <p:sp>
                <p:nvSpPr>
                  <p:cNvPr id="198836" name="Rectangle 404"/>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37" name="Rectangle 405"/>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grpSp>
            <p:nvGrpSpPr>
              <p:cNvPr id="198838" name="Group 406"/>
              <p:cNvGrpSpPr/>
              <p:nvPr/>
            </p:nvGrpSpPr>
            <p:grpSpPr>
              <a:xfrm>
                <a:off x="273" y="1138"/>
                <a:ext cx="480" cy="112"/>
                <a:chOff x="627" y="3377"/>
                <a:chExt cx="480" cy="112"/>
              </a:xfrm>
            </p:grpSpPr>
            <p:sp>
              <p:nvSpPr>
                <p:cNvPr id="198839" name="Rectangle 407"/>
                <p:cNvSpPr/>
                <p:nvPr/>
              </p:nvSpPr>
              <p:spPr>
                <a:xfrm>
                  <a:off x="636" y="3388"/>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40" name="Rectangle 408"/>
                <p:cNvSpPr/>
                <p:nvPr/>
              </p:nvSpPr>
              <p:spPr>
                <a:xfrm>
                  <a:off x="627" y="3377"/>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98841" name="Group 409"/>
              <p:cNvGrpSpPr/>
              <p:nvPr/>
            </p:nvGrpSpPr>
            <p:grpSpPr>
              <a:xfrm>
                <a:off x="152" y="1285"/>
                <a:ext cx="681" cy="154"/>
                <a:chOff x="504" y="3523"/>
                <a:chExt cx="681" cy="154"/>
              </a:xfrm>
            </p:grpSpPr>
            <p:grpSp>
              <p:nvGrpSpPr>
                <p:cNvPr id="198842" name="Group 410"/>
                <p:cNvGrpSpPr/>
                <p:nvPr/>
              </p:nvGrpSpPr>
              <p:grpSpPr>
                <a:xfrm>
                  <a:off x="623" y="3523"/>
                  <a:ext cx="492" cy="154"/>
                  <a:chOff x="723" y="3453"/>
                  <a:chExt cx="492" cy="154"/>
                </a:xfrm>
              </p:grpSpPr>
              <p:grpSp>
                <p:nvGrpSpPr>
                  <p:cNvPr id="198843" name="Group 411"/>
                  <p:cNvGrpSpPr/>
                  <p:nvPr/>
                </p:nvGrpSpPr>
                <p:grpSpPr>
                  <a:xfrm>
                    <a:off x="836" y="3453"/>
                    <a:ext cx="379" cy="154"/>
                    <a:chOff x="836" y="3305"/>
                    <a:chExt cx="379" cy="154"/>
                  </a:xfrm>
                </p:grpSpPr>
                <p:grpSp>
                  <p:nvGrpSpPr>
                    <p:cNvPr id="198844" name="Group 412"/>
                    <p:cNvGrpSpPr/>
                    <p:nvPr/>
                  </p:nvGrpSpPr>
                  <p:grpSpPr>
                    <a:xfrm>
                      <a:off x="890" y="3305"/>
                      <a:ext cx="325" cy="154"/>
                      <a:chOff x="844" y="3337"/>
                      <a:chExt cx="325" cy="154"/>
                    </a:xfrm>
                  </p:grpSpPr>
                  <p:sp>
                    <p:nvSpPr>
                      <p:cNvPr id="198845" name="Rectangle 413"/>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46" name="Text Box 414"/>
                      <p:cNvSpPr txBox="1"/>
                      <p:nvPr/>
                    </p:nvSpPr>
                    <p:spPr>
                      <a:xfrm>
                        <a:off x="844" y="3337"/>
                        <a:ext cx="32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HTTP</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8847" name="Group 415"/>
                    <p:cNvGrpSpPr/>
                    <p:nvPr/>
                  </p:nvGrpSpPr>
                  <p:grpSpPr>
                    <a:xfrm>
                      <a:off x="836" y="3334"/>
                      <a:ext cx="354" cy="94"/>
                      <a:chOff x="836" y="3334"/>
                      <a:chExt cx="354" cy="94"/>
                    </a:xfrm>
                  </p:grpSpPr>
                  <p:sp>
                    <p:nvSpPr>
                      <p:cNvPr id="198848" name="Rectangle 416"/>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49" name="Rectangle 417"/>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sp>
                <p:nvSpPr>
                  <p:cNvPr id="198850" name="Rectangle 418"/>
                  <p:cNvSpPr/>
                  <p:nvPr/>
                </p:nvSpPr>
                <p:spPr>
                  <a:xfrm>
                    <a:off x="732" y="3484"/>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51" name="Rectangle 419"/>
                  <p:cNvSpPr/>
                  <p:nvPr/>
                </p:nvSpPr>
                <p:spPr>
                  <a:xfrm>
                    <a:off x="723" y="3473"/>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98852" name="Rectangle 420"/>
                <p:cNvSpPr/>
                <p:nvPr/>
              </p:nvSpPr>
              <p:spPr>
                <a:xfrm>
                  <a:off x="517" y="3545"/>
                  <a:ext cx="94"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53" name="Rectangle 421"/>
                <p:cNvSpPr/>
                <p:nvPr/>
              </p:nvSpPr>
              <p:spPr>
                <a:xfrm>
                  <a:off x="1115" y="3544"/>
                  <a:ext cx="60"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54" name="Rectangle 422"/>
                <p:cNvSpPr/>
                <p:nvPr/>
              </p:nvSpPr>
              <p:spPr>
                <a:xfrm>
                  <a:off x="504" y="3529"/>
                  <a:ext cx="681" cy="138"/>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grpSp>
          <p:nvGrpSpPr>
            <p:cNvPr id="198855" name="Group 423"/>
            <p:cNvGrpSpPr/>
            <p:nvPr/>
          </p:nvGrpSpPr>
          <p:grpSpPr>
            <a:xfrm>
              <a:off x="2517" y="3555"/>
              <a:ext cx="325" cy="154"/>
              <a:chOff x="844" y="3337"/>
              <a:chExt cx="325" cy="154"/>
            </a:xfrm>
          </p:grpSpPr>
          <p:sp>
            <p:nvSpPr>
              <p:cNvPr id="198856" name="Rectangle 424"/>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57" name="Text Box 425"/>
              <p:cNvSpPr txBox="1"/>
              <p:nvPr/>
            </p:nvSpPr>
            <p:spPr>
              <a:xfrm>
                <a:off x="844" y="3337"/>
                <a:ext cx="32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HTTP</a:t>
                </a:r>
                <a:endParaRPr lang="en-US" altLang="zh-CN" sz="1000" i="0" dirty="0">
                  <a:solidFill>
                    <a:schemeClr val="bg1"/>
                  </a:solidFill>
                  <a:latin typeface="Arial" panose="020B0604020202020204" pitchFamily="34" charset="0"/>
                  <a:ea typeface="宋体" panose="02010600030101010101" pitchFamily="2" charset="-122"/>
                </a:endParaRPr>
              </a:p>
            </p:txBody>
          </p:sp>
        </p:grpSp>
      </p:grpSp>
      <p:grpSp>
        <p:nvGrpSpPr>
          <p:cNvPr id="708061" name="Group 477"/>
          <p:cNvGrpSpPr/>
          <p:nvPr/>
        </p:nvGrpSpPr>
        <p:grpSpPr>
          <a:xfrm>
            <a:off x="76200" y="1119188"/>
            <a:ext cx="1081088" cy="1016000"/>
            <a:chOff x="2256" y="3531"/>
            <a:chExt cx="681" cy="640"/>
          </a:xfrm>
        </p:grpSpPr>
        <p:grpSp>
          <p:nvGrpSpPr>
            <p:cNvPr id="198859" name="Group 321"/>
            <p:cNvGrpSpPr/>
            <p:nvPr/>
          </p:nvGrpSpPr>
          <p:grpSpPr>
            <a:xfrm>
              <a:off x="2482" y="3684"/>
              <a:ext cx="379" cy="154"/>
              <a:chOff x="740" y="3209"/>
              <a:chExt cx="379" cy="154"/>
            </a:xfrm>
          </p:grpSpPr>
          <p:grpSp>
            <p:nvGrpSpPr>
              <p:cNvPr id="198860" name="Group 322"/>
              <p:cNvGrpSpPr/>
              <p:nvPr/>
            </p:nvGrpSpPr>
            <p:grpSpPr>
              <a:xfrm>
                <a:off x="794" y="3209"/>
                <a:ext cx="325" cy="154"/>
                <a:chOff x="844" y="3337"/>
                <a:chExt cx="325" cy="154"/>
              </a:xfrm>
            </p:grpSpPr>
            <p:sp>
              <p:nvSpPr>
                <p:cNvPr id="198861" name="Rectangle 323"/>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62" name="Text Box 324"/>
                <p:cNvSpPr txBox="1"/>
                <p:nvPr/>
              </p:nvSpPr>
              <p:spPr>
                <a:xfrm>
                  <a:off x="844" y="3337"/>
                  <a:ext cx="32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HTTP</a:t>
                  </a:r>
                  <a:endParaRPr lang="en-US" altLang="zh-CN" sz="1000" i="0" dirty="0">
                    <a:solidFill>
                      <a:schemeClr val="bg1"/>
                    </a:solidFill>
                    <a:latin typeface="Arial" panose="020B0604020202020204" pitchFamily="34" charset="0"/>
                    <a:ea typeface="宋体" panose="02010600030101010101" pitchFamily="2" charset="-122"/>
                  </a:endParaRPr>
                </a:p>
              </p:txBody>
            </p:sp>
          </p:grpSp>
          <p:sp>
            <p:nvSpPr>
              <p:cNvPr id="198863" name="Rectangle 325"/>
              <p:cNvSpPr/>
              <p:nvPr/>
            </p:nvSpPr>
            <p:spPr>
              <a:xfrm>
                <a:off x="750" y="3244"/>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64" name="Rectangle 326"/>
              <p:cNvSpPr/>
              <p:nvPr/>
            </p:nvSpPr>
            <p:spPr>
              <a:xfrm>
                <a:off x="740" y="3238"/>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98865" name="Group 327"/>
            <p:cNvGrpSpPr/>
            <p:nvPr/>
          </p:nvGrpSpPr>
          <p:grpSpPr>
            <a:xfrm>
              <a:off x="2482" y="3844"/>
              <a:ext cx="379" cy="154"/>
              <a:chOff x="836" y="3305"/>
              <a:chExt cx="379" cy="154"/>
            </a:xfrm>
          </p:grpSpPr>
          <p:grpSp>
            <p:nvGrpSpPr>
              <p:cNvPr id="198866" name="Group 328"/>
              <p:cNvGrpSpPr/>
              <p:nvPr/>
            </p:nvGrpSpPr>
            <p:grpSpPr>
              <a:xfrm>
                <a:off x="890" y="3305"/>
                <a:ext cx="325" cy="154"/>
                <a:chOff x="844" y="3337"/>
                <a:chExt cx="325" cy="154"/>
              </a:xfrm>
            </p:grpSpPr>
            <p:sp>
              <p:nvSpPr>
                <p:cNvPr id="198867" name="Rectangle 329"/>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68" name="Text Box 330"/>
                <p:cNvSpPr txBox="1"/>
                <p:nvPr/>
              </p:nvSpPr>
              <p:spPr>
                <a:xfrm>
                  <a:off x="844" y="3337"/>
                  <a:ext cx="32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HTTP</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8869" name="Group 331"/>
              <p:cNvGrpSpPr/>
              <p:nvPr/>
            </p:nvGrpSpPr>
            <p:grpSpPr>
              <a:xfrm>
                <a:off x="836" y="3334"/>
                <a:ext cx="354" cy="94"/>
                <a:chOff x="836" y="3334"/>
                <a:chExt cx="354" cy="94"/>
              </a:xfrm>
            </p:grpSpPr>
            <p:sp>
              <p:nvSpPr>
                <p:cNvPr id="198870" name="Rectangle 332"/>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71" name="Rectangle 333"/>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grpSp>
          <p:nvGrpSpPr>
            <p:cNvPr id="198872" name="Group 334"/>
            <p:cNvGrpSpPr/>
            <p:nvPr/>
          </p:nvGrpSpPr>
          <p:grpSpPr>
            <a:xfrm>
              <a:off x="2369" y="3858"/>
              <a:ext cx="480" cy="112"/>
              <a:chOff x="627" y="3377"/>
              <a:chExt cx="480" cy="112"/>
            </a:xfrm>
          </p:grpSpPr>
          <p:sp>
            <p:nvSpPr>
              <p:cNvPr id="198873" name="Rectangle 335"/>
              <p:cNvSpPr/>
              <p:nvPr/>
            </p:nvSpPr>
            <p:spPr>
              <a:xfrm>
                <a:off x="636" y="3388"/>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74" name="Rectangle 336"/>
              <p:cNvSpPr/>
              <p:nvPr/>
            </p:nvSpPr>
            <p:spPr>
              <a:xfrm>
                <a:off x="627" y="3377"/>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nvGrpSpPr>
            <p:cNvPr id="198875" name="Group 360"/>
            <p:cNvGrpSpPr/>
            <p:nvPr/>
          </p:nvGrpSpPr>
          <p:grpSpPr>
            <a:xfrm>
              <a:off x="2534" y="3531"/>
              <a:ext cx="325" cy="154"/>
              <a:chOff x="844" y="3337"/>
              <a:chExt cx="325" cy="154"/>
            </a:xfrm>
          </p:grpSpPr>
          <p:sp>
            <p:nvSpPr>
              <p:cNvPr id="198876" name="Rectangle 361"/>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77" name="Text Box 362"/>
              <p:cNvSpPr txBox="1"/>
              <p:nvPr/>
            </p:nvSpPr>
            <p:spPr>
              <a:xfrm>
                <a:off x="844" y="3337"/>
                <a:ext cx="32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HTTP</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8878" name="Group 461"/>
            <p:cNvGrpSpPr/>
            <p:nvPr/>
          </p:nvGrpSpPr>
          <p:grpSpPr>
            <a:xfrm>
              <a:off x="2256" y="4017"/>
              <a:ext cx="681" cy="154"/>
              <a:chOff x="-341" y="3180"/>
              <a:chExt cx="681" cy="154"/>
            </a:xfrm>
          </p:grpSpPr>
          <p:sp>
            <p:nvSpPr>
              <p:cNvPr id="198879" name="Rectangle 457"/>
              <p:cNvSpPr/>
              <p:nvPr/>
            </p:nvSpPr>
            <p:spPr>
              <a:xfrm>
                <a:off x="-341" y="3186"/>
                <a:ext cx="681" cy="13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98880" name="Group 445"/>
              <p:cNvGrpSpPr/>
              <p:nvPr/>
            </p:nvGrpSpPr>
            <p:grpSpPr>
              <a:xfrm>
                <a:off x="-222" y="3180"/>
                <a:ext cx="492" cy="154"/>
                <a:chOff x="723" y="3453"/>
                <a:chExt cx="492" cy="154"/>
              </a:xfrm>
            </p:grpSpPr>
            <p:grpSp>
              <p:nvGrpSpPr>
                <p:cNvPr id="198881" name="Group 446"/>
                <p:cNvGrpSpPr/>
                <p:nvPr/>
              </p:nvGrpSpPr>
              <p:grpSpPr>
                <a:xfrm>
                  <a:off x="836" y="3453"/>
                  <a:ext cx="379" cy="154"/>
                  <a:chOff x="836" y="3305"/>
                  <a:chExt cx="379" cy="154"/>
                </a:xfrm>
              </p:grpSpPr>
              <p:grpSp>
                <p:nvGrpSpPr>
                  <p:cNvPr id="198882" name="Group 447"/>
                  <p:cNvGrpSpPr/>
                  <p:nvPr/>
                </p:nvGrpSpPr>
                <p:grpSpPr>
                  <a:xfrm>
                    <a:off x="890" y="3305"/>
                    <a:ext cx="325" cy="154"/>
                    <a:chOff x="844" y="3337"/>
                    <a:chExt cx="325" cy="154"/>
                  </a:xfrm>
                </p:grpSpPr>
                <p:sp>
                  <p:nvSpPr>
                    <p:cNvPr id="198883" name="Rectangle 448"/>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84" name="Text Box 449"/>
                    <p:cNvSpPr txBox="1"/>
                    <p:nvPr/>
                  </p:nvSpPr>
                  <p:spPr>
                    <a:xfrm>
                      <a:off x="844" y="3337"/>
                      <a:ext cx="32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HTTP</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8885" name="Group 450"/>
                  <p:cNvGrpSpPr/>
                  <p:nvPr/>
                </p:nvGrpSpPr>
                <p:grpSpPr>
                  <a:xfrm>
                    <a:off x="836" y="3334"/>
                    <a:ext cx="354" cy="94"/>
                    <a:chOff x="836" y="3334"/>
                    <a:chExt cx="354" cy="94"/>
                  </a:xfrm>
                </p:grpSpPr>
                <p:sp>
                  <p:nvSpPr>
                    <p:cNvPr id="198886" name="Rectangle 451"/>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87" name="Rectangle 452"/>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sp>
              <p:nvSpPr>
                <p:cNvPr id="198888" name="Rectangle 453"/>
                <p:cNvSpPr/>
                <p:nvPr/>
              </p:nvSpPr>
              <p:spPr>
                <a:xfrm>
                  <a:off x="732" y="3484"/>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89" name="Rectangle 454"/>
                <p:cNvSpPr/>
                <p:nvPr/>
              </p:nvSpPr>
              <p:spPr>
                <a:xfrm>
                  <a:off x="723" y="3473"/>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98890" name="Rectangle 455"/>
              <p:cNvSpPr/>
              <p:nvPr/>
            </p:nvSpPr>
            <p:spPr>
              <a:xfrm>
                <a:off x="-328" y="3202"/>
                <a:ext cx="94"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91" name="Rectangle 456"/>
              <p:cNvSpPr/>
              <p:nvPr/>
            </p:nvSpPr>
            <p:spPr>
              <a:xfrm>
                <a:off x="270" y="3201"/>
                <a:ext cx="60"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grpSp>
        <p:nvGrpSpPr>
          <p:cNvPr id="708046" name="Group 462"/>
          <p:cNvGrpSpPr/>
          <p:nvPr/>
        </p:nvGrpSpPr>
        <p:grpSpPr>
          <a:xfrm>
            <a:off x="414338" y="4756150"/>
            <a:ext cx="1081087" cy="244475"/>
            <a:chOff x="-341" y="3180"/>
            <a:chExt cx="681" cy="154"/>
          </a:xfrm>
        </p:grpSpPr>
        <p:sp>
          <p:nvSpPr>
            <p:cNvPr id="198893" name="Rectangle 463"/>
            <p:cNvSpPr/>
            <p:nvPr/>
          </p:nvSpPr>
          <p:spPr>
            <a:xfrm>
              <a:off x="-341" y="3186"/>
              <a:ext cx="681" cy="13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98894" name="Group 464"/>
            <p:cNvGrpSpPr/>
            <p:nvPr/>
          </p:nvGrpSpPr>
          <p:grpSpPr>
            <a:xfrm>
              <a:off x="-222" y="3180"/>
              <a:ext cx="492" cy="154"/>
              <a:chOff x="723" y="3453"/>
              <a:chExt cx="492" cy="154"/>
            </a:xfrm>
          </p:grpSpPr>
          <p:grpSp>
            <p:nvGrpSpPr>
              <p:cNvPr id="198895" name="Group 465"/>
              <p:cNvGrpSpPr/>
              <p:nvPr/>
            </p:nvGrpSpPr>
            <p:grpSpPr>
              <a:xfrm>
                <a:off x="836" y="3453"/>
                <a:ext cx="379" cy="154"/>
                <a:chOff x="836" y="3305"/>
                <a:chExt cx="379" cy="154"/>
              </a:xfrm>
            </p:grpSpPr>
            <p:grpSp>
              <p:nvGrpSpPr>
                <p:cNvPr id="198896" name="Group 466"/>
                <p:cNvGrpSpPr/>
                <p:nvPr/>
              </p:nvGrpSpPr>
              <p:grpSpPr>
                <a:xfrm>
                  <a:off x="890" y="3305"/>
                  <a:ext cx="325" cy="154"/>
                  <a:chOff x="844" y="3337"/>
                  <a:chExt cx="325" cy="154"/>
                </a:xfrm>
              </p:grpSpPr>
              <p:sp>
                <p:nvSpPr>
                  <p:cNvPr id="198897" name="Rectangle 467"/>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898" name="Text Box 468"/>
                  <p:cNvSpPr txBox="1"/>
                  <p:nvPr/>
                </p:nvSpPr>
                <p:spPr>
                  <a:xfrm>
                    <a:off x="844" y="3337"/>
                    <a:ext cx="325" cy="154"/>
                  </a:xfrm>
                  <a:prstGeom prst="rect">
                    <a:avLst/>
                  </a:prstGeom>
                  <a:noFill/>
                  <a:ln w="9525">
                    <a:noFill/>
                  </a:ln>
                </p:spPr>
                <p:txBody>
                  <a:bodyPr wrap="none" anchor="t" anchorCtr="0">
                    <a:spAutoFit/>
                  </a:bodyPr>
                  <a:p>
                    <a:pPr eaLnBrk="0" hangingPunct="0">
                      <a:buClrTx/>
                      <a:buFontTx/>
                    </a:pPr>
                    <a:r>
                      <a:rPr lang="en-US" altLang="zh-CN" sz="1000" i="0" dirty="0">
                        <a:solidFill>
                          <a:schemeClr val="bg1"/>
                        </a:solidFill>
                        <a:latin typeface="Arial" panose="020B0604020202020204" pitchFamily="34" charset="0"/>
                        <a:ea typeface="宋体" panose="02010600030101010101" pitchFamily="2" charset="-122"/>
                      </a:rPr>
                      <a:t>HTTP</a:t>
                    </a:r>
                    <a:endParaRPr lang="en-US" altLang="zh-CN" sz="1000" i="0" dirty="0">
                      <a:solidFill>
                        <a:schemeClr val="bg1"/>
                      </a:solidFill>
                      <a:latin typeface="Arial" panose="020B0604020202020204" pitchFamily="34" charset="0"/>
                      <a:ea typeface="宋体" panose="02010600030101010101" pitchFamily="2" charset="-122"/>
                    </a:endParaRPr>
                  </a:p>
                </p:txBody>
              </p:sp>
            </p:grpSp>
            <p:grpSp>
              <p:nvGrpSpPr>
                <p:cNvPr id="198899" name="Group 469"/>
                <p:cNvGrpSpPr/>
                <p:nvPr/>
              </p:nvGrpSpPr>
              <p:grpSpPr>
                <a:xfrm>
                  <a:off x="836" y="3334"/>
                  <a:ext cx="354" cy="94"/>
                  <a:chOff x="836" y="3334"/>
                  <a:chExt cx="354" cy="94"/>
                </a:xfrm>
              </p:grpSpPr>
              <p:sp>
                <p:nvSpPr>
                  <p:cNvPr id="198900" name="Rectangle 470"/>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901" name="Rectangle 471"/>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grpSp>
          <p:sp>
            <p:nvSpPr>
              <p:cNvPr id="198902" name="Rectangle 472"/>
              <p:cNvSpPr/>
              <p:nvPr/>
            </p:nvSpPr>
            <p:spPr>
              <a:xfrm>
                <a:off x="732" y="3484"/>
                <a:ext cx="96" cy="93"/>
              </a:xfrm>
              <a:prstGeom prst="rect">
                <a:avLst/>
              </a:prstGeom>
              <a:solidFill>
                <a:schemeClr val="accent2"/>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903" name="Rectangle 473"/>
              <p:cNvSpPr/>
              <p:nvPr/>
            </p:nvSpPr>
            <p:spPr>
              <a:xfrm>
                <a:off x="723" y="3473"/>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198904" name="Rectangle 474"/>
            <p:cNvSpPr/>
            <p:nvPr/>
          </p:nvSpPr>
          <p:spPr>
            <a:xfrm>
              <a:off x="-328" y="3202"/>
              <a:ext cx="94"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98905" name="Rectangle 475"/>
            <p:cNvSpPr/>
            <p:nvPr/>
          </p:nvSpPr>
          <p:spPr>
            <a:xfrm>
              <a:off x="270" y="3201"/>
              <a:ext cx="60" cy="108"/>
            </a:xfrm>
            <a:prstGeom prst="rect">
              <a:avLst/>
            </a:prstGeom>
            <a:solidFill>
              <a:schemeClr val="tx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pic>
        <p:nvPicPr>
          <p:cNvPr id="708062" name="Picture 478"/>
          <p:cNvPicPr>
            <a:picLocks noChangeAspect="1"/>
          </p:cNvPicPr>
          <p:nvPr/>
        </p:nvPicPr>
        <p:blipFill>
          <a:blip r:embed="rId3"/>
          <a:stretch>
            <a:fillRect/>
          </a:stretch>
        </p:blipFill>
        <p:spPr>
          <a:xfrm>
            <a:off x="2106613" y="855663"/>
            <a:ext cx="1243012" cy="768350"/>
          </a:xfrm>
          <a:prstGeom prst="rect">
            <a:avLst/>
          </a:prstGeom>
          <a:noFill/>
          <a:ln w="28575" cap="flat" cmpd="sng">
            <a:solidFill>
              <a:srgbClr val="FF0000"/>
            </a:solidFill>
            <a:prstDash val="solid"/>
            <a:miter/>
            <a:headEnd type="none" w="med" len="med"/>
            <a:tailEnd type="none" w="med" len="med"/>
          </a:ln>
        </p:spPr>
      </p:pic>
      <p:sp>
        <p:nvSpPr>
          <p:cNvPr id="708064" name="Rectangle 480"/>
          <p:cNvSpPr/>
          <p:nvPr/>
        </p:nvSpPr>
        <p:spPr>
          <a:xfrm>
            <a:off x="3494088" y="863600"/>
            <a:ext cx="3865562" cy="536575"/>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i="0" dirty="0">
                <a:latin typeface="Comic Sans MS" panose="030F0702030302020204" pitchFamily="66" charset="0"/>
                <a:ea typeface="宋体" panose="02010600030101010101" pitchFamily="2" charset="-122"/>
              </a:rPr>
              <a:t>web page </a:t>
            </a:r>
            <a:r>
              <a:rPr lang="en-US" altLang="zh-CN" sz="2000" b="1" dirty="0">
                <a:solidFill>
                  <a:srgbClr val="FF0000"/>
                </a:solidFill>
                <a:latin typeface="Comic Sans MS" panose="030F0702030302020204" pitchFamily="66" charset="0"/>
                <a:ea typeface="宋体" panose="02010600030101010101" pitchFamily="2" charset="-122"/>
              </a:rPr>
              <a:t>finally (!!!)</a:t>
            </a:r>
            <a:r>
              <a:rPr lang="en-US" altLang="zh-CN" sz="2000" i="0" dirty="0">
                <a:latin typeface="Comic Sans MS" panose="030F0702030302020204" pitchFamily="66" charset="0"/>
                <a:ea typeface="宋体" panose="02010600030101010101" pitchFamily="2" charset="-122"/>
              </a:rPr>
              <a:t> displayed</a:t>
            </a:r>
            <a:endParaRPr lang="en-US" altLang="zh-CN" sz="2000" i="0" dirty="0">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07941"/>
                                        </p:tgtEl>
                                        <p:attrNameLst>
                                          <p:attrName>style.visibility</p:attrName>
                                        </p:attrNameLst>
                                      </p:cBhvr>
                                      <p:to>
                                        <p:strVal val="visible"/>
                                      </p:to>
                                    </p:set>
                                    <p:animEffect transition="in" filter="wipe(up)">
                                      <p:cBhvr>
                                        <p:cTn id="7" dur="500"/>
                                        <p:tgtEl>
                                          <p:spTgt spid="707941"/>
                                        </p:tgtEl>
                                      </p:cBhvr>
                                    </p:animEffect>
                                  </p:childTnLst>
                                </p:cTn>
                              </p:par>
                              <p:par>
                                <p:cTn id="8" presetID="1" presetClass="entr" presetSubtype="0" fill="hold" grpId="0" nodeType="withEffect">
                                  <p:stCondLst>
                                    <p:cond delay="0"/>
                                  </p:stCondLst>
                                  <p:childTnLst>
                                    <p:set>
                                      <p:cBhvr>
                                        <p:cTn id="9" dur="1" fill="hold">
                                          <p:stCondLst>
                                            <p:cond delay="0"/>
                                          </p:stCondLst>
                                        </p:cTn>
                                        <p:tgtEl>
                                          <p:spTgt spid="70763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07973"/>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707634"/>
                                        </p:tgtEl>
                                        <p:attrNameLst>
                                          <p:attrName>style.visibility</p:attrName>
                                        </p:attrNameLst>
                                      </p:cBhvr>
                                      <p:to>
                                        <p:strVal val="visible"/>
                                      </p:to>
                                    </p:set>
                                  </p:childTnLst>
                                </p:cTn>
                              </p:par>
                              <p:par>
                                <p:cTn id="16" presetID="9" presetClass="exit" presetSubtype="0" fill="hold" nodeType="withEffect">
                                  <p:stCondLst>
                                    <p:cond delay="0"/>
                                  </p:stCondLst>
                                  <p:childTnLst>
                                    <p:animEffect transition="out" filter="dissolve">
                                      <p:cBhvr>
                                        <p:cTn id="17" dur="500"/>
                                        <p:tgtEl>
                                          <p:spTgt spid="707941"/>
                                        </p:tgtEl>
                                      </p:cBhvr>
                                    </p:animEffect>
                                    <p:set>
                                      <p:cBhvr>
                                        <p:cTn id="18" dur="1" fill="hold">
                                          <p:stCondLst>
                                            <p:cond delay="499"/>
                                          </p:stCondLst>
                                        </p:cTn>
                                        <p:tgtEl>
                                          <p:spTgt spid="707941"/>
                                        </p:tgtEl>
                                        <p:attrNameLst>
                                          <p:attrName>style.visibility</p:attrName>
                                        </p:attrNameLst>
                                      </p:cBhvr>
                                      <p:to>
                                        <p:strVal val="hidden"/>
                                      </p:to>
                                    </p:set>
                                  </p:childTnLst>
                                </p:cTn>
                              </p:par>
                              <p:par>
                                <p:cTn id="19" presetID="9" presetClass="exit" presetSubtype="0" fill="hold" nodeType="withEffect">
                                  <p:stCondLst>
                                    <p:cond delay="0"/>
                                  </p:stCondLst>
                                  <p:childTnLst>
                                    <p:animEffect transition="out" filter="dissolve">
                                      <p:cBhvr>
                                        <p:cTn id="20" dur="500"/>
                                        <p:tgtEl>
                                          <p:spTgt spid="707628"/>
                                        </p:tgtEl>
                                      </p:cBhvr>
                                    </p:animEffect>
                                    <p:set>
                                      <p:cBhvr>
                                        <p:cTn id="21" dur="1" fill="hold">
                                          <p:stCondLst>
                                            <p:cond delay="499"/>
                                          </p:stCondLst>
                                        </p:cTn>
                                        <p:tgtEl>
                                          <p:spTgt spid="707628"/>
                                        </p:tgtEl>
                                        <p:attrNameLst>
                                          <p:attrName>style.visibility</p:attrName>
                                        </p:attrNameLst>
                                      </p:cBhvr>
                                      <p:to>
                                        <p:strVal val="hidden"/>
                                      </p:to>
                                    </p:set>
                                  </p:childTnLst>
                                </p:cTn>
                              </p:par>
                            </p:childTnLst>
                          </p:cTn>
                        </p:par>
                        <p:par>
                          <p:cTn id="22" fill="hold">
                            <p:stCondLst>
                              <p:cond delay="0"/>
                            </p:stCondLst>
                            <p:childTnLst>
                              <p:par>
                                <p:cTn id="23" presetID="0" presetClass="path" presetSubtype="0" accel="50000" decel="50000" fill="hold" nodeType="afterEffect">
                                  <p:stCondLst>
                                    <p:cond delay="0"/>
                                  </p:stCondLst>
                                  <p:childTnLst>
                                    <p:animMotion origin="layout" path="M -1.66667E-6 6.03747E-6 L -1.66667E-6 0.07357 L 0.36771 0.07056 L 0.26545 0.23434 L 0.35625 0.23133 L 0.54826 0.0199 L 0.30347 0.51932 L 0.03437 0.51932 L 0.03437 0.41962 " pathEditMode="relative" ptsTypes="AAAAAAAAA">
                                      <p:cBhvr>
                                        <p:cTn id="24" dur="2000" fill="hold"/>
                                        <p:tgtEl>
                                          <p:spTgt spid="707973"/>
                                        </p:tgtEl>
                                        <p:attrNameLst>
                                          <p:attrName>ppt_x</p:attrName>
                                          <p:attrName>ppt_y</p:attrName>
                                        </p:attrNameLst>
                                      </p:cBhvr>
                                    </p:animMotion>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707975"/>
                                        </p:tgtEl>
                                        <p:attrNameLst>
                                          <p:attrName>style.visibility</p:attrName>
                                        </p:attrNameLst>
                                      </p:cBhvr>
                                      <p:to>
                                        <p:strVal val="visible"/>
                                      </p:to>
                                    </p:set>
                                    <p:animEffect transition="in" filter="wipe(down)">
                                      <p:cBhvr>
                                        <p:cTn id="29" dur="500"/>
                                        <p:tgtEl>
                                          <p:spTgt spid="707975"/>
                                        </p:tgtEl>
                                      </p:cBhvr>
                                    </p:animEffect>
                                  </p:childTnLst>
                                </p:cTn>
                              </p:par>
                              <p:par>
                                <p:cTn id="30" presetID="9" presetClass="exit" presetSubtype="0" fill="hold" nodeType="withEffect">
                                  <p:stCondLst>
                                    <p:cond delay="0"/>
                                  </p:stCondLst>
                                  <p:childTnLst>
                                    <p:animEffect transition="out" filter="dissolve">
                                      <p:cBhvr>
                                        <p:cTn id="31" dur="500"/>
                                        <p:tgtEl>
                                          <p:spTgt spid="707973"/>
                                        </p:tgtEl>
                                      </p:cBhvr>
                                    </p:animEffect>
                                    <p:set>
                                      <p:cBhvr>
                                        <p:cTn id="32" dur="1" fill="hold">
                                          <p:stCondLst>
                                            <p:cond delay="499"/>
                                          </p:stCondLst>
                                        </p:cTn>
                                        <p:tgtEl>
                                          <p:spTgt spid="707973"/>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9" presetClass="exit" presetSubtype="0" fill="hold" nodeType="clickEffect">
                                  <p:stCondLst>
                                    <p:cond delay="0"/>
                                  </p:stCondLst>
                                  <p:childTnLst>
                                    <p:animEffect transition="out" filter="dissolve">
                                      <p:cBhvr>
                                        <p:cTn id="36" dur="500"/>
                                        <p:tgtEl>
                                          <p:spTgt spid="707975"/>
                                        </p:tgtEl>
                                      </p:cBhvr>
                                    </p:animEffect>
                                    <p:set>
                                      <p:cBhvr>
                                        <p:cTn id="37" dur="1" fill="hold">
                                          <p:stCondLst>
                                            <p:cond delay="499"/>
                                          </p:stCondLst>
                                        </p:cTn>
                                        <p:tgtEl>
                                          <p:spTgt spid="707975"/>
                                        </p:tgtEl>
                                        <p:attrNameLst>
                                          <p:attrName>style.visibility</p:attrName>
                                        </p:attrNameLst>
                                      </p:cBhvr>
                                      <p:to>
                                        <p:strVal val="hidden"/>
                                      </p:to>
                                    </p:set>
                                  </p:childTnLst>
                                </p:cTn>
                              </p:par>
                            </p:childTnLst>
                          </p:cTn>
                        </p:par>
                        <p:par>
                          <p:cTn id="38" fill="hold">
                            <p:stCondLst>
                              <p:cond delay="500"/>
                            </p:stCondLst>
                            <p:childTnLst>
                              <p:par>
                                <p:cTn id="39" presetID="22" presetClass="entr" presetSubtype="1" fill="hold" nodeType="afterEffect">
                                  <p:stCondLst>
                                    <p:cond delay="0"/>
                                  </p:stCondLst>
                                  <p:childTnLst>
                                    <p:set>
                                      <p:cBhvr>
                                        <p:cTn id="40" dur="1" fill="hold">
                                          <p:stCondLst>
                                            <p:cond delay="0"/>
                                          </p:stCondLst>
                                        </p:cTn>
                                        <p:tgtEl>
                                          <p:spTgt spid="707975"/>
                                        </p:tgtEl>
                                        <p:attrNameLst>
                                          <p:attrName>style.visibility</p:attrName>
                                        </p:attrNameLst>
                                      </p:cBhvr>
                                      <p:to>
                                        <p:strVal val="visible"/>
                                      </p:to>
                                    </p:set>
                                    <p:animEffect transition="in" filter="wipe(up)">
                                      <p:cBhvr>
                                        <p:cTn id="41" dur="500"/>
                                        <p:tgtEl>
                                          <p:spTgt spid="707975"/>
                                        </p:tgtEl>
                                      </p:cBhvr>
                                    </p:animEffect>
                                  </p:childTnLst>
                                </p:cTn>
                              </p:par>
                              <p:par>
                                <p:cTn id="42" presetID="1" presetClass="entr" presetSubtype="0" fill="hold" grpId="0" nodeType="withEffect">
                                  <p:stCondLst>
                                    <p:cond delay="0"/>
                                  </p:stCondLst>
                                  <p:childTnLst>
                                    <p:set>
                                      <p:cBhvr>
                                        <p:cTn id="43" dur="1" fill="hold">
                                          <p:stCondLst>
                                            <p:cond delay="0"/>
                                          </p:stCondLst>
                                        </p:cTn>
                                        <p:tgtEl>
                                          <p:spTgt spid="70781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708046"/>
                                        </p:tgtEl>
                                        <p:attrNameLst>
                                          <p:attrName>style.visibility</p:attrName>
                                        </p:attrNameLst>
                                      </p:cBhvr>
                                      <p:to>
                                        <p:strVal val="visible"/>
                                      </p:to>
                                    </p:set>
                                    <p:animEffect transition="in" filter="dissolve">
                                      <p:cBhvr>
                                        <p:cTn id="48" dur="500"/>
                                        <p:tgtEl>
                                          <p:spTgt spid="708046"/>
                                        </p:tgtEl>
                                      </p:cBhvr>
                                    </p:animEffect>
                                  </p:childTnLst>
                                </p:cTn>
                              </p:par>
                              <p:par>
                                <p:cTn id="49" presetID="9" presetClass="exit" presetSubtype="0" fill="hold" nodeType="withEffect">
                                  <p:stCondLst>
                                    <p:cond delay="0"/>
                                  </p:stCondLst>
                                  <p:childTnLst>
                                    <p:animEffect transition="out" filter="dissolve">
                                      <p:cBhvr>
                                        <p:cTn id="50" dur="500"/>
                                        <p:tgtEl>
                                          <p:spTgt spid="707975"/>
                                        </p:tgtEl>
                                      </p:cBhvr>
                                    </p:animEffect>
                                    <p:set>
                                      <p:cBhvr>
                                        <p:cTn id="51" dur="1" fill="hold">
                                          <p:stCondLst>
                                            <p:cond delay="499"/>
                                          </p:stCondLst>
                                        </p:cTn>
                                        <p:tgtEl>
                                          <p:spTgt spid="707975"/>
                                        </p:tgtEl>
                                        <p:attrNameLst>
                                          <p:attrName>style.visibility</p:attrName>
                                        </p:attrNameLst>
                                      </p:cBhvr>
                                      <p:to>
                                        <p:strVal val="hidden"/>
                                      </p:to>
                                    </p:set>
                                  </p:childTnLst>
                                </p:cTn>
                              </p:par>
                            </p:childTnLst>
                          </p:cTn>
                        </p:par>
                        <p:par>
                          <p:cTn id="52" fill="hold">
                            <p:stCondLst>
                              <p:cond delay="500"/>
                            </p:stCondLst>
                            <p:childTnLst>
                              <p:par>
                                <p:cTn id="53" presetID="0" presetClass="path" presetSubtype="0" accel="50000" decel="50000" fill="hold" nodeType="afterEffect">
                                  <p:stCondLst>
                                    <p:cond delay="0"/>
                                  </p:stCondLst>
                                  <p:childTnLst>
                                    <p:animMotion origin="layout" path="M 3.33333E-6 -5.8501E-6 L 0.00573 0.09969 L 0.28159 0.09646 L 0.52534 -0.418 L 0.31614 -0.18367 L 0.22986 -0.18668 L 0.32309 -0.36295 L -0.03438 -0.36295 L -0.03334 -0.42101 " pathEditMode="relative" ptsTypes="AAAAAAAAA">
                                      <p:cBhvr>
                                        <p:cTn id="54" dur="2000" fill="hold"/>
                                        <p:tgtEl>
                                          <p:spTgt spid="708046"/>
                                        </p:tgtEl>
                                        <p:attrNameLst>
                                          <p:attrName>ppt_x</p:attrName>
                                          <p:attrName>ppt_y</p:attrName>
                                        </p:attrNameLst>
                                      </p:cBhvr>
                                    </p:animMotion>
                                  </p:childTnLst>
                                </p:cTn>
                              </p:par>
                              <p:par>
                                <p:cTn id="55" presetID="1" presetClass="entr" presetSubtype="0" fill="hold" grpId="0" nodeType="withEffect">
                                  <p:stCondLst>
                                    <p:cond delay="0"/>
                                  </p:stCondLst>
                                  <p:childTnLst>
                                    <p:set>
                                      <p:cBhvr>
                                        <p:cTn id="56" dur="1" fill="hold">
                                          <p:stCondLst>
                                            <p:cond delay="0"/>
                                          </p:stCondLst>
                                        </p:cTn>
                                        <p:tgtEl>
                                          <p:spTgt spid="70763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9" presetClass="exit" presetSubtype="0" fill="hold" nodeType="clickEffect">
                                  <p:stCondLst>
                                    <p:cond delay="0"/>
                                  </p:stCondLst>
                                  <p:childTnLst>
                                    <p:animEffect transition="out" filter="dissolve">
                                      <p:cBhvr>
                                        <p:cTn id="60" dur="500"/>
                                        <p:tgtEl>
                                          <p:spTgt spid="708046"/>
                                        </p:tgtEl>
                                      </p:cBhvr>
                                    </p:animEffect>
                                    <p:set>
                                      <p:cBhvr>
                                        <p:cTn id="61" dur="1" fill="hold">
                                          <p:stCondLst>
                                            <p:cond delay="499"/>
                                          </p:stCondLst>
                                        </p:cTn>
                                        <p:tgtEl>
                                          <p:spTgt spid="708046"/>
                                        </p:tgtEl>
                                        <p:attrNameLst>
                                          <p:attrName>style.visibility</p:attrName>
                                        </p:attrNameLst>
                                      </p:cBhvr>
                                      <p:to>
                                        <p:strVal val="hidden"/>
                                      </p:to>
                                    </p:set>
                                  </p:childTnLst>
                                </p:cTn>
                              </p:par>
                            </p:childTnLst>
                          </p:cTn>
                        </p:par>
                        <p:par>
                          <p:cTn id="62" fill="hold">
                            <p:stCondLst>
                              <p:cond delay="500"/>
                            </p:stCondLst>
                            <p:childTnLst>
                              <p:par>
                                <p:cTn id="63" presetID="22" presetClass="entr" presetSubtype="4" fill="hold" nodeType="afterEffect">
                                  <p:stCondLst>
                                    <p:cond delay="0"/>
                                  </p:stCondLst>
                                  <p:childTnLst>
                                    <p:set>
                                      <p:cBhvr>
                                        <p:cTn id="64" dur="1" fill="hold">
                                          <p:stCondLst>
                                            <p:cond delay="0"/>
                                          </p:stCondLst>
                                        </p:cTn>
                                        <p:tgtEl>
                                          <p:spTgt spid="708061"/>
                                        </p:tgtEl>
                                        <p:attrNameLst>
                                          <p:attrName>style.visibility</p:attrName>
                                        </p:attrNameLst>
                                      </p:cBhvr>
                                      <p:to>
                                        <p:strVal val="visible"/>
                                      </p:to>
                                    </p:set>
                                    <p:animEffect transition="in" filter="wipe(down)">
                                      <p:cBhvr>
                                        <p:cTn id="65" dur="500"/>
                                        <p:tgtEl>
                                          <p:spTgt spid="708061"/>
                                        </p:tgtEl>
                                      </p:cBhvr>
                                    </p:animEffect>
                                  </p:childTnLst>
                                </p:cTn>
                              </p:par>
                            </p:childTnLst>
                          </p:cTn>
                        </p:par>
                        <p:par>
                          <p:cTn id="66" fill="hold">
                            <p:stCondLst>
                              <p:cond delay="1000"/>
                            </p:stCondLst>
                            <p:childTnLst>
                              <p:par>
                                <p:cTn id="67" presetID="9" presetClass="entr" presetSubtype="0" fill="hold" nodeType="afterEffect">
                                  <p:stCondLst>
                                    <p:cond delay="0"/>
                                  </p:stCondLst>
                                  <p:childTnLst>
                                    <p:set>
                                      <p:cBhvr>
                                        <p:cTn id="68" dur="1" fill="hold">
                                          <p:stCondLst>
                                            <p:cond delay="0"/>
                                          </p:stCondLst>
                                        </p:cTn>
                                        <p:tgtEl>
                                          <p:spTgt spid="708062"/>
                                        </p:tgtEl>
                                        <p:attrNameLst>
                                          <p:attrName>style.visibility</p:attrName>
                                        </p:attrNameLst>
                                      </p:cBhvr>
                                      <p:to>
                                        <p:strVal val="visible"/>
                                      </p:to>
                                    </p:set>
                                    <p:animEffect transition="in" filter="dissolve">
                                      <p:cBhvr>
                                        <p:cTn id="69" dur="1000"/>
                                        <p:tgtEl>
                                          <p:spTgt spid="708062"/>
                                        </p:tgtEl>
                                      </p:cBhvr>
                                    </p:animEffect>
                                  </p:childTnLst>
                                </p:cTn>
                              </p:par>
                              <p:par>
                                <p:cTn id="70" presetID="1" presetClass="entr" presetSubtype="0" fill="hold" grpId="0" nodeType="withEffect">
                                  <p:stCondLst>
                                    <p:cond delay="0"/>
                                  </p:stCondLst>
                                  <p:childTnLst>
                                    <p:set>
                                      <p:cBhvr>
                                        <p:cTn id="71" dur="1" fill="hold">
                                          <p:stCondLst>
                                            <p:cond delay="0"/>
                                          </p:stCondLst>
                                        </p:cTn>
                                        <p:tgtEl>
                                          <p:spTgt spid="708064"/>
                                        </p:tgtEl>
                                        <p:attrNameLst>
                                          <p:attrName>style.visibility</p:attrName>
                                        </p:attrNameLst>
                                      </p:cBhvr>
                                      <p:to>
                                        <p:strVal val="visible"/>
                                      </p:to>
                                    </p:set>
                                  </p:childTnLst>
                                </p:cTn>
                              </p:par>
                            </p:childTnLst>
                          </p:cTn>
                        </p:par>
                        <p:par>
                          <p:cTn id="72" fill="hold">
                            <p:stCondLst>
                              <p:cond delay="2000"/>
                            </p:stCondLst>
                            <p:childTnLst>
                              <p:par>
                                <p:cTn id="73" presetID="9" presetClass="entr" presetSubtype="0" fill="hold" grpId="1" nodeType="afterEffect">
                                  <p:stCondLst>
                                    <p:cond delay="0"/>
                                  </p:stCondLst>
                                  <p:childTnLst>
                                    <p:set>
                                      <p:cBhvr>
                                        <p:cTn id="74" dur="1" fill="hold">
                                          <p:stCondLst>
                                            <p:cond delay="0"/>
                                          </p:stCondLst>
                                        </p:cTn>
                                        <p:tgtEl>
                                          <p:spTgt spid="708064"/>
                                        </p:tgtEl>
                                        <p:attrNameLst>
                                          <p:attrName>style.visibility</p:attrName>
                                        </p:attrNameLst>
                                      </p:cBhvr>
                                      <p:to>
                                        <p:strVal val="visible"/>
                                      </p:to>
                                    </p:set>
                                    <p:animEffect transition="in" filter="dissolve">
                                      <p:cBhvr>
                                        <p:cTn id="75" dur="500"/>
                                        <p:tgtEl>
                                          <p:spTgt spid="7080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633" grpId="0"/>
      <p:bldP spid="707634" grpId="0"/>
      <p:bldP spid="707635" grpId="0"/>
      <p:bldP spid="707813" grpId="0"/>
      <p:bldP spid="708064" grpId="0"/>
      <p:bldP spid="708064" grpId="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1" name="页脚占位符 5"/>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199682"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199683"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Chapter 5: Summary</a:t>
            </a:r>
            <a:endParaRPr lang="en-US" altLang="zh-CN" dirty="0">
              <a:ea typeface="宋体" panose="02010600030101010101" pitchFamily="2" charset="-122"/>
            </a:endParaRPr>
          </a:p>
        </p:txBody>
      </p:sp>
      <p:sp>
        <p:nvSpPr>
          <p:cNvPr id="199684" name="Rectangle 3"/>
          <p:cNvSpPr>
            <a:spLocks noGrp="1"/>
          </p:cNvSpPr>
          <p:nvPr>
            <p:ph sz="half" idx="1"/>
          </p:nvPr>
        </p:nvSpPr>
        <p:spPr>
          <a:xfrm>
            <a:off x="533400" y="1371600"/>
            <a:ext cx="7931150" cy="4648200"/>
          </a:xfrm>
          <a:ln/>
        </p:spPr>
        <p:txBody>
          <a:bodyPr vert="horz" wrap="square" lIns="91440" tIns="45720" rIns="91440" bIns="45720" anchor="t" anchorCtr="0"/>
          <a:p>
            <a:pPr>
              <a:buClr>
                <a:schemeClr val="accent2"/>
              </a:buClr>
              <a:buSzPct val="85000"/>
              <a:buFont typeface="ZapfDingbats" pitchFamily="82" charset="2"/>
            </a:pPr>
            <a:r>
              <a:rPr lang="en-US" altLang="zh-CN" sz="2400" dirty="0">
                <a:ea typeface="宋体" panose="02010600030101010101" pitchFamily="2" charset="-122"/>
              </a:rPr>
              <a:t> principles behind data link layer services:</a:t>
            </a:r>
            <a:endParaRPr lang="en-US" altLang="zh-CN" sz="24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error detection, correction</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sharing a broadcast channel: multiple access</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link layer addressing</a:t>
            </a:r>
            <a:endParaRPr lang="en-US" altLang="zh-CN" sz="20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instantiation and implementation of various link layer technologies</a:t>
            </a:r>
            <a:endParaRPr lang="en-US" altLang="zh-CN" sz="2400" dirty="0">
              <a:ea typeface="宋体" panose="02010600030101010101" pitchFamily="2" charset="-122"/>
            </a:endParaRPr>
          </a:p>
          <a:p>
            <a:pPr lvl="1">
              <a:buClr>
                <a:schemeClr val="accent2"/>
              </a:buClr>
              <a:buSzPct val="75000"/>
              <a:buFont typeface="ZapfDingbats" pitchFamily="82" charset="2"/>
            </a:pPr>
            <a:r>
              <a:rPr lang="en-US" altLang="zh-CN" dirty="0">
                <a:ea typeface="宋体" panose="02010600030101010101" pitchFamily="2" charset="-122"/>
              </a:rPr>
              <a:t>Ethernet</a:t>
            </a:r>
            <a:endParaRPr lang="en-US" altLang="zh-CN" dirty="0">
              <a:ea typeface="宋体" panose="02010600030101010101" pitchFamily="2" charset="-122"/>
            </a:endParaRPr>
          </a:p>
          <a:p>
            <a:pPr lvl="1">
              <a:buClr>
                <a:schemeClr val="accent2"/>
              </a:buClr>
              <a:buSzPct val="75000"/>
              <a:buFont typeface="ZapfDingbats" pitchFamily="82" charset="2"/>
            </a:pPr>
            <a:r>
              <a:rPr lang="en-US" altLang="zh-CN" dirty="0">
                <a:ea typeface="宋体" panose="02010600030101010101" pitchFamily="2" charset="-122"/>
              </a:rPr>
              <a:t>switched LANS, VLANs</a:t>
            </a:r>
            <a:endParaRPr lang="en-US" altLang="zh-CN" dirty="0">
              <a:ea typeface="宋体" panose="02010600030101010101" pitchFamily="2" charset="-122"/>
            </a:endParaRPr>
          </a:p>
          <a:p>
            <a:pPr lvl="1">
              <a:buClr>
                <a:schemeClr val="accent2"/>
              </a:buClr>
              <a:buSzPct val="75000"/>
              <a:buFont typeface="ZapfDingbats" pitchFamily="82" charset="2"/>
            </a:pPr>
            <a:r>
              <a:rPr lang="en-US" altLang="zh-CN" dirty="0">
                <a:ea typeface="宋体" panose="02010600030101010101" pitchFamily="2" charset="-122"/>
              </a:rPr>
              <a:t>PPP</a:t>
            </a:r>
            <a:endParaRPr lang="en-US" altLang="zh-CN" dirty="0">
              <a:ea typeface="宋体" panose="02010600030101010101" pitchFamily="2" charset="-122"/>
            </a:endParaRPr>
          </a:p>
          <a:p>
            <a:pPr lvl="1">
              <a:buClr>
                <a:schemeClr val="accent2"/>
              </a:buClr>
              <a:buSzPct val="75000"/>
              <a:buFont typeface="ZapfDingbats" pitchFamily="82" charset="2"/>
            </a:pPr>
            <a:r>
              <a:rPr lang="en-US" altLang="zh-CN" dirty="0">
                <a:ea typeface="宋体" panose="02010600030101010101" pitchFamily="2" charset="-122"/>
              </a:rPr>
              <a:t>virtualized networks as a link layer: MPLS</a:t>
            </a:r>
            <a:endParaRPr lang="en-US" altLang="zh-CN"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synthesis: a day in the life of a web request</a:t>
            </a:r>
            <a:endParaRPr lang="en-US" altLang="zh-CN" sz="2400" dirty="0">
              <a:ea typeface="宋体" panose="02010600030101010101" pitchFamily="2" charset="-122"/>
            </a:endParaRPr>
          </a:p>
          <a:p>
            <a:pPr>
              <a:buClr>
                <a:schemeClr val="accent2"/>
              </a:buClr>
              <a:buSzPct val="85000"/>
              <a:buFont typeface="ZapfDingbats" pitchFamily="82" charset="2"/>
            </a:pPr>
            <a:endParaRPr lang="en-US" altLang="zh-CN" sz="2400" dirty="0">
              <a:ea typeface="宋体" panose="02010600030101010101" pitchFamily="2"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29" name="页脚占位符 5"/>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 DataLink Layer</a:t>
            </a:r>
            <a:endParaRPr lang="en-US" altLang="zh-CN" sz="1200" i="0" dirty="0">
              <a:latin typeface="Arial" panose="020B0604020202020204" pitchFamily="34" charset="0"/>
              <a:ea typeface="宋体" panose="02010600030101010101" pitchFamily="2" charset="-122"/>
            </a:endParaRPr>
          </a:p>
        </p:txBody>
      </p:sp>
      <p:sp>
        <p:nvSpPr>
          <p:cNvPr id="201730"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1"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1" u="none" kern="1200" baseline="0">
                <a:solidFill>
                  <a:schemeClr val="tx1"/>
                </a:solidFill>
                <a:latin typeface="Comic Sans MS" panose="030F0702030302020204" pitchFamily="66" charset="0"/>
                <a:ea typeface="+mn-ea"/>
                <a:cs typeface="+mn-cs"/>
              </a:defRPr>
            </a:lvl5pPr>
          </a:lstStyle>
          <a:p>
            <a:pPr lvl="0" algn="r" eaLnBrk="0" hangingPunct="0">
              <a:buClrTx/>
              <a:buFontTx/>
            </a:pPr>
            <a:r>
              <a:rPr lang="en-US" altLang="zh-CN" sz="1200" i="0" dirty="0">
                <a:latin typeface="Arial" panose="020B0604020202020204" pitchFamily="34" charset="0"/>
                <a:ea typeface="宋体" panose="02010600030101010101" pitchFamily="2" charset="-122"/>
              </a:rPr>
              <a:t>5-</a:t>
            </a:r>
            <a:fld id="{9A0DB2DC-4C9A-4742-B13C-FB6460FD3503}" type="slidenum">
              <a:rPr lang="en-US" altLang="zh-CN" sz="1200" i="0" dirty="0">
                <a:latin typeface="Arial" panose="020B0604020202020204" pitchFamily="34" charset="0"/>
                <a:ea typeface="宋体" panose="02010600030101010101" pitchFamily="2" charset="-122"/>
              </a:rPr>
            </a:fld>
            <a:endParaRPr lang="en-US" altLang="zh-CN" sz="1200" i="0" dirty="0">
              <a:latin typeface="Arial" panose="020B0604020202020204" pitchFamily="34" charset="0"/>
              <a:ea typeface="宋体" panose="02010600030101010101" pitchFamily="2" charset="-122"/>
            </a:endParaRPr>
          </a:p>
        </p:txBody>
      </p:sp>
      <p:sp>
        <p:nvSpPr>
          <p:cNvPr id="201731"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Chapter 5: let’s take a breath</a:t>
            </a:r>
            <a:endParaRPr lang="en-US" altLang="zh-CN" dirty="0">
              <a:ea typeface="宋体" panose="02010600030101010101" pitchFamily="2" charset="-122"/>
            </a:endParaRPr>
          </a:p>
        </p:txBody>
      </p:sp>
      <p:sp>
        <p:nvSpPr>
          <p:cNvPr id="201732" name="Rectangle 3"/>
          <p:cNvSpPr>
            <a:spLocks noGrp="1"/>
          </p:cNvSpPr>
          <p:nvPr>
            <p:ph sz="half" idx="1"/>
          </p:nvPr>
        </p:nvSpPr>
        <p:spPr>
          <a:xfrm>
            <a:off x="533400" y="1371600"/>
            <a:ext cx="7931150" cy="4648200"/>
          </a:xfrm>
          <a:ln/>
        </p:spPr>
        <p:txBody>
          <a:bodyPr vert="horz" wrap="square" lIns="91440" tIns="45720" rIns="91440" bIns="45720" anchor="t" anchorCtr="0"/>
          <a:p>
            <a:pPr>
              <a:buClr>
                <a:schemeClr val="accent2"/>
              </a:buClr>
              <a:buSzPct val="85000"/>
              <a:buFont typeface="ZapfDingbats" pitchFamily="82" charset="2"/>
            </a:pPr>
            <a:r>
              <a:rPr lang="en-US" altLang="zh-CN" dirty="0">
                <a:ea typeface="宋体" panose="02010600030101010101" pitchFamily="2" charset="-122"/>
              </a:rPr>
              <a:t>journey down protocol stack </a:t>
            </a:r>
            <a:r>
              <a:rPr lang="en-US" altLang="zh-CN" i="1" dirty="0">
                <a:solidFill>
                  <a:srgbClr val="FF0000"/>
                </a:solidFill>
                <a:ea typeface="宋体" panose="02010600030101010101" pitchFamily="2" charset="-122"/>
              </a:rPr>
              <a:t>complete</a:t>
            </a:r>
            <a:r>
              <a:rPr lang="en-US" altLang="zh-CN" dirty="0">
                <a:ea typeface="宋体" panose="02010600030101010101" pitchFamily="2" charset="-122"/>
              </a:rPr>
              <a:t> (except PHY)</a:t>
            </a:r>
            <a:endParaRPr lang="en-US" altLang="zh-CN" dirty="0">
              <a:ea typeface="宋体" panose="02010600030101010101" pitchFamily="2" charset="-122"/>
            </a:endParaRPr>
          </a:p>
          <a:p>
            <a:pPr>
              <a:buClr>
                <a:schemeClr val="accent2"/>
              </a:buClr>
              <a:buSzPct val="85000"/>
              <a:buFont typeface="ZapfDingbats" pitchFamily="82" charset="2"/>
            </a:pPr>
            <a:r>
              <a:rPr lang="en-US" altLang="zh-CN" dirty="0">
                <a:ea typeface="宋体" panose="02010600030101010101" pitchFamily="2" charset="-122"/>
              </a:rPr>
              <a:t>solid understanding of networking principles, practice</a:t>
            </a:r>
            <a:endParaRPr lang="en-US" altLang="zh-CN" dirty="0">
              <a:ea typeface="宋体" panose="02010600030101010101" pitchFamily="2" charset="-122"/>
            </a:endParaRPr>
          </a:p>
          <a:p>
            <a:pPr>
              <a:buClr>
                <a:schemeClr val="accent2"/>
              </a:buClr>
              <a:buSzPct val="85000"/>
              <a:buFont typeface="ZapfDingbats" pitchFamily="82" charset="2"/>
            </a:pPr>
            <a:r>
              <a:rPr lang="en-US" altLang="zh-CN" dirty="0">
                <a:ea typeface="宋体" panose="02010600030101010101" pitchFamily="2" charset="-122"/>
              </a:rPr>
              <a:t>….. could stop here …. but </a:t>
            </a:r>
            <a:r>
              <a:rPr lang="en-US" altLang="zh-CN" i="1" dirty="0">
                <a:solidFill>
                  <a:srgbClr val="FF0000"/>
                </a:solidFill>
                <a:ea typeface="宋体" panose="02010600030101010101" pitchFamily="2" charset="-122"/>
              </a:rPr>
              <a:t>lots </a:t>
            </a:r>
            <a:r>
              <a:rPr lang="en-US" altLang="zh-CN" dirty="0">
                <a:ea typeface="宋体" panose="02010600030101010101" pitchFamily="2" charset="-122"/>
              </a:rPr>
              <a:t>of interesting topics!</a:t>
            </a:r>
            <a:endParaRPr lang="en-US" altLang="zh-CN" dirty="0">
              <a:ea typeface="宋体" panose="02010600030101010101" pitchFamily="2" charset="-122"/>
            </a:endParaRPr>
          </a:p>
          <a:p>
            <a:pPr lvl="1">
              <a:buClr>
                <a:schemeClr val="accent2"/>
              </a:buClr>
              <a:buSzPct val="75000"/>
              <a:buFont typeface="ZapfDingbats" pitchFamily="82" charset="2"/>
            </a:pPr>
            <a:r>
              <a:rPr lang="en-US" altLang="zh-CN" dirty="0">
                <a:ea typeface="宋体" panose="02010600030101010101" pitchFamily="2" charset="-122"/>
              </a:rPr>
              <a:t>wireless</a:t>
            </a:r>
            <a:endParaRPr lang="en-US" altLang="zh-CN" dirty="0">
              <a:ea typeface="宋体" panose="02010600030101010101" pitchFamily="2" charset="-122"/>
            </a:endParaRPr>
          </a:p>
          <a:p>
            <a:pPr lvl="1">
              <a:buClr>
                <a:schemeClr val="accent2"/>
              </a:buClr>
              <a:buSzPct val="75000"/>
              <a:buFont typeface="ZapfDingbats" pitchFamily="82" charset="2"/>
            </a:pPr>
            <a:r>
              <a:rPr lang="en-US" altLang="zh-CN" dirty="0">
                <a:ea typeface="宋体" panose="02010600030101010101" pitchFamily="2" charset="-122"/>
              </a:rPr>
              <a:t>multimedia</a:t>
            </a:r>
            <a:endParaRPr lang="en-US" altLang="zh-CN" dirty="0">
              <a:ea typeface="宋体" panose="02010600030101010101" pitchFamily="2" charset="-122"/>
            </a:endParaRPr>
          </a:p>
          <a:p>
            <a:pPr lvl="1">
              <a:buClr>
                <a:schemeClr val="accent2"/>
              </a:buClr>
              <a:buSzPct val="75000"/>
              <a:buFont typeface="ZapfDingbats" pitchFamily="82" charset="2"/>
            </a:pPr>
            <a:r>
              <a:rPr lang="en-US" altLang="zh-CN" dirty="0">
                <a:ea typeface="宋体" panose="02010600030101010101" pitchFamily="2" charset="-122"/>
              </a:rPr>
              <a:t>security </a:t>
            </a:r>
            <a:endParaRPr lang="en-US" altLang="zh-CN" dirty="0">
              <a:ea typeface="宋体" panose="02010600030101010101" pitchFamily="2" charset="-122"/>
            </a:endParaRPr>
          </a:p>
          <a:p>
            <a:pPr lvl="1">
              <a:buClr>
                <a:schemeClr val="accent2"/>
              </a:buClr>
              <a:buSzPct val="75000"/>
              <a:buFont typeface="ZapfDingbats" pitchFamily="82" charset="2"/>
            </a:pPr>
            <a:r>
              <a:rPr lang="en-US" altLang="zh-CN" dirty="0">
                <a:ea typeface="宋体" panose="02010600030101010101" pitchFamily="2" charset="-122"/>
              </a:rPr>
              <a:t>network management</a:t>
            </a:r>
            <a:endParaRPr lang="en-US" altLang="zh-CN" dirty="0">
              <a:ea typeface="宋体" panose="02010600030101010101" pitchFamily="2" charset="-122"/>
            </a:endParaRPr>
          </a:p>
          <a:p>
            <a:pPr>
              <a:buClr>
                <a:schemeClr val="accent2"/>
              </a:buClr>
              <a:buSzPct val="85000"/>
              <a:buFont typeface="ZapfDingbats" pitchFamily="82" charset="2"/>
            </a:pPr>
            <a:endParaRPr lang="en-US" altLang="zh-CN" sz="2400" dirty="0">
              <a:ea typeface="宋体" panose="02010600030101010101" pitchFamily="2" charset="-122"/>
            </a:endParaRPr>
          </a:p>
        </p:txBody>
      </p:sp>
    </p:spTree>
  </p:cSld>
  <p:clrMapOvr>
    <a:masterClrMapping/>
  </p:clrMapOvr>
</p:sld>
</file>

<file path=ppt/tags/tag1.xml><?xml version="1.0" encoding="utf-8"?>
<p:tagLst xmlns:p="http://schemas.openxmlformats.org/presentationml/2006/main">
  <p:tag name="KSO_WPP_MARK_KEY" val="f2491268-715a-4cbf-9ddc-7c7d320bfca1"/>
  <p:tag name="COMMONDATA" val="eyJoZGlkIjoiZjI0NDdjNzQxOTg1ZDMwYzJmY2QxMmM5MThhM2I0ZDgifQ=="/>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800" b="0" i="1" u="none" strike="noStrike" cap="none" normalizeH="0" baseline="0" smtClean="0">
            <a:ln>
              <a:noFill/>
            </a:ln>
            <a:solidFill>
              <a:schemeClr val="tx1"/>
            </a:solidFill>
            <a:effectLst/>
            <a:latin typeface="Comic Sans MS" panose="030F0702030302020204" pitchFamily="66"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800" b="0" i="1" u="none" strike="noStrike" cap="none" normalizeH="0" baseline="0" smtClean="0">
            <a:ln>
              <a:noFill/>
            </a:ln>
            <a:solidFill>
              <a:schemeClr val="tx1"/>
            </a:solidFill>
            <a:effectLst/>
            <a:latin typeface="Comic Sans MS" panose="030F0702030302020204" pitchFamily="66"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36375</Words>
  <Application>WPS 演示</Application>
  <PresentationFormat/>
  <Paragraphs>2448</Paragraphs>
  <Slides>102</Slides>
  <Notes>89</Notes>
  <HiddenSlides>21</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142</vt:i4>
      </vt:variant>
      <vt:variant>
        <vt:lpstr>幻灯片标题</vt:lpstr>
      </vt:variant>
      <vt:variant>
        <vt:i4>102</vt:i4>
      </vt:variant>
    </vt:vector>
  </HeadingPairs>
  <TitlesOfParts>
    <vt:vector size="259" baseType="lpstr">
      <vt:lpstr>Arial</vt:lpstr>
      <vt:lpstr>宋体</vt:lpstr>
      <vt:lpstr>Wingdings</vt:lpstr>
      <vt:lpstr>Comic Sans MS</vt:lpstr>
      <vt:lpstr>ZapfDingbats</vt:lpstr>
      <vt:lpstr>Times New Roman</vt:lpstr>
      <vt:lpstr>Courier New</vt:lpstr>
      <vt:lpstr>MS Mincho</vt:lpstr>
      <vt:lpstr>Yu Gothic</vt:lpstr>
      <vt:lpstr>굴림</vt:lpstr>
      <vt:lpstr>Malgun Gothic</vt:lpstr>
      <vt:lpstr>等线</vt:lpstr>
      <vt:lpstr>微软雅黑</vt:lpstr>
      <vt:lpstr>Arial Unicode MS</vt:lpstr>
      <vt:lpstr>Default Design</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MS_ClipArt_Gallery.5</vt:lpstr>
      <vt:lpstr>MS_ClipArt_Gallery.2</vt:lpstr>
      <vt:lpstr>MS_ClipArt_Gallery.2</vt:lpstr>
      <vt:lpstr>MS_ClipArt_Gallery.2</vt:lpstr>
      <vt:lpstr>MS_ClipArt_Gallery.2</vt:lpstr>
      <vt:lpstr>MS_ClipArt_Gallery.2</vt:lpstr>
      <vt:lpstr>MS_ClipArt_Gallery.2</vt:lpstr>
      <vt:lpstr>MS_ClipArt_Gallery.2</vt:lpstr>
      <vt:lpstr>MS_ClipArt_Gallery.5</vt:lpstr>
      <vt:lpstr>MS_ClipArt_Gallery.2</vt:lpstr>
      <vt:lpstr>MS_ClipArt_Gallery.2</vt:lpstr>
      <vt:lpstr>MS_ClipArt_Gallery.5</vt:lpstr>
      <vt:lpstr>MS_ClipArt_Gallery.2</vt:lpstr>
      <vt:lpstr>MS_ClipArt_Gallery.2</vt:lpstr>
      <vt:lpstr>MS_ClipArt_Gallery.2</vt:lpstr>
      <vt:lpstr>MS_ClipArt_Gallery.2</vt:lpstr>
      <vt:lpstr>MS_ClipArt_Gallery.2</vt:lpstr>
      <vt:lpstr>MS_ClipArt_Gallery.2</vt:lpstr>
      <vt:lpstr>MS_ClipArt_Gallery.2</vt:lpstr>
      <vt:lpstr>MS_ClipArt_Gallery.5</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Equation.3</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3rd Edition, Chapter 5</dc:title>
  <dc:creator>Jim Kurose and Keith Ross</dc:creator>
  <cp:lastModifiedBy>Zhuqing Jiang</cp:lastModifiedBy>
  <cp:revision>310</cp:revision>
  <cp:lastPrinted>2000-10-23T11:49:35Z</cp:lastPrinted>
  <dcterms:created xsi:type="dcterms:W3CDTF">1999-10-08T19:08:27Z</dcterms:created>
  <dcterms:modified xsi:type="dcterms:W3CDTF">2025-04-12T12:28:11Z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E3A695F1DA7440538A3ACA7D960191DB_13</vt:lpwstr>
  </property>
  <property fmtid="{D5CDD505-2E9C-101B-9397-08002B2CF9AE}" pid="3" name="KSOProductBuildVer">
    <vt:lpwstr>2052-12.1.0.20305</vt:lpwstr>
  </property>
</Properties>
</file>